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11274552" cy="5669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示例：15省新能源政策评分图谱 · 友好度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示例数据（分数节选自润岚2026-08调研；依据/短板仅演示3省） ｜ 用户侧储能+独立储能支持（各满分10）</a:t>
            </a:r>
          </a:p>
        </p:txBody>
      </p:sp>
      <p:sp>
        <p:nvSpPr>
          <p:cNvPr id="4" name="Freeform 3"/>
          <p:cNvSpPr/>
          <p:nvPr/>
        </p:nvSpPr>
        <p:spPr>
          <a:xfrm>
            <a:off x="5068976" y="3192063"/>
            <a:ext cx="218042" cy="237281"/>
          </a:xfrm>
          <a:custGeom>
            <a:avLst/>
            <a:gdLst/>
            <a:ahLst/>
            <a:cxnLst/>
            <a:rect l="l" t="t" r="r" b="b"/>
            <a:pathLst>
              <a:path w="34" h="37">
                <a:moveTo>
                  <a:pt x="31" y="10"/>
                </a:moveTo>
                <a:lnTo>
                  <a:pt x="32" y="10"/>
                </a:lnTo>
                <a:lnTo>
                  <a:pt x="33" y="10"/>
                </a:lnTo>
                <a:lnTo>
                  <a:pt x="32" y="9"/>
                </a:lnTo>
                <a:lnTo>
                  <a:pt x="33" y="8"/>
                </a:lnTo>
                <a:lnTo>
                  <a:pt x="34" y="8"/>
                </a:lnTo>
                <a:lnTo>
                  <a:pt x="34" y="8"/>
                </a:lnTo>
                <a:lnTo>
                  <a:pt x="33" y="7"/>
                </a:lnTo>
                <a:lnTo>
                  <a:pt x="32" y="7"/>
                </a:lnTo>
                <a:lnTo>
                  <a:pt x="31" y="8"/>
                </a:lnTo>
                <a:lnTo>
                  <a:pt x="29" y="8"/>
                </a:lnTo>
                <a:lnTo>
                  <a:pt x="27" y="7"/>
                </a:lnTo>
                <a:lnTo>
                  <a:pt x="25" y="8"/>
                </a:lnTo>
                <a:lnTo>
                  <a:pt x="25" y="8"/>
                </a:lnTo>
                <a:lnTo>
                  <a:pt x="24" y="7"/>
                </a:lnTo>
                <a:lnTo>
                  <a:pt x="24" y="6"/>
                </a:lnTo>
                <a:lnTo>
                  <a:pt x="22" y="5"/>
                </a:lnTo>
                <a:lnTo>
                  <a:pt x="20" y="4"/>
                </a:lnTo>
                <a:lnTo>
                  <a:pt x="20" y="3"/>
                </a:lnTo>
                <a:lnTo>
                  <a:pt x="19" y="2"/>
                </a:lnTo>
                <a:lnTo>
                  <a:pt x="19" y="1"/>
                </a:lnTo>
                <a:lnTo>
                  <a:pt x="19" y="1"/>
                </a:lnTo>
                <a:lnTo>
                  <a:pt x="18" y="0"/>
                </a:lnTo>
                <a:lnTo>
                  <a:pt x="18" y="1"/>
                </a:lnTo>
                <a:lnTo>
                  <a:pt x="18" y="1"/>
                </a:lnTo>
                <a:lnTo>
                  <a:pt x="18" y="2"/>
                </a:lnTo>
                <a:lnTo>
                  <a:pt x="17" y="2"/>
                </a:lnTo>
                <a:lnTo>
                  <a:pt x="15" y="3"/>
                </a:lnTo>
                <a:lnTo>
                  <a:pt x="15" y="3"/>
                </a:lnTo>
                <a:lnTo>
                  <a:pt x="16" y="4"/>
                </a:lnTo>
                <a:lnTo>
                  <a:pt x="14" y="4"/>
                </a:lnTo>
                <a:lnTo>
                  <a:pt x="14" y="4"/>
                </a:lnTo>
                <a:lnTo>
                  <a:pt x="13" y="4"/>
                </a:lnTo>
                <a:lnTo>
                  <a:pt x="13" y="5"/>
                </a:lnTo>
                <a:lnTo>
                  <a:pt x="15" y="6"/>
                </a:lnTo>
                <a:lnTo>
                  <a:pt x="16" y="7"/>
                </a:lnTo>
                <a:lnTo>
                  <a:pt x="16" y="7"/>
                </a:lnTo>
                <a:lnTo>
                  <a:pt x="13" y="8"/>
                </a:lnTo>
                <a:lnTo>
                  <a:pt x="13" y="8"/>
                </a:lnTo>
                <a:lnTo>
                  <a:pt x="13" y="8"/>
                </a:lnTo>
                <a:lnTo>
                  <a:pt x="12" y="7"/>
                </a:lnTo>
                <a:lnTo>
                  <a:pt x="11" y="10"/>
                </a:lnTo>
                <a:lnTo>
                  <a:pt x="11" y="10"/>
                </a:lnTo>
                <a:lnTo>
                  <a:pt x="10" y="11"/>
                </a:lnTo>
                <a:lnTo>
                  <a:pt x="8" y="13"/>
                </a:lnTo>
                <a:lnTo>
                  <a:pt x="8" y="12"/>
                </a:lnTo>
                <a:lnTo>
                  <a:pt x="7" y="12"/>
                </a:lnTo>
                <a:lnTo>
                  <a:pt x="7" y="12"/>
                </a:lnTo>
                <a:lnTo>
                  <a:pt x="6" y="13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5" y="15"/>
                </a:lnTo>
                <a:lnTo>
                  <a:pt x="5" y="16"/>
                </a:lnTo>
                <a:lnTo>
                  <a:pt x="7" y="18"/>
                </a:lnTo>
                <a:lnTo>
                  <a:pt x="8" y="18"/>
                </a:lnTo>
                <a:lnTo>
                  <a:pt x="9" y="20"/>
                </a:lnTo>
                <a:lnTo>
                  <a:pt x="8" y="21"/>
                </a:lnTo>
                <a:lnTo>
                  <a:pt x="7" y="22"/>
                </a:lnTo>
                <a:lnTo>
                  <a:pt x="7" y="22"/>
                </a:lnTo>
                <a:lnTo>
                  <a:pt x="7" y="23"/>
                </a:lnTo>
                <a:lnTo>
                  <a:pt x="6" y="22"/>
                </a:lnTo>
                <a:lnTo>
                  <a:pt x="6" y="23"/>
                </a:lnTo>
                <a:lnTo>
                  <a:pt x="3" y="24"/>
                </a:lnTo>
                <a:lnTo>
                  <a:pt x="3" y="24"/>
                </a:lnTo>
                <a:lnTo>
                  <a:pt x="1" y="26"/>
                </a:lnTo>
                <a:lnTo>
                  <a:pt x="0" y="28"/>
                </a:lnTo>
                <a:lnTo>
                  <a:pt x="1" y="28"/>
                </a:lnTo>
                <a:lnTo>
                  <a:pt x="2" y="29"/>
                </a:lnTo>
                <a:lnTo>
                  <a:pt x="2" y="30"/>
                </a:lnTo>
                <a:lnTo>
                  <a:pt x="3" y="31"/>
                </a:lnTo>
                <a:lnTo>
                  <a:pt x="3" y="31"/>
                </a:lnTo>
                <a:lnTo>
                  <a:pt x="1" y="32"/>
                </a:lnTo>
                <a:lnTo>
                  <a:pt x="1" y="32"/>
                </a:lnTo>
                <a:lnTo>
                  <a:pt x="2" y="32"/>
                </a:lnTo>
                <a:lnTo>
                  <a:pt x="2" y="35"/>
                </a:lnTo>
                <a:lnTo>
                  <a:pt x="3" y="35"/>
                </a:lnTo>
                <a:lnTo>
                  <a:pt x="3" y="36"/>
                </a:lnTo>
                <a:lnTo>
                  <a:pt x="3" y="35"/>
                </a:lnTo>
                <a:lnTo>
                  <a:pt x="4" y="36"/>
                </a:lnTo>
                <a:lnTo>
                  <a:pt x="5" y="35"/>
                </a:lnTo>
                <a:lnTo>
                  <a:pt x="7" y="37"/>
                </a:lnTo>
                <a:lnTo>
                  <a:pt x="8" y="37"/>
                </a:lnTo>
                <a:lnTo>
                  <a:pt x="8" y="36"/>
                </a:lnTo>
                <a:lnTo>
                  <a:pt x="9" y="36"/>
                </a:lnTo>
                <a:lnTo>
                  <a:pt x="10" y="35"/>
                </a:lnTo>
                <a:lnTo>
                  <a:pt x="10" y="35"/>
                </a:lnTo>
                <a:lnTo>
                  <a:pt x="10" y="36"/>
                </a:lnTo>
                <a:lnTo>
                  <a:pt x="11" y="35"/>
                </a:lnTo>
                <a:lnTo>
                  <a:pt x="11" y="35"/>
                </a:lnTo>
                <a:lnTo>
                  <a:pt x="12" y="35"/>
                </a:lnTo>
                <a:lnTo>
                  <a:pt x="12" y="35"/>
                </a:lnTo>
                <a:lnTo>
                  <a:pt x="13" y="35"/>
                </a:lnTo>
                <a:lnTo>
                  <a:pt x="15" y="35"/>
                </a:lnTo>
                <a:lnTo>
                  <a:pt x="15" y="35"/>
                </a:lnTo>
                <a:lnTo>
                  <a:pt x="16" y="36"/>
                </a:lnTo>
                <a:lnTo>
                  <a:pt x="17" y="37"/>
                </a:lnTo>
                <a:lnTo>
                  <a:pt x="17" y="37"/>
                </a:lnTo>
                <a:lnTo>
                  <a:pt x="19" y="37"/>
                </a:lnTo>
                <a:lnTo>
                  <a:pt x="19" y="37"/>
                </a:lnTo>
                <a:lnTo>
                  <a:pt x="19" y="37"/>
                </a:lnTo>
                <a:lnTo>
                  <a:pt x="18" y="37"/>
                </a:lnTo>
                <a:lnTo>
                  <a:pt x="18" y="36"/>
                </a:lnTo>
                <a:lnTo>
                  <a:pt x="19" y="36"/>
                </a:lnTo>
                <a:lnTo>
                  <a:pt x="19" y="36"/>
                </a:lnTo>
                <a:lnTo>
                  <a:pt x="19" y="35"/>
                </a:lnTo>
                <a:lnTo>
                  <a:pt x="19" y="35"/>
                </a:lnTo>
                <a:lnTo>
                  <a:pt x="20" y="35"/>
                </a:lnTo>
                <a:lnTo>
                  <a:pt x="20" y="34"/>
                </a:lnTo>
                <a:lnTo>
                  <a:pt x="21" y="33"/>
                </a:lnTo>
                <a:lnTo>
                  <a:pt x="22" y="33"/>
                </a:lnTo>
                <a:lnTo>
                  <a:pt x="23" y="33"/>
                </a:lnTo>
                <a:lnTo>
                  <a:pt x="23" y="33"/>
                </a:lnTo>
                <a:lnTo>
                  <a:pt x="24" y="33"/>
                </a:lnTo>
                <a:lnTo>
                  <a:pt x="25" y="33"/>
                </a:lnTo>
                <a:lnTo>
                  <a:pt x="25" y="31"/>
                </a:lnTo>
                <a:lnTo>
                  <a:pt x="26" y="31"/>
                </a:lnTo>
                <a:lnTo>
                  <a:pt x="26" y="30"/>
                </a:lnTo>
                <a:lnTo>
                  <a:pt x="26" y="30"/>
                </a:lnTo>
                <a:lnTo>
                  <a:pt x="26" y="29"/>
                </a:lnTo>
                <a:lnTo>
                  <a:pt x="27" y="29"/>
                </a:lnTo>
                <a:lnTo>
                  <a:pt x="26" y="27"/>
                </a:lnTo>
                <a:lnTo>
                  <a:pt x="26" y="28"/>
                </a:lnTo>
                <a:lnTo>
                  <a:pt x="25" y="27"/>
                </a:lnTo>
                <a:lnTo>
                  <a:pt x="24" y="27"/>
                </a:lnTo>
                <a:lnTo>
                  <a:pt x="24" y="27"/>
                </a:lnTo>
                <a:lnTo>
                  <a:pt x="24" y="25"/>
                </a:lnTo>
                <a:lnTo>
                  <a:pt x="23" y="25"/>
                </a:lnTo>
                <a:lnTo>
                  <a:pt x="23" y="23"/>
                </a:lnTo>
                <a:lnTo>
                  <a:pt x="26" y="23"/>
                </a:lnTo>
                <a:lnTo>
                  <a:pt x="27" y="23"/>
                </a:lnTo>
                <a:lnTo>
                  <a:pt x="28" y="22"/>
                </a:lnTo>
                <a:lnTo>
                  <a:pt x="30" y="22"/>
                </a:lnTo>
                <a:lnTo>
                  <a:pt x="31" y="21"/>
                </a:lnTo>
                <a:lnTo>
                  <a:pt x="31" y="21"/>
                </a:lnTo>
                <a:lnTo>
                  <a:pt x="32" y="20"/>
                </a:lnTo>
                <a:lnTo>
                  <a:pt x="33" y="20"/>
                </a:lnTo>
                <a:lnTo>
                  <a:pt x="33" y="18"/>
                </a:lnTo>
                <a:lnTo>
                  <a:pt x="32" y="18"/>
                </a:lnTo>
                <a:lnTo>
                  <a:pt x="32" y="16"/>
                </a:lnTo>
                <a:lnTo>
                  <a:pt x="31" y="17"/>
                </a:lnTo>
                <a:lnTo>
                  <a:pt x="30" y="15"/>
                </a:lnTo>
                <a:lnTo>
                  <a:pt x="30" y="15"/>
                </a:lnTo>
                <a:lnTo>
                  <a:pt x="30" y="14"/>
                </a:lnTo>
                <a:lnTo>
                  <a:pt x="30" y="13"/>
                </a:lnTo>
                <a:lnTo>
                  <a:pt x="29" y="12"/>
                </a:lnTo>
                <a:lnTo>
                  <a:pt x="30" y="12"/>
                </a:lnTo>
                <a:lnTo>
                  <a:pt x="30" y="11"/>
                </a:lnTo>
                <a:lnTo>
                  <a:pt x="30" y="10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229301" y="3301084"/>
            <a:ext cx="141086" cy="250107"/>
          </a:xfrm>
          <a:custGeom>
            <a:avLst/>
            <a:gdLst/>
            <a:ahLst/>
            <a:cxnLst/>
            <a:rect l="l" t="t" r="r" b="b"/>
            <a:pathLst>
              <a:path w="22" h="39">
                <a:moveTo>
                  <a:pt x="17" y="19"/>
                </a:moveTo>
                <a:lnTo>
                  <a:pt x="19" y="18"/>
                </a:lnTo>
                <a:lnTo>
                  <a:pt x="18" y="17"/>
                </a:lnTo>
                <a:lnTo>
                  <a:pt x="19" y="17"/>
                </a:lnTo>
                <a:lnTo>
                  <a:pt x="19" y="15"/>
                </a:lnTo>
                <a:lnTo>
                  <a:pt x="19" y="14"/>
                </a:lnTo>
                <a:lnTo>
                  <a:pt x="18" y="14"/>
                </a:lnTo>
                <a:lnTo>
                  <a:pt x="16" y="14"/>
                </a:lnTo>
                <a:lnTo>
                  <a:pt x="16" y="15"/>
                </a:lnTo>
                <a:lnTo>
                  <a:pt x="16" y="16"/>
                </a:lnTo>
                <a:lnTo>
                  <a:pt x="15" y="15"/>
                </a:lnTo>
                <a:lnTo>
                  <a:pt x="15" y="14"/>
                </a:lnTo>
                <a:lnTo>
                  <a:pt x="14" y="15"/>
                </a:lnTo>
                <a:lnTo>
                  <a:pt x="14" y="14"/>
                </a:lnTo>
                <a:lnTo>
                  <a:pt x="14" y="13"/>
                </a:lnTo>
                <a:lnTo>
                  <a:pt x="13" y="12"/>
                </a:lnTo>
                <a:lnTo>
                  <a:pt x="13" y="11"/>
                </a:lnTo>
                <a:lnTo>
                  <a:pt x="12" y="11"/>
                </a:lnTo>
                <a:lnTo>
                  <a:pt x="12" y="10"/>
                </a:lnTo>
                <a:lnTo>
                  <a:pt x="11" y="8"/>
                </a:lnTo>
                <a:lnTo>
                  <a:pt x="11" y="7"/>
                </a:lnTo>
                <a:lnTo>
                  <a:pt x="11" y="7"/>
                </a:lnTo>
                <a:lnTo>
                  <a:pt x="11" y="6"/>
                </a:lnTo>
                <a:lnTo>
                  <a:pt x="12" y="6"/>
                </a:lnTo>
                <a:lnTo>
                  <a:pt x="13" y="6"/>
                </a:lnTo>
                <a:lnTo>
                  <a:pt x="14" y="6"/>
                </a:lnTo>
                <a:lnTo>
                  <a:pt x="15" y="6"/>
                </a:lnTo>
                <a:lnTo>
                  <a:pt x="15" y="6"/>
                </a:lnTo>
                <a:lnTo>
                  <a:pt x="16" y="5"/>
                </a:lnTo>
                <a:lnTo>
                  <a:pt x="15" y="5"/>
                </a:lnTo>
                <a:lnTo>
                  <a:pt x="15" y="5"/>
                </a:lnTo>
                <a:lnTo>
                  <a:pt x="15" y="4"/>
                </a:lnTo>
                <a:lnTo>
                  <a:pt x="15" y="4"/>
                </a:lnTo>
                <a:lnTo>
                  <a:pt x="15" y="3"/>
                </a:lnTo>
                <a:lnTo>
                  <a:pt x="13" y="3"/>
                </a:lnTo>
                <a:lnTo>
                  <a:pt x="13" y="3"/>
                </a:lnTo>
                <a:lnTo>
                  <a:pt x="11" y="1"/>
                </a:lnTo>
                <a:lnTo>
                  <a:pt x="11" y="0"/>
                </a:lnTo>
                <a:lnTo>
                  <a:pt x="11" y="0"/>
                </a:lnTo>
                <a:lnTo>
                  <a:pt x="8" y="0"/>
                </a:lnTo>
                <a:lnTo>
                  <a:pt x="8" y="3"/>
                </a:lnTo>
                <a:lnTo>
                  <a:pt x="7" y="3"/>
                </a:lnTo>
                <a:lnTo>
                  <a:pt x="6" y="4"/>
                </a:lnTo>
                <a:lnTo>
                  <a:pt x="6" y="4"/>
                </a:lnTo>
                <a:lnTo>
                  <a:pt x="5" y="5"/>
                </a:lnTo>
                <a:lnTo>
                  <a:pt x="5" y="6"/>
                </a:lnTo>
                <a:lnTo>
                  <a:pt x="5" y="8"/>
                </a:lnTo>
                <a:lnTo>
                  <a:pt x="5" y="9"/>
                </a:lnTo>
                <a:lnTo>
                  <a:pt x="7" y="9"/>
                </a:lnTo>
                <a:lnTo>
                  <a:pt x="7" y="10"/>
                </a:lnTo>
                <a:lnTo>
                  <a:pt x="5" y="10"/>
                </a:lnTo>
                <a:lnTo>
                  <a:pt x="5" y="11"/>
                </a:lnTo>
                <a:lnTo>
                  <a:pt x="6" y="12"/>
                </a:lnTo>
                <a:lnTo>
                  <a:pt x="6" y="12"/>
                </a:lnTo>
                <a:lnTo>
                  <a:pt x="6" y="14"/>
                </a:lnTo>
                <a:lnTo>
                  <a:pt x="6" y="15"/>
                </a:lnTo>
                <a:lnTo>
                  <a:pt x="3" y="14"/>
                </a:lnTo>
                <a:lnTo>
                  <a:pt x="2" y="15"/>
                </a:lnTo>
                <a:lnTo>
                  <a:pt x="2" y="13"/>
                </a:lnTo>
                <a:lnTo>
                  <a:pt x="1" y="14"/>
                </a:lnTo>
                <a:lnTo>
                  <a:pt x="0" y="14"/>
                </a:lnTo>
                <a:lnTo>
                  <a:pt x="0" y="16"/>
                </a:lnTo>
                <a:lnTo>
                  <a:pt x="0" y="17"/>
                </a:lnTo>
                <a:lnTo>
                  <a:pt x="0" y="18"/>
                </a:lnTo>
                <a:lnTo>
                  <a:pt x="0" y="19"/>
                </a:lnTo>
                <a:lnTo>
                  <a:pt x="0" y="19"/>
                </a:lnTo>
                <a:lnTo>
                  <a:pt x="1" y="20"/>
                </a:lnTo>
                <a:lnTo>
                  <a:pt x="2" y="20"/>
                </a:lnTo>
                <a:lnTo>
                  <a:pt x="1" y="20"/>
                </a:lnTo>
                <a:lnTo>
                  <a:pt x="1" y="21"/>
                </a:lnTo>
                <a:lnTo>
                  <a:pt x="1" y="21"/>
                </a:lnTo>
                <a:lnTo>
                  <a:pt x="1" y="22"/>
                </a:lnTo>
                <a:lnTo>
                  <a:pt x="2" y="21"/>
                </a:lnTo>
                <a:lnTo>
                  <a:pt x="2" y="22"/>
                </a:lnTo>
                <a:lnTo>
                  <a:pt x="2" y="23"/>
                </a:lnTo>
                <a:lnTo>
                  <a:pt x="2" y="24"/>
                </a:lnTo>
                <a:lnTo>
                  <a:pt x="2" y="25"/>
                </a:lnTo>
                <a:lnTo>
                  <a:pt x="2" y="26"/>
                </a:lnTo>
                <a:lnTo>
                  <a:pt x="3" y="26"/>
                </a:lnTo>
                <a:lnTo>
                  <a:pt x="3" y="27"/>
                </a:lnTo>
                <a:lnTo>
                  <a:pt x="2" y="28"/>
                </a:lnTo>
                <a:lnTo>
                  <a:pt x="0" y="29"/>
                </a:lnTo>
                <a:lnTo>
                  <a:pt x="1" y="30"/>
                </a:lnTo>
                <a:lnTo>
                  <a:pt x="0" y="31"/>
                </a:lnTo>
                <a:lnTo>
                  <a:pt x="0" y="33"/>
                </a:lnTo>
                <a:lnTo>
                  <a:pt x="1" y="34"/>
                </a:lnTo>
                <a:lnTo>
                  <a:pt x="1" y="35"/>
                </a:lnTo>
                <a:lnTo>
                  <a:pt x="3" y="35"/>
                </a:lnTo>
                <a:lnTo>
                  <a:pt x="4" y="37"/>
                </a:lnTo>
                <a:lnTo>
                  <a:pt x="7" y="36"/>
                </a:lnTo>
                <a:lnTo>
                  <a:pt x="7" y="37"/>
                </a:lnTo>
                <a:lnTo>
                  <a:pt x="8" y="38"/>
                </a:lnTo>
                <a:lnTo>
                  <a:pt x="9" y="37"/>
                </a:lnTo>
                <a:lnTo>
                  <a:pt x="10" y="38"/>
                </a:lnTo>
                <a:lnTo>
                  <a:pt x="10" y="38"/>
                </a:lnTo>
                <a:lnTo>
                  <a:pt x="10" y="39"/>
                </a:lnTo>
                <a:lnTo>
                  <a:pt x="12" y="38"/>
                </a:lnTo>
                <a:lnTo>
                  <a:pt x="14" y="37"/>
                </a:lnTo>
                <a:lnTo>
                  <a:pt x="17" y="36"/>
                </a:lnTo>
                <a:lnTo>
                  <a:pt x="17" y="36"/>
                </a:lnTo>
                <a:lnTo>
                  <a:pt x="18" y="35"/>
                </a:lnTo>
                <a:lnTo>
                  <a:pt x="18" y="33"/>
                </a:lnTo>
                <a:lnTo>
                  <a:pt x="17" y="33"/>
                </a:lnTo>
                <a:lnTo>
                  <a:pt x="16" y="32"/>
                </a:lnTo>
                <a:lnTo>
                  <a:pt x="18" y="31"/>
                </a:lnTo>
                <a:lnTo>
                  <a:pt x="19" y="31"/>
                </a:lnTo>
                <a:lnTo>
                  <a:pt x="20" y="31"/>
                </a:lnTo>
                <a:lnTo>
                  <a:pt x="20" y="28"/>
                </a:lnTo>
                <a:lnTo>
                  <a:pt x="20" y="28"/>
                </a:lnTo>
                <a:lnTo>
                  <a:pt x="19" y="26"/>
                </a:lnTo>
                <a:lnTo>
                  <a:pt x="19" y="25"/>
                </a:lnTo>
                <a:lnTo>
                  <a:pt x="21" y="23"/>
                </a:lnTo>
                <a:lnTo>
                  <a:pt x="21" y="22"/>
                </a:lnTo>
                <a:lnTo>
                  <a:pt x="22" y="22"/>
                </a:lnTo>
                <a:lnTo>
                  <a:pt x="22" y="21"/>
                </a:lnTo>
                <a:lnTo>
                  <a:pt x="22" y="21"/>
                </a:lnTo>
                <a:lnTo>
                  <a:pt x="19" y="20"/>
                </a:lnTo>
                <a:lnTo>
                  <a:pt x="18" y="19"/>
                </a:lnTo>
                <a:lnTo>
                  <a:pt x="18" y="20"/>
                </a:lnTo>
                <a:lnTo>
                  <a:pt x="18" y="19"/>
                </a:lnTo>
                <a:lnTo>
                  <a:pt x="15" y="20"/>
                </a:lnTo>
                <a:lnTo>
                  <a:pt x="15" y="21"/>
                </a:lnTo>
                <a:lnTo>
                  <a:pt x="14" y="20"/>
                </a:lnTo>
                <a:lnTo>
                  <a:pt x="13" y="20"/>
                </a:lnTo>
                <a:lnTo>
                  <a:pt x="13" y="20"/>
                </a:lnTo>
                <a:lnTo>
                  <a:pt x="14" y="19"/>
                </a:lnTo>
                <a:lnTo>
                  <a:pt x="15" y="19"/>
                </a:lnTo>
                <a:lnTo>
                  <a:pt x="15" y="19"/>
                </a:lnTo>
                <a:lnTo>
                  <a:pt x="16" y="19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4882999" y="2954782"/>
            <a:ext cx="673365" cy="987602"/>
          </a:xfrm>
          <a:custGeom>
            <a:avLst/>
            <a:gdLst/>
            <a:ahLst/>
            <a:cxnLst/>
            <a:rect l="l" t="t" r="r" b="b"/>
            <a:pathLst>
              <a:path w="105" h="154">
                <a:moveTo>
                  <a:pt x="62" y="45"/>
                </a:moveTo>
                <a:lnTo>
                  <a:pt x="61" y="46"/>
                </a:lnTo>
                <a:lnTo>
                  <a:pt x="62" y="47"/>
                </a:lnTo>
                <a:lnTo>
                  <a:pt x="61" y="47"/>
                </a:lnTo>
                <a:lnTo>
                  <a:pt x="60" y="47"/>
                </a:lnTo>
                <a:lnTo>
                  <a:pt x="59" y="47"/>
                </a:lnTo>
                <a:lnTo>
                  <a:pt x="59" y="48"/>
                </a:lnTo>
                <a:lnTo>
                  <a:pt x="59" y="49"/>
                </a:lnTo>
                <a:lnTo>
                  <a:pt x="58" y="49"/>
                </a:lnTo>
                <a:lnTo>
                  <a:pt x="59" y="50"/>
                </a:lnTo>
                <a:lnTo>
                  <a:pt x="59" y="51"/>
                </a:lnTo>
                <a:lnTo>
                  <a:pt x="59" y="52"/>
                </a:lnTo>
                <a:lnTo>
                  <a:pt x="59" y="52"/>
                </a:lnTo>
                <a:lnTo>
                  <a:pt x="60" y="54"/>
                </a:lnTo>
                <a:lnTo>
                  <a:pt x="61" y="53"/>
                </a:lnTo>
                <a:lnTo>
                  <a:pt x="61" y="55"/>
                </a:lnTo>
                <a:lnTo>
                  <a:pt x="63" y="54"/>
                </a:lnTo>
                <a:lnTo>
                  <a:pt x="64" y="54"/>
                </a:lnTo>
                <a:lnTo>
                  <a:pt x="65" y="54"/>
                </a:lnTo>
                <a:lnTo>
                  <a:pt x="65" y="54"/>
                </a:lnTo>
                <a:lnTo>
                  <a:pt x="65" y="55"/>
                </a:lnTo>
                <a:lnTo>
                  <a:pt x="67" y="57"/>
                </a:lnTo>
                <a:lnTo>
                  <a:pt x="67" y="57"/>
                </a:lnTo>
                <a:lnTo>
                  <a:pt x="69" y="57"/>
                </a:lnTo>
                <a:lnTo>
                  <a:pt x="69" y="58"/>
                </a:lnTo>
                <a:lnTo>
                  <a:pt x="69" y="58"/>
                </a:lnTo>
                <a:lnTo>
                  <a:pt x="69" y="59"/>
                </a:lnTo>
                <a:lnTo>
                  <a:pt x="69" y="59"/>
                </a:lnTo>
                <a:lnTo>
                  <a:pt x="69" y="60"/>
                </a:lnTo>
                <a:lnTo>
                  <a:pt x="68" y="60"/>
                </a:lnTo>
                <a:lnTo>
                  <a:pt x="67" y="60"/>
                </a:lnTo>
                <a:lnTo>
                  <a:pt x="66" y="60"/>
                </a:lnTo>
                <a:lnTo>
                  <a:pt x="65" y="60"/>
                </a:lnTo>
                <a:lnTo>
                  <a:pt x="65" y="61"/>
                </a:lnTo>
                <a:lnTo>
                  <a:pt x="65" y="61"/>
                </a:lnTo>
                <a:lnTo>
                  <a:pt x="65" y="62"/>
                </a:lnTo>
                <a:lnTo>
                  <a:pt x="66" y="64"/>
                </a:lnTo>
                <a:lnTo>
                  <a:pt x="66" y="65"/>
                </a:lnTo>
                <a:lnTo>
                  <a:pt x="67" y="65"/>
                </a:lnTo>
                <a:lnTo>
                  <a:pt x="67" y="66"/>
                </a:lnTo>
                <a:lnTo>
                  <a:pt x="68" y="67"/>
                </a:lnTo>
                <a:lnTo>
                  <a:pt x="68" y="68"/>
                </a:lnTo>
                <a:lnTo>
                  <a:pt x="68" y="69"/>
                </a:lnTo>
                <a:lnTo>
                  <a:pt x="69" y="68"/>
                </a:lnTo>
                <a:lnTo>
                  <a:pt x="69" y="69"/>
                </a:lnTo>
                <a:lnTo>
                  <a:pt x="70" y="70"/>
                </a:lnTo>
                <a:lnTo>
                  <a:pt x="70" y="69"/>
                </a:lnTo>
                <a:lnTo>
                  <a:pt x="70" y="68"/>
                </a:lnTo>
                <a:lnTo>
                  <a:pt x="72" y="68"/>
                </a:lnTo>
                <a:lnTo>
                  <a:pt x="73" y="68"/>
                </a:lnTo>
                <a:lnTo>
                  <a:pt x="73" y="69"/>
                </a:lnTo>
                <a:lnTo>
                  <a:pt x="73" y="71"/>
                </a:lnTo>
                <a:lnTo>
                  <a:pt x="72" y="71"/>
                </a:lnTo>
                <a:lnTo>
                  <a:pt x="73" y="72"/>
                </a:lnTo>
                <a:lnTo>
                  <a:pt x="72" y="72"/>
                </a:lnTo>
                <a:lnTo>
                  <a:pt x="72" y="73"/>
                </a:lnTo>
                <a:lnTo>
                  <a:pt x="72" y="73"/>
                </a:lnTo>
                <a:lnTo>
                  <a:pt x="72" y="74"/>
                </a:lnTo>
                <a:lnTo>
                  <a:pt x="72" y="73"/>
                </a:lnTo>
                <a:lnTo>
                  <a:pt x="73" y="74"/>
                </a:lnTo>
                <a:lnTo>
                  <a:pt x="76" y="75"/>
                </a:lnTo>
                <a:lnTo>
                  <a:pt x="76" y="75"/>
                </a:lnTo>
                <a:lnTo>
                  <a:pt x="76" y="76"/>
                </a:lnTo>
                <a:lnTo>
                  <a:pt x="76" y="76"/>
                </a:lnTo>
                <a:lnTo>
                  <a:pt x="77" y="76"/>
                </a:lnTo>
                <a:lnTo>
                  <a:pt x="78" y="77"/>
                </a:lnTo>
                <a:lnTo>
                  <a:pt x="80" y="80"/>
                </a:lnTo>
                <a:lnTo>
                  <a:pt x="81" y="80"/>
                </a:lnTo>
                <a:lnTo>
                  <a:pt x="82" y="80"/>
                </a:lnTo>
                <a:lnTo>
                  <a:pt x="83" y="81"/>
                </a:lnTo>
                <a:lnTo>
                  <a:pt x="85" y="82"/>
                </a:lnTo>
                <a:lnTo>
                  <a:pt x="86" y="82"/>
                </a:lnTo>
                <a:lnTo>
                  <a:pt x="86" y="80"/>
                </a:lnTo>
                <a:lnTo>
                  <a:pt x="86" y="80"/>
                </a:lnTo>
                <a:lnTo>
                  <a:pt x="85" y="78"/>
                </a:lnTo>
                <a:lnTo>
                  <a:pt x="86" y="77"/>
                </a:lnTo>
                <a:lnTo>
                  <a:pt x="86" y="77"/>
                </a:lnTo>
                <a:lnTo>
                  <a:pt x="86" y="76"/>
                </a:lnTo>
                <a:lnTo>
                  <a:pt x="90" y="76"/>
                </a:lnTo>
                <a:lnTo>
                  <a:pt x="92" y="75"/>
                </a:lnTo>
                <a:lnTo>
                  <a:pt x="91" y="76"/>
                </a:lnTo>
                <a:lnTo>
                  <a:pt x="91" y="76"/>
                </a:lnTo>
                <a:lnTo>
                  <a:pt x="92" y="76"/>
                </a:lnTo>
                <a:lnTo>
                  <a:pt x="94" y="73"/>
                </a:lnTo>
                <a:lnTo>
                  <a:pt x="95" y="71"/>
                </a:lnTo>
                <a:lnTo>
                  <a:pt x="97" y="70"/>
                </a:lnTo>
                <a:lnTo>
                  <a:pt x="97" y="69"/>
                </a:lnTo>
                <a:lnTo>
                  <a:pt x="96" y="67"/>
                </a:lnTo>
                <a:lnTo>
                  <a:pt x="97" y="61"/>
                </a:lnTo>
                <a:lnTo>
                  <a:pt x="99" y="59"/>
                </a:lnTo>
                <a:lnTo>
                  <a:pt x="100" y="59"/>
                </a:lnTo>
                <a:lnTo>
                  <a:pt x="99" y="58"/>
                </a:lnTo>
                <a:lnTo>
                  <a:pt x="99" y="57"/>
                </a:lnTo>
                <a:lnTo>
                  <a:pt x="103" y="55"/>
                </a:lnTo>
                <a:lnTo>
                  <a:pt x="104" y="55"/>
                </a:lnTo>
                <a:lnTo>
                  <a:pt x="104" y="55"/>
                </a:lnTo>
                <a:lnTo>
                  <a:pt x="105" y="55"/>
                </a:lnTo>
                <a:lnTo>
                  <a:pt x="104" y="54"/>
                </a:lnTo>
                <a:lnTo>
                  <a:pt x="104" y="53"/>
                </a:lnTo>
                <a:lnTo>
                  <a:pt x="104" y="53"/>
                </a:lnTo>
                <a:lnTo>
                  <a:pt x="103" y="53"/>
                </a:lnTo>
                <a:lnTo>
                  <a:pt x="103" y="52"/>
                </a:lnTo>
                <a:lnTo>
                  <a:pt x="102" y="52"/>
                </a:lnTo>
                <a:lnTo>
                  <a:pt x="102" y="51"/>
                </a:lnTo>
                <a:lnTo>
                  <a:pt x="102" y="50"/>
                </a:lnTo>
                <a:lnTo>
                  <a:pt x="101" y="50"/>
                </a:lnTo>
                <a:lnTo>
                  <a:pt x="101" y="49"/>
                </a:lnTo>
                <a:lnTo>
                  <a:pt x="100" y="49"/>
                </a:lnTo>
                <a:lnTo>
                  <a:pt x="100" y="48"/>
                </a:lnTo>
                <a:lnTo>
                  <a:pt x="99" y="47"/>
                </a:lnTo>
                <a:lnTo>
                  <a:pt x="99" y="46"/>
                </a:lnTo>
                <a:lnTo>
                  <a:pt x="99" y="44"/>
                </a:lnTo>
                <a:lnTo>
                  <a:pt x="98" y="43"/>
                </a:lnTo>
                <a:lnTo>
                  <a:pt x="98" y="43"/>
                </a:lnTo>
                <a:lnTo>
                  <a:pt x="98" y="42"/>
                </a:lnTo>
                <a:lnTo>
                  <a:pt x="93" y="43"/>
                </a:lnTo>
                <a:lnTo>
                  <a:pt x="93" y="43"/>
                </a:lnTo>
                <a:lnTo>
                  <a:pt x="92" y="43"/>
                </a:lnTo>
                <a:lnTo>
                  <a:pt x="92" y="42"/>
                </a:lnTo>
                <a:lnTo>
                  <a:pt x="91" y="42"/>
                </a:lnTo>
                <a:lnTo>
                  <a:pt x="90" y="42"/>
                </a:lnTo>
                <a:lnTo>
                  <a:pt x="91" y="40"/>
                </a:lnTo>
                <a:lnTo>
                  <a:pt x="90" y="40"/>
                </a:lnTo>
                <a:lnTo>
                  <a:pt x="90" y="41"/>
                </a:lnTo>
                <a:lnTo>
                  <a:pt x="89" y="41"/>
                </a:lnTo>
                <a:lnTo>
                  <a:pt x="87" y="40"/>
                </a:lnTo>
                <a:lnTo>
                  <a:pt x="87" y="39"/>
                </a:lnTo>
                <a:lnTo>
                  <a:pt x="86" y="39"/>
                </a:lnTo>
                <a:lnTo>
                  <a:pt x="86" y="39"/>
                </a:lnTo>
                <a:lnTo>
                  <a:pt x="85" y="38"/>
                </a:lnTo>
                <a:lnTo>
                  <a:pt x="85" y="37"/>
                </a:lnTo>
                <a:lnTo>
                  <a:pt x="85" y="35"/>
                </a:lnTo>
                <a:lnTo>
                  <a:pt x="87" y="34"/>
                </a:lnTo>
                <a:lnTo>
                  <a:pt x="87" y="33"/>
                </a:lnTo>
                <a:lnTo>
                  <a:pt x="86" y="33"/>
                </a:lnTo>
                <a:lnTo>
                  <a:pt x="86" y="33"/>
                </a:lnTo>
                <a:lnTo>
                  <a:pt x="86" y="32"/>
                </a:lnTo>
                <a:lnTo>
                  <a:pt x="87" y="32"/>
                </a:lnTo>
                <a:lnTo>
                  <a:pt x="88" y="31"/>
                </a:lnTo>
                <a:lnTo>
                  <a:pt x="88" y="30"/>
                </a:lnTo>
                <a:lnTo>
                  <a:pt x="88" y="30"/>
                </a:lnTo>
                <a:lnTo>
                  <a:pt x="89" y="29"/>
                </a:lnTo>
                <a:lnTo>
                  <a:pt x="89" y="28"/>
                </a:lnTo>
                <a:lnTo>
                  <a:pt x="89" y="28"/>
                </a:lnTo>
                <a:lnTo>
                  <a:pt x="90" y="27"/>
                </a:lnTo>
                <a:lnTo>
                  <a:pt x="90" y="26"/>
                </a:lnTo>
                <a:lnTo>
                  <a:pt x="89" y="27"/>
                </a:lnTo>
                <a:lnTo>
                  <a:pt x="85" y="27"/>
                </a:lnTo>
                <a:lnTo>
                  <a:pt x="84" y="27"/>
                </a:lnTo>
                <a:lnTo>
                  <a:pt x="83" y="26"/>
                </a:lnTo>
                <a:lnTo>
                  <a:pt x="83" y="26"/>
                </a:lnTo>
                <a:lnTo>
                  <a:pt x="82" y="26"/>
                </a:lnTo>
                <a:lnTo>
                  <a:pt x="81" y="27"/>
                </a:lnTo>
                <a:lnTo>
                  <a:pt x="80" y="26"/>
                </a:lnTo>
                <a:lnTo>
                  <a:pt x="78" y="27"/>
                </a:lnTo>
                <a:lnTo>
                  <a:pt x="75" y="28"/>
                </a:lnTo>
                <a:lnTo>
                  <a:pt x="75" y="27"/>
                </a:lnTo>
                <a:lnTo>
                  <a:pt x="75" y="26"/>
                </a:lnTo>
                <a:lnTo>
                  <a:pt x="75" y="25"/>
                </a:lnTo>
                <a:lnTo>
                  <a:pt x="73" y="25"/>
                </a:lnTo>
                <a:lnTo>
                  <a:pt x="74" y="24"/>
                </a:lnTo>
                <a:lnTo>
                  <a:pt x="73" y="23"/>
                </a:lnTo>
                <a:lnTo>
                  <a:pt x="72" y="22"/>
                </a:lnTo>
                <a:lnTo>
                  <a:pt x="72" y="21"/>
                </a:lnTo>
                <a:lnTo>
                  <a:pt x="71" y="20"/>
                </a:lnTo>
                <a:lnTo>
                  <a:pt x="70" y="20"/>
                </a:lnTo>
                <a:lnTo>
                  <a:pt x="70" y="19"/>
                </a:lnTo>
                <a:lnTo>
                  <a:pt x="70" y="18"/>
                </a:lnTo>
                <a:lnTo>
                  <a:pt x="71" y="17"/>
                </a:lnTo>
                <a:lnTo>
                  <a:pt x="72" y="17"/>
                </a:lnTo>
                <a:lnTo>
                  <a:pt x="72" y="18"/>
                </a:lnTo>
                <a:lnTo>
                  <a:pt x="73" y="18"/>
                </a:lnTo>
                <a:lnTo>
                  <a:pt x="73" y="16"/>
                </a:lnTo>
                <a:lnTo>
                  <a:pt x="73" y="16"/>
                </a:lnTo>
                <a:lnTo>
                  <a:pt x="72" y="14"/>
                </a:lnTo>
                <a:lnTo>
                  <a:pt x="72" y="14"/>
                </a:lnTo>
                <a:lnTo>
                  <a:pt x="72" y="13"/>
                </a:lnTo>
                <a:lnTo>
                  <a:pt x="71" y="12"/>
                </a:lnTo>
                <a:lnTo>
                  <a:pt x="72" y="12"/>
                </a:lnTo>
                <a:lnTo>
                  <a:pt x="72" y="11"/>
                </a:lnTo>
                <a:lnTo>
                  <a:pt x="71" y="11"/>
                </a:lnTo>
                <a:lnTo>
                  <a:pt x="70" y="11"/>
                </a:lnTo>
                <a:lnTo>
                  <a:pt x="70" y="12"/>
                </a:lnTo>
                <a:lnTo>
                  <a:pt x="70" y="12"/>
                </a:lnTo>
                <a:lnTo>
                  <a:pt x="69" y="12"/>
                </a:lnTo>
                <a:lnTo>
                  <a:pt x="69" y="11"/>
                </a:lnTo>
                <a:lnTo>
                  <a:pt x="68" y="11"/>
                </a:lnTo>
                <a:lnTo>
                  <a:pt x="68" y="9"/>
                </a:lnTo>
                <a:lnTo>
                  <a:pt x="66" y="8"/>
                </a:lnTo>
                <a:lnTo>
                  <a:pt x="66" y="8"/>
                </a:lnTo>
                <a:lnTo>
                  <a:pt x="67" y="7"/>
                </a:lnTo>
                <a:lnTo>
                  <a:pt x="66" y="6"/>
                </a:lnTo>
                <a:lnTo>
                  <a:pt x="66" y="5"/>
                </a:lnTo>
                <a:lnTo>
                  <a:pt x="63" y="2"/>
                </a:lnTo>
                <a:lnTo>
                  <a:pt x="62" y="1"/>
                </a:lnTo>
                <a:lnTo>
                  <a:pt x="62" y="0"/>
                </a:lnTo>
                <a:lnTo>
                  <a:pt x="62" y="0"/>
                </a:lnTo>
                <a:lnTo>
                  <a:pt x="60" y="1"/>
                </a:lnTo>
                <a:lnTo>
                  <a:pt x="59" y="1"/>
                </a:lnTo>
                <a:lnTo>
                  <a:pt x="58" y="1"/>
                </a:lnTo>
                <a:lnTo>
                  <a:pt x="57" y="1"/>
                </a:lnTo>
                <a:lnTo>
                  <a:pt x="56" y="1"/>
                </a:lnTo>
                <a:lnTo>
                  <a:pt x="56" y="2"/>
                </a:lnTo>
                <a:lnTo>
                  <a:pt x="55" y="3"/>
                </a:lnTo>
                <a:lnTo>
                  <a:pt x="56" y="3"/>
                </a:lnTo>
                <a:lnTo>
                  <a:pt x="56" y="4"/>
                </a:lnTo>
                <a:lnTo>
                  <a:pt x="56" y="4"/>
                </a:lnTo>
                <a:lnTo>
                  <a:pt x="51" y="4"/>
                </a:lnTo>
                <a:lnTo>
                  <a:pt x="48" y="7"/>
                </a:lnTo>
                <a:lnTo>
                  <a:pt x="48" y="7"/>
                </a:lnTo>
                <a:lnTo>
                  <a:pt x="49" y="10"/>
                </a:lnTo>
                <a:lnTo>
                  <a:pt x="48" y="11"/>
                </a:lnTo>
                <a:lnTo>
                  <a:pt x="47" y="11"/>
                </a:lnTo>
                <a:lnTo>
                  <a:pt x="47" y="12"/>
                </a:lnTo>
                <a:lnTo>
                  <a:pt x="48" y="12"/>
                </a:lnTo>
                <a:lnTo>
                  <a:pt x="48" y="14"/>
                </a:lnTo>
                <a:lnTo>
                  <a:pt x="49" y="15"/>
                </a:lnTo>
                <a:lnTo>
                  <a:pt x="47" y="16"/>
                </a:lnTo>
                <a:lnTo>
                  <a:pt x="46" y="16"/>
                </a:lnTo>
                <a:lnTo>
                  <a:pt x="46" y="17"/>
                </a:lnTo>
                <a:lnTo>
                  <a:pt x="45" y="18"/>
                </a:lnTo>
                <a:lnTo>
                  <a:pt x="43" y="18"/>
                </a:lnTo>
                <a:lnTo>
                  <a:pt x="43" y="17"/>
                </a:lnTo>
                <a:lnTo>
                  <a:pt x="42" y="17"/>
                </a:lnTo>
                <a:lnTo>
                  <a:pt x="42" y="18"/>
                </a:lnTo>
                <a:lnTo>
                  <a:pt x="41" y="18"/>
                </a:lnTo>
                <a:lnTo>
                  <a:pt x="41" y="17"/>
                </a:lnTo>
                <a:lnTo>
                  <a:pt x="40" y="16"/>
                </a:lnTo>
                <a:lnTo>
                  <a:pt x="39" y="17"/>
                </a:lnTo>
                <a:lnTo>
                  <a:pt x="39" y="18"/>
                </a:lnTo>
                <a:lnTo>
                  <a:pt x="38" y="19"/>
                </a:lnTo>
                <a:lnTo>
                  <a:pt x="38" y="20"/>
                </a:lnTo>
                <a:lnTo>
                  <a:pt x="36" y="20"/>
                </a:lnTo>
                <a:lnTo>
                  <a:pt x="36" y="21"/>
                </a:lnTo>
                <a:lnTo>
                  <a:pt x="37" y="22"/>
                </a:lnTo>
                <a:lnTo>
                  <a:pt x="36" y="22"/>
                </a:lnTo>
                <a:lnTo>
                  <a:pt x="35" y="22"/>
                </a:lnTo>
                <a:lnTo>
                  <a:pt x="33" y="19"/>
                </a:lnTo>
                <a:lnTo>
                  <a:pt x="32" y="19"/>
                </a:lnTo>
                <a:lnTo>
                  <a:pt x="31" y="19"/>
                </a:lnTo>
                <a:lnTo>
                  <a:pt x="30" y="21"/>
                </a:lnTo>
                <a:lnTo>
                  <a:pt x="29" y="21"/>
                </a:lnTo>
                <a:lnTo>
                  <a:pt x="29" y="22"/>
                </a:lnTo>
                <a:lnTo>
                  <a:pt x="25" y="25"/>
                </a:lnTo>
                <a:lnTo>
                  <a:pt x="24" y="25"/>
                </a:lnTo>
                <a:lnTo>
                  <a:pt x="23" y="26"/>
                </a:lnTo>
                <a:lnTo>
                  <a:pt x="24" y="26"/>
                </a:lnTo>
                <a:lnTo>
                  <a:pt x="24" y="27"/>
                </a:lnTo>
                <a:lnTo>
                  <a:pt x="25" y="28"/>
                </a:lnTo>
                <a:lnTo>
                  <a:pt x="24" y="28"/>
                </a:lnTo>
                <a:lnTo>
                  <a:pt x="23" y="27"/>
                </a:lnTo>
                <a:lnTo>
                  <a:pt x="23" y="27"/>
                </a:lnTo>
                <a:lnTo>
                  <a:pt x="23" y="28"/>
                </a:lnTo>
                <a:lnTo>
                  <a:pt x="22" y="29"/>
                </a:lnTo>
                <a:lnTo>
                  <a:pt x="22" y="28"/>
                </a:lnTo>
                <a:lnTo>
                  <a:pt x="20" y="28"/>
                </a:lnTo>
                <a:lnTo>
                  <a:pt x="19" y="28"/>
                </a:lnTo>
                <a:lnTo>
                  <a:pt x="19" y="28"/>
                </a:lnTo>
                <a:lnTo>
                  <a:pt x="16" y="28"/>
                </a:lnTo>
                <a:lnTo>
                  <a:pt x="17" y="28"/>
                </a:lnTo>
                <a:lnTo>
                  <a:pt x="17" y="26"/>
                </a:lnTo>
                <a:lnTo>
                  <a:pt x="16" y="25"/>
                </a:lnTo>
                <a:lnTo>
                  <a:pt x="16" y="24"/>
                </a:lnTo>
                <a:lnTo>
                  <a:pt x="17" y="23"/>
                </a:lnTo>
                <a:lnTo>
                  <a:pt x="17" y="23"/>
                </a:lnTo>
                <a:lnTo>
                  <a:pt x="16" y="19"/>
                </a:lnTo>
                <a:lnTo>
                  <a:pt x="15" y="18"/>
                </a:lnTo>
                <a:lnTo>
                  <a:pt x="15" y="17"/>
                </a:lnTo>
                <a:lnTo>
                  <a:pt x="14" y="16"/>
                </a:lnTo>
                <a:lnTo>
                  <a:pt x="13" y="17"/>
                </a:lnTo>
                <a:lnTo>
                  <a:pt x="11" y="17"/>
                </a:lnTo>
                <a:lnTo>
                  <a:pt x="10" y="17"/>
                </a:lnTo>
                <a:lnTo>
                  <a:pt x="9" y="17"/>
                </a:lnTo>
                <a:lnTo>
                  <a:pt x="9" y="18"/>
                </a:lnTo>
                <a:lnTo>
                  <a:pt x="9" y="19"/>
                </a:lnTo>
                <a:lnTo>
                  <a:pt x="9" y="19"/>
                </a:lnTo>
                <a:lnTo>
                  <a:pt x="9" y="20"/>
                </a:lnTo>
                <a:lnTo>
                  <a:pt x="9" y="21"/>
                </a:lnTo>
                <a:lnTo>
                  <a:pt x="7" y="21"/>
                </a:lnTo>
                <a:lnTo>
                  <a:pt x="5" y="25"/>
                </a:lnTo>
                <a:lnTo>
                  <a:pt x="5" y="26"/>
                </a:lnTo>
                <a:lnTo>
                  <a:pt x="5" y="27"/>
                </a:lnTo>
                <a:lnTo>
                  <a:pt x="5" y="28"/>
                </a:lnTo>
                <a:lnTo>
                  <a:pt x="6" y="29"/>
                </a:lnTo>
                <a:lnTo>
                  <a:pt x="5" y="29"/>
                </a:lnTo>
                <a:lnTo>
                  <a:pt x="6" y="31"/>
                </a:lnTo>
                <a:lnTo>
                  <a:pt x="4" y="31"/>
                </a:lnTo>
                <a:lnTo>
                  <a:pt x="2" y="31"/>
                </a:lnTo>
                <a:lnTo>
                  <a:pt x="1" y="32"/>
                </a:lnTo>
                <a:lnTo>
                  <a:pt x="1" y="33"/>
                </a:lnTo>
                <a:lnTo>
                  <a:pt x="0" y="34"/>
                </a:lnTo>
                <a:lnTo>
                  <a:pt x="0" y="34"/>
                </a:lnTo>
                <a:lnTo>
                  <a:pt x="1" y="35"/>
                </a:lnTo>
                <a:lnTo>
                  <a:pt x="1" y="36"/>
                </a:lnTo>
                <a:lnTo>
                  <a:pt x="1" y="36"/>
                </a:lnTo>
                <a:lnTo>
                  <a:pt x="2" y="37"/>
                </a:lnTo>
                <a:lnTo>
                  <a:pt x="2" y="38"/>
                </a:lnTo>
                <a:lnTo>
                  <a:pt x="2" y="37"/>
                </a:lnTo>
                <a:lnTo>
                  <a:pt x="3" y="38"/>
                </a:lnTo>
                <a:lnTo>
                  <a:pt x="3" y="39"/>
                </a:lnTo>
                <a:lnTo>
                  <a:pt x="1" y="40"/>
                </a:lnTo>
                <a:lnTo>
                  <a:pt x="1" y="41"/>
                </a:lnTo>
                <a:lnTo>
                  <a:pt x="0" y="41"/>
                </a:lnTo>
                <a:lnTo>
                  <a:pt x="3" y="44"/>
                </a:lnTo>
                <a:lnTo>
                  <a:pt x="3" y="45"/>
                </a:lnTo>
                <a:lnTo>
                  <a:pt x="4" y="45"/>
                </a:lnTo>
                <a:lnTo>
                  <a:pt x="4" y="45"/>
                </a:lnTo>
                <a:lnTo>
                  <a:pt x="5" y="47"/>
                </a:lnTo>
                <a:lnTo>
                  <a:pt x="4" y="47"/>
                </a:lnTo>
                <a:lnTo>
                  <a:pt x="5" y="48"/>
                </a:lnTo>
                <a:lnTo>
                  <a:pt x="5" y="48"/>
                </a:lnTo>
                <a:lnTo>
                  <a:pt x="5" y="48"/>
                </a:lnTo>
                <a:lnTo>
                  <a:pt x="8" y="52"/>
                </a:lnTo>
                <a:lnTo>
                  <a:pt x="9" y="52"/>
                </a:lnTo>
                <a:lnTo>
                  <a:pt x="9" y="53"/>
                </a:lnTo>
                <a:lnTo>
                  <a:pt x="9" y="53"/>
                </a:lnTo>
                <a:lnTo>
                  <a:pt x="9" y="55"/>
                </a:lnTo>
                <a:lnTo>
                  <a:pt x="9" y="56"/>
                </a:lnTo>
                <a:lnTo>
                  <a:pt x="9" y="56"/>
                </a:lnTo>
                <a:lnTo>
                  <a:pt x="10" y="57"/>
                </a:lnTo>
                <a:lnTo>
                  <a:pt x="11" y="58"/>
                </a:lnTo>
                <a:lnTo>
                  <a:pt x="12" y="57"/>
                </a:lnTo>
                <a:lnTo>
                  <a:pt x="13" y="57"/>
                </a:lnTo>
                <a:lnTo>
                  <a:pt x="12" y="59"/>
                </a:lnTo>
                <a:lnTo>
                  <a:pt x="11" y="60"/>
                </a:lnTo>
                <a:lnTo>
                  <a:pt x="9" y="60"/>
                </a:lnTo>
                <a:lnTo>
                  <a:pt x="9" y="61"/>
                </a:lnTo>
                <a:lnTo>
                  <a:pt x="7" y="62"/>
                </a:lnTo>
                <a:lnTo>
                  <a:pt x="6" y="62"/>
                </a:lnTo>
                <a:lnTo>
                  <a:pt x="6" y="62"/>
                </a:lnTo>
                <a:lnTo>
                  <a:pt x="7" y="64"/>
                </a:lnTo>
                <a:lnTo>
                  <a:pt x="6" y="64"/>
                </a:lnTo>
                <a:lnTo>
                  <a:pt x="6" y="65"/>
                </a:lnTo>
                <a:lnTo>
                  <a:pt x="5" y="64"/>
                </a:lnTo>
                <a:lnTo>
                  <a:pt x="5" y="64"/>
                </a:lnTo>
                <a:lnTo>
                  <a:pt x="4" y="65"/>
                </a:lnTo>
                <a:lnTo>
                  <a:pt x="4" y="66"/>
                </a:lnTo>
                <a:lnTo>
                  <a:pt x="6" y="66"/>
                </a:lnTo>
                <a:lnTo>
                  <a:pt x="6" y="68"/>
                </a:lnTo>
                <a:lnTo>
                  <a:pt x="8" y="68"/>
                </a:lnTo>
                <a:lnTo>
                  <a:pt x="9" y="68"/>
                </a:lnTo>
                <a:lnTo>
                  <a:pt x="9" y="68"/>
                </a:lnTo>
                <a:lnTo>
                  <a:pt x="9" y="68"/>
                </a:lnTo>
                <a:lnTo>
                  <a:pt x="9" y="69"/>
                </a:lnTo>
                <a:lnTo>
                  <a:pt x="12" y="68"/>
                </a:lnTo>
                <a:lnTo>
                  <a:pt x="12" y="69"/>
                </a:lnTo>
                <a:lnTo>
                  <a:pt x="12" y="70"/>
                </a:lnTo>
                <a:lnTo>
                  <a:pt x="13" y="71"/>
                </a:lnTo>
                <a:lnTo>
                  <a:pt x="13" y="73"/>
                </a:lnTo>
                <a:lnTo>
                  <a:pt x="13" y="74"/>
                </a:lnTo>
                <a:lnTo>
                  <a:pt x="14" y="74"/>
                </a:lnTo>
                <a:lnTo>
                  <a:pt x="15" y="75"/>
                </a:lnTo>
                <a:lnTo>
                  <a:pt x="16" y="75"/>
                </a:lnTo>
                <a:lnTo>
                  <a:pt x="15" y="77"/>
                </a:lnTo>
                <a:lnTo>
                  <a:pt x="15" y="77"/>
                </a:lnTo>
                <a:lnTo>
                  <a:pt x="14" y="79"/>
                </a:lnTo>
                <a:lnTo>
                  <a:pt x="14" y="81"/>
                </a:lnTo>
                <a:lnTo>
                  <a:pt x="14" y="81"/>
                </a:lnTo>
                <a:lnTo>
                  <a:pt x="14" y="82"/>
                </a:lnTo>
                <a:lnTo>
                  <a:pt x="14" y="83"/>
                </a:lnTo>
                <a:lnTo>
                  <a:pt x="15" y="83"/>
                </a:lnTo>
                <a:lnTo>
                  <a:pt x="14" y="84"/>
                </a:lnTo>
                <a:lnTo>
                  <a:pt x="13" y="84"/>
                </a:lnTo>
                <a:lnTo>
                  <a:pt x="13" y="87"/>
                </a:lnTo>
                <a:lnTo>
                  <a:pt x="9" y="87"/>
                </a:lnTo>
                <a:lnTo>
                  <a:pt x="8" y="87"/>
                </a:lnTo>
                <a:lnTo>
                  <a:pt x="8" y="87"/>
                </a:lnTo>
                <a:lnTo>
                  <a:pt x="8" y="86"/>
                </a:lnTo>
                <a:lnTo>
                  <a:pt x="7" y="86"/>
                </a:lnTo>
                <a:lnTo>
                  <a:pt x="7" y="87"/>
                </a:lnTo>
                <a:lnTo>
                  <a:pt x="6" y="87"/>
                </a:lnTo>
                <a:lnTo>
                  <a:pt x="6" y="87"/>
                </a:lnTo>
                <a:lnTo>
                  <a:pt x="5" y="87"/>
                </a:lnTo>
                <a:lnTo>
                  <a:pt x="4" y="89"/>
                </a:lnTo>
                <a:lnTo>
                  <a:pt x="3" y="89"/>
                </a:lnTo>
                <a:lnTo>
                  <a:pt x="3" y="90"/>
                </a:lnTo>
                <a:lnTo>
                  <a:pt x="4" y="92"/>
                </a:lnTo>
                <a:lnTo>
                  <a:pt x="5" y="93"/>
                </a:lnTo>
                <a:lnTo>
                  <a:pt x="5" y="95"/>
                </a:lnTo>
                <a:lnTo>
                  <a:pt x="4" y="95"/>
                </a:lnTo>
                <a:lnTo>
                  <a:pt x="4" y="96"/>
                </a:lnTo>
                <a:lnTo>
                  <a:pt x="3" y="96"/>
                </a:lnTo>
                <a:lnTo>
                  <a:pt x="3" y="97"/>
                </a:lnTo>
                <a:lnTo>
                  <a:pt x="1" y="97"/>
                </a:lnTo>
                <a:lnTo>
                  <a:pt x="1" y="99"/>
                </a:lnTo>
                <a:lnTo>
                  <a:pt x="0" y="100"/>
                </a:lnTo>
                <a:lnTo>
                  <a:pt x="0" y="101"/>
                </a:lnTo>
                <a:lnTo>
                  <a:pt x="1" y="102"/>
                </a:lnTo>
                <a:lnTo>
                  <a:pt x="0" y="104"/>
                </a:lnTo>
                <a:lnTo>
                  <a:pt x="1" y="104"/>
                </a:lnTo>
                <a:lnTo>
                  <a:pt x="1" y="106"/>
                </a:lnTo>
                <a:lnTo>
                  <a:pt x="2" y="107"/>
                </a:lnTo>
                <a:lnTo>
                  <a:pt x="3" y="107"/>
                </a:lnTo>
                <a:lnTo>
                  <a:pt x="3" y="107"/>
                </a:lnTo>
                <a:lnTo>
                  <a:pt x="4" y="107"/>
                </a:lnTo>
                <a:lnTo>
                  <a:pt x="4" y="108"/>
                </a:lnTo>
                <a:lnTo>
                  <a:pt x="6" y="108"/>
                </a:lnTo>
                <a:lnTo>
                  <a:pt x="6" y="109"/>
                </a:lnTo>
                <a:lnTo>
                  <a:pt x="7" y="110"/>
                </a:lnTo>
                <a:lnTo>
                  <a:pt x="7" y="112"/>
                </a:lnTo>
                <a:lnTo>
                  <a:pt x="8" y="112"/>
                </a:lnTo>
                <a:lnTo>
                  <a:pt x="9" y="114"/>
                </a:lnTo>
                <a:lnTo>
                  <a:pt x="9" y="116"/>
                </a:lnTo>
                <a:lnTo>
                  <a:pt x="10" y="116"/>
                </a:lnTo>
                <a:lnTo>
                  <a:pt x="10" y="117"/>
                </a:lnTo>
                <a:lnTo>
                  <a:pt x="10" y="118"/>
                </a:lnTo>
                <a:lnTo>
                  <a:pt x="10" y="118"/>
                </a:lnTo>
                <a:lnTo>
                  <a:pt x="11" y="118"/>
                </a:lnTo>
                <a:lnTo>
                  <a:pt x="12" y="118"/>
                </a:lnTo>
                <a:lnTo>
                  <a:pt x="12" y="119"/>
                </a:lnTo>
                <a:lnTo>
                  <a:pt x="12" y="121"/>
                </a:lnTo>
                <a:lnTo>
                  <a:pt x="11" y="123"/>
                </a:lnTo>
                <a:lnTo>
                  <a:pt x="11" y="125"/>
                </a:lnTo>
                <a:lnTo>
                  <a:pt x="10" y="125"/>
                </a:lnTo>
                <a:lnTo>
                  <a:pt x="10" y="126"/>
                </a:lnTo>
                <a:lnTo>
                  <a:pt x="9" y="127"/>
                </a:lnTo>
                <a:lnTo>
                  <a:pt x="9" y="129"/>
                </a:lnTo>
                <a:lnTo>
                  <a:pt x="8" y="130"/>
                </a:lnTo>
                <a:lnTo>
                  <a:pt x="8" y="131"/>
                </a:lnTo>
                <a:lnTo>
                  <a:pt x="7" y="131"/>
                </a:lnTo>
                <a:lnTo>
                  <a:pt x="7" y="133"/>
                </a:lnTo>
                <a:lnTo>
                  <a:pt x="7" y="133"/>
                </a:lnTo>
                <a:lnTo>
                  <a:pt x="7" y="134"/>
                </a:lnTo>
                <a:lnTo>
                  <a:pt x="8" y="135"/>
                </a:lnTo>
                <a:lnTo>
                  <a:pt x="7" y="136"/>
                </a:lnTo>
                <a:lnTo>
                  <a:pt x="8" y="137"/>
                </a:lnTo>
                <a:lnTo>
                  <a:pt x="8" y="138"/>
                </a:lnTo>
                <a:lnTo>
                  <a:pt x="6" y="137"/>
                </a:lnTo>
                <a:lnTo>
                  <a:pt x="6" y="138"/>
                </a:lnTo>
                <a:lnTo>
                  <a:pt x="6" y="140"/>
                </a:lnTo>
                <a:lnTo>
                  <a:pt x="5" y="141"/>
                </a:lnTo>
                <a:lnTo>
                  <a:pt x="4" y="141"/>
                </a:lnTo>
                <a:lnTo>
                  <a:pt x="4" y="141"/>
                </a:lnTo>
                <a:lnTo>
                  <a:pt x="3" y="141"/>
                </a:lnTo>
                <a:lnTo>
                  <a:pt x="2" y="142"/>
                </a:lnTo>
                <a:lnTo>
                  <a:pt x="3" y="142"/>
                </a:lnTo>
                <a:lnTo>
                  <a:pt x="3" y="143"/>
                </a:lnTo>
                <a:lnTo>
                  <a:pt x="3" y="143"/>
                </a:lnTo>
                <a:lnTo>
                  <a:pt x="4" y="144"/>
                </a:lnTo>
                <a:lnTo>
                  <a:pt x="4" y="144"/>
                </a:lnTo>
                <a:lnTo>
                  <a:pt x="4" y="144"/>
                </a:lnTo>
                <a:lnTo>
                  <a:pt x="5" y="145"/>
                </a:lnTo>
                <a:lnTo>
                  <a:pt x="4" y="146"/>
                </a:lnTo>
                <a:lnTo>
                  <a:pt x="4" y="146"/>
                </a:lnTo>
                <a:lnTo>
                  <a:pt x="5" y="147"/>
                </a:lnTo>
                <a:lnTo>
                  <a:pt x="7" y="148"/>
                </a:lnTo>
                <a:lnTo>
                  <a:pt x="8" y="149"/>
                </a:lnTo>
                <a:lnTo>
                  <a:pt x="10" y="150"/>
                </a:lnTo>
                <a:lnTo>
                  <a:pt x="10" y="149"/>
                </a:lnTo>
                <a:lnTo>
                  <a:pt x="11" y="149"/>
                </a:lnTo>
                <a:lnTo>
                  <a:pt x="11" y="150"/>
                </a:lnTo>
                <a:lnTo>
                  <a:pt x="12" y="149"/>
                </a:lnTo>
                <a:lnTo>
                  <a:pt x="12" y="150"/>
                </a:lnTo>
                <a:lnTo>
                  <a:pt x="13" y="149"/>
                </a:lnTo>
                <a:lnTo>
                  <a:pt x="14" y="149"/>
                </a:lnTo>
                <a:lnTo>
                  <a:pt x="14" y="150"/>
                </a:lnTo>
                <a:lnTo>
                  <a:pt x="14" y="151"/>
                </a:lnTo>
                <a:lnTo>
                  <a:pt x="15" y="150"/>
                </a:lnTo>
                <a:lnTo>
                  <a:pt x="16" y="151"/>
                </a:lnTo>
                <a:lnTo>
                  <a:pt x="16" y="151"/>
                </a:lnTo>
                <a:lnTo>
                  <a:pt x="16" y="151"/>
                </a:lnTo>
                <a:lnTo>
                  <a:pt x="17" y="150"/>
                </a:lnTo>
                <a:lnTo>
                  <a:pt x="17" y="151"/>
                </a:lnTo>
                <a:lnTo>
                  <a:pt x="19" y="151"/>
                </a:lnTo>
                <a:lnTo>
                  <a:pt x="19" y="151"/>
                </a:lnTo>
                <a:lnTo>
                  <a:pt x="23" y="152"/>
                </a:lnTo>
                <a:lnTo>
                  <a:pt x="24" y="153"/>
                </a:lnTo>
                <a:lnTo>
                  <a:pt x="24" y="153"/>
                </a:lnTo>
                <a:lnTo>
                  <a:pt x="26" y="152"/>
                </a:lnTo>
                <a:lnTo>
                  <a:pt x="27" y="153"/>
                </a:lnTo>
                <a:lnTo>
                  <a:pt x="29" y="152"/>
                </a:lnTo>
                <a:lnTo>
                  <a:pt x="30" y="153"/>
                </a:lnTo>
                <a:lnTo>
                  <a:pt x="30" y="154"/>
                </a:lnTo>
                <a:lnTo>
                  <a:pt x="31" y="154"/>
                </a:lnTo>
                <a:lnTo>
                  <a:pt x="32" y="153"/>
                </a:lnTo>
                <a:lnTo>
                  <a:pt x="32" y="151"/>
                </a:lnTo>
                <a:lnTo>
                  <a:pt x="33" y="151"/>
                </a:lnTo>
                <a:lnTo>
                  <a:pt x="33" y="150"/>
                </a:lnTo>
                <a:lnTo>
                  <a:pt x="34" y="151"/>
                </a:lnTo>
                <a:lnTo>
                  <a:pt x="34" y="150"/>
                </a:lnTo>
                <a:lnTo>
                  <a:pt x="35" y="150"/>
                </a:lnTo>
                <a:lnTo>
                  <a:pt x="36" y="152"/>
                </a:lnTo>
                <a:lnTo>
                  <a:pt x="37" y="153"/>
                </a:lnTo>
                <a:lnTo>
                  <a:pt x="38" y="152"/>
                </a:lnTo>
                <a:lnTo>
                  <a:pt x="38" y="152"/>
                </a:lnTo>
                <a:lnTo>
                  <a:pt x="39" y="151"/>
                </a:lnTo>
                <a:lnTo>
                  <a:pt x="40" y="151"/>
                </a:lnTo>
                <a:lnTo>
                  <a:pt x="39" y="148"/>
                </a:lnTo>
                <a:lnTo>
                  <a:pt x="38" y="148"/>
                </a:lnTo>
                <a:lnTo>
                  <a:pt x="38" y="147"/>
                </a:lnTo>
                <a:lnTo>
                  <a:pt x="37" y="148"/>
                </a:lnTo>
                <a:lnTo>
                  <a:pt x="36" y="146"/>
                </a:lnTo>
                <a:lnTo>
                  <a:pt x="36" y="145"/>
                </a:lnTo>
                <a:lnTo>
                  <a:pt x="36" y="144"/>
                </a:lnTo>
                <a:lnTo>
                  <a:pt x="35" y="144"/>
                </a:lnTo>
                <a:lnTo>
                  <a:pt x="35" y="143"/>
                </a:lnTo>
                <a:lnTo>
                  <a:pt x="36" y="142"/>
                </a:lnTo>
                <a:lnTo>
                  <a:pt x="36" y="140"/>
                </a:lnTo>
                <a:lnTo>
                  <a:pt x="38" y="138"/>
                </a:lnTo>
                <a:lnTo>
                  <a:pt x="38" y="137"/>
                </a:lnTo>
                <a:lnTo>
                  <a:pt x="42" y="136"/>
                </a:lnTo>
                <a:lnTo>
                  <a:pt x="42" y="134"/>
                </a:lnTo>
                <a:lnTo>
                  <a:pt x="43" y="133"/>
                </a:lnTo>
                <a:lnTo>
                  <a:pt x="43" y="132"/>
                </a:lnTo>
                <a:lnTo>
                  <a:pt x="43" y="131"/>
                </a:lnTo>
                <a:lnTo>
                  <a:pt x="44" y="128"/>
                </a:lnTo>
                <a:lnTo>
                  <a:pt x="44" y="127"/>
                </a:lnTo>
                <a:lnTo>
                  <a:pt x="45" y="127"/>
                </a:lnTo>
                <a:lnTo>
                  <a:pt x="45" y="126"/>
                </a:lnTo>
                <a:lnTo>
                  <a:pt x="46" y="125"/>
                </a:lnTo>
                <a:lnTo>
                  <a:pt x="45" y="123"/>
                </a:lnTo>
                <a:lnTo>
                  <a:pt x="49" y="122"/>
                </a:lnTo>
                <a:lnTo>
                  <a:pt x="50" y="122"/>
                </a:lnTo>
                <a:lnTo>
                  <a:pt x="51" y="121"/>
                </a:lnTo>
                <a:lnTo>
                  <a:pt x="50" y="121"/>
                </a:lnTo>
                <a:lnTo>
                  <a:pt x="50" y="120"/>
                </a:lnTo>
                <a:lnTo>
                  <a:pt x="49" y="119"/>
                </a:lnTo>
                <a:lnTo>
                  <a:pt x="50" y="119"/>
                </a:lnTo>
                <a:lnTo>
                  <a:pt x="50" y="120"/>
                </a:lnTo>
                <a:lnTo>
                  <a:pt x="51" y="119"/>
                </a:lnTo>
                <a:lnTo>
                  <a:pt x="50" y="118"/>
                </a:lnTo>
                <a:lnTo>
                  <a:pt x="51" y="117"/>
                </a:lnTo>
                <a:lnTo>
                  <a:pt x="52" y="117"/>
                </a:lnTo>
                <a:lnTo>
                  <a:pt x="52" y="118"/>
                </a:lnTo>
                <a:lnTo>
                  <a:pt x="53" y="119"/>
                </a:lnTo>
                <a:lnTo>
                  <a:pt x="53" y="118"/>
                </a:lnTo>
                <a:lnTo>
                  <a:pt x="56" y="115"/>
                </a:lnTo>
                <a:lnTo>
                  <a:pt x="57" y="113"/>
                </a:lnTo>
                <a:lnTo>
                  <a:pt x="58" y="112"/>
                </a:lnTo>
                <a:lnTo>
                  <a:pt x="58" y="111"/>
                </a:lnTo>
                <a:lnTo>
                  <a:pt x="59" y="110"/>
                </a:lnTo>
                <a:lnTo>
                  <a:pt x="63" y="110"/>
                </a:lnTo>
                <a:lnTo>
                  <a:pt x="63" y="109"/>
                </a:lnTo>
                <a:lnTo>
                  <a:pt x="70" y="108"/>
                </a:lnTo>
                <a:lnTo>
                  <a:pt x="72" y="103"/>
                </a:lnTo>
                <a:lnTo>
                  <a:pt x="74" y="103"/>
                </a:lnTo>
                <a:lnTo>
                  <a:pt x="75" y="101"/>
                </a:lnTo>
                <a:lnTo>
                  <a:pt x="74" y="101"/>
                </a:lnTo>
                <a:lnTo>
                  <a:pt x="75" y="99"/>
                </a:lnTo>
                <a:lnTo>
                  <a:pt x="77" y="96"/>
                </a:lnTo>
                <a:lnTo>
                  <a:pt x="77" y="95"/>
                </a:lnTo>
                <a:lnTo>
                  <a:pt x="74" y="96"/>
                </a:lnTo>
                <a:lnTo>
                  <a:pt x="73" y="95"/>
                </a:lnTo>
                <a:lnTo>
                  <a:pt x="73" y="94"/>
                </a:lnTo>
                <a:lnTo>
                  <a:pt x="72" y="94"/>
                </a:lnTo>
                <a:lnTo>
                  <a:pt x="71" y="93"/>
                </a:lnTo>
                <a:lnTo>
                  <a:pt x="72" y="92"/>
                </a:lnTo>
                <a:lnTo>
                  <a:pt x="71" y="92"/>
                </a:lnTo>
                <a:lnTo>
                  <a:pt x="71" y="90"/>
                </a:lnTo>
                <a:lnTo>
                  <a:pt x="68" y="91"/>
                </a:lnTo>
                <a:lnTo>
                  <a:pt x="66" y="92"/>
                </a:lnTo>
                <a:lnTo>
                  <a:pt x="64" y="93"/>
                </a:lnTo>
                <a:lnTo>
                  <a:pt x="64" y="92"/>
                </a:lnTo>
                <a:lnTo>
                  <a:pt x="64" y="92"/>
                </a:lnTo>
                <a:lnTo>
                  <a:pt x="63" y="91"/>
                </a:lnTo>
                <a:lnTo>
                  <a:pt x="62" y="92"/>
                </a:lnTo>
                <a:lnTo>
                  <a:pt x="61" y="91"/>
                </a:lnTo>
                <a:lnTo>
                  <a:pt x="61" y="90"/>
                </a:lnTo>
                <a:lnTo>
                  <a:pt x="58" y="91"/>
                </a:lnTo>
                <a:lnTo>
                  <a:pt x="57" y="89"/>
                </a:lnTo>
                <a:lnTo>
                  <a:pt x="55" y="89"/>
                </a:lnTo>
                <a:lnTo>
                  <a:pt x="55" y="88"/>
                </a:lnTo>
                <a:lnTo>
                  <a:pt x="54" y="87"/>
                </a:lnTo>
                <a:lnTo>
                  <a:pt x="54" y="85"/>
                </a:lnTo>
                <a:lnTo>
                  <a:pt x="55" y="84"/>
                </a:lnTo>
                <a:lnTo>
                  <a:pt x="54" y="83"/>
                </a:lnTo>
                <a:lnTo>
                  <a:pt x="56" y="82"/>
                </a:lnTo>
                <a:lnTo>
                  <a:pt x="57" y="81"/>
                </a:lnTo>
                <a:lnTo>
                  <a:pt x="57" y="80"/>
                </a:lnTo>
                <a:lnTo>
                  <a:pt x="56" y="80"/>
                </a:lnTo>
                <a:lnTo>
                  <a:pt x="56" y="79"/>
                </a:lnTo>
                <a:lnTo>
                  <a:pt x="56" y="78"/>
                </a:lnTo>
                <a:lnTo>
                  <a:pt x="56" y="77"/>
                </a:lnTo>
                <a:lnTo>
                  <a:pt x="56" y="76"/>
                </a:lnTo>
                <a:lnTo>
                  <a:pt x="56" y="75"/>
                </a:lnTo>
                <a:lnTo>
                  <a:pt x="55" y="76"/>
                </a:lnTo>
                <a:lnTo>
                  <a:pt x="55" y="75"/>
                </a:lnTo>
                <a:lnTo>
                  <a:pt x="55" y="75"/>
                </a:lnTo>
                <a:lnTo>
                  <a:pt x="55" y="74"/>
                </a:lnTo>
                <a:lnTo>
                  <a:pt x="56" y="74"/>
                </a:lnTo>
                <a:lnTo>
                  <a:pt x="55" y="74"/>
                </a:lnTo>
                <a:lnTo>
                  <a:pt x="54" y="73"/>
                </a:lnTo>
                <a:lnTo>
                  <a:pt x="54" y="73"/>
                </a:lnTo>
                <a:lnTo>
                  <a:pt x="54" y="72"/>
                </a:lnTo>
                <a:lnTo>
                  <a:pt x="54" y="71"/>
                </a:lnTo>
                <a:lnTo>
                  <a:pt x="54" y="70"/>
                </a:lnTo>
                <a:lnTo>
                  <a:pt x="54" y="70"/>
                </a:lnTo>
                <a:lnTo>
                  <a:pt x="53" y="70"/>
                </a:lnTo>
                <a:lnTo>
                  <a:pt x="52" y="70"/>
                </a:lnTo>
                <a:lnTo>
                  <a:pt x="52" y="70"/>
                </a:lnTo>
                <a:lnTo>
                  <a:pt x="51" y="70"/>
                </a:lnTo>
                <a:lnTo>
                  <a:pt x="50" y="70"/>
                </a:lnTo>
                <a:lnTo>
                  <a:pt x="49" y="71"/>
                </a:lnTo>
                <a:lnTo>
                  <a:pt x="49" y="72"/>
                </a:lnTo>
                <a:lnTo>
                  <a:pt x="48" y="72"/>
                </a:lnTo>
                <a:lnTo>
                  <a:pt x="48" y="72"/>
                </a:lnTo>
                <a:lnTo>
                  <a:pt x="48" y="73"/>
                </a:lnTo>
                <a:lnTo>
                  <a:pt x="48" y="73"/>
                </a:lnTo>
                <a:lnTo>
                  <a:pt x="47" y="73"/>
                </a:lnTo>
                <a:lnTo>
                  <a:pt x="47" y="74"/>
                </a:lnTo>
                <a:lnTo>
                  <a:pt x="48" y="74"/>
                </a:lnTo>
                <a:lnTo>
                  <a:pt x="48" y="74"/>
                </a:lnTo>
                <a:lnTo>
                  <a:pt x="48" y="74"/>
                </a:lnTo>
                <a:lnTo>
                  <a:pt x="46" y="74"/>
                </a:lnTo>
                <a:lnTo>
                  <a:pt x="46" y="74"/>
                </a:lnTo>
                <a:lnTo>
                  <a:pt x="45" y="73"/>
                </a:lnTo>
                <a:lnTo>
                  <a:pt x="44" y="72"/>
                </a:lnTo>
                <a:lnTo>
                  <a:pt x="44" y="72"/>
                </a:lnTo>
                <a:lnTo>
                  <a:pt x="42" y="72"/>
                </a:lnTo>
                <a:lnTo>
                  <a:pt x="41" y="72"/>
                </a:lnTo>
                <a:lnTo>
                  <a:pt x="41" y="72"/>
                </a:lnTo>
                <a:lnTo>
                  <a:pt x="40" y="72"/>
                </a:lnTo>
                <a:lnTo>
                  <a:pt x="40" y="72"/>
                </a:lnTo>
                <a:lnTo>
                  <a:pt x="39" y="73"/>
                </a:lnTo>
                <a:lnTo>
                  <a:pt x="39" y="72"/>
                </a:lnTo>
                <a:lnTo>
                  <a:pt x="39" y="72"/>
                </a:lnTo>
                <a:lnTo>
                  <a:pt x="38" y="73"/>
                </a:lnTo>
                <a:lnTo>
                  <a:pt x="37" y="73"/>
                </a:lnTo>
                <a:lnTo>
                  <a:pt x="37" y="74"/>
                </a:lnTo>
                <a:lnTo>
                  <a:pt x="36" y="74"/>
                </a:lnTo>
                <a:lnTo>
                  <a:pt x="34" y="72"/>
                </a:lnTo>
                <a:lnTo>
                  <a:pt x="33" y="73"/>
                </a:lnTo>
                <a:lnTo>
                  <a:pt x="32" y="72"/>
                </a:lnTo>
                <a:lnTo>
                  <a:pt x="32" y="73"/>
                </a:lnTo>
                <a:lnTo>
                  <a:pt x="32" y="72"/>
                </a:lnTo>
                <a:lnTo>
                  <a:pt x="31" y="72"/>
                </a:lnTo>
                <a:lnTo>
                  <a:pt x="31" y="69"/>
                </a:lnTo>
                <a:lnTo>
                  <a:pt x="30" y="69"/>
                </a:lnTo>
                <a:lnTo>
                  <a:pt x="30" y="69"/>
                </a:lnTo>
                <a:lnTo>
                  <a:pt x="32" y="68"/>
                </a:lnTo>
                <a:lnTo>
                  <a:pt x="32" y="68"/>
                </a:lnTo>
                <a:lnTo>
                  <a:pt x="31" y="67"/>
                </a:lnTo>
                <a:lnTo>
                  <a:pt x="31" y="66"/>
                </a:lnTo>
                <a:lnTo>
                  <a:pt x="30" y="65"/>
                </a:lnTo>
                <a:lnTo>
                  <a:pt x="29" y="65"/>
                </a:lnTo>
                <a:lnTo>
                  <a:pt x="30" y="63"/>
                </a:lnTo>
                <a:lnTo>
                  <a:pt x="32" y="61"/>
                </a:lnTo>
                <a:lnTo>
                  <a:pt x="32" y="61"/>
                </a:lnTo>
                <a:lnTo>
                  <a:pt x="35" y="60"/>
                </a:lnTo>
                <a:lnTo>
                  <a:pt x="35" y="59"/>
                </a:lnTo>
                <a:lnTo>
                  <a:pt x="36" y="60"/>
                </a:lnTo>
                <a:lnTo>
                  <a:pt x="36" y="59"/>
                </a:lnTo>
                <a:lnTo>
                  <a:pt x="36" y="59"/>
                </a:lnTo>
                <a:lnTo>
                  <a:pt x="37" y="58"/>
                </a:lnTo>
                <a:lnTo>
                  <a:pt x="38" y="57"/>
                </a:lnTo>
                <a:lnTo>
                  <a:pt x="37" y="55"/>
                </a:lnTo>
                <a:lnTo>
                  <a:pt x="36" y="55"/>
                </a:lnTo>
                <a:lnTo>
                  <a:pt x="34" y="53"/>
                </a:lnTo>
                <a:lnTo>
                  <a:pt x="34" y="52"/>
                </a:lnTo>
                <a:lnTo>
                  <a:pt x="33" y="52"/>
                </a:lnTo>
                <a:lnTo>
                  <a:pt x="34" y="51"/>
                </a:lnTo>
                <a:lnTo>
                  <a:pt x="35" y="50"/>
                </a:lnTo>
                <a:lnTo>
                  <a:pt x="35" y="50"/>
                </a:lnTo>
                <a:lnTo>
                  <a:pt x="36" y="49"/>
                </a:lnTo>
                <a:lnTo>
                  <a:pt x="36" y="49"/>
                </a:lnTo>
                <a:lnTo>
                  <a:pt x="37" y="49"/>
                </a:lnTo>
                <a:lnTo>
                  <a:pt x="37" y="50"/>
                </a:lnTo>
                <a:lnTo>
                  <a:pt x="39" y="48"/>
                </a:lnTo>
                <a:lnTo>
                  <a:pt x="40" y="47"/>
                </a:lnTo>
                <a:lnTo>
                  <a:pt x="40" y="47"/>
                </a:lnTo>
                <a:lnTo>
                  <a:pt x="41" y="44"/>
                </a:lnTo>
                <a:lnTo>
                  <a:pt x="42" y="45"/>
                </a:lnTo>
                <a:lnTo>
                  <a:pt x="42" y="45"/>
                </a:lnTo>
                <a:lnTo>
                  <a:pt x="42" y="45"/>
                </a:lnTo>
                <a:lnTo>
                  <a:pt x="45" y="44"/>
                </a:lnTo>
                <a:lnTo>
                  <a:pt x="45" y="44"/>
                </a:lnTo>
                <a:lnTo>
                  <a:pt x="44" y="43"/>
                </a:lnTo>
                <a:lnTo>
                  <a:pt x="42" y="42"/>
                </a:lnTo>
                <a:lnTo>
                  <a:pt x="42" y="41"/>
                </a:lnTo>
                <a:lnTo>
                  <a:pt x="43" y="41"/>
                </a:lnTo>
                <a:lnTo>
                  <a:pt x="43" y="41"/>
                </a:lnTo>
                <a:lnTo>
                  <a:pt x="45" y="41"/>
                </a:lnTo>
                <a:lnTo>
                  <a:pt x="44" y="40"/>
                </a:lnTo>
                <a:lnTo>
                  <a:pt x="44" y="40"/>
                </a:lnTo>
                <a:lnTo>
                  <a:pt x="46" y="39"/>
                </a:lnTo>
                <a:lnTo>
                  <a:pt x="47" y="39"/>
                </a:lnTo>
                <a:lnTo>
                  <a:pt x="47" y="38"/>
                </a:lnTo>
                <a:lnTo>
                  <a:pt x="47" y="38"/>
                </a:lnTo>
                <a:lnTo>
                  <a:pt x="48" y="38"/>
                </a:lnTo>
                <a:lnTo>
                  <a:pt x="48" y="38"/>
                </a:lnTo>
                <a:lnTo>
                  <a:pt x="48" y="39"/>
                </a:lnTo>
                <a:lnTo>
                  <a:pt x="49" y="40"/>
                </a:lnTo>
                <a:lnTo>
                  <a:pt x="49" y="41"/>
                </a:lnTo>
                <a:lnTo>
                  <a:pt x="51" y="42"/>
                </a:lnTo>
                <a:lnTo>
                  <a:pt x="53" y="43"/>
                </a:lnTo>
                <a:lnTo>
                  <a:pt x="53" y="44"/>
                </a:lnTo>
                <a:lnTo>
                  <a:pt x="54" y="45"/>
                </a:lnTo>
                <a:lnTo>
                  <a:pt x="54" y="45"/>
                </a:lnTo>
                <a:lnTo>
                  <a:pt x="56" y="44"/>
                </a:lnTo>
                <a:lnTo>
                  <a:pt x="58" y="45"/>
                </a:lnTo>
                <a:lnTo>
                  <a:pt x="60" y="45"/>
                </a:lnTo>
                <a:lnTo>
                  <a:pt x="61" y="44"/>
                </a:lnTo>
                <a:lnTo>
                  <a:pt x="62" y="44"/>
                </a:lnTo>
                <a:lnTo>
                  <a:pt x="63" y="45"/>
                </a:lnTo>
                <a:lnTo>
                  <a:pt x="63" y="45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216475" y="3326736"/>
            <a:ext cx="57717" cy="70543"/>
          </a:xfrm>
          <a:custGeom>
            <a:avLst/>
            <a:gdLst/>
            <a:ahLst/>
            <a:cxnLst/>
            <a:rect l="l" t="t" r="r" b="b"/>
            <a:pathLst>
              <a:path w="9" h="11">
                <a:moveTo>
                  <a:pt x="7" y="0"/>
                </a:moveTo>
                <a:lnTo>
                  <a:pt x="5" y="1"/>
                </a:lnTo>
                <a:lnTo>
                  <a:pt x="4" y="2"/>
                </a:lnTo>
                <a:lnTo>
                  <a:pt x="3" y="2"/>
                </a:lnTo>
                <a:lnTo>
                  <a:pt x="1" y="2"/>
                </a:lnTo>
                <a:lnTo>
                  <a:pt x="1" y="2"/>
                </a:lnTo>
                <a:lnTo>
                  <a:pt x="0" y="2"/>
                </a:lnTo>
                <a:lnTo>
                  <a:pt x="0" y="4"/>
                </a:lnTo>
                <a:lnTo>
                  <a:pt x="1" y="4"/>
                </a:lnTo>
                <a:lnTo>
                  <a:pt x="1" y="6"/>
                </a:lnTo>
                <a:lnTo>
                  <a:pt x="1" y="6"/>
                </a:lnTo>
                <a:lnTo>
                  <a:pt x="2" y="6"/>
                </a:lnTo>
                <a:lnTo>
                  <a:pt x="3" y="7"/>
                </a:lnTo>
                <a:lnTo>
                  <a:pt x="3" y="6"/>
                </a:lnTo>
                <a:lnTo>
                  <a:pt x="4" y="8"/>
                </a:lnTo>
                <a:lnTo>
                  <a:pt x="3" y="8"/>
                </a:lnTo>
                <a:lnTo>
                  <a:pt x="3" y="9"/>
                </a:lnTo>
                <a:lnTo>
                  <a:pt x="3" y="9"/>
                </a:lnTo>
                <a:lnTo>
                  <a:pt x="3" y="10"/>
                </a:lnTo>
                <a:lnTo>
                  <a:pt x="4" y="9"/>
                </a:lnTo>
                <a:lnTo>
                  <a:pt x="4" y="11"/>
                </a:lnTo>
                <a:lnTo>
                  <a:pt x="5" y="11"/>
                </a:lnTo>
                <a:lnTo>
                  <a:pt x="5" y="10"/>
                </a:lnTo>
                <a:lnTo>
                  <a:pt x="8" y="11"/>
                </a:lnTo>
                <a:lnTo>
                  <a:pt x="8" y="10"/>
                </a:lnTo>
                <a:lnTo>
                  <a:pt x="8" y="8"/>
                </a:lnTo>
                <a:lnTo>
                  <a:pt x="8" y="8"/>
                </a:lnTo>
                <a:lnTo>
                  <a:pt x="7" y="7"/>
                </a:lnTo>
                <a:lnTo>
                  <a:pt x="7" y="6"/>
                </a:lnTo>
                <a:lnTo>
                  <a:pt x="9" y="6"/>
                </a:lnTo>
                <a:lnTo>
                  <a:pt x="9" y="5"/>
                </a:lnTo>
                <a:lnTo>
                  <a:pt x="7" y="5"/>
                </a:lnTo>
                <a:lnTo>
                  <a:pt x="7" y="4"/>
                </a:lnTo>
                <a:lnTo>
                  <a:pt x="7" y="2"/>
                </a:lnTo>
                <a:lnTo>
                  <a:pt x="7" y="1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5312670" y="3422931"/>
            <a:ext cx="25652" cy="12826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4" y="0"/>
                </a:move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1"/>
                </a:lnTo>
                <a:lnTo>
                  <a:pt x="1" y="1"/>
                </a:lnTo>
                <a:lnTo>
                  <a:pt x="2" y="2"/>
                </a:lnTo>
                <a:lnTo>
                  <a:pt x="2" y="1"/>
                </a:lnTo>
                <a:lnTo>
                  <a:pt x="4" y="1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4543110" y="3269019"/>
            <a:ext cx="442497" cy="929885"/>
          </a:xfrm>
          <a:custGeom>
            <a:avLst/>
            <a:gdLst/>
            <a:ahLst/>
            <a:cxnLst/>
            <a:rect l="l" t="t" r="r" b="b"/>
            <a:pathLst>
              <a:path w="69" h="145">
                <a:moveTo>
                  <a:pt x="3" y="145"/>
                </a:moveTo>
                <a:lnTo>
                  <a:pt x="4" y="145"/>
                </a:lnTo>
                <a:lnTo>
                  <a:pt x="5" y="144"/>
                </a:lnTo>
                <a:lnTo>
                  <a:pt x="6" y="145"/>
                </a:lnTo>
                <a:lnTo>
                  <a:pt x="7" y="144"/>
                </a:lnTo>
                <a:lnTo>
                  <a:pt x="9" y="144"/>
                </a:lnTo>
                <a:lnTo>
                  <a:pt x="10" y="143"/>
                </a:lnTo>
                <a:lnTo>
                  <a:pt x="11" y="143"/>
                </a:lnTo>
                <a:lnTo>
                  <a:pt x="11" y="144"/>
                </a:lnTo>
                <a:lnTo>
                  <a:pt x="12" y="143"/>
                </a:lnTo>
                <a:lnTo>
                  <a:pt x="13" y="141"/>
                </a:lnTo>
                <a:lnTo>
                  <a:pt x="14" y="142"/>
                </a:lnTo>
                <a:lnTo>
                  <a:pt x="15" y="141"/>
                </a:lnTo>
                <a:lnTo>
                  <a:pt x="16" y="140"/>
                </a:lnTo>
                <a:lnTo>
                  <a:pt x="17" y="139"/>
                </a:lnTo>
                <a:lnTo>
                  <a:pt x="18" y="139"/>
                </a:lnTo>
                <a:lnTo>
                  <a:pt x="19" y="139"/>
                </a:lnTo>
                <a:lnTo>
                  <a:pt x="19" y="139"/>
                </a:lnTo>
                <a:lnTo>
                  <a:pt x="20" y="138"/>
                </a:lnTo>
                <a:lnTo>
                  <a:pt x="21" y="139"/>
                </a:lnTo>
                <a:lnTo>
                  <a:pt x="22" y="138"/>
                </a:lnTo>
                <a:lnTo>
                  <a:pt x="24" y="138"/>
                </a:lnTo>
                <a:lnTo>
                  <a:pt x="26" y="136"/>
                </a:lnTo>
                <a:lnTo>
                  <a:pt x="26" y="135"/>
                </a:lnTo>
                <a:lnTo>
                  <a:pt x="26" y="134"/>
                </a:lnTo>
                <a:lnTo>
                  <a:pt x="29" y="133"/>
                </a:lnTo>
                <a:lnTo>
                  <a:pt x="29" y="133"/>
                </a:lnTo>
                <a:lnTo>
                  <a:pt x="31" y="132"/>
                </a:lnTo>
                <a:lnTo>
                  <a:pt x="32" y="132"/>
                </a:lnTo>
                <a:lnTo>
                  <a:pt x="33" y="133"/>
                </a:lnTo>
                <a:lnTo>
                  <a:pt x="33" y="132"/>
                </a:lnTo>
                <a:lnTo>
                  <a:pt x="33" y="130"/>
                </a:lnTo>
                <a:lnTo>
                  <a:pt x="32" y="129"/>
                </a:lnTo>
                <a:lnTo>
                  <a:pt x="33" y="129"/>
                </a:lnTo>
                <a:lnTo>
                  <a:pt x="33" y="127"/>
                </a:lnTo>
                <a:lnTo>
                  <a:pt x="36" y="128"/>
                </a:lnTo>
                <a:lnTo>
                  <a:pt x="37" y="128"/>
                </a:lnTo>
                <a:lnTo>
                  <a:pt x="37" y="128"/>
                </a:lnTo>
                <a:lnTo>
                  <a:pt x="38" y="128"/>
                </a:lnTo>
                <a:lnTo>
                  <a:pt x="39" y="128"/>
                </a:lnTo>
                <a:lnTo>
                  <a:pt x="41" y="128"/>
                </a:lnTo>
                <a:lnTo>
                  <a:pt x="43" y="128"/>
                </a:lnTo>
                <a:lnTo>
                  <a:pt x="43" y="127"/>
                </a:lnTo>
                <a:lnTo>
                  <a:pt x="45" y="128"/>
                </a:lnTo>
                <a:lnTo>
                  <a:pt x="46" y="128"/>
                </a:lnTo>
                <a:lnTo>
                  <a:pt x="47" y="127"/>
                </a:lnTo>
                <a:lnTo>
                  <a:pt x="48" y="127"/>
                </a:lnTo>
                <a:lnTo>
                  <a:pt x="49" y="126"/>
                </a:lnTo>
                <a:lnTo>
                  <a:pt x="49" y="126"/>
                </a:lnTo>
                <a:lnTo>
                  <a:pt x="50" y="126"/>
                </a:lnTo>
                <a:lnTo>
                  <a:pt x="50" y="124"/>
                </a:lnTo>
                <a:lnTo>
                  <a:pt x="52" y="125"/>
                </a:lnTo>
                <a:lnTo>
                  <a:pt x="52" y="124"/>
                </a:lnTo>
                <a:lnTo>
                  <a:pt x="52" y="123"/>
                </a:lnTo>
                <a:lnTo>
                  <a:pt x="53" y="123"/>
                </a:lnTo>
                <a:lnTo>
                  <a:pt x="53" y="122"/>
                </a:lnTo>
                <a:lnTo>
                  <a:pt x="55" y="122"/>
                </a:lnTo>
                <a:lnTo>
                  <a:pt x="55" y="121"/>
                </a:lnTo>
                <a:lnTo>
                  <a:pt x="56" y="121"/>
                </a:lnTo>
                <a:lnTo>
                  <a:pt x="56" y="120"/>
                </a:lnTo>
                <a:lnTo>
                  <a:pt x="58" y="119"/>
                </a:lnTo>
                <a:lnTo>
                  <a:pt x="59" y="117"/>
                </a:lnTo>
                <a:lnTo>
                  <a:pt x="59" y="117"/>
                </a:lnTo>
                <a:lnTo>
                  <a:pt x="60" y="117"/>
                </a:lnTo>
                <a:lnTo>
                  <a:pt x="60" y="117"/>
                </a:lnTo>
                <a:lnTo>
                  <a:pt x="60" y="116"/>
                </a:lnTo>
                <a:lnTo>
                  <a:pt x="60" y="116"/>
                </a:lnTo>
                <a:lnTo>
                  <a:pt x="60" y="113"/>
                </a:lnTo>
                <a:lnTo>
                  <a:pt x="59" y="113"/>
                </a:lnTo>
                <a:lnTo>
                  <a:pt x="61" y="112"/>
                </a:lnTo>
                <a:lnTo>
                  <a:pt x="60" y="112"/>
                </a:lnTo>
                <a:lnTo>
                  <a:pt x="60" y="109"/>
                </a:lnTo>
                <a:lnTo>
                  <a:pt x="61" y="109"/>
                </a:lnTo>
                <a:lnTo>
                  <a:pt x="61" y="108"/>
                </a:lnTo>
                <a:lnTo>
                  <a:pt x="60" y="108"/>
                </a:lnTo>
                <a:lnTo>
                  <a:pt x="61" y="107"/>
                </a:lnTo>
                <a:lnTo>
                  <a:pt x="60" y="106"/>
                </a:lnTo>
                <a:lnTo>
                  <a:pt x="61" y="106"/>
                </a:lnTo>
                <a:lnTo>
                  <a:pt x="60" y="105"/>
                </a:lnTo>
                <a:lnTo>
                  <a:pt x="61" y="104"/>
                </a:lnTo>
                <a:lnTo>
                  <a:pt x="60" y="104"/>
                </a:lnTo>
                <a:lnTo>
                  <a:pt x="61" y="103"/>
                </a:lnTo>
                <a:lnTo>
                  <a:pt x="61" y="100"/>
                </a:lnTo>
                <a:lnTo>
                  <a:pt x="60" y="99"/>
                </a:lnTo>
                <a:lnTo>
                  <a:pt x="58" y="98"/>
                </a:lnTo>
                <a:lnTo>
                  <a:pt x="57" y="97"/>
                </a:lnTo>
                <a:lnTo>
                  <a:pt x="57" y="97"/>
                </a:lnTo>
                <a:lnTo>
                  <a:pt x="58" y="96"/>
                </a:lnTo>
                <a:lnTo>
                  <a:pt x="57" y="95"/>
                </a:lnTo>
                <a:lnTo>
                  <a:pt x="57" y="95"/>
                </a:lnTo>
                <a:lnTo>
                  <a:pt x="57" y="95"/>
                </a:lnTo>
                <a:lnTo>
                  <a:pt x="56" y="94"/>
                </a:lnTo>
                <a:lnTo>
                  <a:pt x="56" y="94"/>
                </a:lnTo>
                <a:lnTo>
                  <a:pt x="56" y="93"/>
                </a:lnTo>
                <a:lnTo>
                  <a:pt x="55" y="93"/>
                </a:lnTo>
                <a:lnTo>
                  <a:pt x="56" y="92"/>
                </a:lnTo>
                <a:lnTo>
                  <a:pt x="57" y="92"/>
                </a:lnTo>
                <a:lnTo>
                  <a:pt x="57" y="92"/>
                </a:lnTo>
                <a:lnTo>
                  <a:pt x="58" y="92"/>
                </a:lnTo>
                <a:lnTo>
                  <a:pt x="59" y="91"/>
                </a:lnTo>
                <a:lnTo>
                  <a:pt x="59" y="89"/>
                </a:lnTo>
                <a:lnTo>
                  <a:pt x="59" y="88"/>
                </a:lnTo>
                <a:lnTo>
                  <a:pt x="61" y="89"/>
                </a:lnTo>
                <a:lnTo>
                  <a:pt x="61" y="88"/>
                </a:lnTo>
                <a:lnTo>
                  <a:pt x="60" y="87"/>
                </a:lnTo>
                <a:lnTo>
                  <a:pt x="61" y="86"/>
                </a:lnTo>
                <a:lnTo>
                  <a:pt x="60" y="85"/>
                </a:lnTo>
                <a:lnTo>
                  <a:pt x="60" y="84"/>
                </a:lnTo>
                <a:lnTo>
                  <a:pt x="60" y="84"/>
                </a:lnTo>
                <a:lnTo>
                  <a:pt x="60" y="82"/>
                </a:lnTo>
                <a:lnTo>
                  <a:pt x="61" y="82"/>
                </a:lnTo>
                <a:lnTo>
                  <a:pt x="61" y="81"/>
                </a:lnTo>
                <a:lnTo>
                  <a:pt x="62" y="80"/>
                </a:lnTo>
                <a:lnTo>
                  <a:pt x="62" y="78"/>
                </a:lnTo>
                <a:lnTo>
                  <a:pt x="63" y="77"/>
                </a:lnTo>
                <a:lnTo>
                  <a:pt x="63" y="76"/>
                </a:lnTo>
                <a:lnTo>
                  <a:pt x="64" y="76"/>
                </a:lnTo>
                <a:lnTo>
                  <a:pt x="64" y="74"/>
                </a:lnTo>
                <a:lnTo>
                  <a:pt x="65" y="72"/>
                </a:lnTo>
                <a:lnTo>
                  <a:pt x="65" y="70"/>
                </a:lnTo>
                <a:lnTo>
                  <a:pt x="65" y="69"/>
                </a:lnTo>
                <a:lnTo>
                  <a:pt x="64" y="69"/>
                </a:lnTo>
                <a:lnTo>
                  <a:pt x="63" y="69"/>
                </a:lnTo>
                <a:lnTo>
                  <a:pt x="63" y="69"/>
                </a:lnTo>
                <a:lnTo>
                  <a:pt x="63" y="68"/>
                </a:lnTo>
                <a:lnTo>
                  <a:pt x="63" y="67"/>
                </a:lnTo>
                <a:lnTo>
                  <a:pt x="62" y="67"/>
                </a:lnTo>
                <a:lnTo>
                  <a:pt x="62" y="65"/>
                </a:lnTo>
                <a:lnTo>
                  <a:pt x="61" y="63"/>
                </a:lnTo>
                <a:lnTo>
                  <a:pt x="60" y="63"/>
                </a:lnTo>
                <a:lnTo>
                  <a:pt x="60" y="61"/>
                </a:lnTo>
                <a:lnTo>
                  <a:pt x="59" y="60"/>
                </a:lnTo>
                <a:lnTo>
                  <a:pt x="59" y="59"/>
                </a:lnTo>
                <a:lnTo>
                  <a:pt x="57" y="59"/>
                </a:lnTo>
                <a:lnTo>
                  <a:pt x="57" y="58"/>
                </a:lnTo>
                <a:lnTo>
                  <a:pt x="56" y="58"/>
                </a:lnTo>
                <a:lnTo>
                  <a:pt x="56" y="58"/>
                </a:lnTo>
                <a:lnTo>
                  <a:pt x="55" y="58"/>
                </a:lnTo>
                <a:lnTo>
                  <a:pt x="54" y="57"/>
                </a:lnTo>
                <a:lnTo>
                  <a:pt x="54" y="55"/>
                </a:lnTo>
                <a:lnTo>
                  <a:pt x="53" y="55"/>
                </a:lnTo>
                <a:lnTo>
                  <a:pt x="54" y="53"/>
                </a:lnTo>
                <a:lnTo>
                  <a:pt x="53" y="52"/>
                </a:lnTo>
                <a:lnTo>
                  <a:pt x="53" y="51"/>
                </a:lnTo>
                <a:lnTo>
                  <a:pt x="54" y="50"/>
                </a:lnTo>
                <a:lnTo>
                  <a:pt x="54" y="48"/>
                </a:lnTo>
                <a:lnTo>
                  <a:pt x="56" y="48"/>
                </a:lnTo>
                <a:lnTo>
                  <a:pt x="56" y="47"/>
                </a:lnTo>
                <a:lnTo>
                  <a:pt x="57" y="47"/>
                </a:lnTo>
                <a:lnTo>
                  <a:pt x="57" y="46"/>
                </a:lnTo>
                <a:lnTo>
                  <a:pt x="58" y="46"/>
                </a:lnTo>
                <a:lnTo>
                  <a:pt x="58" y="44"/>
                </a:lnTo>
                <a:lnTo>
                  <a:pt x="57" y="43"/>
                </a:lnTo>
                <a:lnTo>
                  <a:pt x="56" y="41"/>
                </a:lnTo>
                <a:lnTo>
                  <a:pt x="56" y="40"/>
                </a:lnTo>
                <a:lnTo>
                  <a:pt x="57" y="40"/>
                </a:lnTo>
                <a:lnTo>
                  <a:pt x="58" y="38"/>
                </a:lnTo>
                <a:lnTo>
                  <a:pt x="59" y="38"/>
                </a:lnTo>
                <a:lnTo>
                  <a:pt x="59" y="38"/>
                </a:lnTo>
                <a:lnTo>
                  <a:pt x="60" y="38"/>
                </a:lnTo>
                <a:lnTo>
                  <a:pt x="60" y="37"/>
                </a:lnTo>
                <a:lnTo>
                  <a:pt x="61" y="37"/>
                </a:lnTo>
                <a:lnTo>
                  <a:pt x="61" y="38"/>
                </a:lnTo>
                <a:lnTo>
                  <a:pt x="61" y="38"/>
                </a:lnTo>
                <a:lnTo>
                  <a:pt x="62" y="38"/>
                </a:lnTo>
                <a:lnTo>
                  <a:pt x="66" y="38"/>
                </a:lnTo>
                <a:lnTo>
                  <a:pt x="66" y="35"/>
                </a:lnTo>
                <a:lnTo>
                  <a:pt x="67" y="35"/>
                </a:lnTo>
                <a:lnTo>
                  <a:pt x="68" y="34"/>
                </a:lnTo>
                <a:lnTo>
                  <a:pt x="67" y="34"/>
                </a:lnTo>
                <a:lnTo>
                  <a:pt x="67" y="33"/>
                </a:lnTo>
                <a:lnTo>
                  <a:pt x="67" y="32"/>
                </a:lnTo>
                <a:lnTo>
                  <a:pt x="67" y="32"/>
                </a:lnTo>
                <a:lnTo>
                  <a:pt x="67" y="30"/>
                </a:lnTo>
                <a:lnTo>
                  <a:pt x="68" y="28"/>
                </a:lnTo>
                <a:lnTo>
                  <a:pt x="68" y="28"/>
                </a:lnTo>
                <a:lnTo>
                  <a:pt x="69" y="26"/>
                </a:lnTo>
                <a:lnTo>
                  <a:pt x="68" y="26"/>
                </a:lnTo>
                <a:lnTo>
                  <a:pt x="67" y="25"/>
                </a:lnTo>
                <a:lnTo>
                  <a:pt x="66" y="25"/>
                </a:lnTo>
                <a:lnTo>
                  <a:pt x="66" y="24"/>
                </a:lnTo>
                <a:lnTo>
                  <a:pt x="66" y="22"/>
                </a:lnTo>
                <a:lnTo>
                  <a:pt x="65" y="21"/>
                </a:lnTo>
                <a:lnTo>
                  <a:pt x="65" y="20"/>
                </a:lnTo>
                <a:lnTo>
                  <a:pt x="65" y="19"/>
                </a:lnTo>
                <a:lnTo>
                  <a:pt x="62" y="20"/>
                </a:lnTo>
                <a:lnTo>
                  <a:pt x="62" y="19"/>
                </a:lnTo>
                <a:lnTo>
                  <a:pt x="62" y="19"/>
                </a:lnTo>
                <a:lnTo>
                  <a:pt x="62" y="19"/>
                </a:lnTo>
                <a:lnTo>
                  <a:pt x="61" y="19"/>
                </a:lnTo>
                <a:lnTo>
                  <a:pt x="59" y="19"/>
                </a:lnTo>
                <a:lnTo>
                  <a:pt x="59" y="17"/>
                </a:lnTo>
                <a:lnTo>
                  <a:pt x="57" y="17"/>
                </a:lnTo>
                <a:lnTo>
                  <a:pt x="57" y="16"/>
                </a:lnTo>
                <a:lnTo>
                  <a:pt x="58" y="15"/>
                </a:lnTo>
                <a:lnTo>
                  <a:pt x="58" y="15"/>
                </a:lnTo>
                <a:lnTo>
                  <a:pt x="59" y="16"/>
                </a:lnTo>
                <a:lnTo>
                  <a:pt x="59" y="15"/>
                </a:lnTo>
                <a:lnTo>
                  <a:pt x="60" y="15"/>
                </a:lnTo>
                <a:lnTo>
                  <a:pt x="59" y="13"/>
                </a:lnTo>
                <a:lnTo>
                  <a:pt x="59" y="13"/>
                </a:lnTo>
                <a:lnTo>
                  <a:pt x="60" y="13"/>
                </a:lnTo>
                <a:lnTo>
                  <a:pt x="62" y="12"/>
                </a:lnTo>
                <a:lnTo>
                  <a:pt x="62" y="11"/>
                </a:lnTo>
                <a:lnTo>
                  <a:pt x="64" y="11"/>
                </a:lnTo>
                <a:lnTo>
                  <a:pt x="65" y="10"/>
                </a:lnTo>
                <a:lnTo>
                  <a:pt x="66" y="8"/>
                </a:lnTo>
                <a:lnTo>
                  <a:pt x="65" y="8"/>
                </a:lnTo>
                <a:lnTo>
                  <a:pt x="64" y="9"/>
                </a:lnTo>
                <a:lnTo>
                  <a:pt x="63" y="8"/>
                </a:lnTo>
                <a:lnTo>
                  <a:pt x="62" y="7"/>
                </a:lnTo>
                <a:lnTo>
                  <a:pt x="62" y="7"/>
                </a:lnTo>
                <a:lnTo>
                  <a:pt x="62" y="6"/>
                </a:lnTo>
                <a:lnTo>
                  <a:pt x="62" y="4"/>
                </a:lnTo>
                <a:lnTo>
                  <a:pt x="62" y="4"/>
                </a:lnTo>
                <a:lnTo>
                  <a:pt x="62" y="3"/>
                </a:lnTo>
                <a:lnTo>
                  <a:pt x="61" y="3"/>
                </a:lnTo>
                <a:lnTo>
                  <a:pt x="59" y="0"/>
                </a:lnTo>
                <a:lnTo>
                  <a:pt x="58" y="0"/>
                </a:lnTo>
                <a:lnTo>
                  <a:pt x="58" y="1"/>
                </a:lnTo>
                <a:lnTo>
                  <a:pt x="58" y="2"/>
                </a:lnTo>
                <a:lnTo>
                  <a:pt x="57" y="3"/>
                </a:lnTo>
                <a:lnTo>
                  <a:pt x="58" y="4"/>
                </a:lnTo>
                <a:lnTo>
                  <a:pt x="58" y="5"/>
                </a:lnTo>
                <a:lnTo>
                  <a:pt x="56" y="6"/>
                </a:lnTo>
                <a:lnTo>
                  <a:pt x="55" y="7"/>
                </a:lnTo>
                <a:lnTo>
                  <a:pt x="55" y="7"/>
                </a:lnTo>
                <a:lnTo>
                  <a:pt x="54" y="6"/>
                </a:lnTo>
                <a:lnTo>
                  <a:pt x="53" y="7"/>
                </a:lnTo>
                <a:lnTo>
                  <a:pt x="52" y="7"/>
                </a:lnTo>
                <a:lnTo>
                  <a:pt x="50" y="10"/>
                </a:lnTo>
                <a:lnTo>
                  <a:pt x="46" y="11"/>
                </a:lnTo>
                <a:lnTo>
                  <a:pt x="45" y="9"/>
                </a:lnTo>
                <a:lnTo>
                  <a:pt x="41" y="10"/>
                </a:lnTo>
                <a:lnTo>
                  <a:pt x="39" y="11"/>
                </a:lnTo>
                <a:lnTo>
                  <a:pt x="38" y="14"/>
                </a:lnTo>
                <a:lnTo>
                  <a:pt x="36" y="15"/>
                </a:lnTo>
                <a:lnTo>
                  <a:pt x="34" y="14"/>
                </a:lnTo>
                <a:lnTo>
                  <a:pt x="31" y="12"/>
                </a:lnTo>
                <a:lnTo>
                  <a:pt x="29" y="14"/>
                </a:lnTo>
                <a:lnTo>
                  <a:pt x="29" y="15"/>
                </a:lnTo>
                <a:lnTo>
                  <a:pt x="28" y="16"/>
                </a:lnTo>
                <a:lnTo>
                  <a:pt x="28" y="17"/>
                </a:lnTo>
                <a:lnTo>
                  <a:pt x="27" y="18"/>
                </a:lnTo>
                <a:lnTo>
                  <a:pt x="26" y="19"/>
                </a:lnTo>
                <a:lnTo>
                  <a:pt x="24" y="24"/>
                </a:lnTo>
                <a:lnTo>
                  <a:pt x="24" y="25"/>
                </a:lnTo>
                <a:lnTo>
                  <a:pt x="24" y="27"/>
                </a:lnTo>
                <a:lnTo>
                  <a:pt x="23" y="28"/>
                </a:lnTo>
                <a:lnTo>
                  <a:pt x="24" y="29"/>
                </a:lnTo>
                <a:lnTo>
                  <a:pt x="23" y="29"/>
                </a:lnTo>
                <a:lnTo>
                  <a:pt x="22" y="29"/>
                </a:lnTo>
                <a:lnTo>
                  <a:pt x="21" y="29"/>
                </a:lnTo>
                <a:lnTo>
                  <a:pt x="19" y="28"/>
                </a:lnTo>
                <a:lnTo>
                  <a:pt x="16" y="28"/>
                </a:lnTo>
                <a:lnTo>
                  <a:pt x="15" y="29"/>
                </a:lnTo>
                <a:lnTo>
                  <a:pt x="15" y="29"/>
                </a:lnTo>
                <a:lnTo>
                  <a:pt x="15" y="30"/>
                </a:lnTo>
                <a:lnTo>
                  <a:pt x="15" y="31"/>
                </a:lnTo>
                <a:lnTo>
                  <a:pt x="15" y="32"/>
                </a:lnTo>
                <a:lnTo>
                  <a:pt x="14" y="32"/>
                </a:lnTo>
                <a:lnTo>
                  <a:pt x="14" y="34"/>
                </a:lnTo>
                <a:lnTo>
                  <a:pt x="10" y="34"/>
                </a:lnTo>
                <a:lnTo>
                  <a:pt x="10" y="35"/>
                </a:lnTo>
                <a:lnTo>
                  <a:pt x="11" y="35"/>
                </a:lnTo>
                <a:lnTo>
                  <a:pt x="11" y="36"/>
                </a:lnTo>
                <a:lnTo>
                  <a:pt x="11" y="36"/>
                </a:lnTo>
                <a:lnTo>
                  <a:pt x="11" y="36"/>
                </a:lnTo>
                <a:lnTo>
                  <a:pt x="11" y="37"/>
                </a:lnTo>
                <a:lnTo>
                  <a:pt x="12" y="37"/>
                </a:lnTo>
                <a:lnTo>
                  <a:pt x="11" y="40"/>
                </a:lnTo>
                <a:lnTo>
                  <a:pt x="11" y="41"/>
                </a:lnTo>
                <a:lnTo>
                  <a:pt x="11" y="42"/>
                </a:lnTo>
                <a:lnTo>
                  <a:pt x="10" y="43"/>
                </a:lnTo>
                <a:lnTo>
                  <a:pt x="8" y="44"/>
                </a:lnTo>
                <a:lnTo>
                  <a:pt x="8" y="44"/>
                </a:lnTo>
                <a:lnTo>
                  <a:pt x="9" y="45"/>
                </a:lnTo>
                <a:lnTo>
                  <a:pt x="9" y="46"/>
                </a:lnTo>
                <a:lnTo>
                  <a:pt x="8" y="47"/>
                </a:lnTo>
                <a:lnTo>
                  <a:pt x="9" y="47"/>
                </a:lnTo>
                <a:lnTo>
                  <a:pt x="7" y="52"/>
                </a:lnTo>
                <a:lnTo>
                  <a:pt x="7" y="53"/>
                </a:lnTo>
                <a:lnTo>
                  <a:pt x="7" y="53"/>
                </a:lnTo>
                <a:lnTo>
                  <a:pt x="7" y="55"/>
                </a:lnTo>
                <a:lnTo>
                  <a:pt x="7" y="55"/>
                </a:lnTo>
                <a:lnTo>
                  <a:pt x="7" y="56"/>
                </a:lnTo>
                <a:lnTo>
                  <a:pt x="5" y="57"/>
                </a:lnTo>
                <a:lnTo>
                  <a:pt x="5" y="58"/>
                </a:lnTo>
                <a:lnTo>
                  <a:pt x="4" y="59"/>
                </a:lnTo>
                <a:lnTo>
                  <a:pt x="3" y="60"/>
                </a:lnTo>
                <a:lnTo>
                  <a:pt x="2" y="60"/>
                </a:lnTo>
                <a:lnTo>
                  <a:pt x="2" y="62"/>
                </a:lnTo>
                <a:lnTo>
                  <a:pt x="1" y="63"/>
                </a:lnTo>
                <a:lnTo>
                  <a:pt x="1" y="64"/>
                </a:lnTo>
                <a:lnTo>
                  <a:pt x="1" y="65"/>
                </a:lnTo>
                <a:lnTo>
                  <a:pt x="1" y="68"/>
                </a:lnTo>
                <a:lnTo>
                  <a:pt x="3" y="69"/>
                </a:lnTo>
                <a:lnTo>
                  <a:pt x="4" y="72"/>
                </a:lnTo>
                <a:lnTo>
                  <a:pt x="5" y="72"/>
                </a:lnTo>
                <a:lnTo>
                  <a:pt x="6" y="73"/>
                </a:lnTo>
                <a:lnTo>
                  <a:pt x="5" y="73"/>
                </a:lnTo>
                <a:lnTo>
                  <a:pt x="5" y="74"/>
                </a:lnTo>
                <a:lnTo>
                  <a:pt x="6" y="74"/>
                </a:lnTo>
                <a:lnTo>
                  <a:pt x="7" y="75"/>
                </a:lnTo>
                <a:lnTo>
                  <a:pt x="6" y="75"/>
                </a:lnTo>
                <a:lnTo>
                  <a:pt x="7" y="77"/>
                </a:lnTo>
                <a:lnTo>
                  <a:pt x="6" y="77"/>
                </a:lnTo>
                <a:lnTo>
                  <a:pt x="6" y="79"/>
                </a:lnTo>
                <a:lnTo>
                  <a:pt x="4" y="80"/>
                </a:lnTo>
                <a:lnTo>
                  <a:pt x="4" y="81"/>
                </a:lnTo>
                <a:lnTo>
                  <a:pt x="5" y="82"/>
                </a:lnTo>
                <a:lnTo>
                  <a:pt x="5" y="82"/>
                </a:lnTo>
                <a:lnTo>
                  <a:pt x="5" y="83"/>
                </a:lnTo>
                <a:lnTo>
                  <a:pt x="5" y="83"/>
                </a:lnTo>
                <a:lnTo>
                  <a:pt x="3" y="87"/>
                </a:lnTo>
                <a:lnTo>
                  <a:pt x="3" y="87"/>
                </a:lnTo>
                <a:lnTo>
                  <a:pt x="1" y="89"/>
                </a:lnTo>
                <a:lnTo>
                  <a:pt x="1" y="90"/>
                </a:lnTo>
                <a:lnTo>
                  <a:pt x="0" y="89"/>
                </a:lnTo>
                <a:lnTo>
                  <a:pt x="0" y="90"/>
                </a:lnTo>
                <a:lnTo>
                  <a:pt x="1" y="91"/>
                </a:lnTo>
                <a:lnTo>
                  <a:pt x="1" y="92"/>
                </a:lnTo>
                <a:lnTo>
                  <a:pt x="0" y="93"/>
                </a:lnTo>
                <a:lnTo>
                  <a:pt x="1" y="93"/>
                </a:lnTo>
                <a:lnTo>
                  <a:pt x="1" y="95"/>
                </a:lnTo>
                <a:lnTo>
                  <a:pt x="2" y="96"/>
                </a:lnTo>
                <a:lnTo>
                  <a:pt x="2" y="97"/>
                </a:lnTo>
                <a:lnTo>
                  <a:pt x="1" y="97"/>
                </a:lnTo>
                <a:lnTo>
                  <a:pt x="1" y="97"/>
                </a:lnTo>
                <a:lnTo>
                  <a:pt x="3" y="99"/>
                </a:lnTo>
                <a:lnTo>
                  <a:pt x="3" y="102"/>
                </a:lnTo>
                <a:lnTo>
                  <a:pt x="2" y="102"/>
                </a:lnTo>
                <a:lnTo>
                  <a:pt x="3" y="103"/>
                </a:lnTo>
                <a:lnTo>
                  <a:pt x="2" y="105"/>
                </a:lnTo>
                <a:lnTo>
                  <a:pt x="3" y="107"/>
                </a:lnTo>
                <a:lnTo>
                  <a:pt x="2" y="109"/>
                </a:lnTo>
                <a:lnTo>
                  <a:pt x="3" y="113"/>
                </a:lnTo>
                <a:lnTo>
                  <a:pt x="4" y="113"/>
                </a:lnTo>
                <a:lnTo>
                  <a:pt x="4" y="114"/>
                </a:lnTo>
                <a:lnTo>
                  <a:pt x="4" y="115"/>
                </a:lnTo>
                <a:lnTo>
                  <a:pt x="5" y="115"/>
                </a:lnTo>
                <a:lnTo>
                  <a:pt x="5" y="119"/>
                </a:lnTo>
                <a:lnTo>
                  <a:pt x="6" y="121"/>
                </a:lnTo>
                <a:lnTo>
                  <a:pt x="4" y="126"/>
                </a:lnTo>
                <a:lnTo>
                  <a:pt x="3" y="128"/>
                </a:lnTo>
                <a:lnTo>
                  <a:pt x="2" y="130"/>
                </a:lnTo>
                <a:lnTo>
                  <a:pt x="2" y="132"/>
                </a:lnTo>
                <a:lnTo>
                  <a:pt x="1" y="135"/>
                </a:lnTo>
                <a:lnTo>
                  <a:pt x="0" y="138"/>
                </a:lnTo>
                <a:lnTo>
                  <a:pt x="0" y="140"/>
                </a:lnTo>
                <a:lnTo>
                  <a:pt x="0" y="143"/>
                </a:lnTo>
                <a:lnTo>
                  <a:pt x="1" y="145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3106598" y="1390010"/>
            <a:ext cx="2783242" cy="2411288"/>
          </a:xfrm>
          <a:custGeom>
            <a:avLst/>
            <a:gdLst/>
            <a:ahLst/>
            <a:cxnLst/>
            <a:rect l="l" t="t" r="r" b="b"/>
            <a:pathLst>
              <a:path w="434" h="376">
                <a:moveTo>
                  <a:pt x="0" y="248"/>
                </a:moveTo>
                <a:lnTo>
                  <a:pt x="9" y="275"/>
                </a:lnTo>
                <a:lnTo>
                  <a:pt x="5" y="279"/>
                </a:lnTo>
                <a:lnTo>
                  <a:pt x="5" y="280"/>
                </a:lnTo>
                <a:lnTo>
                  <a:pt x="10" y="288"/>
                </a:lnTo>
                <a:lnTo>
                  <a:pt x="15" y="292"/>
                </a:lnTo>
                <a:lnTo>
                  <a:pt x="16" y="292"/>
                </a:lnTo>
                <a:lnTo>
                  <a:pt x="16" y="300"/>
                </a:lnTo>
                <a:lnTo>
                  <a:pt x="21" y="298"/>
                </a:lnTo>
                <a:lnTo>
                  <a:pt x="20" y="297"/>
                </a:lnTo>
                <a:lnTo>
                  <a:pt x="21" y="296"/>
                </a:lnTo>
                <a:lnTo>
                  <a:pt x="22" y="298"/>
                </a:lnTo>
                <a:lnTo>
                  <a:pt x="23" y="300"/>
                </a:lnTo>
                <a:lnTo>
                  <a:pt x="23" y="298"/>
                </a:lnTo>
                <a:lnTo>
                  <a:pt x="27" y="296"/>
                </a:lnTo>
                <a:lnTo>
                  <a:pt x="28" y="298"/>
                </a:lnTo>
                <a:lnTo>
                  <a:pt x="29" y="299"/>
                </a:lnTo>
                <a:lnTo>
                  <a:pt x="30" y="297"/>
                </a:lnTo>
                <a:lnTo>
                  <a:pt x="30" y="295"/>
                </a:lnTo>
                <a:lnTo>
                  <a:pt x="37" y="295"/>
                </a:lnTo>
                <a:lnTo>
                  <a:pt x="39" y="293"/>
                </a:lnTo>
                <a:lnTo>
                  <a:pt x="45" y="294"/>
                </a:lnTo>
                <a:lnTo>
                  <a:pt x="46" y="295"/>
                </a:lnTo>
                <a:lnTo>
                  <a:pt x="48" y="299"/>
                </a:lnTo>
                <a:lnTo>
                  <a:pt x="48" y="301"/>
                </a:lnTo>
                <a:lnTo>
                  <a:pt x="46" y="303"/>
                </a:lnTo>
                <a:lnTo>
                  <a:pt x="46" y="309"/>
                </a:lnTo>
                <a:lnTo>
                  <a:pt x="43" y="310"/>
                </a:lnTo>
                <a:lnTo>
                  <a:pt x="42" y="311"/>
                </a:lnTo>
                <a:lnTo>
                  <a:pt x="42" y="313"/>
                </a:lnTo>
                <a:lnTo>
                  <a:pt x="40" y="315"/>
                </a:lnTo>
                <a:lnTo>
                  <a:pt x="39" y="315"/>
                </a:lnTo>
                <a:lnTo>
                  <a:pt x="38" y="315"/>
                </a:lnTo>
                <a:lnTo>
                  <a:pt x="35" y="317"/>
                </a:lnTo>
                <a:lnTo>
                  <a:pt x="33" y="317"/>
                </a:lnTo>
                <a:lnTo>
                  <a:pt x="37" y="317"/>
                </a:lnTo>
                <a:lnTo>
                  <a:pt x="40" y="318"/>
                </a:lnTo>
                <a:lnTo>
                  <a:pt x="41" y="320"/>
                </a:lnTo>
                <a:lnTo>
                  <a:pt x="43" y="321"/>
                </a:lnTo>
                <a:lnTo>
                  <a:pt x="45" y="322"/>
                </a:lnTo>
                <a:lnTo>
                  <a:pt x="47" y="322"/>
                </a:lnTo>
                <a:lnTo>
                  <a:pt x="48" y="324"/>
                </a:lnTo>
                <a:lnTo>
                  <a:pt x="48" y="325"/>
                </a:lnTo>
                <a:lnTo>
                  <a:pt x="48" y="326"/>
                </a:lnTo>
                <a:lnTo>
                  <a:pt x="51" y="327"/>
                </a:lnTo>
                <a:lnTo>
                  <a:pt x="51" y="329"/>
                </a:lnTo>
                <a:lnTo>
                  <a:pt x="53" y="329"/>
                </a:lnTo>
                <a:lnTo>
                  <a:pt x="57" y="329"/>
                </a:lnTo>
                <a:lnTo>
                  <a:pt x="57" y="334"/>
                </a:lnTo>
                <a:lnTo>
                  <a:pt x="57" y="336"/>
                </a:lnTo>
                <a:lnTo>
                  <a:pt x="56" y="337"/>
                </a:lnTo>
                <a:lnTo>
                  <a:pt x="56" y="338"/>
                </a:lnTo>
                <a:lnTo>
                  <a:pt x="57" y="338"/>
                </a:lnTo>
                <a:lnTo>
                  <a:pt x="57" y="338"/>
                </a:lnTo>
                <a:lnTo>
                  <a:pt x="58" y="338"/>
                </a:lnTo>
                <a:lnTo>
                  <a:pt x="59" y="340"/>
                </a:lnTo>
                <a:lnTo>
                  <a:pt x="61" y="339"/>
                </a:lnTo>
                <a:lnTo>
                  <a:pt x="63" y="338"/>
                </a:lnTo>
                <a:lnTo>
                  <a:pt x="63" y="340"/>
                </a:lnTo>
                <a:lnTo>
                  <a:pt x="63" y="341"/>
                </a:lnTo>
                <a:lnTo>
                  <a:pt x="63" y="342"/>
                </a:lnTo>
                <a:lnTo>
                  <a:pt x="65" y="342"/>
                </a:lnTo>
                <a:lnTo>
                  <a:pt x="65" y="343"/>
                </a:lnTo>
                <a:lnTo>
                  <a:pt x="64" y="343"/>
                </a:lnTo>
                <a:lnTo>
                  <a:pt x="65" y="344"/>
                </a:lnTo>
                <a:lnTo>
                  <a:pt x="69" y="345"/>
                </a:lnTo>
                <a:lnTo>
                  <a:pt x="69" y="347"/>
                </a:lnTo>
                <a:lnTo>
                  <a:pt x="71" y="346"/>
                </a:lnTo>
                <a:lnTo>
                  <a:pt x="72" y="347"/>
                </a:lnTo>
                <a:lnTo>
                  <a:pt x="75" y="343"/>
                </a:lnTo>
                <a:lnTo>
                  <a:pt x="78" y="342"/>
                </a:lnTo>
                <a:lnTo>
                  <a:pt x="74" y="337"/>
                </a:lnTo>
                <a:lnTo>
                  <a:pt x="75" y="337"/>
                </a:lnTo>
                <a:lnTo>
                  <a:pt x="81" y="335"/>
                </a:lnTo>
                <a:lnTo>
                  <a:pt x="83" y="334"/>
                </a:lnTo>
                <a:lnTo>
                  <a:pt x="84" y="334"/>
                </a:lnTo>
                <a:lnTo>
                  <a:pt x="87" y="336"/>
                </a:lnTo>
                <a:lnTo>
                  <a:pt x="94" y="337"/>
                </a:lnTo>
                <a:lnTo>
                  <a:pt x="100" y="332"/>
                </a:lnTo>
                <a:lnTo>
                  <a:pt x="109" y="329"/>
                </a:lnTo>
                <a:lnTo>
                  <a:pt x="110" y="329"/>
                </a:lnTo>
                <a:lnTo>
                  <a:pt x="113" y="330"/>
                </a:lnTo>
                <a:lnTo>
                  <a:pt x="112" y="333"/>
                </a:lnTo>
                <a:lnTo>
                  <a:pt x="114" y="336"/>
                </a:lnTo>
                <a:lnTo>
                  <a:pt x="115" y="338"/>
                </a:lnTo>
                <a:lnTo>
                  <a:pt x="114" y="340"/>
                </a:lnTo>
                <a:lnTo>
                  <a:pt x="114" y="341"/>
                </a:lnTo>
                <a:lnTo>
                  <a:pt x="112" y="342"/>
                </a:lnTo>
                <a:lnTo>
                  <a:pt x="109" y="348"/>
                </a:lnTo>
                <a:lnTo>
                  <a:pt x="101" y="353"/>
                </a:lnTo>
                <a:lnTo>
                  <a:pt x="102" y="356"/>
                </a:lnTo>
                <a:lnTo>
                  <a:pt x="103" y="359"/>
                </a:lnTo>
                <a:lnTo>
                  <a:pt x="100" y="360"/>
                </a:lnTo>
                <a:lnTo>
                  <a:pt x="100" y="362"/>
                </a:lnTo>
                <a:lnTo>
                  <a:pt x="100" y="366"/>
                </a:lnTo>
                <a:lnTo>
                  <a:pt x="105" y="368"/>
                </a:lnTo>
                <a:lnTo>
                  <a:pt x="109" y="372"/>
                </a:lnTo>
                <a:lnTo>
                  <a:pt x="114" y="376"/>
                </a:lnTo>
                <a:lnTo>
                  <a:pt x="118" y="375"/>
                </a:lnTo>
                <a:lnTo>
                  <a:pt x="118" y="374"/>
                </a:lnTo>
                <a:lnTo>
                  <a:pt x="125" y="373"/>
                </a:lnTo>
                <a:lnTo>
                  <a:pt x="126" y="373"/>
                </a:lnTo>
                <a:lnTo>
                  <a:pt x="129" y="372"/>
                </a:lnTo>
                <a:lnTo>
                  <a:pt x="130" y="371"/>
                </a:lnTo>
                <a:lnTo>
                  <a:pt x="134" y="370"/>
                </a:lnTo>
                <a:lnTo>
                  <a:pt x="139" y="370"/>
                </a:lnTo>
                <a:lnTo>
                  <a:pt x="139" y="368"/>
                </a:lnTo>
                <a:lnTo>
                  <a:pt x="140" y="368"/>
                </a:lnTo>
                <a:lnTo>
                  <a:pt x="142" y="367"/>
                </a:lnTo>
                <a:lnTo>
                  <a:pt x="143" y="366"/>
                </a:lnTo>
                <a:lnTo>
                  <a:pt x="142" y="364"/>
                </a:lnTo>
                <a:lnTo>
                  <a:pt x="143" y="363"/>
                </a:lnTo>
                <a:lnTo>
                  <a:pt x="142" y="360"/>
                </a:lnTo>
                <a:lnTo>
                  <a:pt x="142" y="358"/>
                </a:lnTo>
                <a:lnTo>
                  <a:pt x="143" y="357"/>
                </a:lnTo>
                <a:lnTo>
                  <a:pt x="144" y="356"/>
                </a:lnTo>
                <a:lnTo>
                  <a:pt x="143" y="354"/>
                </a:lnTo>
                <a:lnTo>
                  <a:pt x="143" y="354"/>
                </a:lnTo>
                <a:lnTo>
                  <a:pt x="143" y="353"/>
                </a:lnTo>
                <a:lnTo>
                  <a:pt x="143" y="353"/>
                </a:lnTo>
                <a:lnTo>
                  <a:pt x="143" y="352"/>
                </a:lnTo>
                <a:lnTo>
                  <a:pt x="143" y="350"/>
                </a:lnTo>
                <a:lnTo>
                  <a:pt x="143" y="350"/>
                </a:lnTo>
                <a:lnTo>
                  <a:pt x="144" y="349"/>
                </a:lnTo>
                <a:lnTo>
                  <a:pt x="143" y="348"/>
                </a:lnTo>
                <a:lnTo>
                  <a:pt x="144" y="347"/>
                </a:lnTo>
                <a:lnTo>
                  <a:pt x="144" y="345"/>
                </a:lnTo>
                <a:lnTo>
                  <a:pt x="146" y="343"/>
                </a:lnTo>
                <a:lnTo>
                  <a:pt x="145" y="342"/>
                </a:lnTo>
                <a:lnTo>
                  <a:pt x="147" y="341"/>
                </a:lnTo>
                <a:lnTo>
                  <a:pt x="147" y="340"/>
                </a:lnTo>
                <a:lnTo>
                  <a:pt x="147" y="338"/>
                </a:lnTo>
                <a:lnTo>
                  <a:pt x="148" y="336"/>
                </a:lnTo>
                <a:lnTo>
                  <a:pt x="149" y="336"/>
                </a:lnTo>
                <a:lnTo>
                  <a:pt x="150" y="337"/>
                </a:lnTo>
                <a:lnTo>
                  <a:pt x="151" y="336"/>
                </a:lnTo>
                <a:lnTo>
                  <a:pt x="151" y="334"/>
                </a:lnTo>
                <a:lnTo>
                  <a:pt x="153" y="333"/>
                </a:lnTo>
                <a:lnTo>
                  <a:pt x="155" y="334"/>
                </a:lnTo>
                <a:lnTo>
                  <a:pt x="155" y="333"/>
                </a:lnTo>
                <a:lnTo>
                  <a:pt x="156" y="331"/>
                </a:lnTo>
                <a:lnTo>
                  <a:pt x="157" y="332"/>
                </a:lnTo>
                <a:lnTo>
                  <a:pt x="159" y="331"/>
                </a:lnTo>
                <a:lnTo>
                  <a:pt x="159" y="331"/>
                </a:lnTo>
                <a:lnTo>
                  <a:pt x="160" y="332"/>
                </a:lnTo>
                <a:lnTo>
                  <a:pt x="159" y="335"/>
                </a:lnTo>
                <a:lnTo>
                  <a:pt x="160" y="335"/>
                </a:lnTo>
                <a:lnTo>
                  <a:pt x="161" y="337"/>
                </a:lnTo>
                <a:lnTo>
                  <a:pt x="162" y="338"/>
                </a:lnTo>
                <a:lnTo>
                  <a:pt x="163" y="339"/>
                </a:lnTo>
                <a:lnTo>
                  <a:pt x="162" y="341"/>
                </a:lnTo>
                <a:lnTo>
                  <a:pt x="158" y="346"/>
                </a:lnTo>
                <a:lnTo>
                  <a:pt x="157" y="349"/>
                </a:lnTo>
                <a:lnTo>
                  <a:pt x="157" y="352"/>
                </a:lnTo>
                <a:lnTo>
                  <a:pt x="156" y="354"/>
                </a:lnTo>
                <a:lnTo>
                  <a:pt x="154" y="355"/>
                </a:lnTo>
                <a:lnTo>
                  <a:pt x="157" y="357"/>
                </a:lnTo>
                <a:lnTo>
                  <a:pt x="162" y="359"/>
                </a:lnTo>
                <a:lnTo>
                  <a:pt x="164" y="360"/>
                </a:lnTo>
                <a:lnTo>
                  <a:pt x="165" y="359"/>
                </a:lnTo>
                <a:lnTo>
                  <a:pt x="166" y="359"/>
                </a:lnTo>
                <a:lnTo>
                  <a:pt x="166" y="359"/>
                </a:lnTo>
                <a:lnTo>
                  <a:pt x="167" y="359"/>
                </a:lnTo>
                <a:lnTo>
                  <a:pt x="168" y="360"/>
                </a:lnTo>
                <a:lnTo>
                  <a:pt x="169" y="360"/>
                </a:lnTo>
                <a:lnTo>
                  <a:pt x="170" y="362"/>
                </a:lnTo>
                <a:lnTo>
                  <a:pt x="171" y="362"/>
                </a:lnTo>
                <a:lnTo>
                  <a:pt x="171" y="363"/>
                </a:lnTo>
                <a:lnTo>
                  <a:pt x="171" y="364"/>
                </a:lnTo>
                <a:lnTo>
                  <a:pt x="172" y="363"/>
                </a:lnTo>
                <a:lnTo>
                  <a:pt x="173" y="365"/>
                </a:lnTo>
                <a:lnTo>
                  <a:pt x="175" y="365"/>
                </a:lnTo>
                <a:lnTo>
                  <a:pt x="176" y="365"/>
                </a:lnTo>
                <a:lnTo>
                  <a:pt x="176" y="366"/>
                </a:lnTo>
                <a:lnTo>
                  <a:pt x="181" y="367"/>
                </a:lnTo>
                <a:lnTo>
                  <a:pt x="181" y="368"/>
                </a:lnTo>
                <a:lnTo>
                  <a:pt x="182" y="369"/>
                </a:lnTo>
                <a:lnTo>
                  <a:pt x="182" y="369"/>
                </a:lnTo>
                <a:lnTo>
                  <a:pt x="182" y="370"/>
                </a:lnTo>
                <a:lnTo>
                  <a:pt x="184" y="370"/>
                </a:lnTo>
                <a:lnTo>
                  <a:pt x="186" y="369"/>
                </a:lnTo>
                <a:lnTo>
                  <a:pt x="187" y="370"/>
                </a:lnTo>
                <a:lnTo>
                  <a:pt x="189" y="370"/>
                </a:lnTo>
                <a:lnTo>
                  <a:pt x="191" y="369"/>
                </a:lnTo>
                <a:lnTo>
                  <a:pt x="192" y="370"/>
                </a:lnTo>
                <a:lnTo>
                  <a:pt x="195" y="369"/>
                </a:lnTo>
                <a:lnTo>
                  <a:pt x="195" y="366"/>
                </a:lnTo>
                <a:lnTo>
                  <a:pt x="195" y="363"/>
                </a:lnTo>
                <a:lnTo>
                  <a:pt x="196" y="362"/>
                </a:lnTo>
                <a:lnTo>
                  <a:pt x="195" y="360"/>
                </a:lnTo>
                <a:lnTo>
                  <a:pt x="196" y="360"/>
                </a:lnTo>
                <a:lnTo>
                  <a:pt x="197" y="361"/>
                </a:lnTo>
                <a:lnTo>
                  <a:pt x="198" y="363"/>
                </a:lnTo>
                <a:lnTo>
                  <a:pt x="199" y="362"/>
                </a:lnTo>
                <a:lnTo>
                  <a:pt x="199" y="361"/>
                </a:lnTo>
                <a:lnTo>
                  <a:pt x="200" y="361"/>
                </a:lnTo>
                <a:lnTo>
                  <a:pt x="199" y="360"/>
                </a:lnTo>
                <a:lnTo>
                  <a:pt x="200" y="359"/>
                </a:lnTo>
                <a:lnTo>
                  <a:pt x="198" y="358"/>
                </a:lnTo>
                <a:lnTo>
                  <a:pt x="197" y="357"/>
                </a:lnTo>
                <a:lnTo>
                  <a:pt x="198" y="356"/>
                </a:lnTo>
                <a:lnTo>
                  <a:pt x="198" y="355"/>
                </a:lnTo>
                <a:lnTo>
                  <a:pt x="198" y="353"/>
                </a:lnTo>
                <a:lnTo>
                  <a:pt x="199" y="352"/>
                </a:lnTo>
                <a:lnTo>
                  <a:pt x="199" y="351"/>
                </a:lnTo>
                <a:lnTo>
                  <a:pt x="201" y="349"/>
                </a:lnTo>
                <a:lnTo>
                  <a:pt x="203" y="347"/>
                </a:lnTo>
                <a:lnTo>
                  <a:pt x="204" y="347"/>
                </a:lnTo>
                <a:lnTo>
                  <a:pt x="204" y="347"/>
                </a:lnTo>
                <a:lnTo>
                  <a:pt x="204" y="346"/>
                </a:lnTo>
                <a:lnTo>
                  <a:pt x="204" y="345"/>
                </a:lnTo>
                <a:lnTo>
                  <a:pt x="205" y="345"/>
                </a:lnTo>
                <a:lnTo>
                  <a:pt x="206" y="343"/>
                </a:lnTo>
                <a:lnTo>
                  <a:pt x="207" y="342"/>
                </a:lnTo>
                <a:lnTo>
                  <a:pt x="207" y="343"/>
                </a:lnTo>
                <a:lnTo>
                  <a:pt x="209" y="341"/>
                </a:lnTo>
                <a:lnTo>
                  <a:pt x="209" y="340"/>
                </a:lnTo>
                <a:lnTo>
                  <a:pt x="210" y="339"/>
                </a:lnTo>
                <a:lnTo>
                  <a:pt x="209" y="338"/>
                </a:lnTo>
                <a:lnTo>
                  <a:pt x="211" y="337"/>
                </a:lnTo>
                <a:lnTo>
                  <a:pt x="212" y="335"/>
                </a:lnTo>
                <a:lnTo>
                  <a:pt x="214" y="335"/>
                </a:lnTo>
                <a:lnTo>
                  <a:pt x="213" y="335"/>
                </a:lnTo>
                <a:lnTo>
                  <a:pt x="214" y="333"/>
                </a:lnTo>
                <a:lnTo>
                  <a:pt x="213" y="332"/>
                </a:lnTo>
                <a:lnTo>
                  <a:pt x="213" y="332"/>
                </a:lnTo>
                <a:lnTo>
                  <a:pt x="214" y="333"/>
                </a:lnTo>
                <a:lnTo>
                  <a:pt x="215" y="333"/>
                </a:lnTo>
                <a:lnTo>
                  <a:pt x="218" y="331"/>
                </a:lnTo>
                <a:lnTo>
                  <a:pt x="217" y="329"/>
                </a:lnTo>
                <a:lnTo>
                  <a:pt x="217" y="329"/>
                </a:lnTo>
                <a:lnTo>
                  <a:pt x="217" y="328"/>
                </a:lnTo>
                <a:lnTo>
                  <a:pt x="217" y="327"/>
                </a:lnTo>
                <a:lnTo>
                  <a:pt x="219" y="328"/>
                </a:lnTo>
                <a:lnTo>
                  <a:pt x="221" y="330"/>
                </a:lnTo>
                <a:lnTo>
                  <a:pt x="222" y="330"/>
                </a:lnTo>
                <a:lnTo>
                  <a:pt x="222" y="329"/>
                </a:lnTo>
                <a:lnTo>
                  <a:pt x="223" y="329"/>
                </a:lnTo>
                <a:lnTo>
                  <a:pt x="224" y="329"/>
                </a:lnTo>
                <a:lnTo>
                  <a:pt x="225" y="331"/>
                </a:lnTo>
                <a:lnTo>
                  <a:pt x="227" y="331"/>
                </a:lnTo>
                <a:lnTo>
                  <a:pt x="227" y="329"/>
                </a:lnTo>
                <a:lnTo>
                  <a:pt x="230" y="325"/>
                </a:lnTo>
                <a:lnTo>
                  <a:pt x="231" y="325"/>
                </a:lnTo>
                <a:lnTo>
                  <a:pt x="232" y="324"/>
                </a:lnTo>
                <a:lnTo>
                  <a:pt x="233" y="324"/>
                </a:lnTo>
                <a:lnTo>
                  <a:pt x="234" y="323"/>
                </a:lnTo>
                <a:lnTo>
                  <a:pt x="234" y="324"/>
                </a:lnTo>
                <a:lnTo>
                  <a:pt x="234" y="325"/>
                </a:lnTo>
                <a:lnTo>
                  <a:pt x="233" y="325"/>
                </a:lnTo>
                <a:lnTo>
                  <a:pt x="233" y="326"/>
                </a:lnTo>
                <a:lnTo>
                  <a:pt x="233" y="327"/>
                </a:lnTo>
                <a:lnTo>
                  <a:pt x="233" y="328"/>
                </a:lnTo>
                <a:lnTo>
                  <a:pt x="233" y="328"/>
                </a:lnTo>
                <a:lnTo>
                  <a:pt x="233" y="328"/>
                </a:lnTo>
                <a:lnTo>
                  <a:pt x="234" y="328"/>
                </a:lnTo>
                <a:lnTo>
                  <a:pt x="234" y="327"/>
                </a:lnTo>
                <a:lnTo>
                  <a:pt x="235" y="327"/>
                </a:lnTo>
                <a:lnTo>
                  <a:pt x="238" y="327"/>
                </a:lnTo>
                <a:lnTo>
                  <a:pt x="238" y="327"/>
                </a:lnTo>
                <a:lnTo>
                  <a:pt x="238" y="325"/>
                </a:lnTo>
                <a:lnTo>
                  <a:pt x="239" y="325"/>
                </a:lnTo>
                <a:lnTo>
                  <a:pt x="239" y="324"/>
                </a:lnTo>
                <a:lnTo>
                  <a:pt x="239" y="323"/>
                </a:lnTo>
                <a:lnTo>
                  <a:pt x="239" y="322"/>
                </a:lnTo>
                <a:lnTo>
                  <a:pt x="239" y="322"/>
                </a:lnTo>
                <a:lnTo>
                  <a:pt x="240" y="321"/>
                </a:lnTo>
                <a:lnTo>
                  <a:pt x="243" y="321"/>
                </a:lnTo>
                <a:lnTo>
                  <a:pt x="245" y="322"/>
                </a:lnTo>
                <a:lnTo>
                  <a:pt x="246" y="322"/>
                </a:lnTo>
                <a:lnTo>
                  <a:pt x="247" y="322"/>
                </a:lnTo>
                <a:lnTo>
                  <a:pt x="248" y="322"/>
                </a:lnTo>
                <a:lnTo>
                  <a:pt x="247" y="321"/>
                </a:lnTo>
                <a:lnTo>
                  <a:pt x="248" y="320"/>
                </a:lnTo>
                <a:lnTo>
                  <a:pt x="248" y="318"/>
                </a:lnTo>
                <a:lnTo>
                  <a:pt x="248" y="317"/>
                </a:lnTo>
                <a:lnTo>
                  <a:pt x="250" y="312"/>
                </a:lnTo>
                <a:lnTo>
                  <a:pt x="251" y="311"/>
                </a:lnTo>
                <a:lnTo>
                  <a:pt x="252" y="310"/>
                </a:lnTo>
                <a:lnTo>
                  <a:pt x="252" y="309"/>
                </a:lnTo>
                <a:lnTo>
                  <a:pt x="253" y="308"/>
                </a:lnTo>
                <a:lnTo>
                  <a:pt x="253" y="307"/>
                </a:lnTo>
                <a:lnTo>
                  <a:pt x="255" y="305"/>
                </a:lnTo>
                <a:lnTo>
                  <a:pt x="258" y="307"/>
                </a:lnTo>
                <a:lnTo>
                  <a:pt x="260" y="308"/>
                </a:lnTo>
                <a:lnTo>
                  <a:pt x="262" y="307"/>
                </a:lnTo>
                <a:lnTo>
                  <a:pt x="263" y="304"/>
                </a:lnTo>
                <a:lnTo>
                  <a:pt x="265" y="303"/>
                </a:lnTo>
                <a:lnTo>
                  <a:pt x="269" y="302"/>
                </a:lnTo>
                <a:lnTo>
                  <a:pt x="270" y="304"/>
                </a:lnTo>
                <a:lnTo>
                  <a:pt x="273" y="303"/>
                </a:lnTo>
                <a:lnTo>
                  <a:pt x="274" y="303"/>
                </a:lnTo>
                <a:lnTo>
                  <a:pt x="276" y="300"/>
                </a:lnTo>
                <a:lnTo>
                  <a:pt x="277" y="300"/>
                </a:lnTo>
                <a:lnTo>
                  <a:pt x="278" y="299"/>
                </a:lnTo>
                <a:lnTo>
                  <a:pt x="279" y="300"/>
                </a:lnTo>
                <a:lnTo>
                  <a:pt x="279" y="300"/>
                </a:lnTo>
                <a:lnTo>
                  <a:pt x="280" y="299"/>
                </a:lnTo>
                <a:lnTo>
                  <a:pt x="282" y="298"/>
                </a:lnTo>
                <a:lnTo>
                  <a:pt x="282" y="297"/>
                </a:lnTo>
                <a:lnTo>
                  <a:pt x="281" y="296"/>
                </a:lnTo>
                <a:lnTo>
                  <a:pt x="282" y="295"/>
                </a:lnTo>
                <a:lnTo>
                  <a:pt x="282" y="294"/>
                </a:lnTo>
                <a:lnTo>
                  <a:pt x="282" y="293"/>
                </a:lnTo>
                <a:lnTo>
                  <a:pt x="283" y="293"/>
                </a:lnTo>
                <a:lnTo>
                  <a:pt x="282" y="292"/>
                </a:lnTo>
                <a:lnTo>
                  <a:pt x="282" y="292"/>
                </a:lnTo>
                <a:lnTo>
                  <a:pt x="282" y="292"/>
                </a:lnTo>
                <a:lnTo>
                  <a:pt x="281" y="291"/>
                </a:lnTo>
                <a:lnTo>
                  <a:pt x="282" y="291"/>
                </a:lnTo>
                <a:lnTo>
                  <a:pt x="281" y="289"/>
                </a:lnTo>
                <a:lnTo>
                  <a:pt x="281" y="289"/>
                </a:lnTo>
                <a:lnTo>
                  <a:pt x="280" y="289"/>
                </a:lnTo>
                <a:lnTo>
                  <a:pt x="280" y="288"/>
                </a:lnTo>
                <a:lnTo>
                  <a:pt x="277" y="285"/>
                </a:lnTo>
                <a:lnTo>
                  <a:pt x="278" y="285"/>
                </a:lnTo>
                <a:lnTo>
                  <a:pt x="278" y="284"/>
                </a:lnTo>
                <a:lnTo>
                  <a:pt x="280" y="283"/>
                </a:lnTo>
                <a:lnTo>
                  <a:pt x="280" y="282"/>
                </a:lnTo>
                <a:lnTo>
                  <a:pt x="279" y="281"/>
                </a:lnTo>
                <a:lnTo>
                  <a:pt x="279" y="282"/>
                </a:lnTo>
                <a:lnTo>
                  <a:pt x="279" y="281"/>
                </a:lnTo>
                <a:lnTo>
                  <a:pt x="278" y="280"/>
                </a:lnTo>
                <a:lnTo>
                  <a:pt x="278" y="280"/>
                </a:lnTo>
                <a:lnTo>
                  <a:pt x="278" y="279"/>
                </a:lnTo>
                <a:lnTo>
                  <a:pt x="277" y="278"/>
                </a:lnTo>
                <a:lnTo>
                  <a:pt x="278" y="276"/>
                </a:lnTo>
                <a:lnTo>
                  <a:pt x="279" y="275"/>
                </a:lnTo>
                <a:lnTo>
                  <a:pt x="281" y="275"/>
                </a:lnTo>
                <a:lnTo>
                  <a:pt x="283" y="275"/>
                </a:lnTo>
                <a:lnTo>
                  <a:pt x="282" y="273"/>
                </a:lnTo>
                <a:lnTo>
                  <a:pt x="283" y="273"/>
                </a:lnTo>
                <a:lnTo>
                  <a:pt x="282" y="272"/>
                </a:lnTo>
                <a:lnTo>
                  <a:pt x="282" y="271"/>
                </a:lnTo>
                <a:lnTo>
                  <a:pt x="282" y="270"/>
                </a:lnTo>
                <a:lnTo>
                  <a:pt x="282" y="269"/>
                </a:lnTo>
                <a:lnTo>
                  <a:pt x="284" y="265"/>
                </a:lnTo>
                <a:lnTo>
                  <a:pt x="286" y="265"/>
                </a:lnTo>
                <a:lnTo>
                  <a:pt x="286" y="264"/>
                </a:lnTo>
                <a:lnTo>
                  <a:pt x="286" y="263"/>
                </a:lnTo>
                <a:lnTo>
                  <a:pt x="286" y="263"/>
                </a:lnTo>
                <a:lnTo>
                  <a:pt x="286" y="262"/>
                </a:lnTo>
                <a:lnTo>
                  <a:pt x="286" y="261"/>
                </a:lnTo>
                <a:lnTo>
                  <a:pt x="287" y="261"/>
                </a:lnTo>
                <a:lnTo>
                  <a:pt x="288" y="261"/>
                </a:lnTo>
                <a:lnTo>
                  <a:pt x="290" y="261"/>
                </a:lnTo>
                <a:lnTo>
                  <a:pt x="291" y="260"/>
                </a:lnTo>
                <a:lnTo>
                  <a:pt x="292" y="261"/>
                </a:lnTo>
                <a:lnTo>
                  <a:pt x="292" y="262"/>
                </a:lnTo>
                <a:lnTo>
                  <a:pt x="293" y="263"/>
                </a:lnTo>
                <a:lnTo>
                  <a:pt x="294" y="267"/>
                </a:lnTo>
                <a:lnTo>
                  <a:pt x="294" y="267"/>
                </a:lnTo>
                <a:lnTo>
                  <a:pt x="293" y="268"/>
                </a:lnTo>
                <a:lnTo>
                  <a:pt x="293" y="269"/>
                </a:lnTo>
                <a:lnTo>
                  <a:pt x="294" y="270"/>
                </a:lnTo>
                <a:lnTo>
                  <a:pt x="294" y="272"/>
                </a:lnTo>
                <a:lnTo>
                  <a:pt x="293" y="272"/>
                </a:lnTo>
                <a:lnTo>
                  <a:pt x="296" y="272"/>
                </a:lnTo>
                <a:lnTo>
                  <a:pt x="296" y="272"/>
                </a:lnTo>
                <a:lnTo>
                  <a:pt x="297" y="272"/>
                </a:lnTo>
                <a:lnTo>
                  <a:pt x="299" y="272"/>
                </a:lnTo>
                <a:lnTo>
                  <a:pt x="299" y="273"/>
                </a:lnTo>
                <a:lnTo>
                  <a:pt x="300" y="272"/>
                </a:lnTo>
                <a:lnTo>
                  <a:pt x="300" y="271"/>
                </a:lnTo>
                <a:lnTo>
                  <a:pt x="300" y="271"/>
                </a:lnTo>
                <a:lnTo>
                  <a:pt x="301" y="272"/>
                </a:lnTo>
                <a:lnTo>
                  <a:pt x="302" y="272"/>
                </a:lnTo>
                <a:lnTo>
                  <a:pt x="301" y="271"/>
                </a:lnTo>
                <a:lnTo>
                  <a:pt x="301" y="270"/>
                </a:lnTo>
                <a:lnTo>
                  <a:pt x="300" y="270"/>
                </a:lnTo>
                <a:lnTo>
                  <a:pt x="301" y="269"/>
                </a:lnTo>
                <a:lnTo>
                  <a:pt x="302" y="269"/>
                </a:lnTo>
                <a:lnTo>
                  <a:pt x="306" y="266"/>
                </a:lnTo>
                <a:lnTo>
                  <a:pt x="306" y="265"/>
                </a:lnTo>
                <a:lnTo>
                  <a:pt x="307" y="265"/>
                </a:lnTo>
                <a:lnTo>
                  <a:pt x="308" y="263"/>
                </a:lnTo>
                <a:lnTo>
                  <a:pt x="309" y="263"/>
                </a:lnTo>
                <a:lnTo>
                  <a:pt x="310" y="263"/>
                </a:lnTo>
                <a:lnTo>
                  <a:pt x="312" y="266"/>
                </a:lnTo>
                <a:lnTo>
                  <a:pt x="313" y="266"/>
                </a:lnTo>
                <a:lnTo>
                  <a:pt x="314" y="266"/>
                </a:lnTo>
                <a:lnTo>
                  <a:pt x="313" y="265"/>
                </a:lnTo>
                <a:lnTo>
                  <a:pt x="313" y="264"/>
                </a:lnTo>
                <a:lnTo>
                  <a:pt x="315" y="264"/>
                </a:lnTo>
                <a:lnTo>
                  <a:pt x="315" y="263"/>
                </a:lnTo>
                <a:lnTo>
                  <a:pt x="316" y="262"/>
                </a:lnTo>
                <a:lnTo>
                  <a:pt x="316" y="261"/>
                </a:lnTo>
                <a:lnTo>
                  <a:pt x="317" y="260"/>
                </a:lnTo>
                <a:lnTo>
                  <a:pt x="318" y="261"/>
                </a:lnTo>
                <a:lnTo>
                  <a:pt x="318" y="262"/>
                </a:lnTo>
                <a:lnTo>
                  <a:pt x="319" y="262"/>
                </a:lnTo>
                <a:lnTo>
                  <a:pt x="319" y="261"/>
                </a:lnTo>
                <a:lnTo>
                  <a:pt x="320" y="261"/>
                </a:lnTo>
                <a:lnTo>
                  <a:pt x="320" y="262"/>
                </a:lnTo>
                <a:lnTo>
                  <a:pt x="322" y="262"/>
                </a:lnTo>
                <a:lnTo>
                  <a:pt x="323" y="261"/>
                </a:lnTo>
                <a:lnTo>
                  <a:pt x="323" y="260"/>
                </a:lnTo>
                <a:lnTo>
                  <a:pt x="324" y="260"/>
                </a:lnTo>
                <a:lnTo>
                  <a:pt x="326" y="259"/>
                </a:lnTo>
                <a:lnTo>
                  <a:pt x="325" y="258"/>
                </a:lnTo>
                <a:lnTo>
                  <a:pt x="325" y="256"/>
                </a:lnTo>
                <a:lnTo>
                  <a:pt x="324" y="256"/>
                </a:lnTo>
                <a:lnTo>
                  <a:pt x="324" y="255"/>
                </a:lnTo>
                <a:lnTo>
                  <a:pt x="325" y="255"/>
                </a:lnTo>
                <a:lnTo>
                  <a:pt x="326" y="254"/>
                </a:lnTo>
                <a:lnTo>
                  <a:pt x="325" y="251"/>
                </a:lnTo>
                <a:lnTo>
                  <a:pt x="325" y="251"/>
                </a:lnTo>
                <a:lnTo>
                  <a:pt x="328" y="248"/>
                </a:lnTo>
                <a:lnTo>
                  <a:pt x="333" y="248"/>
                </a:lnTo>
                <a:lnTo>
                  <a:pt x="333" y="248"/>
                </a:lnTo>
                <a:lnTo>
                  <a:pt x="333" y="247"/>
                </a:lnTo>
                <a:lnTo>
                  <a:pt x="332" y="247"/>
                </a:lnTo>
                <a:lnTo>
                  <a:pt x="333" y="246"/>
                </a:lnTo>
                <a:lnTo>
                  <a:pt x="333" y="245"/>
                </a:lnTo>
                <a:lnTo>
                  <a:pt x="334" y="245"/>
                </a:lnTo>
                <a:lnTo>
                  <a:pt x="335" y="245"/>
                </a:lnTo>
                <a:lnTo>
                  <a:pt x="336" y="245"/>
                </a:lnTo>
                <a:lnTo>
                  <a:pt x="337" y="245"/>
                </a:lnTo>
                <a:lnTo>
                  <a:pt x="339" y="244"/>
                </a:lnTo>
                <a:lnTo>
                  <a:pt x="339" y="244"/>
                </a:lnTo>
                <a:lnTo>
                  <a:pt x="339" y="245"/>
                </a:lnTo>
                <a:lnTo>
                  <a:pt x="340" y="246"/>
                </a:lnTo>
                <a:lnTo>
                  <a:pt x="343" y="249"/>
                </a:lnTo>
                <a:lnTo>
                  <a:pt x="343" y="250"/>
                </a:lnTo>
                <a:lnTo>
                  <a:pt x="344" y="251"/>
                </a:lnTo>
                <a:lnTo>
                  <a:pt x="343" y="252"/>
                </a:lnTo>
                <a:lnTo>
                  <a:pt x="343" y="252"/>
                </a:lnTo>
                <a:lnTo>
                  <a:pt x="345" y="253"/>
                </a:lnTo>
                <a:lnTo>
                  <a:pt x="345" y="255"/>
                </a:lnTo>
                <a:lnTo>
                  <a:pt x="346" y="255"/>
                </a:lnTo>
                <a:lnTo>
                  <a:pt x="346" y="256"/>
                </a:lnTo>
                <a:lnTo>
                  <a:pt x="347" y="256"/>
                </a:lnTo>
                <a:lnTo>
                  <a:pt x="347" y="256"/>
                </a:lnTo>
                <a:lnTo>
                  <a:pt x="347" y="255"/>
                </a:lnTo>
                <a:lnTo>
                  <a:pt x="348" y="255"/>
                </a:lnTo>
                <a:lnTo>
                  <a:pt x="349" y="255"/>
                </a:lnTo>
                <a:lnTo>
                  <a:pt x="349" y="256"/>
                </a:lnTo>
                <a:lnTo>
                  <a:pt x="348" y="256"/>
                </a:lnTo>
                <a:lnTo>
                  <a:pt x="349" y="257"/>
                </a:lnTo>
                <a:lnTo>
                  <a:pt x="349" y="258"/>
                </a:lnTo>
                <a:lnTo>
                  <a:pt x="349" y="258"/>
                </a:lnTo>
                <a:lnTo>
                  <a:pt x="350" y="260"/>
                </a:lnTo>
                <a:lnTo>
                  <a:pt x="350" y="260"/>
                </a:lnTo>
                <a:lnTo>
                  <a:pt x="350" y="262"/>
                </a:lnTo>
                <a:lnTo>
                  <a:pt x="349" y="262"/>
                </a:lnTo>
                <a:lnTo>
                  <a:pt x="349" y="261"/>
                </a:lnTo>
                <a:lnTo>
                  <a:pt x="348" y="261"/>
                </a:lnTo>
                <a:lnTo>
                  <a:pt x="347" y="262"/>
                </a:lnTo>
                <a:lnTo>
                  <a:pt x="347" y="263"/>
                </a:lnTo>
                <a:lnTo>
                  <a:pt x="347" y="264"/>
                </a:lnTo>
                <a:lnTo>
                  <a:pt x="348" y="264"/>
                </a:lnTo>
                <a:lnTo>
                  <a:pt x="349" y="265"/>
                </a:lnTo>
                <a:lnTo>
                  <a:pt x="349" y="266"/>
                </a:lnTo>
                <a:lnTo>
                  <a:pt x="350" y="267"/>
                </a:lnTo>
                <a:lnTo>
                  <a:pt x="351" y="268"/>
                </a:lnTo>
                <a:lnTo>
                  <a:pt x="350" y="269"/>
                </a:lnTo>
                <a:lnTo>
                  <a:pt x="352" y="269"/>
                </a:lnTo>
                <a:lnTo>
                  <a:pt x="352" y="270"/>
                </a:lnTo>
                <a:lnTo>
                  <a:pt x="352" y="271"/>
                </a:lnTo>
                <a:lnTo>
                  <a:pt x="352" y="272"/>
                </a:lnTo>
                <a:lnTo>
                  <a:pt x="355" y="271"/>
                </a:lnTo>
                <a:lnTo>
                  <a:pt x="357" y="270"/>
                </a:lnTo>
                <a:lnTo>
                  <a:pt x="358" y="271"/>
                </a:lnTo>
                <a:lnTo>
                  <a:pt x="359" y="270"/>
                </a:lnTo>
                <a:lnTo>
                  <a:pt x="360" y="270"/>
                </a:lnTo>
                <a:lnTo>
                  <a:pt x="360" y="270"/>
                </a:lnTo>
                <a:lnTo>
                  <a:pt x="361" y="271"/>
                </a:lnTo>
                <a:lnTo>
                  <a:pt x="362" y="271"/>
                </a:lnTo>
                <a:lnTo>
                  <a:pt x="366" y="271"/>
                </a:lnTo>
                <a:lnTo>
                  <a:pt x="366" y="270"/>
                </a:lnTo>
                <a:lnTo>
                  <a:pt x="368" y="270"/>
                </a:lnTo>
                <a:lnTo>
                  <a:pt x="368" y="268"/>
                </a:lnTo>
                <a:lnTo>
                  <a:pt x="368" y="268"/>
                </a:lnTo>
                <a:lnTo>
                  <a:pt x="369" y="267"/>
                </a:lnTo>
                <a:lnTo>
                  <a:pt x="369" y="265"/>
                </a:lnTo>
                <a:lnTo>
                  <a:pt x="368" y="264"/>
                </a:lnTo>
                <a:lnTo>
                  <a:pt x="368" y="264"/>
                </a:lnTo>
                <a:lnTo>
                  <a:pt x="369" y="264"/>
                </a:lnTo>
                <a:lnTo>
                  <a:pt x="369" y="263"/>
                </a:lnTo>
                <a:lnTo>
                  <a:pt x="367" y="263"/>
                </a:lnTo>
                <a:lnTo>
                  <a:pt x="367" y="262"/>
                </a:lnTo>
                <a:lnTo>
                  <a:pt x="366" y="261"/>
                </a:lnTo>
                <a:lnTo>
                  <a:pt x="367" y="260"/>
                </a:lnTo>
                <a:lnTo>
                  <a:pt x="366" y="259"/>
                </a:lnTo>
                <a:lnTo>
                  <a:pt x="366" y="257"/>
                </a:lnTo>
                <a:lnTo>
                  <a:pt x="366" y="255"/>
                </a:lnTo>
                <a:lnTo>
                  <a:pt x="367" y="254"/>
                </a:lnTo>
                <a:lnTo>
                  <a:pt x="367" y="252"/>
                </a:lnTo>
                <a:lnTo>
                  <a:pt x="366" y="252"/>
                </a:lnTo>
                <a:lnTo>
                  <a:pt x="365" y="252"/>
                </a:lnTo>
                <a:lnTo>
                  <a:pt x="364" y="250"/>
                </a:lnTo>
                <a:lnTo>
                  <a:pt x="364" y="250"/>
                </a:lnTo>
                <a:lnTo>
                  <a:pt x="364" y="249"/>
                </a:lnTo>
                <a:lnTo>
                  <a:pt x="365" y="248"/>
                </a:lnTo>
                <a:lnTo>
                  <a:pt x="367" y="247"/>
                </a:lnTo>
                <a:lnTo>
                  <a:pt x="367" y="246"/>
                </a:lnTo>
                <a:lnTo>
                  <a:pt x="367" y="245"/>
                </a:lnTo>
                <a:lnTo>
                  <a:pt x="369" y="246"/>
                </a:lnTo>
                <a:lnTo>
                  <a:pt x="368" y="247"/>
                </a:lnTo>
                <a:lnTo>
                  <a:pt x="370" y="247"/>
                </a:lnTo>
                <a:lnTo>
                  <a:pt x="370" y="248"/>
                </a:lnTo>
                <a:lnTo>
                  <a:pt x="372" y="249"/>
                </a:lnTo>
                <a:lnTo>
                  <a:pt x="374" y="248"/>
                </a:lnTo>
                <a:lnTo>
                  <a:pt x="374" y="251"/>
                </a:lnTo>
                <a:lnTo>
                  <a:pt x="376" y="253"/>
                </a:lnTo>
                <a:lnTo>
                  <a:pt x="376" y="255"/>
                </a:lnTo>
                <a:lnTo>
                  <a:pt x="377" y="255"/>
                </a:lnTo>
                <a:lnTo>
                  <a:pt x="378" y="257"/>
                </a:lnTo>
                <a:lnTo>
                  <a:pt x="378" y="257"/>
                </a:lnTo>
                <a:lnTo>
                  <a:pt x="379" y="258"/>
                </a:lnTo>
                <a:lnTo>
                  <a:pt x="378" y="259"/>
                </a:lnTo>
                <a:lnTo>
                  <a:pt x="379" y="259"/>
                </a:lnTo>
                <a:lnTo>
                  <a:pt x="380" y="259"/>
                </a:lnTo>
                <a:lnTo>
                  <a:pt x="380" y="258"/>
                </a:lnTo>
                <a:lnTo>
                  <a:pt x="380" y="257"/>
                </a:lnTo>
                <a:lnTo>
                  <a:pt x="381" y="256"/>
                </a:lnTo>
                <a:lnTo>
                  <a:pt x="382" y="255"/>
                </a:lnTo>
                <a:lnTo>
                  <a:pt x="382" y="255"/>
                </a:lnTo>
                <a:lnTo>
                  <a:pt x="382" y="254"/>
                </a:lnTo>
                <a:lnTo>
                  <a:pt x="382" y="254"/>
                </a:lnTo>
                <a:lnTo>
                  <a:pt x="382" y="254"/>
                </a:lnTo>
                <a:lnTo>
                  <a:pt x="382" y="253"/>
                </a:lnTo>
                <a:lnTo>
                  <a:pt x="382" y="253"/>
                </a:lnTo>
                <a:lnTo>
                  <a:pt x="383" y="252"/>
                </a:lnTo>
                <a:lnTo>
                  <a:pt x="384" y="252"/>
                </a:lnTo>
                <a:lnTo>
                  <a:pt x="384" y="251"/>
                </a:lnTo>
                <a:lnTo>
                  <a:pt x="384" y="250"/>
                </a:lnTo>
                <a:lnTo>
                  <a:pt x="385" y="250"/>
                </a:lnTo>
                <a:lnTo>
                  <a:pt x="384" y="249"/>
                </a:lnTo>
                <a:lnTo>
                  <a:pt x="386" y="247"/>
                </a:lnTo>
                <a:lnTo>
                  <a:pt x="387" y="248"/>
                </a:lnTo>
                <a:lnTo>
                  <a:pt x="388" y="246"/>
                </a:lnTo>
                <a:lnTo>
                  <a:pt x="390" y="245"/>
                </a:lnTo>
                <a:lnTo>
                  <a:pt x="390" y="245"/>
                </a:lnTo>
                <a:lnTo>
                  <a:pt x="391" y="245"/>
                </a:lnTo>
                <a:lnTo>
                  <a:pt x="391" y="244"/>
                </a:lnTo>
                <a:lnTo>
                  <a:pt x="391" y="244"/>
                </a:lnTo>
                <a:lnTo>
                  <a:pt x="393" y="245"/>
                </a:lnTo>
                <a:lnTo>
                  <a:pt x="394" y="244"/>
                </a:lnTo>
                <a:lnTo>
                  <a:pt x="396" y="241"/>
                </a:lnTo>
                <a:lnTo>
                  <a:pt x="397" y="241"/>
                </a:lnTo>
                <a:lnTo>
                  <a:pt x="397" y="239"/>
                </a:lnTo>
                <a:lnTo>
                  <a:pt x="398" y="238"/>
                </a:lnTo>
                <a:lnTo>
                  <a:pt x="399" y="238"/>
                </a:lnTo>
                <a:lnTo>
                  <a:pt x="401" y="238"/>
                </a:lnTo>
                <a:lnTo>
                  <a:pt x="401" y="237"/>
                </a:lnTo>
                <a:lnTo>
                  <a:pt x="401" y="237"/>
                </a:lnTo>
                <a:lnTo>
                  <a:pt x="403" y="238"/>
                </a:lnTo>
                <a:lnTo>
                  <a:pt x="403" y="238"/>
                </a:lnTo>
                <a:lnTo>
                  <a:pt x="404" y="237"/>
                </a:lnTo>
                <a:lnTo>
                  <a:pt x="405" y="236"/>
                </a:lnTo>
                <a:lnTo>
                  <a:pt x="405" y="237"/>
                </a:lnTo>
                <a:lnTo>
                  <a:pt x="405" y="236"/>
                </a:lnTo>
                <a:lnTo>
                  <a:pt x="405" y="236"/>
                </a:lnTo>
                <a:lnTo>
                  <a:pt x="406" y="235"/>
                </a:lnTo>
                <a:lnTo>
                  <a:pt x="406" y="234"/>
                </a:lnTo>
                <a:lnTo>
                  <a:pt x="406" y="233"/>
                </a:lnTo>
                <a:lnTo>
                  <a:pt x="406" y="233"/>
                </a:lnTo>
                <a:lnTo>
                  <a:pt x="406" y="232"/>
                </a:lnTo>
                <a:lnTo>
                  <a:pt x="408" y="231"/>
                </a:lnTo>
                <a:lnTo>
                  <a:pt x="410" y="231"/>
                </a:lnTo>
                <a:lnTo>
                  <a:pt x="410" y="230"/>
                </a:lnTo>
                <a:lnTo>
                  <a:pt x="413" y="231"/>
                </a:lnTo>
                <a:lnTo>
                  <a:pt x="414" y="231"/>
                </a:lnTo>
                <a:lnTo>
                  <a:pt x="413" y="230"/>
                </a:lnTo>
                <a:lnTo>
                  <a:pt x="414" y="229"/>
                </a:lnTo>
                <a:lnTo>
                  <a:pt x="413" y="229"/>
                </a:lnTo>
                <a:lnTo>
                  <a:pt x="412" y="228"/>
                </a:lnTo>
                <a:lnTo>
                  <a:pt x="414" y="227"/>
                </a:lnTo>
                <a:lnTo>
                  <a:pt x="416" y="227"/>
                </a:lnTo>
                <a:lnTo>
                  <a:pt x="416" y="227"/>
                </a:lnTo>
                <a:lnTo>
                  <a:pt x="416" y="228"/>
                </a:lnTo>
                <a:lnTo>
                  <a:pt x="417" y="228"/>
                </a:lnTo>
                <a:lnTo>
                  <a:pt x="419" y="228"/>
                </a:lnTo>
                <a:lnTo>
                  <a:pt x="421" y="229"/>
                </a:lnTo>
                <a:lnTo>
                  <a:pt x="421" y="228"/>
                </a:lnTo>
                <a:lnTo>
                  <a:pt x="422" y="227"/>
                </a:lnTo>
                <a:lnTo>
                  <a:pt x="422" y="228"/>
                </a:lnTo>
                <a:lnTo>
                  <a:pt x="423" y="227"/>
                </a:lnTo>
                <a:lnTo>
                  <a:pt x="424" y="227"/>
                </a:lnTo>
                <a:lnTo>
                  <a:pt x="426" y="225"/>
                </a:lnTo>
                <a:lnTo>
                  <a:pt x="425" y="225"/>
                </a:lnTo>
                <a:lnTo>
                  <a:pt x="425" y="223"/>
                </a:lnTo>
                <a:lnTo>
                  <a:pt x="426" y="221"/>
                </a:lnTo>
                <a:lnTo>
                  <a:pt x="430" y="220"/>
                </a:lnTo>
                <a:lnTo>
                  <a:pt x="431" y="220"/>
                </a:lnTo>
                <a:lnTo>
                  <a:pt x="432" y="216"/>
                </a:lnTo>
                <a:lnTo>
                  <a:pt x="432" y="215"/>
                </a:lnTo>
                <a:lnTo>
                  <a:pt x="432" y="215"/>
                </a:lnTo>
                <a:lnTo>
                  <a:pt x="432" y="214"/>
                </a:lnTo>
                <a:lnTo>
                  <a:pt x="432" y="214"/>
                </a:lnTo>
                <a:lnTo>
                  <a:pt x="432" y="212"/>
                </a:lnTo>
                <a:lnTo>
                  <a:pt x="430" y="212"/>
                </a:lnTo>
                <a:lnTo>
                  <a:pt x="429" y="211"/>
                </a:lnTo>
                <a:lnTo>
                  <a:pt x="429" y="212"/>
                </a:lnTo>
                <a:lnTo>
                  <a:pt x="428" y="211"/>
                </a:lnTo>
                <a:lnTo>
                  <a:pt x="427" y="211"/>
                </a:lnTo>
                <a:lnTo>
                  <a:pt x="427" y="212"/>
                </a:lnTo>
                <a:lnTo>
                  <a:pt x="426" y="210"/>
                </a:lnTo>
                <a:lnTo>
                  <a:pt x="425" y="210"/>
                </a:lnTo>
                <a:lnTo>
                  <a:pt x="425" y="210"/>
                </a:lnTo>
                <a:lnTo>
                  <a:pt x="425" y="209"/>
                </a:lnTo>
                <a:lnTo>
                  <a:pt x="425" y="208"/>
                </a:lnTo>
                <a:lnTo>
                  <a:pt x="427" y="209"/>
                </a:lnTo>
                <a:lnTo>
                  <a:pt x="427" y="208"/>
                </a:lnTo>
                <a:lnTo>
                  <a:pt x="426" y="207"/>
                </a:lnTo>
                <a:lnTo>
                  <a:pt x="428" y="207"/>
                </a:lnTo>
                <a:lnTo>
                  <a:pt x="428" y="207"/>
                </a:lnTo>
                <a:lnTo>
                  <a:pt x="428" y="206"/>
                </a:lnTo>
                <a:lnTo>
                  <a:pt x="427" y="205"/>
                </a:lnTo>
                <a:lnTo>
                  <a:pt x="427" y="204"/>
                </a:lnTo>
                <a:lnTo>
                  <a:pt x="427" y="203"/>
                </a:lnTo>
                <a:lnTo>
                  <a:pt x="426" y="202"/>
                </a:lnTo>
                <a:lnTo>
                  <a:pt x="426" y="202"/>
                </a:lnTo>
                <a:lnTo>
                  <a:pt x="424" y="199"/>
                </a:lnTo>
                <a:lnTo>
                  <a:pt x="424" y="199"/>
                </a:lnTo>
                <a:lnTo>
                  <a:pt x="423" y="198"/>
                </a:lnTo>
                <a:lnTo>
                  <a:pt x="423" y="197"/>
                </a:lnTo>
                <a:lnTo>
                  <a:pt x="423" y="197"/>
                </a:lnTo>
                <a:lnTo>
                  <a:pt x="423" y="195"/>
                </a:lnTo>
                <a:lnTo>
                  <a:pt x="422" y="194"/>
                </a:lnTo>
                <a:lnTo>
                  <a:pt x="421" y="193"/>
                </a:lnTo>
                <a:lnTo>
                  <a:pt x="420" y="192"/>
                </a:lnTo>
                <a:lnTo>
                  <a:pt x="418" y="191"/>
                </a:lnTo>
                <a:lnTo>
                  <a:pt x="418" y="191"/>
                </a:lnTo>
                <a:lnTo>
                  <a:pt x="418" y="190"/>
                </a:lnTo>
                <a:lnTo>
                  <a:pt x="418" y="188"/>
                </a:lnTo>
                <a:lnTo>
                  <a:pt x="416" y="189"/>
                </a:lnTo>
                <a:lnTo>
                  <a:pt x="414" y="191"/>
                </a:lnTo>
                <a:lnTo>
                  <a:pt x="413" y="192"/>
                </a:lnTo>
                <a:lnTo>
                  <a:pt x="412" y="194"/>
                </a:lnTo>
                <a:lnTo>
                  <a:pt x="409" y="196"/>
                </a:lnTo>
                <a:lnTo>
                  <a:pt x="406" y="197"/>
                </a:lnTo>
                <a:lnTo>
                  <a:pt x="405" y="196"/>
                </a:lnTo>
                <a:lnTo>
                  <a:pt x="405" y="195"/>
                </a:lnTo>
                <a:lnTo>
                  <a:pt x="405" y="191"/>
                </a:lnTo>
                <a:lnTo>
                  <a:pt x="404" y="191"/>
                </a:lnTo>
                <a:lnTo>
                  <a:pt x="404" y="190"/>
                </a:lnTo>
                <a:lnTo>
                  <a:pt x="403" y="190"/>
                </a:lnTo>
                <a:lnTo>
                  <a:pt x="402" y="189"/>
                </a:lnTo>
                <a:lnTo>
                  <a:pt x="401" y="187"/>
                </a:lnTo>
                <a:lnTo>
                  <a:pt x="402" y="186"/>
                </a:lnTo>
                <a:lnTo>
                  <a:pt x="402" y="186"/>
                </a:lnTo>
                <a:lnTo>
                  <a:pt x="401" y="186"/>
                </a:lnTo>
                <a:lnTo>
                  <a:pt x="401" y="185"/>
                </a:lnTo>
                <a:lnTo>
                  <a:pt x="401" y="185"/>
                </a:lnTo>
                <a:lnTo>
                  <a:pt x="402" y="185"/>
                </a:lnTo>
                <a:lnTo>
                  <a:pt x="401" y="185"/>
                </a:lnTo>
                <a:lnTo>
                  <a:pt x="399" y="182"/>
                </a:lnTo>
                <a:lnTo>
                  <a:pt x="400" y="182"/>
                </a:lnTo>
                <a:lnTo>
                  <a:pt x="399" y="180"/>
                </a:lnTo>
                <a:lnTo>
                  <a:pt x="400" y="179"/>
                </a:lnTo>
                <a:lnTo>
                  <a:pt x="399" y="177"/>
                </a:lnTo>
                <a:lnTo>
                  <a:pt x="400" y="176"/>
                </a:lnTo>
                <a:lnTo>
                  <a:pt x="400" y="176"/>
                </a:lnTo>
                <a:lnTo>
                  <a:pt x="401" y="175"/>
                </a:lnTo>
                <a:lnTo>
                  <a:pt x="401" y="174"/>
                </a:lnTo>
                <a:lnTo>
                  <a:pt x="399" y="173"/>
                </a:lnTo>
                <a:lnTo>
                  <a:pt x="399" y="172"/>
                </a:lnTo>
                <a:lnTo>
                  <a:pt x="399" y="171"/>
                </a:lnTo>
                <a:lnTo>
                  <a:pt x="399" y="170"/>
                </a:lnTo>
                <a:lnTo>
                  <a:pt x="396" y="169"/>
                </a:lnTo>
                <a:lnTo>
                  <a:pt x="395" y="167"/>
                </a:lnTo>
                <a:lnTo>
                  <a:pt x="396" y="167"/>
                </a:lnTo>
                <a:lnTo>
                  <a:pt x="396" y="167"/>
                </a:lnTo>
                <a:lnTo>
                  <a:pt x="395" y="165"/>
                </a:lnTo>
                <a:lnTo>
                  <a:pt x="393" y="165"/>
                </a:lnTo>
                <a:lnTo>
                  <a:pt x="393" y="165"/>
                </a:lnTo>
                <a:lnTo>
                  <a:pt x="393" y="166"/>
                </a:lnTo>
                <a:lnTo>
                  <a:pt x="391" y="166"/>
                </a:lnTo>
                <a:lnTo>
                  <a:pt x="390" y="165"/>
                </a:lnTo>
                <a:lnTo>
                  <a:pt x="390" y="164"/>
                </a:lnTo>
                <a:lnTo>
                  <a:pt x="391" y="164"/>
                </a:lnTo>
                <a:lnTo>
                  <a:pt x="391" y="163"/>
                </a:lnTo>
                <a:lnTo>
                  <a:pt x="391" y="162"/>
                </a:lnTo>
                <a:lnTo>
                  <a:pt x="392" y="161"/>
                </a:lnTo>
                <a:lnTo>
                  <a:pt x="391" y="160"/>
                </a:lnTo>
                <a:lnTo>
                  <a:pt x="391" y="159"/>
                </a:lnTo>
                <a:lnTo>
                  <a:pt x="392" y="158"/>
                </a:lnTo>
                <a:lnTo>
                  <a:pt x="392" y="159"/>
                </a:lnTo>
                <a:lnTo>
                  <a:pt x="393" y="158"/>
                </a:lnTo>
                <a:lnTo>
                  <a:pt x="393" y="159"/>
                </a:lnTo>
                <a:lnTo>
                  <a:pt x="395" y="159"/>
                </a:lnTo>
                <a:lnTo>
                  <a:pt x="396" y="161"/>
                </a:lnTo>
                <a:lnTo>
                  <a:pt x="398" y="161"/>
                </a:lnTo>
                <a:lnTo>
                  <a:pt x="399" y="162"/>
                </a:lnTo>
                <a:lnTo>
                  <a:pt x="400" y="162"/>
                </a:lnTo>
                <a:lnTo>
                  <a:pt x="400" y="160"/>
                </a:lnTo>
                <a:lnTo>
                  <a:pt x="401" y="160"/>
                </a:lnTo>
                <a:lnTo>
                  <a:pt x="400" y="159"/>
                </a:lnTo>
                <a:lnTo>
                  <a:pt x="402" y="159"/>
                </a:lnTo>
                <a:lnTo>
                  <a:pt x="403" y="160"/>
                </a:lnTo>
                <a:lnTo>
                  <a:pt x="403" y="162"/>
                </a:lnTo>
                <a:lnTo>
                  <a:pt x="404" y="161"/>
                </a:lnTo>
                <a:lnTo>
                  <a:pt x="405" y="161"/>
                </a:lnTo>
                <a:lnTo>
                  <a:pt x="405" y="162"/>
                </a:lnTo>
                <a:lnTo>
                  <a:pt x="406" y="163"/>
                </a:lnTo>
                <a:lnTo>
                  <a:pt x="407" y="163"/>
                </a:lnTo>
                <a:lnTo>
                  <a:pt x="407" y="162"/>
                </a:lnTo>
                <a:lnTo>
                  <a:pt x="408" y="161"/>
                </a:lnTo>
                <a:lnTo>
                  <a:pt x="407" y="160"/>
                </a:lnTo>
                <a:lnTo>
                  <a:pt x="407" y="159"/>
                </a:lnTo>
                <a:lnTo>
                  <a:pt x="407" y="158"/>
                </a:lnTo>
                <a:lnTo>
                  <a:pt x="406" y="154"/>
                </a:lnTo>
                <a:lnTo>
                  <a:pt x="410" y="153"/>
                </a:lnTo>
                <a:lnTo>
                  <a:pt x="411" y="152"/>
                </a:lnTo>
                <a:lnTo>
                  <a:pt x="411" y="151"/>
                </a:lnTo>
                <a:lnTo>
                  <a:pt x="411" y="151"/>
                </a:lnTo>
                <a:lnTo>
                  <a:pt x="411" y="150"/>
                </a:lnTo>
                <a:lnTo>
                  <a:pt x="412" y="149"/>
                </a:lnTo>
                <a:lnTo>
                  <a:pt x="408" y="146"/>
                </a:lnTo>
                <a:lnTo>
                  <a:pt x="407" y="143"/>
                </a:lnTo>
                <a:lnTo>
                  <a:pt x="408" y="142"/>
                </a:lnTo>
                <a:lnTo>
                  <a:pt x="408" y="142"/>
                </a:lnTo>
                <a:lnTo>
                  <a:pt x="408" y="141"/>
                </a:lnTo>
                <a:lnTo>
                  <a:pt x="409" y="142"/>
                </a:lnTo>
                <a:lnTo>
                  <a:pt x="410" y="141"/>
                </a:lnTo>
                <a:lnTo>
                  <a:pt x="411" y="142"/>
                </a:lnTo>
                <a:lnTo>
                  <a:pt x="412" y="141"/>
                </a:lnTo>
                <a:lnTo>
                  <a:pt x="411" y="140"/>
                </a:lnTo>
                <a:lnTo>
                  <a:pt x="416" y="138"/>
                </a:lnTo>
                <a:lnTo>
                  <a:pt x="416" y="138"/>
                </a:lnTo>
                <a:lnTo>
                  <a:pt x="416" y="136"/>
                </a:lnTo>
                <a:lnTo>
                  <a:pt x="415" y="136"/>
                </a:lnTo>
                <a:lnTo>
                  <a:pt x="416" y="135"/>
                </a:lnTo>
                <a:lnTo>
                  <a:pt x="415" y="135"/>
                </a:lnTo>
                <a:lnTo>
                  <a:pt x="415" y="134"/>
                </a:lnTo>
                <a:lnTo>
                  <a:pt x="415" y="134"/>
                </a:lnTo>
                <a:lnTo>
                  <a:pt x="415" y="136"/>
                </a:lnTo>
                <a:lnTo>
                  <a:pt x="414" y="136"/>
                </a:lnTo>
                <a:lnTo>
                  <a:pt x="414" y="135"/>
                </a:lnTo>
                <a:lnTo>
                  <a:pt x="414" y="133"/>
                </a:lnTo>
                <a:lnTo>
                  <a:pt x="413" y="133"/>
                </a:lnTo>
                <a:lnTo>
                  <a:pt x="412" y="134"/>
                </a:lnTo>
                <a:lnTo>
                  <a:pt x="410" y="133"/>
                </a:lnTo>
                <a:lnTo>
                  <a:pt x="410" y="133"/>
                </a:lnTo>
                <a:lnTo>
                  <a:pt x="411" y="133"/>
                </a:lnTo>
                <a:lnTo>
                  <a:pt x="412" y="134"/>
                </a:lnTo>
                <a:lnTo>
                  <a:pt x="412" y="136"/>
                </a:lnTo>
                <a:lnTo>
                  <a:pt x="412" y="136"/>
                </a:lnTo>
                <a:lnTo>
                  <a:pt x="411" y="136"/>
                </a:lnTo>
                <a:lnTo>
                  <a:pt x="410" y="136"/>
                </a:lnTo>
                <a:lnTo>
                  <a:pt x="410" y="137"/>
                </a:lnTo>
                <a:lnTo>
                  <a:pt x="409" y="139"/>
                </a:lnTo>
                <a:lnTo>
                  <a:pt x="408" y="139"/>
                </a:lnTo>
                <a:lnTo>
                  <a:pt x="407" y="139"/>
                </a:lnTo>
                <a:lnTo>
                  <a:pt x="407" y="139"/>
                </a:lnTo>
                <a:lnTo>
                  <a:pt x="407" y="139"/>
                </a:lnTo>
                <a:lnTo>
                  <a:pt x="405" y="138"/>
                </a:lnTo>
                <a:lnTo>
                  <a:pt x="404" y="135"/>
                </a:lnTo>
                <a:lnTo>
                  <a:pt x="404" y="135"/>
                </a:lnTo>
                <a:lnTo>
                  <a:pt x="403" y="135"/>
                </a:lnTo>
                <a:lnTo>
                  <a:pt x="403" y="135"/>
                </a:lnTo>
                <a:lnTo>
                  <a:pt x="402" y="135"/>
                </a:lnTo>
                <a:lnTo>
                  <a:pt x="402" y="134"/>
                </a:lnTo>
                <a:lnTo>
                  <a:pt x="403" y="133"/>
                </a:lnTo>
                <a:lnTo>
                  <a:pt x="403" y="132"/>
                </a:lnTo>
                <a:lnTo>
                  <a:pt x="400" y="132"/>
                </a:lnTo>
                <a:lnTo>
                  <a:pt x="399" y="132"/>
                </a:lnTo>
                <a:lnTo>
                  <a:pt x="398" y="130"/>
                </a:lnTo>
                <a:lnTo>
                  <a:pt x="395" y="127"/>
                </a:lnTo>
                <a:lnTo>
                  <a:pt x="397" y="126"/>
                </a:lnTo>
                <a:lnTo>
                  <a:pt x="397" y="124"/>
                </a:lnTo>
                <a:lnTo>
                  <a:pt x="397" y="122"/>
                </a:lnTo>
                <a:lnTo>
                  <a:pt x="400" y="121"/>
                </a:lnTo>
                <a:lnTo>
                  <a:pt x="401" y="119"/>
                </a:lnTo>
                <a:lnTo>
                  <a:pt x="405" y="116"/>
                </a:lnTo>
                <a:lnTo>
                  <a:pt x="406" y="115"/>
                </a:lnTo>
                <a:lnTo>
                  <a:pt x="406" y="112"/>
                </a:lnTo>
                <a:lnTo>
                  <a:pt x="410" y="109"/>
                </a:lnTo>
                <a:lnTo>
                  <a:pt x="412" y="105"/>
                </a:lnTo>
                <a:lnTo>
                  <a:pt x="416" y="99"/>
                </a:lnTo>
                <a:lnTo>
                  <a:pt x="418" y="96"/>
                </a:lnTo>
                <a:lnTo>
                  <a:pt x="419" y="97"/>
                </a:lnTo>
                <a:lnTo>
                  <a:pt x="419" y="98"/>
                </a:lnTo>
                <a:lnTo>
                  <a:pt x="420" y="98"/>
                </a:lnTo>
                <a:lnTo>
                  <a:pt x="420" y="99"/>
                </a:lnTo>
                <a:lnTo>
                  <a:pt x="420" y="99"/>
                </a:lnTo>
                <a:lnTo>
                  <a:pt x="420" y="100"/>
                </a:lnTo>
                <a:lnTo>
                  <a:pt x="421" y="101"/>
                </a:lnTo>
                <a:lnTo>
                  <a:pt x="422" y="102"/>
                </a:lnTo>
                <a:lnTo>
                  <a:pt x="422" y="103"/>
                </a:lnTo>
                <a:lnTo>
                  <a:pt x="423" y="103"/>
                </a:lnTo>
                <a:lnTo>
                  <a:pt x="423" y="104"/>
                </a:lnTo>
                <a:lnTo>
                  <a:pt x="423" y="105"/>
                </a:lnTo>
                <a:lnTo>
                  <a:pt x="422" y="105"/>
                </a:lnTo>
                <a:lnTo>
                  <a:pt x="423" y="105"/>
                </a:lnTo>
                <a:lnTo>
                  <a:pt x="423" y="104"/>
                </a:lnTo>
                <a:lnTo>
                  <a:pt x="424" y="104"/>
                </a:lnTo>
                <a:lnTo>
                  <a:pt x="424" y="103"/>
                </a:lnTo>
                <a:lnTo>
                  <a:pt x="424" y="101"/>
                </a:lnTo>
                <a:lnTo>
                  <a:pt x="424" y="101"/>
                </a:lnTo>
                <a:lnTo>
                  <a:pt x="424" y="100"/>
                </a:lnTo>
                <a:lnTo>
                  <a:pt x="423" y="99"/>
                </a:lnTo>
                <a:lnTo>
                  <a:pt x="423" y="98"/>
                </a:lnTo>
                <a:lnTo>
                  <a:pt x="422" y="97"/>
                </a:lnTo>
                <a:lnTo>
                  <a:pt x="423" y="97"/>
                </a:lnTo>
                <a:lnTo>
                  <a:pt x="422" y="96"/>
                </a:lnTo>
                <a:lnTo>
                  <a:pt x="423" y="95"/>
                </a:lnTo>
                <a:lnTo>
                  <a:pt x="422" y="95"/>
                </a:lnTo>
                <a:lnTo>
                  <a:pt x="423" y="93"/>
                </a:lnTo>
                <a:lnTo>
                  <a:pt x="423" y="91"/>
                </a:lnTo>
                <a:lnTo>
                  <a:pt x="423" y="90"/>
                </a:lnTo>
                <a:lnTo>
                  <a:pt x="423" y="90"/>
                </a:lnTo>
                <a:lnTo>
                  <a:pt x="423" y="88"/>
                </a:lnTo>
                <a:lnTo>
                  <a:pt x="423" y="88"/>
                </a:lnTo>
                <a:lnTo>
                  <a:pt x="423" y="86"/>
                </a:lnTo>
                <a:lnTo>
                  <a:pt x="424" y="86"/>
                </a:lnTo>
                <a:lnTo>
                  <a:pt x="424" y="85"/>
                </a:lnTo>
                <a:lnTo>
                  <a:pt x="424" y="84"/>
                </a:lnTo>
                <a:lnTo>
                  <a:pt x="424" y="83"/>
                </a:lnTo>
                <a:lnTo>
                  <a:pt x="424" y="82"/>
                </a:lnTo>
                <a:lnTo>
                  <a:pt x="424" y="81"/>
                </a:lnTo>
                <a:lnTo>
                  <a:pt x="424" y="81"/>
                </a:lnTo>
                <a:lnTo>
                  <a:pt x="425" y="80"/>
                </a:lnTo>
                <a:lnTo>
                  <a:pt x="426" y="80"/>
                </a:lnTo>
                <a:lnTo>
                  <a:pt x="427" y="80"/>
                </a:lnTo>
                <a:lnTo>
                  <a:pt x="427" y="80"/>
                </a:lnTo>
                <a:lnTo>
                  <a:pt x="428" y="81"/>
                </a:lnTo>
                <a:lnTo>
                  <a:pt x="429" y="80"/>
                </a:lnTo>
                <a:lnTo>
                  <a:pt x="429" y="79"/>
                </a:lnTo>
                <a:lnTo>
                  <a:pt x="430" y="79"/>
                </a:lnTo>
                <a:lnTo>
                  <a:pt x="429" y="77"/>
                </a:lnTo>
                <a:lnTo>
                  <a:pt x="430" y="76"/>
                </a:lnTo>
                <a:lnTo>
                  <a:pt x="429" y="75"/>
                </a:lnTo>
                <a:lnTo>
                  <a:pt x="430" y="75"/>
                </a:lnTo>
                <a:lnTo>
                  <a:pt x="429" y="74"/>
                </a:lnTo>
                <a:lnTo>
                  <a:pt x="429" y="74"/>
                </a:lnTo>
                <a:lnTo>
                  <a:pt x="429" y="73"/>
                </a:lnTo>
                <a:lnTo>
                  <a:pt x="428" y="73"/>
                </a:lnTo>
                <a:lnTo>
                  <a:pt x="428" y="71"/>
                </a:lnTo>
                <a:lnTo>
                  <a:pt x="428" y="71"/>
                </a:lnTo>
                <a:lnTo>
                  <a:pt x="428" y="70"/>
                </a:lnTo>
                <a:lnTo>
                  <a:pt x="427" y="70"/>
                </a:lnTo>
                <a:lnTo>
                  <a:pt x="427" y="70"/>
                </a:lnTo>
                <a:lnTo>
                  <a:pt x="427" y="70"/>
                </a:lnTo>
                <a:lnTo>
                  <a:pt x="426" y="69"/>
                </a:lnTo>
                <a:lnTo>
                  <a:pt x="426" y="69"/>
                </a:lnTo>
                <a:lnTo>
                  <a:pt x="427" y="69"/>
                </a:lnTo>
                <a:lnTo>
                  <a:pt x="427" y="69"/>
                </a:lnTo>
                <a:lnTo>
                  <a:pt x="427" y="69"/>
                </a:lnTo>
                <a:lnTo>
                  <a:pt x="427" y="69"/>
                </a:lnTo>
                <a:lnTo>
                  <a:pt x="427" y="67"/>
                </a:lnTo>
                <a:lnTo>
                  <a:pt x="427" y="67"/>
                </a:lnTo>
                <a:lnTo>
                  <a:pt x="427" y="66"/>
                </a:lnTo>
                <a:lnTo>
                  <a:pt x="426" y="65"/>
                </a:lnTo>
                <a:lnTo>
                  <a:pt x="427" y="65"/>
                </a:lnTo>
                <a:lnTo>
                  <a:pt x="427" y="64"/>
                </a:lnTo>
                <a:lnTo>
                  <a:pt x="427" y="64"/>
                </a:lnTo>
                <a:lnTo>
                  <a:pt x="426" y="62"/>
                </a:lnTo>
                <a:lnTo>
                  <a:pt x="426" y="62"/>
                </a:lnTo>
                <a:lnTo>
                  <a:pt x="426" y="62"/>
                </a:lnTo>
                <a:lnTo>
                  <a:pt x="427" y="61"/>
                </a:lnTo>
                <a:lnTo>
                  <a:pt x="426" y="60"/>
                </a:lnTo>
                <a:lnTo>
                  <a:pt x="427" y="60"/>
                </a:lnTo>
                <a:lnTo>
                  <a:pt x="427" y="60"/>
                </a:lnTo>
                <a:lnTo>
                  <a:pt x="427" y="60"/>
                </a:lnTo>
                <a:lnTo>
                  <a:pt x="426" y="60"/>
                </a:lnTo>
                <a:lnTo>
                  <a:pt x="426" y="59"/>
                </a:lnTo>
                <a:lnTo>
                  <a:pt x="426" y="59"/>
                </a:lnTo>
                <a:lnTo>
                  <a:pt x="427" y="58"/>
                </a:lnTo>
                <a:lnTo>
                  <a:pt x="428" y="58"/>
                </a:lnTo>
                <a:lnTo>
                  <a:pt x="427" y="58"/>
                </a:lnTo>
                <a:lnTo>
                  <a:pt x="428" y="56"/>
                </a:lnTo>
                <a:lnTo>
                  <a:pt x="428" y="55"/>
                </a:lnTo>
                <a:lnTo>
                  <a:pt x="428" y="55"/>
                </a:lnTo>
                <a:lnTo>
                  <a:pt x="428" y="54"/>
                </a:lnTo>
                <a:lnTo>
                  <a:pt x="429" y="53"/>
                </a:lnTo>
                <a:lnTo>
                  <a:pt x="429" y="53"/>
                </a:lnTo>
                <a:lnTo>
                  <a:pt x="429" y="53"/>
                </a:lnTo>
                <a:lnTo>
                  <a:pt x="428" y="52"/>
                </a:lnTo>
                <a:lnTo>
                  <a:pt x="429" y="51"/>
                </a:lnTo>
                <a:lnTo>
                  <a:pt x="429" y="52"/>
                </a:lnTo>
                <a:lnTo>
                  <a:pt x="429" y="51"/>
                </a:lnTo>
                <a:lnTo>
                  <a:pt x="429" y="51"/>
                </a:lnTo>
                <a:lnTo>
                  <a:pt x="430" y="51"/>
                </a:lnTo>
                <a:lnTo>
                  <a:pt x="432" y="47"/>
                </a:lnTo>
                <a:lnTo>
                  <a:pt x="431" y="45"/>
                </a:lnTo>
                <a:lnTo>
                  <a:pt x="431" y="44"/>
                </a:lnTo>
                <a:lnTo>
                  <a:pt x="431" y="44"/>
                </a:lnTo>
                <a:lnTo>
                  <a:pt x="431" y="44"/>
                </a:lnTo>
                <a:lnTo>
                  <a:pt x="430" y="44"/>
                </a:lnTo>
                <a:lnTo>
                  <a:pt x="431" y="43"/>
                </a:lnTo>
                <a:lnTo>
                  <a:pt x="431" y="43"/>
                </a:lnTo>
                <a:lnTo>
                  <a:pt x="431" y="43"/>
                </a:lnTo>
                <a:lnTo>
                  <a:pt x="431" y="42"/>
                </a:lnTo>
                <a:lnTo>
                  <a:pt x="432" y="42"/>
                </a:lnTo>
                <a:lnTo>
                  <a:pt x="432" y="42"/>
                </a:lnTo>
                <a:lnTo>
                  <a:pt x="432" y="42"/>
                </a:lnTo>
                <a:lnTo>
                  <a:pt x="432" y="40"/>
                </a:lnTo>
                <a:lnTo>
                  <a:pt x="433" y="40"/>
                </a:lnTo>
                <a:lnTo>
                  <a:pt x="433" y="40"/>
                </a:lnTo>
                <a:lnTo>
                  <a:pt x="433" y="39"/>
                </a:lnTo>
                <a:lnTo>
                  <a:pt x="434" y="38"/>
                </a:lnTo>
                <a:lnTo>
                  <a:pt x="433" y="37"/>
                </a:lnTo>
                <a:lnTo>
                  <a:pt x="433" y="36"/>
                </a:lnTo>
                <a:lnTo>
                  <a:pt x="432" y="36"/>
                </a:lnTo>
                <a:lnTo>
                  <a:pt x="432" y="35"/>
                </a:lnTo>
                <a:lnTo>
                  <a:pt x="431" y="35"/>
                </a:lnTo>
                <a:lnTo>
                  <a:pt x="431" y="35"/>
                </a:lnTo>
                <a:lnTo>
                  <a:pt x="430" y="35"/>
                </a:lnTo>
                <a:lnTo>
                  <a:pt x="429" y="33"/>
                </a:lnTo>
                <a:lnTo>
                  <a:pt x="428" y="33"/>
                </a:lnTo>
                <a:lnTo>
                  <a:pt x="428" y="33"/>
                </a:lnTo>
                <a:lnTo>
                  <a:pt x="427" y="31"/>
                </a:lnTo>
                <a:lnTo>
                  <a:pt x="420" y="26"/>
                </a:lnTo>
                <a:lnTo>
                  <a:pt x="420" y="27"/>
                </a:lnTo>
                <a:lnTo>
                  <a:pt x="420" y="26"/>
                </a:lnTo>
                <a:lnTo>
                  <a:pt x="417" y="27"/>
                </a:lnTo>
                <a:lnTo>
                  <a:pt x="417" y="26"/>
                </a:lnTo>
                <a:lnTo>
                  <a:pt x="417" y="26"/>
                </a:lnTo>
                <a:lnTo>
                  <a:pt x="416" y="28"/>
                </a:lnTo>
                <a:lnTo>
                  <a:pt x="417" y="28"/>
                </a:lnTo>
                <a:lnTo>
                  <a:pt x="417" y="29"/>
                </a:lnTo>
                <a:lnTo>
                  <a:pt x="415" y="30"/>
                </a:lnTo>
                <a:lnTo>
                  <a:pt x="415" y="31"/>
                </a:lnTo>
                <a:lnTo>
                  <a:pt x="415" y="31"/>
                </a:lnTo>
                <a:lnTo>
                  <a:pt x="415" y="33"/>
                </a:lnTo>
                <a:lnTo>
                  <a:pt x="413" y="33"/>
                </a:lnTo>
                <a:lnTo>
                  <a:pt x="412" y="34"/>
                </a:lnTo>
                <a:lnTo>
                  <a:pt x="412" y="35"/>
                </a:lnTo>
                <a:lnTo>
                  <a:pt x="411" y="34"/>
                </a:lnTo>
                <a:lnTo>
                  <a:pt x="409" y="34"/>
                </a:lnTo>
                <a:lnTo>
                  <a:pt x="409" y="34"/>
                </a:lnTo>
                <a:lnTo>
                  <a:pt x="409" y="36"/>
                </a:lnTo>
                <a:lnTo>
                  <a:pt x="407" y="36"/>
                </a:lnTo>
                <a:lnTo>
                  <a:pt x="406" y="35"/>
                </a:lnTo>
                <a:lnTo>
                  <a:pt x="404" y="36"/>
                </a:lnTo>
                <a:lnTo>
                  <a:pt x="404" y="36"/>
                </a:lnTo>
                <a:lnTo>
                  <a:pt x="403" y="36"/>
                </a:lnTo>
                <a:lnTo>
                  <a:pt x="402" y="37"/>
                </a:lnTo>
                <a:lnTo>
                  <a:pt x="400" y="36"/>
                </a:lnTo>
                <a:lnTo>
                  <a:pt x="400" y="36"/>
                </a:lnTo>
                <a:lnTo>
                  <a:pt x="398" y="36"/>
                </a:lnTo>
                <a:lnTo>
                  <a:pt x="398" y="37"/>
                </a:lnTo>
                <a:lnTo>
                  <a:pt x="398" y="37"/>
                </a:lnTo>
                <a:lnTo>
                  <a:pt x="395" y="39"/>
                </a:lnTo>
                <a:lnTo>
                  <a:pt x="393" y="39"/>
                </a:lnTo>
                <a:lnTo>
                  <a:pt x="393" y="40"/>
                </a:lnTo>
                <a:lnTo>
                  <a:pt x="389" y="39"/>
                </a:lnTo>
                <a:lnTo>
                  <a:pt x="388" y="39"/>
                </a:lnTo>
                <a:lnTo>
                  <a:pt x="388" y="39"/>
                </a:lnTo>
                <a:lnTo>
                  <a:pt x="388" y="38"/>
                </a:lnTo>
                <a:lnTo>
                  <a:pt x="387" y="37"/>
                </a:lnTo>
                <a:lnTo>
                  <a:pt x="386" y="37"/>
                </a:lnTo>
                <a:lnTo>
                  <a:pt x="386" y="36"/>
                </a:lnTo>
                <a:lnTo>
                  <a:pt x="386" y="35"/>
                </a:lnTo>
                <a:lnTo>
                  <a:pt x="386" y="35"/>
                </a:lnTo>
                <a:lnTo>
                  <a:pt x="386" y="35"/>
                </a:lnTo>
                <a:lnTo>
                  <a:pt x="386" y="34"/>
                </a:lnTo>
                <a:lnTo>
                  <a:pt x="385" y="34"/>
                </a:lnTo>
                <a:lnTo>
                  <a:pt x="385" y="33"/>
                </a:lnTo>
                <a:lnTo>
                  <a:pt x="385" y="33"/>
                </a:lnTo>
                <a:lnTo>
                  <a:pt x="383" y="31"/>
                </a:lnTo>
                <a:lnTo>
                  <a:pt x="383" y="30"/>
                </a:lnTo>
                <a:lnTo>
                  <a:pt x="382" y="28"/>
                </a:lnTo>
                <a:lnTo>
                  <a:pt x="382" y="27"/>
                </a:lnTo>
                <a:lnTo>
                  <a:pt x="382" y="26"/>
                </a:lnTo>
                <a:lnTo>
                  <a:pt x="381" y="26"/>
                </a:lnTo>
                <a:lnTo>
                  <a:pt x="380" y="24"/>
                </a:lnTo>
                <a:lnTo>
                  <a:pt x="380" y="24"/>
                </a:lnTo>
                <a:lnTo>
                  <a:pt x="380" y="23"/>
                </a:lnTo>
                <a:lnTo>
                  <a:pt x="380" y="23"/>
                </a:lnTo>
                <a:lnTo>
                  <a:pt x="381" y="22"/>
                </a:lnTo>
                <a:lnTo>
                  <a:pt x="382" y="21"/>
                </a:lnTo>
                <a:lnTo>
                  <a:pt x="381" y="20"/>
                </a:lnTo>
                <a:lnTo>
                  <a:pt x="382" y="20"/>
                </a:lnTo>
                <a:lnTo>
                  <a:pt x="381" y="20"/>
                </a:lnTo>
                <a:lnTo>
                  <a:pt x="381" y="20"/>
                </a:lnTo>
                <a:lnTo>
                  <a:pt x="380" y="20"/>
                </a:lnTo>
                <a:lnTo>
                  <a:pt x="379" y="20"/>
                </a:lnTo>
                <a:lnTo>
                  <a:pt x="377" y="20"/>
                </a:lnTo>
                <a:lnTo>
                  <a:pt x="377" y="19"/>
                </a:lnTo>
                <a:lnTo>
                  <a:pt x="376" y="18"/>
                </a:lnTo>
                <a:lnTo>
                  <a:pt x="376" y="18"/>
                </a:lnTo>
                <a:lnTo>
                  <a:pt x="375" y="17"/>
                </a:lnTo>
                <a:lnTo>
                  <a:pt x="374" y="16"/>
                </a:lnTo>
                <a:lnTo>
                  <a:pt x="373" y="17"/>
                </a:lnTo>
                <a:lnTo>
                  <a:pt x="372" y="16"/>
                </a:lnTo>
                <a:lnTo>
                  <a:pt x="372" y="16"/>
                </a:lnTo>
                <a:lnTo>
                  <a:pt x="371" y="17"/>
                </a:lnTo>
                <a:lnTo>
                  <a:pt x="371" y="18"/>
                </a:lnTo>
                <a:lnTo>
                  <a:pt x="371" y="18"/>
                </a:lnTo>
                <a:lnTo>
                  <a:pt x="371" y="18"/>
                </a:lnTo>
                <a:lnTo>
                  <a:pt x="371" y="19"/>
                </a:lnTo>
                <a:lnTo>
                  <a:pt x="370" y="20"/>
                </a:lnTo>
                <a:lnTo>
                  <a:pt x="370" y="21"/>
                </a:lnTo>
                <a:lnTo>
                  <a:pt x="368" y="21"/>
                </a:lnTo>
                <a:lnTo>
                  <a:pt x="366" y="21"/>
                </a:lnTo>
                <a:lnTo>
                  <a:pt x="366" y="21"/>
                </a:lnTo>
                <a:lnTo>
                  <a:pt x="365" y="20"/>
                </a:lnTo>
                <a:lnTo>
                  <a:pt x="365" y="19"/>
                </a:lnTo>
                <a:lnTo>
                  <a:pt x="365" y="19"/>
                </a:lnTo>
                <a:lnTo>
                  <a:pt x="363" y="19"/>
                </a:lnTo>
                <a:lnTo>
                  <a:pt x="363" y="18"/>
                </a:lnTo>
                <a:lnTo>
                  <a:pt x="361" y="18"/>
                </a:lnTo>
                <a:lnTo>
                  <a:pt x="361" y="17"/>
                </a:lnTo>
                <a:lnTo>
                  <a:pt x="360" y="17"/>
                </a:lnTo>
                <a:lnTo>
                  <a:pt x="360" y="16"/>
                </a:lnTo>
                <a:lnTo>
                  <a:pt x="358" y="17"/>
                </a:lnTo>
                <a:lnTo>
                  <a:pt x="358" y="16"/>
                </a:lnTo>
                <a:lnTo>
                  <a:pt x="359" y="14"/>
                </a:lnTo>
                <a:lnTo>
                  <a:pt x="360" y="14"/>
                </a:lnTo>
                <a:lnTo>
                  <a:pt x="361" y="13"/>
                </a:lnTo>
                <a:lnTo>
                  <a:pt x="361" y="12"/>
                </a:lnTo>
                <a:lnTo>
                  <a:pt x="363" y="10"/>
                </a:lnTo>
                <a:lnTo>
                  <a:pt x="363" y="10"/>
                </a:lnTo>
                <a:lnTo>
                  <a:pt x="363" y="9"/>
                </a:lnTo>
                <a:lnTo>
                  <a:pt x="363" y="8"/>
                </a:lnTo>
                <a:lnTo>
                  <a:pt x="364" y="7"/>
                </a:lnTo>
                <a:lnTo>
                  <a:pt x="365" y="6"/>
                </a:lnTo>
                <a:lnTo>
                  <a:pt x="365" y="5"/>
                </a:lnTo>
                <a:lnTo>
                  <a:pt x="364" y="4"/>
                </a:lnTo>
                <a:lnTo>
                  <a:pt x="364" y="4"/>
                </a:lnTo>
                <a:lnTo>
                  <a:pt x="364" y="3"/>
                </a:lnTo>
                <a:lnTo>
                  <a:pt x="362" y="3"/>
                </a:lnTo>
                <a:lnTo>
                  <a:pt x="362" y="1"/>
                </a:lnTo>
                <a:lnTo>
                  <a:pt x="361" y="1"/>
                </a:lnTo>
                <a:lnTo>
                  <a:pt x="360" y="0"/>
                </a:lnTo>
                <a:lnTo>
                  <a:pt x="357" y="0"/>
                </a:lnTo>
                <a:lnTo>
                  <a:pt x="356" y="2"/>
                </a:lnTo>
                <a:lnTo>
                  <a:pt x="355" y="2"/>
                </a:lnTo>
                <a:lnTo>
                  <a:pt x="354" y="1"/>
                </a:lnTo>
                <a:lnTo>
                  <a:pt x="354" y="2"/>
                </a:lnTo>
                <a:lnTo>
                  <a:pt x="351" y="2"/>
                </a:lnTo>
                <a:lnTo>
                  <a:pt x="350" y="3"/>
                </a:lnTo>
                <a:lnTo>
                  <a:pt x="351" y="3"/>
                </a:lnTo>
                <a:lnTo>
                  <a:pt x="349" y="5"/>
                </a:lnTo>
                <a:lnTo>
                  <a:pt x="349" y="6"/>
                </a:lnTo>
                <a:lnTo>
                  <a:pt x="349" y="6"/>
                </a:lnTo>
                <a:lnTo>
                  <a:pt x="348" y="7"/>
                </a:lnTo>
                <a:lnTo>
                  <a:pt x="347" y="7"/>
                </a:lnTo>
                <a:lnTo>
                  <a:pt x="347" y="8"/>
                </a:lnTo>
                <a:lnTo>
                  <a:pt x="346" y="9"/>
                </a:lnTo>
                <a:lnTo>
                  <a:pt x="346" y="10"/>
                </a:lnTo>
                <a:lnTo>
                  <a:pt x="345" y="11"/>
                </a:lnTo>
                <a:lnTo>
                  <a:pt x="345" y="12"/>
                </a:lnTo>
                <a:lnTo>
                  <a:pt x="344" y="12"/>
                </a:lnTo>
                <a:lnTo>
                  <a:pt x="344" y="12"/>
                </a:lnTo>
                <a:lnTo>
                  <a:pt x="343" y="14"/>
                </a:lnTo>
                <a:lnTo>
                  <a:pt x="342" y="14"/>
                </a:lnTo>
                <a:lnTo>
                  <a:pt x="341" y="15"/>
                </a:lnTo>
                <a:lnTo>
                  <a:pt x="342" y="16"/>
                </a:lnTo>
                <a:lnTo>
                  <a:pt x="342" y="18"/>
                </a:lnTo>
                <a:lnTo>
                  <a:pt x="342" y="19"/>
                </a:lnTo>
                <a:lnTo>
                  <a:pt x="342" y="19"/>
                </a:lnTo>
                <a:lnTo>
                  <a:pt x="344" y="19"/>
                </a:lnTo>
                <a:lnTo>
                  <a:pt x="345" y="18"/>
                </a:lnTo>
                <a:lnTo>
                  <a:pt x="347" y="18"/>
                </a:lnTo>
                <a:lnTo>
                  <a:pt x="348" y="17"/>
                </a:lnTo>
                <a:lnTo>
                  <a:pt x="352" y="19"/>
                </a:lnTo>
                <a:lnTo>
                  <a:pt x="351" y="19"/>
                </a:lnTo>
                <a:lnTo>
                  <a:pt x="351" y="20"/>
                </a:lnTo>
                <a:lnTo>
                  <a:pt x="351" y="20"/>
                </a:lnTo>
                <a:lnTo>
                  <a:pt x="351" y="21"/>
                </a:lnTo>
                <a:lnTo>
                  <a:pt x="351" y="22"/>
                </a:lnTo>
                <a:lnTo>
                  <a:pt x="351" y="22"/>
                </a:lnTo>
                <a:lnTo>
                  <a:pt x="351" y="23"/>
                </a:lnTo>
                <a:lnTo>
                  <a:pt x="351" y="23"/>
                </a:lnTo>
                <a:lnTo>
                  <a:pt x="352" y="25"/>
                </a:lnTo>
                <a:lnTo>
                  <a:pt x="353" y="25"/>
                </a:lnTo>
                <a:lnTo>
                  <a:pt x="353" y="26"/>
                </a:lnTo>
                <a:lnTo>
                  <a:pt x="354" y="27"/>
                </a:lnTo>
                <a:lnTo>
                  <a:pt x="353" y="27"/>
                </a:lnTo>
                <a:lnTo>
                  <a:pt x="354" y="28"/>
                </a:lnTo>
                <a:lnTo>
                  <a:pt x="353" y="29"/>
                </a:lnTo>
                <a:lnTo>
                  <a:pt x="353" y="30"/>
                </a:lnTo>
                <a:lnTo>
                  <a:pt x="353" y="30"/>
                </a:lnTo>
                <a:lnTo>
                  <a:pt x="353" y="31"/>
                </a:lnTo>
                <a:lnTo>
                  <a:pt x="353" y="31"/>
                </a:lnTo>
                <a:lnTo>
                  <a:pt x="353" y="32"/>
                </a:lnTo>
                <a:lnTo>
                  <a:pt x="351" y="33"/>
                </a:lnTo>
                <a:lnTo>
                  <a:pt x="351" y="33"/>
                </a:lnTo>
                <a:lnTo>
                  <a:pt x="350" y="33"/>
                </a:lnTo>
                <a:lnTo>
                  <a:pt x="350" y="34"/>
                </a:lnTo>
                <a:lnTo>
                  <a:pt x="349" y="35"/>
                </a:lnTo>
                <a:lnTo>
                  <a:pt x="350" y="35"/>
                </a:lnTo>
                <a:lnTo>
                  <a:pt x="348" y="36"/>
                </a:lnTo>
                <a:lnTo>
                  <a:pt x="348" y="36"/>
                </a:lnTo>
                <a:lnTo>
                  <a:pt x="347" y="38"/>
                </a:lnTo>
                <a:lnTo>
                  <a:pt x="345" y="39"/>
                </a:lnTo>
                <a:lnTo>
                  <a:pt x="346" y="39"/>
                </a:lnTo>
                <a:lnTo>
                  <a:pt x="345" y="40"/>
                </a:lnTo>
                <a:lnTo>
                  <a:pt x="345" y="41"/>
                </a:lnTo>
                <a:lnTo>
                  <a:pt x="345" y="41"/>
                </a:lnTo>
                <a:lnTo>
                  <a:pt x="345" y="43"/>
                </a:lnTo>
                <a:lnTo>
                  <a:pt x="345" y="43"/>
                </a:lnTo>
                <a:lnTo>
                  <a:pt x="345" y="45"/>
                </a:lnTo>
                <a:lnTo>
                  <a:pt x="344" y="45"/>
                </a:lnTo>
                <a:lnTo>
                  <a:pt x="344" y="46"/>
                </a:lnTo>
                <a:lnTo>
                  <a:pt x="344" y="46"/>
                </a:lnTo>
                <a:lnTo>
                  <a:pt x="344" y="47"/>
                </a:lnTo>
                <a:lnTo>
                  <a:pt x="343" y="48"/>
                </a:lnTo>
                <a:lnTo>
                  <a:pt x="343" y="48"/>
                </a:lnTo>
                <a:lnTo>
                  <a:pt x="343" y="49"/>
                </a:lnTo>
                <a:lnTo>
                  <a:pt x="343" y="49"/>
                </a:lnTo>
                <a:lnTo>
                  <a:pt x="343" y="49"/>
                </a:lnTo>
                <a:lnTo>
                  <a:pt x="342" y="49"/>
                </a:lnTo>
                <a:lnTo>
                  <a:pt x="343" y="50"/>
                </a:lnTo>
                <a:lnTo>
                  <a:pt x="343" y="51"/>
                </a:lnTo>
                <a:lnTo>
                  <a:pt x="342" y="51"/>
                </a:lnTo>
                <a:lnTo>
                  <a:pt x="343" y="52"/>
                </a:lnTo>
                <a:lnTo>
                  <a:pt x="342" y="52"/>
                </a:lnTo>
                <a:lnTo>
                  <a:pt x="342" y="53"/>
                </a:lnTo>
                <a:lnTo>
                  <a:pt x="342" y="54"/>
                </a:lnTo>
                <a:lnTo>
                  <a:pt x="341" y="55"/>
                </a:lnTo>
                <a:lnTo>
                  <a:pt x="340" y="56"/>
                </a:lnTo>
                <a:lnTo>
                  <a:pt x="340" y="57"/>
                </a:lnTo>
                <a:lnTo>
                  <a:pt x="340" y="59"/>
                </a:lnTo>
                <a:lnTo>
                  <a:pt x="340" y="60"/>
                </a:lnTo>
                <a:lnTo>
                  <a:pt x="339" y="61"/>
                </a:lnTo>
                <a:lnTo>
                  <a:pt x="339" y="62"/>
                </a:lnTo>
                <a:lnTo>
                  <a:pt x="339" y="62"/>
                </a:lnTo>
                <a:lnTo>
                  <a:pt x="338" y="63"/>
                </a:lnTo>
                <a:lnTo>
                  <a:pt x="337" y="64"/>
                </a:lnTo>
                <a:lnTo>
                  <a:pt x="338" y="64"/>
                </a:lnTo>
                <a:lnTo>
                  <a:pt x="337" y="65"/>
                </a:lnTo>
                <a:lnTo>
                  <a:pt x="337" y="67"/>
                </a:lnTo>
                <a:lnTo>
                  <a:pt x="337" y="67"/>
                </a:lnTo>
                <a:lnTo>
                  <a:pt x="337" y="68"/>
                </a:lnTo>
                <a:lnTo>
                  <a:pt x="336" y="68"/>
                </a:lnTo>
                <a:lnTo>
                  <a:pt x="336" y="69"/>
                </a:lnTo>
                <a:lnTo>
                  <a:pt x="337" y="69"/>
                </a:lnTo>
                <a:lnTo>
                  <a:pt x="336" y="69"/>
                </a:lnTo>
                <a:lnTo>
                  <a:pt x="337" y="69"/>
                </a:lnTo>
                <a:lnTo>
                  <a:pt x="337" y="69"/>
                </a:lnTo>
                <a:lnTo>
                  <a:pt x="338" y="69"/>
                </a:lnTo>
                <a:lnTo>
                  <a:pt x="338" y="69"/>
                </a:lnTo>
                <a:lnTo>
                  <a:pt x="339" y="69"/>
                </a:lnTo>
                <a:lnTo>
                  <a:pt x="340" y="69"/>
                </a:lnTo>
                <a:lnTo>
                  <a:pt x="339" y="70"/>
                </a:lnTo>
                <a:lnTo>
                  <a:pt x="339" y="72"/>
                </a:lnTo>
                <a:lnTo>
                  <a:pt x="340" y="72"/>
                </a:lnTo>
                <a:lnTo>
                  <a:pt x="339" y="72"/>
                </a:lnTo>
                <a:lnTo>
                  <a:pt x="340" y="73"/>
                </a:lnTo>
                <a:lnTo>
                  <a:pt x="339" y="73"/>
                </a:lnTo>
                <a:lnTo>
                  <a:pt x="338" y="75"/>
                </a:lnTo>
                <a:lnTo>
                  <a:pt x="338" y="75"/>
                </a:lnTo>
                <a:lnTo>
                  <a:pt x="337" y="76"/>
                </a:lnTo>
                <a:lnTo>
                  <a:pt x="336" y="77"/>
                </a:lnTo>
                <a:lnTo>
                  <a:pt x="335" y="78"/>
                </a:lnTo>
                <a:lnTo>
                  <a:pt x="329" y="80"/>
                </a:lnTo>
                <a:lnTo>
                  <a:pt x="328" y="81"/>
                </a:lnTo>
                <a:lnTo>
                  <a:pt x="328" y="82"/>
                </a:lnTo>
                <a:lnTo>
                  <a:pt x="327" y="82"/>
                </a:lnTo>
                <a:lnTo>
                  <a:pt x="327" y="83"/>
                </a:lnTo>
                <a:lnTo>
                  <a:pt x="327" y="83"/>
                </a:lnTo>
                <a:lnTo>
                  <a:pt x="324" y="85"/>
                </a:lnTo>
                <a:lnTo>
                  <a:pt x="324" y="86"/>
                </a:lnTo>
                <a:lnTo>
                  <a:pt x="324" y="86"/>
                </a:lnTo>
                <a:lnTo>
                  <a:pt x="323" y="86"/>
                </a:lnTo>
                <a:lnTo>
                  <a:pt x="323" y="88"/>
                </a:lnTo>
                <a:lnTo>
                  <a:pt x="321" y="88"/>
                </a:lnTo>
                <a:lnTo>
                  <a:pt x="321" y="88"/>
                </a:lnTo>
                <a:lnTo>
                  <a:pt x="320" y="89"/>
                </a:lnTo>
                <a:lnTo>
                  <a:pt x="320" y="89"/>
                </a:lnTo>
                <a:lnTo>
                  <a:pt x="319" y="90"/>
                </a:lnTo>
                <a:lnTo>
                  <a:pt x="314" y="88"/>
                </a:lnTo>
                <a:lnTo>
                  <a:pt x="311" y="89"/>
                </a:lnTo>
                <a:lnTo>
                  <a:pt x="308" y="88"/>
                </a:lnTo>
                <a:lnTo>
                  <a:pt x="302" y="85"/>
                </a:lnTo>
                <a:lnTo>
                  <a:pt x="295" y="108"/>
                </a:lnTo>
                <a:lnTo>
                  <a:pt x="295" y="109"/>
                </a:lnTo>
                <a:lnTo>
                  <a:pt x="292" y="116"/>
                </a:lnTo>
                <a:lnTo>
                  <a:pt x="293" y="122"/>
                </a:lnTo>
                <a:lnTo>
                  <a:pt x="288" y="124"/>
                </a:lnTo>
                <a:lnTo>
                  <a:pt x="290" y="129"/>
                </a:lnTo>
                <a:lnTo>
                  <a:pt x="296" y="134"/>
                </a:lnTo>
                <a:lnTo>
                  <a:pt x="298" y="131"/>
                </a:lnTo>
                <a:lnTo>
                  <a:pt x="300" y="129"/>
                </a:lnTo>
                <a:lnTo>
                  <a:pt x="303" y="130"/>
                </a:lnTo>
                <a:lnTo>
                  <a:pt x="306" y="128"/>
                </a:lnTo>
                <a:lnTo>
                  <a:pt x="308" y="128"/>
                </a:lnTo>
                <a:lnTo>
                  <a:pt x="310" y="128"/>
                </a:lnTo>
                <a:lnTo>
                  <a:pt x="313" y="129"/>
                </a:lnTo>
                <a:lnTo>
                  <a:pt x="318" y="132"/>
                </a:lnTo>
                <a:lnTo>
                  <a:pt x="319" y="130"/>
                </a:lnTo>
                <a:lnTo>
                  <a:pt x="320" y="130"/>
                </a:lnTo>
                <a:lnTo>
                  <a:pt x="323" y="123"/>
                </a:lnTo>
                <a:lnTo>
                  <a:pt x="327" y="123"/>
                </a:lnTo>
                <a:lnTo>
                  <a:pt x="328" y="122"/>
                </a:lnTo>
                <a:lnTo>
                  <a:pt x="330" y="122"/>
                </a:lnTo>
                <a:lnTo>
                  <a:pt x="331" y="123"/>
                </a:lnTo>
                <a:lnTo>
                  <a:pt x="333" y="122"/>
                </a:lnTo>
                <a:lnTo>
                  <a:pt x="333" y="123"/>
                </a:lnTo>
                <a:lnTo>
                  <a:pt x="335" y="122"/>
                </a:lnTo>
                <a:lnTo>
                  <a:pt x="339" y="127"/>
                </a:lnTo>
                <a:lnTo>
                  <a:pt x="344" y="128"/>
                </a:lnTo>
                <a:lnTo>
                  <a:pt x="345" y="131"/>
                </a:lnTo>
                <a:lnTo>
                  <a:pt x="349" y="132"/>
                </a:lnTo>
                <a:lnTo>
                  <a:pt x="348" y="133"/>
                </a:lnTo>
                <a:lnTo>
                  <a:pt x="349" y="133"/>
                </a:lnTo>
                <a:lnTo>
                  <a:pt x="350" y="135"/>
                </a:lnTo>
                <a:lnTo>
                  <a:pt x="352" y="135"/>
                </a:lnTo>
                <a:lnTo>
                  <a:pt x="352" y="137"/>
                </a:lnTo>
                <a:lnTo>
                  <a:pt x="353" y="136"/>
                </a:lnTo>
                <a:lnTo>
                  <a:pt x="355" y="137"/>
                </a:lnTo>
                <a:lnTo>
                  <a:pt x="357" y="140"/>
                </a:lnTo>
                <a:lnTo>
                  <a:pt x="357" y="141"/>
                </a:lnTo>
                <a:lnTo>
                  <a:pt x="357" y="141"/>
                </a:lnTo>
                <a:lnTo>
                  <a:pt x="358" y="142"/>
                </a:lnTo>
                <a:lnTo>
                  <a:pt x="358" y="143"/>
                </a:lnTo>
                <a:lnTo>
                  <a:pt x="359" y="143"/>
                </a:lnTo>
                <a:lnTo>
                  <a:pt x="360" y="146"/>
                </a:lnTo>
                <a:lnTo>
                  <a:pt x="359" y="147"/>
                </a:lnTo>
                <a:lnTo>
                  <a:pt x="360" y="148"/>
                </a:lnTo>
                <a:lnTo>
                  <a:pt x="360" y="149"/>
                </a:lnTo>
                <a:lnTo>
                  <a:pt x="358" y="149"/>
                </a:lnTo>
                <a:lnTo>
                  <a:pt x="358" y="149"/>
                </a:lnTo>
                <a:lnTo>
                  <a:pt x="358" y="150"/>
                </a:lnTo>
                <a:lnTo>
                  <a:pt x="356" y="151"/>
                </a:lnTo>
                <a:lnTo>
                  <a:pt x="356" y="151"/>
                </a:lnTo>
                <a:lnTo>
                  <a:pt x="356" y="150"/>
                </a:lnTo>
                <a:lnTo>
                  <a:pt x="355" y="150"/>
                </a:lnTo>
                <a:lnTo>
                  <a:pt x="354" y="150"/>
                </a:lnTo>
                <a:lnTo>
                  <a:pt x="352" y="150"/>
                </a:lnTo>
                <a:lnTo>
                  <a:pt x="352" y="151"/>
                </a:lnTo>
                <a:lnTo>
                  <a:pt x="351" y="151"/>
                </a:lnTo>
                <a:lnTo>
                  <a:pt x="351" y="151"/>
                </a:lnTo>
                <a:lnTo>
                  <a:pt x="350" y="151"/>
                </a:lnTo>
                <a:lnTo>
                  <a:pt x="348" y="151"/>
                </a:lnTo>
                <a:lnTo>
                  <a:pt x="348" y="151"/>
                </a:lnTo>
                <a:lnTo>
                  <a:pt x="346" y="149"/>
                </a:lnTo>
                <a:lnTo>
                  <a:pt x="345" y="150"/>
                </a:lnTo>
                <a:lnTo>
                  <a:pt x="344" y="149"/>
                </a:lnTo>
                <a:lnTo>
                  <a:pt x="344" y="149"/>
                </a:lnTo>
                <a:lnTo>
                  <a:pt x="343" y="149"/>
                </a:lnTo>
                <a:lnTo>
                  <a:pt x="342" y="150"/>
                </a:lnTo>
                <a:lnTo>
                  <a:pt x="342" y="151"/>
                </a:lnTo>
                <a:lnTo>
                  <a:pt x="341" y="151"/>
                </a:lnTo>
                <a:lnTo>
                  <a:pt x="340" y="150"/>
                </a:lnTo>
                <a:lnTo>
                  <a:pt x="339" y="151"/>
                </a:lnTo>
                <a:lnTo>
                  <a:pt x="337" y="151"/>
                </a:lnTo>
                <a:lnTo>
                  <a:pt x="336" y="151"/>
                </a:lnTo>
                <a:lnTo>
                  <a:pt x="335" y="151"/>
                </a:lnTo>
                <a:lnTo>
                  <a:pt x="333" y="152"/>
                </a:lnTo>
                <a:lnTo>
                  <a:pt x="332" y="152"/>
                </a:lnTo>
                <a:lnTo>
                  <a:pt x="331" y="154"/>
                </a:lnTo>
                <a:lnTo>
                  <a:pt x="329" y="154"/>
                </a:lnTo>
                <a:lnTo>
                  <a:pt x="328" y="155"/>
                </a:lnTo>
                <a:lnTo>
                  <a:pt x="329" y="156"/>
                </a:lnTo>
                <a:lnTo>
                  <a:pt x="327" y="157"/>
                </a:lnTo>
                <a:lnTo>
                  <a:pt x="326" y="157"/>
                </a:lnTo>
                <a:lnTo>
                  <a:pt x="324" y="155"/>
                </a:lnTo>
                <a:lnTo>
                  <a:pt x="321" y="156"/>
                </a:lnTo>
                <a:lnTo>
                  <a:pt x="322" y="157"/>
                </a:lnTo>
                <a:lnTo>
                  <a:pt x="321" y="159"/>
                </a:lnTo>
                <a:lnTo>
                  <a:pt x="321" y="161"/>
                </a:lnTo>
                <a:lnTo>
                  <a:pt x="317" y="162"/>
                </a:lnTo>
                <a:lnTo>
                  <a:pt x="313" y="161"/>
                </a:lnTo>
                <a:lnTo>
                  <a:pt x="313" y="162"/>
                </a:lnTo>
                <a:lnTo>
                  <a:pt x="312" y="163"/>
                </a:lnTo>
                <a:lnTo>
                  <a:pt x="311" y="163"/>
                </a:lnTo>
                <a:lnTo>
                  <a:pt x="309" y="164"/>
                </a:lnTo>
                <a:lnTo>
                  <a:pt x="309" y="165"/>
                </a:lnTo>
                <a:lnTo>
                  <a:pt x="307" y="168"/>
                </a:lnTo>
                <a:lnTo>
                  <a:pt x="307" y="168"/>
                </a:lnTo>
                <a:lnTo>
                  <a:pt x="305" y="172"/>
                </a:lnTo>
                <a:lnTo>
                  <a:pt x="305" y="174"/>
                </a:lnTo>
                <a:lnTo>
                  <a:pt x="306" y="175"/>
                </a:lnTo>
                <a:lnTo>
                  <a:pt x="306" y="176"/>
                </a:lnTo>
                <a:lnTo>
                  <a:pt x="305" y="177"/>
                </a:lnTo>
                <a:lnTo>
                  <a:pt x="304" y="178"/>
                </a:lnTo>
                <a:lnTo>
                  <a:pt x="302" y="179"/>
                </a:lnTo>
                <a:lnTo>
                  <a:pt x="302" y="179"/>
                </a:lnTo>
                <a:lnTo>
                  <a:pt x="301" y="180"/>
                </a:lnTo>
                <a:lnTo>
                  <a:pt x="298" y="184"/>
                </a:lnTo>
                <a:lnTo>
                  <a:pt x="292" y="186"/>
                </a:lnTo>
                <a:lnTo>
                  <a:pt x="286" y="187"/>
                </a:lnTo>
                <a:lnTo>
                  <a:pt x="283" y="186"/>
                </a:lnTo>
                <a:lnTo>
                  <a:pt x="280" y="188"/>
                </a:lnTo>
                <a:lnTo>
                  <a:pt x="279" y="190"/>
                </a:lnTo>
                <a:lnTo>
                  <a:pt x="279" y="192"/>
                </a:lnTo>
                <a:lnTo>
                  <a:pt x="277" y="194"/>
                </a:lnTo>
                <a:lnTo>
                  <a:pt x="275" y="196"/>
                </a:lnTo>
                <a:lnTo>
                  <a:pt x="274" y="198"/>
                </a:lnTo>
                <a:lnTo>
                  <a:pt x="273" y="199"/>
                </a:lnTo>
                <a:lnTo>
                  <a:pt x="270" y="199"/>
                </a:lnTo>
                <a:lnTo>
                  <a:pt x="270" y="200"/>
                </a:lnTo>
                <a:lnTo>
                  <a:pt x="269" y="201"/>
                </a:lnTo>
                <a:lnTo>
                  <a:pt x="266" y="203"/>
                </a:lnTo>
                <a:lnTo>
                  <a:pt x="264" y="203"/>
                </a:lnTo>
                <a:lnTo>
                  <a:pt x="258" y="203"/>
                </a:lnTo>
                <a:lnTo>
                  <a:pt x="255" y="202"/>
                </a:lnTo>
                <a:lnTo>
                  <a:pt x="254" y="202"/>
                </a:lnTo>
                <a:lnTo>
                  <a:pt x="250" y="201"/>
                </a:lnTo>
                <a:lnTo>
                  <a:pt x="249" y="199"/>
                </a:lnTo>
                <a:lnTo>
                  <a:pt x="247" y="198"/>
                </a:lnTo>
                <a:lnTo>
                  <a:pt x="242" y="198"/>
                </a:lnTo>
                <a:lnTo>
                  <a:pt x="241" y="197"/>
                </a:lnTo>
                <a:lnTo>
                  <a:pt x="240" y="198"/>
                </a:lnTo>
                <a:lnTo>
                  <a:pt x="236" y="201"/>
                </a:lnTo>
                <a:lnTo>
                  <a:pt x="234" y="205"/>
                </a:lnTo>
                <a:lnTo>
                  <a:pt x="233" y="208"/>
                </a:lnTo>
                <a:lnTo>
                  <a:pt x="234" y="210"/>
                </a:lnTo>
                <a:lnTo>
                  <a:pt x="232" y="212"/>
                </a:lnTo>
                <a:lnTo>
                  <a:pt x="232" y="215"/>
                </a:lnTo>
                <a:lnTo>
                  <a:pt x="232" y="216"/>
                </a:lnTo>
                <a:lnTo>
                  <a:pt x="233" y="216"/>
                </a:lnTo>
                <a:lnTo>
                  <a:pt x="234" y="217"/>
                </a:lnTo>
                <a:lnTo>
                  <a:pt x="234" y="219"/>
                </a:lnTo>
                <a:lnTo>
                  <a:pt x="236" y="221"/>
                </a:lnTo>
                <a:lnTo>
                  <a:pt x="240" y="224"/>
                </a:lnTo>
                <a:lnTo>
                  <a:pt x="241" y="226"/>
                </a:lnTo>
                <a:lnTo>
                  <a:pt x="241" y="228"/>
                </a:lnTo>
                <a:lnTo>
                  <a:pt x="241" y="229"/>
                </a:lnTo>
                <a:lnTo>
                  <a:pt x="239" y="230"/>
                </a:lnTo>
                <a:lnTo>
                  <a:pt x="235" y="234"/>
                </a:lnTo>
                <a:lnTo>
                  <a:pt x="234" y="234"/>
                </a:lnTo>
                <a:lnTo>
                  <a:pt x="232" y="236"/>
                </a:lnTo>
                <a:lnTo>
                  <a:pt x="229" y="237"/>
                </a:lnTo>
                <a:lnTo>
                  <a:pt x="227" y="238"/>
                </a:lnTo>
                <a:lnTo>
                  <a:pt x="223" y="244"/>
                </a:lnTo>
                <a:lnTo>
                  <a:pt x="222" y="244"/>
                </a:lnTo>
                <a:lnTo>
                  <a:pt x="221" y="248"/>
                </a:lnTo>
                <a:lnTo>
                  <a:pt x="218" y="250"/>
                </a:lnTo>
                <a:lnTo>
                  <a:pt x="218" y="251"/>
                </a:lnTo>
                <a:lnTo>
                  <a:pt x="213" y="254"/>
                </a:lnTo>
                <a:lnTo>
                  <a:pt x="213" y="255"/>
                </a:lnTo>
                <a:lnTo>
                  <a:pt x="209" y="255"/>
                </a:lnTo>
                <a:lnTo>
                  <a:pt x="206" y="257"/>
                </a:lnTo>
                <a:lnTo>
                  <a:pt x="203" y="259"/>
                </a:lnTo>
                <a:lnTo>
                  <a:pt x="199" y="260"/>
                </a:lnTo>
                <a:lnTo>
                  <a:pt x="195" y="260"/>
                </a:lnTo>
                <a:lnTo>
                  <a:pt x="192" y="261"/>
                </a:lnTo>
                <a:lnTo>
                  <a:pt x="191" y="261"/>
                </a:lnTo>
                <a:lnTo>
                  <a:pt x="187" y="261"/>
                </a:lnTo>
                <a:lnTo>
                  <a:pt x="183" y="261"/>
                </a:lnTo>
                <a:lnTo>
                  <a:pt x="182" y="260"/>
                </a:lnTo>
                <a:lnTo>
                  <a:pt x="178" y="261"/>
                </a:lnTo>
                <a:lnTo>
                  <a:pt x="177" y="262"/>
                </a:lnTo>
                <a:lnTo>
                  <a:pt x="171" y="262"/>
                </a:lnTo>
                <a:lnTo>
                  <a:pt x="169" y="261"/>
                </a:lnTo>
                <a:lnTo>
                  <a:pt x="167" y="262"/>
                </a:lnTo>
                <a:lnTo>
                  <a:pt x="166" y="263"/>
                </a:lnTo>
                <a:lnTo>
                  <a:pt x="158" y="265"/>
                </a:lnTo>
                <a:lnTo>
                  <a:pt x="141" y="273"/>
                </a:lnTo>
                <a:lnTo>
                  <a:pt x="133" y="277"/>
                </a:lnTo>
                <a:lnTo>
                  <a:pt x="132" y="277"/>
                </a:lnTo>
                <a:lnTo>
                  <a:pt x="129" y="281"/>
                </a:lnTo>
                <a:lnTo>
                  <a:pt x="127" y="279"/>
                </a:lnTo>
                <a:lnTo>
                  <a:pt x="123" y="280"/>
                </a:lnTo>
                <a:lnTo>
                  <a:pt x="120" y="279"/>
                </a:lnTo>
                <a:lnTo>
                  <a:pt x="121" y="274"/>
                </a:lnTo>
                <a:lnTo>
                  <a:pt x="113" y="276"/>
                </a:lnTo>
                <a:lnTo>
                  <a:pt x="110" y="276"/>
                </a:lnTo>
                <a:lnTo>
                  <a:pt x="102" y="274"/>
                </a:lnTo>
                <a:lnTo>
                  <a:pt x="90" y="268"/>
                </a:lnTo>
                <a:lnTo>
                  <a:pt x="88" y="267"/>
                </a:lnTo>
                <a:lnTo>
                  <a:pt x="86" y="268"/>
                </a:lnTo>
                <a:lnTo>
                  <a:pt x="80" y="266"/>
                </a:lnTo>
                <a:lnTo>
                  <a:pt x="76" y="259"/>
                </a:lnTo>
                <a:lnTo>
                  <a:pt x="72" y="259"/>
                </a:lnTo>
                <a:lnTo>
                  <a:pt x="60" y="255"/>
                </a:lnTo>
                <a:lnTo>
                  <a:pt x="51" y="254"/>
                </a:lnTo>
                <a:lnTo>
                  <a:pt x="50" y="255"/>
                </a:lnTo>
                <a:lnTo>
                  <a:pt x="46" y="255"/>
                </a:lnTo>
                <a:lnTo>
                  <a:pt x="38" y="256"/>
                </a:lnTo>
                <a:lnTo>
                  <a:pt x="16" y="253"/>
                </a:lnTo>
                <a:lnTo>
                  <a:pt x="2" y="249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5428104" y="2730327"/>
            <a:ext cx="731082" cy="731082"/>
          </a:xfrm>
          <a:custGeom>
            <a:avLst/>
            <a:gdLst/>
            <a:ahLst/>
            <a:cxnLst/>
            <a:rect l="l" t="t" r="r" b="b"/>
            <a:pathLst>
              <a:path w="114" h="114">
                <a:moveTo>
                  <a:pt x="82" y="83"/>
                </a:moveTo>
                <a:lnTo>
                  <a:pt x="83" y="84"/>
                </a:lnTo>
                <a:lnTo>
                  <a:pt x="83" y="83"/>
                </a:lnTo>
                <a:lnTo>
                  <a:pt x="84" y="83"/>
                </a:lnTo>
                <a:lnTo>
                  <a:pt x="84" y="83"/>
                </a:lnTo>
                <a:lnTo>
                  <a:pt x="84" y="82"/>
                </a:lnTo>
                <a:lnTo>
                  <a:pt x="85" y="82"/>
                </a:lnTo>
                <a:lnTo>
                  <a:pt x="85" y="82"/>
                </a:lnTo>
                <a:lnTo>
                  <a:pt x="87" y="81"/>
                </a:lnTo>
                <a:lnTo>
                  <a:pt x="90" y="81"/>
                </a:lnTo>
                <a:lnTo>
                  <a:pt x="92" y="81"/>
                </a:lnTo>
                <a:lnTo>
                  <a:pt x="92" y="82"/>
                </a:lnTo>
                <a:lnTo>
                  <a:pt x="93" y="82"/>
                </a:lnTo>
                <a:lnTo>
                  <a:pt x="93" y="80"/>
                </a:lnTo>
                <a:lnTo>
                  <a:pt x="93" y="79"/>
                </a:lnTo>
                <a:lnTo>
                  <a:pt x="94" y="78"/>
                </a:lnTo>
                <a:lnTo>
                  <a:pt x="94" y="78"/>
                </a:lnTo>
                <a:lnTo>
                  <a:pt x="94" y="77"/>
                </a:lnTo>
                <a:lnTo>
                  <a:pt x="95" y="76"/>
                </a:lnTo>
                <a:lnTo>
                  <a:pt x="95" y="75"/>
                </a:lnTo>
                <a:lnTo>
                  <a:pt x="95" y="75"/>
                </a:lnTo>
                <a:lnTo>
                  <a:pt x="95" y="74"/>
                </a:lnTo>
                <a:lnTo>
                  <a:pt x="97" y="70"/>
                </a:lnTo>
                <a:lnTo>
                  <a:pt x="98" y="68"/>
                </a:lnTo>
                <a:lnTo>
                  <a:pt x="100" y="67"/>
                </a:lnTo>
                <a:lnTo>
                  <a:pt x="100" y="66"/>
                </a:lnTo>
                <a:lnTo>
                  <a:pt x="102" y="63"/>
                </a:lnTo>
                <a:lnTo>
                  <a:pt x="103" y="64"/>
                </a:lnTo>
                <a:lnTo>
                  <a:pt x="104" y="63"/>
                </a:lnTo>
                <a:lnTo>
                  <a:pt x="105" y="63"/>
                </a:lnTo>
                <a:lnTo>
                  <a:pt x="104" y="63"/>
                </a:lnTo>
                <a:lnTo>
                  <a:pt x="104" y="63"/>
                </a:lnTo>
                <a:lnTo>
                  <a:pt x="104" y="62"/>
                </a:lnTo>
                <a:lnTo>
                  <a:pt x="106" y="59"/>
                </a:lnTo>
                <a:lnTo>
                  <a:pt x="108" y="59"/>
                </a:lnTo>
                <a:lnTo>
                  <a:pt x="108" y="58"/>
                </a:lnTo>
                <a:lnTo>
                  <a:pt x="109" y="58"/>
                </a:lnTo>
                <a:lnTo>
                  <a:pt x="109" y="58"/>
                </a:lnTo>
                <a:lnTo>
                  <a:pt x="110" y="58"/>
                </a:lnTo>
                <a:lnTo>
                  <a:pt x="110" y="57"/>
                </a:lnTo>
                <a:lnTo>
                  <a:pt x="110" y="57"/>
                </a:lnTo>
                <a:lnTo>
                  <a:pt x="110" y="56"/>
                </a:lnTo>
                <a:lnTo>
                  <a:pt x="111" y="56"/>
                </a:lnTo>
                <a:lnTo>
                  <a:pt x="112" y="55"/>
                </a:lnTo>
                <a:lnTo>
                  <a:pt x="112" y="55"/>
                </a:lnTo>
                <a:lnTo>
                  <a:pt x="112" y="54"/>
                </a:lnTo>
                <a:lnTo>
                  <a:pt x="113" y="54"/>
                </a:lnTo>
                <a:lnTo>
                  <a:pt x="114" y="54"/>
                </a:lnTo>
                <a:lnTo>
                  <a:pt x="113" y="54"/>
                </a:lnTo>
                <a:lnTo>
                  <a:pt x="113" y="53"/>
                </a:lnTo>
                <a:lnTo>
                  <a:pt x="114" y="52"/>
                </a:lnTo>
                <a:lnTo>
                  <a:pt x="113" y="51"/>
                </a:lnTo>
                <a:lnTo>
                  <a:pt x="112" y="52"/>
                </a:lnTo>
                <a:lnTo>
                  <a:pt x="111" y="51"/>
                </a:lnTo>
                <a:lnTo>
                  <a:pt x="113" y="50"/>
                </a:lnTo>
                <a:lnTo>
                  <a:pt x="113" y="48"/>
                </a:lnTo>
                <a:lnTo>
                  <a:pt x="113" y="47"/>
                </a:lnTo>
                <a:lnTo>
                  <a:pt x="113" y="47"/>
                </a:lnTo>
                <a:lnTo>
                  <a:pt x="114" y="45"/>
                </a:lnTo>
                <a:lnTo>
                  <a:pt x="113" y="45"/>
                </a:lnTo>
                <a:lnTo>
                  <a:pt x="113" y="43"/>
                </a:lnTo>
                <a:lnTo>
                  <a:pt x="112" y="43"/>
                </a:lnTo>
                <a:lnTo>
                  <a:pt x="111" y="43"/>
                </a:lnTo>
                <a:lnTo>
                  <a:pt x="111" y="43"/>
                </a:lnTo>
                <a:lnTo>
                  <a:pt x="110" y="42"/>
                </a:lnTo>
                <a:lnTo>
                  <a:pt x="110" y="41"/>
                </a:lnTo>
                <a:lnTo>
                  <a:pt x="109" y="41"/>
                </a:lnTo>
                <a:lnTo>
                  <a:pt x="109" y="40"/>
                </a:lnTo>
                <a:lnTo>
                  <a:pt x="109" y="40"/>
                </a:lnTo>
                <a:lnTo>
                  <a:pt x="108" y="39"/>
                </a:lnTo>
                <a:lnTo>
                  <a:pt x="107" y="38"/>
                </a:lnTo>
                <a:lnTo>
                  <a:pt x="107" y="38"/>
                </a:lnTo>
                <a:lnTo>
                  <a:pt x="107" y="38"/>
                </a:lnTo>
                <a:lnTo>
                  <a:pt x="106" y="36"/>
                </a:lnTo>
                <a:lnTo>
                  <a:pt x="106" y="35"/>
                </a:lnTo>
                <a:lnTo>
                  <a:pt x="106" y="35"/>
                </a:lnTo>
                <a:lnTo>
                  <a:pt x="105" y="34"/>
                </a:lnTo>
                <a:lnTo>
                  <a:pt x="103" y="35"/>
                </a:lnTo>
                <a:lnTo>
                  <a:pt x="103" y="33"/>
                </a:lnTo>
                <a:lnTo>
                  <a:pt x="102" y="32"/>
                </a:lnTo>
                <a:lnTo>
                  <a:pt x="102" y="30"/>
                </a:lnTo>
                <a:lnTo>
                  <a:pt x="103" y="29"/>
                </a:lnTo>
                <a:lnTo>
                  <a:pt x="102" y="29"/>
                </a:lnTo>
                <a:lnTo>
                  <a:pt x="102" y="29"/>
                </a:lnTo>
                <a:lnTo>
                  <a:pt x="103" y="28"/>
                </a:lnTo>
                <a:lnTo>
                  <a:pt x="103" y="27"/>
                </a:lnTo>
                <a:lnTo>
                  <a:pt x="103" y="26"/>
                </a:lnTo>
                <a:lnTo>
                  <a:pt x="103" y="25"/>
                </a:lnTo>
                <a:lnTo>
                  <a:pt x="104" y="25"/>
                </a:lnTo>
                <a:lnTo>
                  <a:pt x="104" y="24"/>
                </a:lnTo>
                <a:lnTo>
                  <a:pt x="102" y="24"/>
                </a:lnTo>
                <a:lnTo>
                  <a:pt x="102" y="25"/>
                </a:lnTo>
                <a:lnTo>
                  <a:pt x="101" y="25"/>
                </a:lnTo>
                <a:lnTo>
                  <a:pt x="101" y="24"/>
                </a:lnTo>
                <a:lnTo>
                  <a:pt x="101" y="24"/>
                </a:lnTo>
                <a:lnTo>
                  <a:pt x="101" y="23"/>
                </a:lnTo>
                <a:lnTo>
                  <a:pt x="100" y="23"/>
                </a:lnTo>
                <a:lnTo>
                  <a:pt x="100" y="22"/>
                </a:lnTo>
                <a:lnTo>
                  <a:pt x="100" y="22"/>
                </a:lnTo>
                <a:lnTo>
                  <a:pt x="100" y="21"/>
                </a:lnTo>
                <a:lnTo>
                  <a:pt x="98" y="22"/>
                </a:lnTo>
                <a:lnTo>
                  <a:pt x="98" y="21"/>
                </a:lnTo>
                <a:lnTo>
                  <a:pt x="98" y="20"/>
                </a:lnTo>
                <a:lnTo>
                  <a:pt x="98" y="20"/>
                </a:lnTo>
                <a:lnTo>
                  <a:pt x="98" y="19"/>
                </a:lnTo>
                <a:lnTo>
                  <a:pt x="96" y="18"/>
                </a:lnTo>
                <a:lnTo>
                  <a:pt x="96" y="17"/>
                </a:lnTo>
                <a:lnTo>
                  <a:pt x="95" y="17"/>
                </a:lnTo>
                <a:lnTo>
                  <a:pt x="96" y="15"/>
                </a:lnTo>
                <a:lnTo>
                  <a:pt x="95" y="15"/>
                </a:lnTo>
                <a:lnTo>
                  <a:pt x="94" y="15"/>
                </a:lnTo>
                <a:lnTo>
                  <a:pt x="94" y="14"/>
                </a:lnTo>
                <a:lnTo>
                  <a:pt x="93" y="13"/>
                </a:lnTo>
                <a:lnTo>
                  <a:pt x="93" y="12"/>
                </a:lnTo>
                <a:lnTo>
                  <a:pt x="93" y="11"/>
                </a:lnTo>
                <a:lnTo>
                  <a:pt x="92" y="11"/>
                </a:lnTo>
                <a:lnTo>
                  <a:pt x="92" y="12"/>
                </a:lnTo>
                <a:lnTo>
                  <a:pt x="91" y="12"/>
                </a:lnTo>
                <a:lnTo>
                  <a:pt x="90" y="10"/>
                </a:lnTo>
                <a:lnTo>
                  <a:pt x="90" y="7"/>
                </a:lnTo>
                <a:lnTo>
                  <a:pt x="90" y="7"/>
                </a:lnTo>
                <a:lnTo>
                  <a:pt x="90" y="5"/>
                </a:lnTo>
                <a:lnTo>
                  <a:pt x="90" y="4"/>
                </a:lnTo>
                <a:lnTo>
                  <a:pt x="88" y="5"/>
                </a:lnTo>
                <a:lnTo>
                  <a:pt x="88" y="6"/>
                </a:lnTo>
                <a:lnTo>
                  <a:pt x="87" y="7"/>
                </a:lnTo>
                <a:lnTo>
                  <a:pt x="87" y="8"/>
                </a:lnTo>
                <a:lnTo>
                  <a:pt x="87" y="9"/>
                </a:lnTo>
                <a:lnTo>
                  <a:pt x="86" y="10"/>
                </a:lnTo>
                <a:lnTo>
                  <a:pt x="84" y="12"/>
                </a:lnTo>
                <a:lnTo>
                  <a:pt x="84" y="11"/>
                </a:lnTo>
                <a:lnTo>
                  <a:pt x="83" y="11"/>
                </a:lnTo>
                <a:lnTo>
                  <a:pt x="83" y="11"/>
                </a:lnTo>
                <a:lnTo>
                  <a:pt x="83" y="10"/>
                </a:lnTo>
                <a:lnTo>
                  <a:pt x="83" y="10"/>
                </a:lnTo>
                <a:lnTo>
                  <a:pt x="82" y="9"/>
                </a:lnTo>
                <a:lnTo>
                  <a:pt x="83" y="7"/>
                </a:lnTo>
                <a:lnTo>
                  <a:pt x="80" y="5"/>
                </a:lnTo>
                <a:lnTo>
                  <a:pt x="80" y="4"/>
                </a:lnTo>
                <a:lnTo>
                  <a:pt x="80" y="4"/>
                </a:lnTo>
                <a:lnTo>
                  <a:pt x="79" y="4"/>
                </a:lnTo>
                <a:lnTo>
                  <a:pt x="79" y="4"/>
                </a:lnTo>
                <a:lnTo>
                  <a:pt x="77" y="4"/>
                </a:lnTo>
                <a:lnTo>
                  <a:pt x="77" y="3"/>
                </a:lnTo>
                <a:lnTo>
                  <a:pt x="76" y="3"/>
                </a:lnTo>
                <a:lnTo>
                  <a:pt x="75" y="4"/>
                </a:lnTo>
                <a:lnTo>
                  <a:pt x="74" y="3"/>
                </a:lnTo>
                <a:lnTo>
                  <a:pt x="73" y="2"/>
                </a:lnTo>
                <a:lnTo>
                  <a:pt x="72" y="1"/>
                </a:lnTo>
                <a:lnTo>
                  <a:pt x="72" y="0"/>
                </a:lnTo>
                <a:lnTo>
                  <a:pt x="71" y="0"/>
                </a:lnTo>
                <a:lnTo>
                  <a:pt x="70" y="0"/>
                </a:lnTo>
                <a:lnTo>
                  <a:pt x="70" y="1"/>
                </a:lnTo>
                <a:lnTo>
                  <a:pt x="70" y="2"/>
                </a:lnTo>
                <a:lnTo>
                  <a:pt x="70" y="5"/>
                </a:lnTo>
                <a:lnTo>
                  <a:pt x="70" y="5"/>
                </a:lnTo>
                <a:lnTo>
                  <a:pt x="70" y="6"/>
                </a:lnTo>
                <a:lnTo>
                  <a:pt x="70" y="6"/>
                </a:lnTo>
                <a:lnTo>
                  <a:pt x="70" y="7"/>
                </a:lnTo>
                <a:lnTo>
                  <a:pt x="69" y="11"/>
                </a:lnTo>
                <a:lnTo>
                  <a:pt x="68" y="11"/>
                </a:lnTo>
                <a:lnTo>
                  <a:pt x="64" y="12"/>
                </a:lnTo>
                <a:lnTo>
                  <a:pt x="63" y="14"/>
                </a:lnTo>
                <a:lnTo>
                  <a:pt x="63" y="16"/>
                </a:lnTo>
                <a:lnTo>
                  <a:pt x="64" y="16"/>
                </a:lnTo>
                <a:lnTo>
                  <a:pt x="62" y="18"/>
                </a:lnTo>
                <a:lnTo>
                  <a:pt x="61" y="18"/>
                </a:lnTo>
                <a:lnTo>
                  <a:pt x="60" y="19"/>
                </a:lnTo>
                <a:lnTo>
                  <a:pt x="60" y="18"/>
                </a:lnTo>
                <a:lnTo>
                  <a:pt x="59" y="19"/>
                </a:lnTo>
                <a:lnTo>
                  <a:pt x="59" y="20"/>
                </a:lnTo>
                <a:lnTo>
                  <a:pt x="57" y="19"/>
                </a:lnTo>
                <a:lnTo>
                  <a:pt x="55" y="19"/>
                </a:lnTo>
                <a:lnTo>
                  <a:pt x="54" y="19"/>
                </a:lnTo>
                <a:lnTo>
                  <a:pt x="54" y="18"/>
                </a:lnTo>
                <a:lnTo>
                  <a:pt x="54" y="18"/>
                </a:lnTo>
                <a:lnTo>
                  <a:pt x="52" y="18"/>
                </a:lnTo>
                <a:lnTo>
                  <a:pt x="50" y="19"/>
                </a:lnTo>
                <a:lnTo>
                  <a:pt x="51" y="20"/>
                </a:lnTo>
                <a:lnTo>
                  <a:pt x="52" y="20"/>
                </a:lnTo>
                <a:lnTo>
                  <a:pt x="51" y="21"/>
                </a:lnTo>
                <a:lnTo>
                  <a:pt x="52" y="22"/>
                </a:lnTo>
                <a:lnTo>
                  <a:pt x="51" y="22"/>
                </a:lnTo>
                <a:lnTo>
                  <a:pt x="48" y="21"/>
                </a:lnTo>
                <a:lnTo>
                  <a:pt x="48" y="22"/>
                </a:lnTo>
                <a:lnTo>
                  <a:pt x="46" y="22"/>
                </a:lnTo>
                <a:lnTo>
                  <a:pt x="44" y="23"/>
                </a:lnTo>
                <a:lnTo>
                  <a:pt x="44" y="24"/>
                </a:lnTo>
                <a:lnTo>
                  <a:pt x="44" y="24"/>
                </a:lnTo>
                <a:lnTo>
                  <a:pt x="44" y="25"/>
                </a:lnTo>
                <a:lnTo>
                  <a:pt x="44" y="26"/>
                </a:lnTo>
                <a:lnTo>
                  <a:pt x="43" y="27"/>
                </a:lnTo>
                <a:lnTo>
                  <a:pt x="43" y="27"/>
                </a:lnTo>
                <a:lnTo>
                  <a:pt x="43" y="28"/>
                </a:lnTo>
                <a:lnTo>
                  <a:pt x="43" y="27"/>
                </a:lnTo>
                <a:lnTo>
                  <a:pt x="42" y="28"/>
                </a:lnTo>
                <a:lnTo>
                  <a:pt x="41" y="29"/>
                </a:lnTo>
                <a:lnTo>
                  <a:pt x="41" y="29"/>
                </a:lnTo>
                <a:lnTo>
                  <a:pt x="39" y="28"/>
                </a:lnTo>
                <a:lnTo>
                  <a:pt x="39" y="28"/>
                </a:lnTo>
                <a:lnTo>
                  <a:pt x="39" y="29"/>
                </a:lnTo>
                <a:lnTo>
                  <a:pt x="37" y="29"/>
                </a:lnTo>
                <a:lnTo>
                  <a:pt x="36" y="29"/>
                </a:lnTo>
                <a:lnTo>
                  <a:pt x="35" y="30"/>
                </a:lnTo>
                <a:lnTo>
                  <a:pt x="35" y="32"/>
                </a:lnTo>
                <a:lnTo>
                  <a:pt x="34" y="32"/>
                </a:lnTo>
                <a:lnTo>
                  <a:pt x="32" y="35"/>
                </a:lnTo>
                <a:lnTo>
                  <a:pt x="31" y="36"/>
                </a:lnTo>
                <a:lnTo>
                  <a:pt x="29" y="35"/>
                </a:lnTo>
                <a:lnTo>
                  <a:pt x="29" y="35"/>
                </a:lnTo>
                <a:lnTo>
                  <a:pt x="29" y="36"/>
                </a:lnTo>
                <a:lnTo>
                  <a:pt x="28" y="36"/>
                </a:lnTo>
                <a:lnTo>
                  <a:pt x="28" y="36"/>
                </a:lnTo>
                <a:lnTo>
                  <a:pt x="26" y="37"/>
                </a:lnTo>
                <a:lnTo>
                  <a:pt x="25" y="39"/>
                </a:lnTo>
                <a:lnTo>
                  <a:pt x="24" y="38"/>
                </a:lnTo>
                <a:lnTo>
                  <a:pt x="22" y="40"/>
                </a:lnTo>
                <a:lnTo>
                  <a:pt x="23" y="41"/>
                </a:lnTo>
                <a:lnTo>
                  <a:pt x="22" y="41"/>
                </a:lnTo>
                <a:lnTo>
                  <a:pt x="22" y="42"/>
                </a:lnTo>
                <a:lnTo>
                  <a:pt x="22" y="43"/>
                </a:lnTo>
                <a:lnTo>
                  <a:pt x="21" y="43"/>
                </a:lnTo>
                <a:lnTo>
                  <a:pt x="20" y="44"/>
                </a:lnTo>
                <a:lnTo>
                  <a:pt x="20" y="44"/>
                </a:lnTo>
                <a:lnTo>
                  <a:pt x="20" y="45"/>
                </a:lnTo>
                <a:lnTo>
                  <a:pt x="20" y="45"/>
                </a:lnTo>
                <a:lnTo>
                  <a:pt x="20" y="45"/>
                </a:lnTo>
                <a:lnTo>
                  <a:pt x="20" y="46"/>
                </a:lnTo>
                <a:lnTo>
                  <a:pt x="20" y="46"/>
                </a:lnTo>
                <a:lnTo>
                  <a:pt x="19" y="47"/>
                </a:lnTo>
                <a:lnTo>
                  <a:pt x="18" y="48"/>
                </a:lnTo>
                <a:lnTo>
                  <a:pt x="18" y="49"/>
                </a:lnTo>
                <a:lnTo>
                  <a:pt x="18" y="50"/>
                </a:lnTo>
                <a:lnTo>
                  <a:pt x="17" y="50"/>
                </a:lnTo>
                <a:lnTo>
                  <a:pt x="16" y="50"/>
                </a:lnTo>
                <a:lnTo>
                  <a:pt x="17" y="49"/>
                </a:lnTo>
                <a:lnTo>
                  <a:pt x="16" y="48"/>
                </a:lnTo>
                <a:lnTo>
                  <a:pt x="16" y="48"/>
                </a:lnTo>
                <a:lnTo>
                  <a:pt x="15" y="46"/>
                </a:lnTo>
                <a:lnTo>
                  <a:pt x="14" y="46"/>
                </a:lnTo>
                <a:lnTo>
                  <a:pt x="14" y="44"/>
                </a:lnTo>
                <a:lnTo>
                  <a:pt x="12" y="42"/>
                </a:lnTo>
                <a:lnTo>
                  <a:pt x="12" y="39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6" y="38"/>
                </a:lnTo>
                <a:lnTo>
                  <a:pt x="7" y="37"/>
                </a:lnTo>
                <a:lnTo>
                  <a:pt x="5" y="36"/>
                </a:lnTo>
                <a:lnTo>
                  <a:pt x="5" y="37"/>
                </a:lnTo>
                <a:lnTo>
                  <a:pt x="5" y="38"/>
                </a:lnTo>
                <a:lnTo>
                  <a:pt x="3" y="39"/>
                </a:lnTo>
                <a:lnTo>
                  <a:pt x="2" y="40"/>
                </a:lnTo>
                <a:lnTo>
                  <a:pt x="2" y="41"/>
                </a:lnTo>
                <a:lnTo>
                  <a:pt x="2" y="41"/>
                </a:lnTo>
                <a:lnTo>
                  <a:pt x="3" y="43"/>
                </a:lnTo>
                <a:lnTo>
                  <a:pt x="4" y="43"/>
                </a:lnTo>
                <a:lnTo>
                  <a:pt x="5" y="43"/>
                </a:lnTo>
                <a:lnTo>
                  <a:pt x="5" y="45"/>
                </a:lnTo>
                <a:lnTo>
                  <a:pt x="4" y="46"/>
                </a:lnTo>
                <a:lnTo>
                  <a:pt x="4" y="48"/>
                </a:lnTo>
                <a:lnTo>
                  <a:pt x="4" y="50"/>
                </a:lnTo>
                <a:lnTo>
                  <a:pt x="5" y="51"/>
                </a:lnTo>
                <a:lnTo>
                  <a:pt x="4" y="52"/>
                </a:lnTo>
                <a:lnTo>
                  <a:pt x="5" y="53"/>
                </a:lnTo>
                <a:lnTo>
                  <a:pt x="5" y="54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6" y="55"/>
                </a:lnTo>
                <a:lnTo>
                  <a:pt x="7" y="56"/>
                </a:lnTo>
                <a:lnTo>
                  <a:pt x="7" y="57"/>
                </a:lnTo>
                <a:lnTo>
                  <a:pt x="7" y="57"/>
                </a:lnTo>
                <a:lnTo>
                  <a:pt x="7" y="58"/>
                </a:lnTo>
                <a:lnTo>
                  <a:pt x="6" y="59"/>
                </a:lnTo>
                <a:lnTo>
                  <a:pt x="6" y="59"/>
                </a:lnTo>
                <a:lnTo>
                  <a:pt x="6" y="61"/>
                </a:lnTo>
                <a:lnTo>
                  <a:pt x="5" y="61"/>
                </a:lnTo>
                <a:lnTo>
                  <a:pt x="5" y="62"/>
                </a:lnTo>
                <a:lnTo>
                  <a:pt x="4" y="63"/>
                </a:lnTo>
                <a:lnTo>
                  <a:pt x="4" y="63"/>
                </a:lnTo>
                <a:lnTo>
                  <a:pt x="4" y="64"/>
                </a:lnTo>
                <a:lnTo>
                  <a:pt x="3" y="65"/>
                </a:lnTo>
                <a:lnTo>
                  <a:pt x="3" y="65"/>
                </a:lnTo>
                <a:lnTo>
                  <a:pt x="3" y="66"/>
                </a:lnTo>
                <a:lnTo>
                  <a:pt x="2" y="67"/>
                </a:lnTo>
                <a:lnTo>
                  <a:pt x="1" y="67"/>
                </a:lnTo>
                <a:lnTo>
                  <a:pt x="1" y="68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lnTo>
                  <a:pt x="0" y="70"/>
                </a:lnTo>
                <a:lnTo>
                  <a:pt x="0" y="72"/>
                </a:lnTo>
                <a:lnTo>
                  <a:pt x="0" y="73"/>
                </a:lnTo>
                <a:lnTo>
                  <a:pt x="1" y="74"/>
                </a:lnTo>
                <a:lnTo>
                  <a:pt x="1" y="74"/>
                </a:lnTo>
                <a:lnTo>
                  <a:pt x="2" y="74"/>
                </a:lnTo>
                <a:lnTo>
                  <a:pt x="2" y="75"/>
                </a:lnTo>
                <a:lnTo>
                  <a:pt x="4" y="76"/>
                </a:lnTo>
                <a:lnTo>
                  <a:pt x="5" y="76"/>
                </a:lnTo>
                <a:lnTo>
                  <a:pt x="5" y="75"/>
                </a:lnTo>
                <a:lnTo>
                  <a:pt x="6" y="75"/>
                </a:lnTo>
                <a:lnTo>
                  <a:pt x="5" y="77"/>
                </a:lnTo>
                <a:lnTo>
                  <a:pt x="6" y="77"/>
                </a:lnTo>
                <a:lnTo>
                  <a:pt x="7" y="77"/>
                </a:lnTo>
                <a:lnTo>
                  <a:pt x="7" y="78"/>
                </a:lnTo>
                <a:lnTo>
                  <a:pt x="8" y="78"/>
                </a:lnTo>
                <a:lnTo>
                  <a:pt x="8" y="78"/>
                </a:lnTo>
                <a:lnTo>
                  <a:pt x="13" y="77"/>
                </a:lnTo>
                <a:lnTo>
                  <a:pt x="13" y="78"/>
                </a:lnTo>
                <a:lnTo>
                  <a:pt x="13" y="78"/>
                </a:lnTo>
                <a:lnTo>
                  <a:pt x="14" y="79"/>
                </a:lnTo>
                <a:lnTo>
                  <a:pt x="14" y="81"/>
                </a:lnTo>
                <a:lnTo>
                  <a:pt x="14" y="82"/>
                </a:lnTo>
                <a:lnTo>
                  <a:pt x="15" y="83"/>
                </a:lnTo>
                <a:lnTo>
                  <a:pt x="15" y="84"/>
                </a:lnTo>
                <a:lnTo>
                  <a:pt x="16" y="84"/>
                </a:lnTo>
                <a:lnTo>
                  <a:pt x="16" y="85"/>
                </a:lnTo>
                <a:lnTo>
                  <a:pt x="17" y="85"/>
                </a:lnTo>
                <a:lnTo>
                  <a:pt x="17" y="86"/>
                </a:lnTo>
                <a:lnTo>
                  <a:pt x="17" y="87"/>
                </a:lnTo>
                <a:lnTo>
                  <a:pt x="18" y="87"/>
                </a:lnTo>
                <a:lnTo>
                  <a:pt x="18" y="88"/>
                </a:lnTo>
                <a:lnTo>
                  <a:pt x="19" y="88"/>
                </a:lnTo>
                <a:lnTo>
                  <a:pt x="19" y="88"/>
                </a:lnTo>
                <a:lnTo>
                  <a:pt x="19" y="89"/>
                </a:lnTo>
                <a:lnTo>
                  <a:pt x="21" y="89"/>
                </a:lnTo>
                <a:lnTo>
                  <a:pt x="21" y="88"/>
                </a:lnTo>
                <a:lnTo>
                  <a:pt x="24" y="87"/>
                </a:lnTo>
                <a:lnTo>
                  <a:pt x="28" y="84"/>
                </a:lnTo>
                <a:lnTo>
                  <a:pt x="29" y="83"/>
                </a:lnTo>
                <a:lnTo>
                  <a:pt x="29" y="83"/>
                </a:lnTo>
                <a:lnTo>
                  <a:pt x="30" y="82"/>
                </a:lnTo>
                <a:lnTo>
                  <a:pt x="30" y="80"/>
                </a:lnTo>
                <a:lnTo>
                  <a:pt x="31" y="79"/>
                </a:lnTo>
                <a:lnTo>
                  <a:pt x="31" y="78"/>
                </a:lnTo>
                <a:lnTo>
                  <a:pt x="31" y="78"/>
                </a:lnTo>
                <a:lnTo>
                  <a:pt x="31" y="77"/>
                </a:lnTo>
                <a:lnTo>
                  <a:pt x="31" y="76"/>
                </a:lnTo>
                <a:lnTo>
                  <a:pt x="32" y="75"/>
                </a:lnTo>
                <a:lnTo>
                  <a:pt x="34" y="73"/>
                </a:lnTo>
                <a:lnTo>
                  <a:pt x="33" y="71"/>
                </a:lnTo>
                <a:lnTo>
                  <a:pt x="35" y="71"/>
                </a:lnTo>
                <a:lnTo>
                  <a:pt x="36" y="70"/>
                </a:lnTo>
                <a:lnTo>
                  <a:pt x="37" y="70"/>
                </a:lnTo>
                <a:lnTo>
                  <a:pt x="36" y="69"/>
                </a:lnTo>
                <a:lnTo>
                  <a:pt x="36" y="69"/>
                </a:lnTo>
                <a:lnTo>
                  <a:pt x="36" y="69"/>
                </a:lnTo>
                <a:lnTo>
                  <a:pt x="36" y="68"/>
                </a:lnTo>
                <a:lnTo>
                  <a:pt x="35" y="68"/>
                </a:lnTo>
                <a:lnTo>
                  <a:pt x="36" y="68"/>
                </a:lnTo>
                <a:lnTo>
                  <a:pt x="36" y="68"/>
                </a:lnTo>
                <a:lnTo>
                  <a:pt x="37" y="68"/>
                </a:lnTo>
                <a:lnTo>
                  <a:pt x="37" y="67"/>
                </a:lnTo>
                <a:lnTo>
                  <a:pt x="38" y="66"/>
                </a:lnTo>
                <a:lnTo>
                  <a:pt x="43" y="66"/>
                </a:lnTo>
                <a:lnTo>
                  <a:pt x="43" y="65"/>
                </a:lnTo>
                <a:lnTo>
                  <a:pt x="44" y="65"/>
                </a:lnTo>
                <a:lnTo>
                  <a:pt x="45" y="65"/>
                </a:lnTo>
                <a:lnTo>
                  <a:pt x="45" y="66"/>
                </a:lnTo>
                <a:lnTo>
                  <a:pt x="46" y="65"/>
                </a:lnTo>
                <a:lnTo>
                  <a:pt x="47" y="65"/>
                </a:lnTo>
                <a:lnTo>
                  <a:pt x="49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8"/>
                </a:lnTo>
                <a:lnTo>
                  <a:pt x="53" y="68"/>
                </a:lnTo>
                <a:lnTo>
                  <a:pt x="54" y="68"/>
                </a:lnTo>
                <a:lnTo>
                  <a:pt x="55" y="68"/>
                </a:lnTo>
                <a:lnTo>
                  <a:pt x="55" y="69"/>
                </a:lnTo>
                <a:lnTo>
                  <a:pt x="58" y="71"/>
                </a:lnTo>
                <a:lnTo>
                  <a:pt x="57" y="71"/>
                </a:lnTo>
                <a:lnTo>
                  <a:pt x="58" y="72"/>
                </a:lnTo>
                <a:lnTo>
                  <a:pt x="57" y="72"/>
                </a:lnTo>
                <a:lnTo>
                  <a:pt x="58" y="72"/>
                </a:lnTo>
                <a:lnTo>
                  <a:pt x="58" y="73"/>
                </a:lnTo>
                <a:lnTo>
                  <a:pt x="57" y="73"/>
                </a:lnTo>
                <a:lnTo>
                  <a:pt x="57" y="74"/>
                </a:lnTo>
                <a:lnTo>
                  <a:pt x="57" y="75"/>
                </a:lnTo>
                <a:lnTo>
                  <a:pt x="56" y="74"/>
                </a:lnTo>
                <a:lnTo>
                  <a:pt x="56" y="75"/>
                </a:lnTo>
                <a:lnTo>
                  <a:pt x="57" y="75"/>
                </a:lnTo>
                <a:lnTo>
                  <a:pt x="56" y="76"/>
                </a:lnTo>
                <a:lnTo>
                  <a:pt x="56" y="75"/>
                </a:lnTo>
                <a:lnTo>
                  <a:pt x="55" y="76"/>
                </a:lnTo>
                <a:lnTo>
                  <a:pt x="55" y="78"/>
                </a:lnTo>
                <a:lnTo>
                  <a:pt x="54" y="78"/>
                </a:lnTo>
                <a:lnTo>
                  <a:pt x="54" y="79"/>
                </a:lnTo>
                <a:lnTo>
                  <a:pt x="55" y="79"/>
                </a:lnTo>
                <a:lnTo>
                  <a:pt x="55" y="80"/>
                </a:lnTo>
                <a:lnTo>
                  <a:pt x="54" y="80"/>
                </a:lnTo>
                <a:lnTo>
                  <a:pt x="54" y="82"/>
                </a:lnTo>
                <a:lnTo>
                  <a:pt x="53" y="83"/>
                </a:lnTo>
                <a:lnTo>
                  <a:pt x="52" y="85"/>
                </a:lnTo>
                <a:lnTo>
                  <a:pt x="51" y="85"/>
                </a:lnTo>
                <a:lnTo>
                  <a:pt x="50" y="87"/>
                </a:lnTo>
                <a:lnTo>
                  <a:pt x="49" y="87"/>
                </a:lnTo>
                <a:lnTo>
                  <a:pt x="48" y="87"/>
                </a:lnTo>
                <a:lnTo>
                  <a:pt x="47" y="89"/>
                </a:lnTo>
                <a:lnTo>
                  <a:pt x="48" y="90"/>
                </a:lnTo>
                <a:lnTo>
                  <a:pt x="47" y="90"/>
                </a:lnTo>
                <a:lnTo>
                  <a:pt x="48" y="91"/>
                </a:lnTo>
                <a:lnTo>
                  <a:pt x="48" y="92"/>
                </a:lnTo>
                <a:lnTo>
                  <a:pt x="48" y="92"/>
                </a:lnTo>
                <a:lnTo>
                  <a:pt x="48" y="93"/>
                </a:lnTo>
                <a:lnTo>
                  <a:pt x="45" y="94"/>
                </a:lnTo>
                <a:lnTo>
                  <a:pt x="44" y="95"/>
                </a:lnTo>
                <a:lnTo>
                  <a:pt x="44" y="96"/>
                </a:lnTo>
                <a:lnTo>
                  <a:pt x="45" y="97"/>
                </a:lnTo>
                <a:lnTo>
                  <a:pt x="45" y="96"/>
                </a:lnTo>
                <a:lnTo>
                  <a:pt x="46" y="97"/>
                </a:lnTo>
                <a:lnTo>
                  <a:pt x="45" y="98"/>
                </a:lnTo>
                <a:lnTo>
                  <a:pt x="45" y="98"/>
                </a:lnTo>
                <a:lnTo>
                  <a:pt x="45" y="98"/>
                </a:lnTo>
                <a:lnTo>
                  <a:pt x="45" y="99"/>
                </a:lnTo>
                <a:lnTo>
                  <a:pt x="46" y="99"/>
                </a:lnTo>
                <a:lnTo>
                  <a:pt x="46" y="99"/>
                </a:lnTo>
                <a:lnTo>
                  <a:pt x="47" y="99"/>
                </a:lnTo>
                <a:lnTo>
                  <a:pt x="48" y="99"/>
                </a:lnTo>
                <a:lnTo>
                  <a:pt x="49" y="100"/>
                </a:lnTo>
                <a:lnTo>
                  <a:pt x="49" y="100"/>
                </a:lnTo>
                <a:lnTo>
                  <a:pt x="49" y="100"/>
                </a:lnTo>
                <a:lnTo>
                  <a:pt x="50" y="101"/>
                </a:lnTo>
                <a:lnTo>
                  <a:pt x="51" y="100"/>
                </a:lnTo>
                <a:lnTo>
                  <a:pt x="53" y="98"/>
                </a:lnTo>
                <a:lnTo>
                  <a:pt x="53" y="99"/>
                </a:lnTo>
                <a:lnTo>
                  <a:pt x="53" y="100"/>
                </a:lnTo>
                <a:lnTo>
                  <a:pt x="53" y="100"/>
                </a:lnTo>
                <a:lnTo>
                  <a:pt x="52" y="100"/>
                </a:lnTo>
                <a:lnTo>
                  <a:pt x="51" y="101"/>
                </a:lnTo>
                <a:lnTo>
                  <a:pt x="52" y="102"/>
                </a:lnTo>
                <a:lnTo>
                  <a:pt x="52" y="102"/>
                </a:lnTo>
                <a:lnTo>
                  <a:pt x="52" y="103"/>
                </a:lnTo>
                <a:lnTo>
                  <a:pt x="53" y="103"/>
                </a:lnTo>
                <a:lnTo>
                  <a:pt x="54" y="104"/>
                </a:lnTo>
                <a:lnTo>
                  <a:pt x="53" y="105"/>
                </a:lnTo>
                <a:lnTo>
                  <a:pt x="52" y="105"/>
                </a:lnTo>
                <a:lnTo>
                  <a:pt x="53" y="104"/>
                </a:lnTo>
                <a:lnTo>
                  <a:pt x="52" y="103"/>
                </a:lnTo>
                <a:lnTo>
                  <a:pt x="52" y="104"/>
                </a:lnTo>
                <a:lnTo>
                  <a:pt x="52" y="105"/>
                </a:lnTo>
                <a:lnTo>
                  <a:pt x="51" y="106"/>
                </a:lnTo>
                <a:lnTo>
                  <a:pt x="50" y="107"/>
                </a:lnTo>
                <a:lnTo>
                  <a:pt x="49" y="106"/>
                </a:lnTo>
                <a:lnTo>
                  <a:pt x="48" y="107"/>
                </a:lnTo>
                <a:lnTo>
                  <a:pt x="48" y="108"/>
                </a:lnTo>
                <a:lnTo>
                  <a:pt x="46" y="109"/>
                </a:lnTo>
                <a:lnTo>
                  <a:pt x="46" y="109"/>
                </a:lnTo>
                <a:lnTo>
                  <a:pt x="45" y="109"/>
                </a:lnTo>
                <a:lnTo>
                  <a:pt x="44" y="110"/>
                </a:lnTo>
                <a:lnTo>
                  <a:pt x="44" y="111"/>
                </a:lnTo>
                <a:lnTo>
                  <a:pt x="45" y="111"/>
                </a:lnTo>
                <a:lnTo>
                  <a:pt x="45" y="111"/>
                </a:lnTo>
                <a:lnTo>
                  <a:pt x="45" y="113"/>
                </a:lnTo>
                <a:lnTo>
                  <a:pt x="45" y="113"/>
                </a:lnTo>
                <a:lnTo>
                  <a:pt x="46" y="114"/>
                </a:lnTo>
                <a:lnTo>
                  <a:pt x="47" y="114"/>
                </a:lnTo>
                <a:lnTo>
                  <a:pt x="48" y="113"/>
                </a:lnTo>
                <a:lnTo>
                  <a:pt x="49" y="111"/>
                </a:lnTo>
                <a:lnTo>
                  <a:pt x="52" y="111"/>
                </a:lnTo>
                <a:lnTo>
                  <a:pt x="53" y="110"/>
                </a:lnTo>
                <a:lnTo>
                  <a:pt x="55" y="109"/>
                </a:lnTo>
                <a:lnTo>
                  <a:pt x="55" y="108"/>
                </a:lnTo>
                <a:lnTo>
                  <a:pt x="53" y="108"/>
                </a:lnTo>
                <a:lnTo>
                  <a:pt x="54" y="107"/>
                </a:lnTo>
                <a:lnTo>
                  <a:pt x="54" y="106"/>
                </a:lnTo>
                <a:lnTo>
                  <a:pt x="55" y="106"/>
                </a:lnTo>
                <a:lnTo>
                  <a:pt x="55" y="106"/>
                </a:lnTo>
                <a:lnTo>
                  <a:pt x="56" y="106"/>
                </a:lnTo>
                <a:lnTo>
                  <a:pt x="56" y="107"/>
                </a:lnTo>
                <a:lnTo>
                  <a:pt x="57" y="107"/>
                </a:lnTo>
                <a:lnTo>
                  <a:pt x="58" y="107"/>
                </a:lnTo>
                <a:lnTo>
                  <a:pt x="57" y="105"/>
                </a:lnTo>
                <a:lnTo>
                  <a:pt x="58" y="105"/>
                </a:lnTo>
                <a:lnTo>
                  <a:pt x="58" y="105"/>
                </a:lnTo>
                <a:lnTo>
                  <a:pt x="59" y="105"/>
                </a:lnTo>
                <a:lnTo>
                  <a:pt x="59" y="104"/>
                </a:lnTo>
                <a:lnTo>
                  <a:pt x="60" y="104"/>
                </a:lnTo>
                <a:lnTo>
                  <a:pt x="60" y="104"/>
                </a:lnTo>
                <a:lnTo>
                  <a:pt x="60" y="103"/>
                </a:lnTo>
                <a:lnTo>
                  <a:pt x="62" y="102"/>
                </a:lnTo>
                <a:lnTo>
                  <a:pt x="61" y="101"/>
                </a:lnTo>
                <a:lnTo>
                  <a:pt x="61" y="100"/>
                </a:lnTo>
                <a:lnTo>
                  <a:pt x="63" y="99"/>
                </a:lnTo>
                <a:lnTo>
                  <a:pt x="63" y="98"/>
                </a:lnTo>
                <a:lnTo>
                  <a:pt x="65" y="95"/>
                </a:lnTo>
                <a:lnTo>
                  <a:pt x="66" y="95"/>
                </a:lnTo>
                <a:lnTo>
                  <a:pt x="67" y="95"/>
                </a:lnTo>
                <a:lnTo>
                  <a:pt x="68" y="93"/>
                </a:lnTo>
                <a:lnTo>
                  <a:pt x="68" y="92"/>
                </a:lnTo>
                <a:lnTo>
                  <a:pt x="71" y="91"/>
                </a:lnTo>
                <a:lnTo>
                  <a:pt x="72" y="89"/>
                </a:lnTo>
                <a:lnTo>
                  <a:pt x="74" y="89"/>
                </a:lnTo>
                <a:lnTo>
                  <a:pt x="74" y="88"/>
                </a:lnTo>
                <a:lnTo>
                  <a:pt x="74" y="88"/>
                </a:lnTo>
                <a:lnTo>
                  <a:pt x="76" y="87"/>
                </a:lnTo>
                <a:lnTo>
                  <a:pt x="76" y="88"/>
                </a:lnTo>
                <a:lnTo>
                  <a:pt x="77" y="87"/>
                </a:lnTo>
                <a:lnTo>
                  <a:pt x="77" y="87"/>
                </a:lnTo>
                <a:lnTo>
                  <a:pt x="77" y="86"/>
                </a:lnTo>
                <a:lnTo>
                  <a:pt x="78" y="86"/>
                </a:lnTo>
                <a:lnTo>
                  <a:pt x="78" y="86"/>
                </a:lnTo>
                <a:lnTo>
                  <a:pt x="78" y="85"/>
                </a:lnTo>
                <a:lnTo>
                  <a:pt x="80" y="85"/>
                </a:lnTo>
                <a:lnTo>
                  <a:pt x="80" y="85"/>
                </a:lnTo>
                <a:lnTo>
                  <a:pt x="82" y="84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5607668" y="2326308"/>
            <a:ext cx="1045319" cy="737495"/>
          </a:xfrm>
          <a:custGeom>
            <a:avLst/>
            <a:gdLst/>
            <a:ahLst/>
            <a:cxnLst/>
            <a:rect l="l" t="t" r="r" b="b"/>
            <a:pathLst>
              <a:path w="163" h="115">
                <a:moveTo>
                  <a:pt x="141" y="66"/>
                </a:moveTo>
                <a:lnTo>
                  <a:pt x="141" y="65"/>
                </a:lnTo>
                <a:lnTo>
                  <a:pt x="141" y="65"/>
                </a:lnTo>
                <a:lnTo>
                  <a:pt x="142" y="65"/>
                </a:lnTo>
                <a:lnTo>
                  <a:pt x="143" y="65"/>
                </a:lnTo>
                <a:lnTo>
                  <a:pt x="143" y="64"/>
                </a:lnTo>
                <a:lnTo>
                  <a:pt x="142" y="61"/>
                </a:lnTo>
                <a:lnTo>
                  <a:pt x="143" y="61"/>
                </a:lnTo>
                <a:lnTo>
                  <a:pt x="142" y="60"/>
                </a:lnTo>
                <a:lnTo>
                  <a:pt x="143" y="59"/>
                </a:lnTo>
                <a:lnTo>
                  <a:pt x="142" y="59"/>
                </a:lnTo>
                <a:lnTo>
                  <a:pt x="142" y="54"/>
                </a:lnTo>
                <a:lnTo>
                  <a:pt x="143" y="53"/>
                </a:lnTo>
                <a:lnTo>
                  <a:pt x="142" y="53"/>
                </a:lnTo>
                <a:lnTo>
                  <a:pt x="142" y="52"/>
                </a:lnTo>
                <a:lnTo>
                  <a:pt x="143" y="52"/>
                </a:lnTo>
                <a:lnTo>
                  <a:pt x="143" y="52"/>
                </a:lnTo>
                <a:lnTo>
                  <a:pt x="143" y="51"/>
                </a:lnTo>
                <a:lnTo>
                  <a:pt x="144" y="52"/>
                </a:lnTo>
                <a:lnTo>
                  <a:pt x="145" y="52"/>
                </a:lnTo>
                <a:lnTo>
                  <a:pt x="146" y="51"/>
                </a:lnTo>
                <a:lnTo>
                  <a:pt x="147" y="51"/>
                </a:lnTo>
                <a:lnTo>
                  <a:pt x="146" y="52"/>
                </a:lnTo>
                <a:lnTo>
                  <a:pt x="147" y="52"/>
                </a:lnTo>
                <a:lnTo>
                  <a:pt x="146" y="53"/>
                </a:lnTo>
                <a:lnTo>
                  <a:pt x="147" y="53"/>
                </a:lnTo>
                <a:lnTo>
                  <a:pt x="149" y="52"/>
                </a:lnTo>
                <a:lnTo>
                  <a:pt x="149" y="52"/>
                </a:lnTo>
                <a:lnTo>
                  <a:pt x="149" y="55"/>
                </a:lnTo>
                <a:lnTo>
                  <a:pt x="150" y="57"/>
                </a:lnTo>
                <a:lnTo>
                  <a:pt x="150" y="57"/>
                </a:lnTo>
                <a:lnTo>
                  <a:pt x="153" y="58"/>
                </a:lnTo>
                <a:lnTo>
                  <a:pt x="154" y="58"/>
                </a:lnTo>
                <a:lnTo>
                  <a:pt x="153" y="59"/>
                </a:lnTo>
                <a:lnTo>
                  <a:pt x="154" y="59"/>
                </a:lnTo>
                <a:lnTo>
                  <a:pt x="154" y="59"/>
                </a:lnTo>
                <a:lnTo>
                  <a:pt x="154" y="58"/>
                </a:lnTo>
                <a:lnTo>
                  <a:pt x="154" y="57"/>
                </a:lnTo>
                <a:lnTo>
                  <a:pt x="155" y="57"/>
                </a:lnTo>
                <a:lnTo>
                  <a:pt x="156" y="60"/>
                </a:lnTo>
                <a:lnTo>
                  <a:pt x="156" y="60"/>
                </a:lnTo>
                <a:lnTo>
                  <a:pt x="157" y="61"/>
                </a:lnTo>
                <a:lnTo>
                  <a:pt x="158" y="61"/>
                </a:lnTo>
                <a:lnTo>
                  <a:pt x="157" y="61"/>
                </a:lnTo>
                <a:lnTo>
                  <a:pt x="157" y="60"/>
                </a:lnTo>
                <a:lnTo>
                  <a:pt x="156" y="60"/>
                </a:lnTo>
                <a:lnTo>
                  <a:pt x="156" y="59"/>
                </a:lnTo>
                <a:lnTo>
                  <a:pt x="157" y="58"/>
                </a:lnTo>
                <a:lnTo>
                  <a:pt x="157" y="57"/>
                </a:lnTo>
                <a:lnTo>
                  <a:pt x="155" y="56"/>
                </a:lnTo>
                <a:lnTo>
                  <a:pt x="154" y="56"/>
                </a:lnTo>
                <a:lnTo>
                  <a:pt x="153" y="56"/>
                </a:lnTo>
                <a:lnTo>
                  <a:pt x="152" y="55"/>
                </a:lnTo>
                <a:lnTo>
                  <a:pt x="153" y="54"/>
                </a:lnTo>
                <a:lnTo>
                  <a:pt x="156" y="52"/>
                </a:lnTo>
                <a:lnTo>
                  <a:pt x="157" y="52"/>
                </a:lnTo>
                <a:lnTo>
                  <a:pt x="158" y="51"/>
                </a:lnTo>
                <a:lnTo>
                  <a:pt x="158" y="51"/>
                </a:lnTo>
                <a:lnTo>
                  <a:pt x="158" y="50"/>
                </a:lnTo>
                <a:lnTo>
                  <a:pt x="159" y="51"/>
                </a:lnTo>
                <a:lnTo>
                  <a:pt x="160" y="50"/>
                </a:lnTo>
                <a:lnTo>
                  <a:pt x="161" y="50"/>
                </a:lnTo>
                <a:lnTo>
                  <a:pt x="162" y="50"/>
                </a:lnTo>
                <a:lnTo>
                  <a:pt x="161" y="49"/>
                </a:lnTo>
                <a:lnTo>
                  <a:pt x="161" y="48"/>
                </a:lnTo>
                <a:lnTo>
                  <a:pt x="162" y="48"/>
                </a:lnTo>
                <a:lnTo>
                  <a:pt x="163" y="48"/>
                </a:lnTo>
                <a:lnTo>
                  <a:pt x="163" y="47"/>
                </a:lnTo>
                <a:lnTo>
                  <a:pt x="162" y="47"/>
                </a:lnTo>
                <a:lnTo>
                  <a:pt x="162" y="46"/>
                </a:lnTo>
                <a:lnTo>
                  <a:pt x="162" y="45"/>
                </a:lnTo>
                <a:lnTo>
                  <a:pt x="162" y="45"/>
                </a:lnTo>
                <a:lnTo>
                  <a:pt x="162" y="44"/>
                </a:lnTo>
                <a:lnTo>
                  <a:pt x="163" y="43"/>
                </a:lnTo>
                <a:lnTo>
                  <a:pt x="162" y="42"/>
                </a:lnTo>
                <a:lnTo>
                  <a:pt x="162" y="42"/>
                </a:lnTo>
                <a:lnTo>
                  <a:pt x="162" y="41"/>
                </a:lnTo>
                <a:lnTo>
                  <a:pt x="162" y="40"/>
                </a:lnTo>
                <a:lnTo>
                  <a:pt x="162" y="38"/>
                </a:lnTo>
                <a:lnTo>
                  <a:pt x="163" y="37"/>
                </a:lnTo>
                <a:lnTo>
                  <a:pt x="162" y="36"/>
                </a:lnTo>
                <a:lnTo>
                  <a:pt x="162" y="35"/>
                </a:lnTo>
                <a:lnTo>
                  <a:pt x="162" y="35"/>
                </a:lnTo>
                <a:lnTo>
                  <a:pt x="162" y="36"/>
                </a:lnTo>
                <a:lnTo>
                  <a:pt x="161" y="36"/>
                </a:lnTo>
                <a:lnTo>
                  <a:pt x="161" y="37"/>
                </a:lnTo>
                <a:lnTo>
                  <a:pt x="160" y="37"/>
                </a:lnTo>
                <a:lnTo>
                  <a:pt x="157" y="36"/>
                </a:lnTo>
                <a:lnTo>
                  <a:pt x="157" y="37"/>
                </a:lnTo>
                <a:lnTo>
                  <a:pt x="156" y="38"/>
                </a:lnTo>
                <a:lnTo>
                  <a:pt x="155" y="38"/>
                </a:lnTo>
                <a:lnTo>
                  <a:pt x="154" y="37"/>
                </a:lnTo>
                <a:lnTo>
                  <a:pt x="152" y="36"/>
                </a:lnTo>
                <a:lnTo>
                  <a:pt x="151" y="36"/>
                </a:lnTo>
                <a:lnTo>
                  <a:pt x="151" y="35"/>
                </a:lnTo>
                <a:lnTo>
                  <a:pt x="148" y="35"/>
                </a:lnTo>
                <a:lnTo>
                  <a:pt x="148" y="35"/>
                </a:lnTo>
                <a:lnTo>
                  <a:pt x="147" y="35"/>
                </a:lnTo>
                <a:lnTo>
                  <a:pt x="146" y="34"/>
                </a:lnTo>
                <a:lnTo>
                  <a:pt x="147" y="33"/>
                </a:lnTo>
                <a:lnTo>
                  <a:pt x="146" y="33"/>
                </a:lnTo>
                <a:lnTo>
                  <a:pt x="145" y="31"/>
                </a:lnTo>
                <a:lnTo>
                  <a:pt x="145" y="31"/>
                </a:lnTo>
                <a:lnTo>
                  <a:pt x="145" y="30"/>
                </a:lnTo>
                <a:lnTo>
                  <a:pt x="145" y="30"/>
                </a:lnTo>
                <a:lnTo>
                  <a:pt x="144" y="29"/>
                </a:lnTo>
                <a:lnTo>
                  <a:pt x="144" y="28"/>
                </a:lnTo>
                <a:lnTo>
                  <a:pt x="144" y="27"/>
                </a:lnTo>
                <a:lnTo>
                  <a:pt x="143" y="27"/>
                </a:lnTo>
                <a:lnTo>
                  <a:pt x="143" y="29"/>
                </a:lnTo>
                <a:lnTo>
                  <a:pt x="142" y="30"/>
                </a:lnTo>
                <a:lnTo>
                  <a:pt x="141" y="31"/>
                </a:lnTo>
                <a:lnTo>
                  <a:pt x="141" y="31"/>
                </a:lnTo>
                <a:lnTo>
                  <a:pt x="141" y="32"/>
                </a:lnTo>
                <a:lnTo>
                  <a:pt x="141" y="32"/>
                </a:lnTo>
                <a:lnTo>
                  <a:pt x="141" y="33"/>
                </a:lnTo>
                <a:lnTo>
                  <a:pt x="140" y="32"/>
                </a:lnTo>
                <a:lnTo>
                  <a:pt x="139" y="32"/>
                </a:lnTo>
                <a:lnTo>
                  <a:pt x="139" y="30"/>
                </a:lnTo>
                <a:lnTo>
                  <a:pt x="138" y="29"/>
                </a:lnTo>
                <a:lnTo>
                  <a:pt x="137" y="29"/>
                </a:lnTo>
                <a:lnTo>
                  <a:pt x="137" y="30"/>
                </a:lnTo>
                <a:lnTo>
                  <a:pt x="136" y="30"/>
                </a:lnTo>
                <a:lnTo>
                  <a:pt x="136" y="31"/>
                </a:lnTo>
                <a:lnTo>
                  <a:pt x="136" y="33"/>
                </a:lnTo>
                <a:lnTo>
                  <a:pt x="135" y="33"/>
                </a:lnTo>
                <a:lnTo>
                  <a:pt x="135" y="33"/>
                </a:lnTo>
                <a:lnTo>
                  <a:pt x="131" y="34"/>
                </a:lnTo>
                <a:lnTo>
                  <a:pt x="130" y="36"/>
                </a:lnTo>
                <a:lnTo>
                  <a:pt x="129" y="36"/>
                </a:lnTo>
                <a:lnTo>
                  <a:pt x="129" y="36"/>
                </a:lnTo>
                <a:lnTo>
                  <a:pt x="128" y="37"/>
                </a:lnTo>
                <a:lnTo>
                  <a:pt x="128" y="36"/>
                </a:lnTo>
                <a:lnTo>
                  <a:pt x="127" y="37"/>
                </a:lnTo>
                <a:lnTo>
                  <a:pt x="128" y="39"/>
                </a:lnTo>
                <a:lnTo>
                  <a:pt x="128" y="39"/>
                </a:lnTo>
                <a:lnTo>
                  <a:pt x="129" y="41"/>
                </a:lnTo>
                <a:lnTo>
                  <a:pt x="126" y="44"/>
                </a:lnTo>
                <a:lnTo>
                  <a:pt x="124" y="43"/>
                </a:lnTo>
                <a:lnTo>
                  <a:pt x="123" y="44"/>
                </a:lnTo>
                <a:lnTo>
                  <a:pt x="122" y="43"/>
                </a:lnTo>
                <a:lnTo>
                  <a:pt x="121" y="40"/>
                </a:lnTo>
                <a:lnTo>
                  <a:pt x="120" y="40"/>
                </a:lnTo>
                <a:lnTo>
                  <a:pt x="120" y="40"/>
                </a:lnTo>
                <a:lnTo>
                  <a:pt x="119" y="38"/>
                </a:lnTo>
                <a:lnTo>
                  <a:pt x="120" y="37"/>
                </a:lnTo>
                <a:lnTo>
                  <a:pt x="119" y="37"/>
                </a:lnTo>
                <a:lnTo>
                  <a:pt x="118" y="37"/>
                </a:lnTo>
                <a:lnTo>
                  <a:pt x="117" y="36"/>
                </a:lnTo>
                <a:lnTo>
                  <a:pt x="116" y="35"/>
                </a:lnTo>
                <a:lnTo>
                  <a:pt x="116" y="34"/>
                </a:lnTo>
                <a:lnTo>
                  <a:pt x="114" y="32"/>
                </a:lnTo>
                <a:lnTo>
                  <a:pt x="113" y="31"/>
                </a:lnTo>
                <a:lnTo>
                  <a:pt x="113" y="30"/>
                </a:lnTo>
                <a:lnTo>
                  <a:pt x="113" y="30"/>
                </a:lnTo>
                <a:lnTo>
                  <a:pt x="113" y="28"/>
                </a:lnTo>
                <a:lnTo>
                  <a:pt x="112" y="28"/>
                </a:lnTo>
                <a:lnTo>
                  <a:pt x="113" y="28"/>
                </a:lnTo>
                <a:lnTo>
                  <a:pt x="113" y="27"/>
                </a:lnTo>
                <a:lnTo>
                  <a:pt x="112" y="26"/>
                </a:lnTo>
                <a:lnTo>
                  <a:pt x="112" y="26"/>
                </a:lnTo>
                <a:lnTo>
                  <a:pt x="110" y="24"/>
                </a:lnTo>
                <a:lnTo>
                  <a:pt x="108" y="27"/>
                </a:lnTo>
                <a:lnTo>
                  <a:pt x="108" y="29"/>
                </a:lnTo>
                <a:lnTo>
                  <a:pt x="106" y="29"/>
                </a:lnTo>
                <a:lnTo>
                  <a:pt x="106" y="29"/>
                </a:lnTo>
                <a:lnTo>
                  <a:pt x="107" y="30"/>
                </a:lnTo>
                <a:lnTo>
                  <a:pt x="107" y="30"/>
                </a:lnTo>
                <a:lnTo>
                  <a:pt x="107" y="31"/>
                </a:lnTo>
                <a:lnTo>
                  <a:pt x="108" y="32"/>
                </a:lnTo>
                <a:lnTo>
                  <a:pt x="108" y="33"/>
                </a:lnTo>
                <a:lnTo>
                  <a:pt x="107" y="33"/>
                </a:lnTo>
                <a:lnTo>
                  <a:pt x="108" y="33"/>
                </a:lnTo>
                <a:lnTo>
                  <a:pt x="108" y="34"/>
                </a:lnTo>
                <a:lnTo>
                  <a:pt x="105" y="36"/>
                </a:lnTo>
                <a:lnTo>
                  <a:pt x="104" y="36"/>
                </a:lnTo>
                <a:lnTo>
                  <a:pt x="103" y="36"/>
                </a:lnTo>
                <a:lnTo>
                  <a:pt x="102" y="36"/>
                </a:lnTo>
                <a:lnTo>
                  <a:pt x="102" y="34"/>
                </a:lnTo>
                <a:lnTo>
                  <a:pt x="101" y="35"/>
                </a:lnTo>
                <a:lnTo>
                  <a:pt x="100" y="34"/>
                </a:lnTo>
                <a:lnTo>
                  <a:pt x="99" y="34"/>
                </a:lnTo>
                <a:lnTo>
                  <a:pt x="100" y="32"/>
                </a:lnTo>
                <a:lnTo>
                  <a:pt x="97" y="30"/>
                </a:lnTo>
                <a:lnTo>
                  <a:pt x="97" y="29"/>
                </a:lnTo>
                <a:lnTo>
                  <a:pt x="96" y="28"/>
                </a:lnTo>
                <a:lnTo>
                  <a:pt x="96" y="28"/>
                </a:lnTo>
                <a:lnTo>
                  <a:pt x="97" y="27"/>
                </a:lnTo>
                <a:lnTo>
                  <a:pt x="97" y="27"/>
                </a:lnTo>
                <a:lnTo>
                  <a:pt x="97" y="26"/>
                </a:lnTo>
                <a:lnTo>
                  <a:pt x="94" y="25"/>
                </a:lnTo>
                <a:lnTo>
                  <a:pt x="92" y="26"/>
                </a:lnTo>
                <a:lnTo>
                  <a:pt x="92" y="26"/>
                </a:lnTo>
                <a:lnTo>
                  <a:pt x="92" y="26"/>
                </a:lnTo>
                <a:lnTo>
                  <a:pt x="92" y="26"/>
                </a:lnTo>
                <a:lnTo>
                  <a:pt x="91" y="26"/>
                </a:lnTo>
                <a:lnTo>
                  <a:pt x="90" y="27"/>
                </a:lnTo>
                <a:lnTo>
                  <a:pt x="90" y="27"/>
                </a:lnTo>
                <a:lnTo>
                  <a:pt x="89" y="28"/>
                </a:lnTo>
                <a:lnTo>
                  <a:pt x="88" y="26"/>
                </a:lnTo>
                <a:lnTo>
                  <a:pt x="88" y="25"/>
                </a:lnTo>
                <a:lnTo>
                  <a:pt x="87" y="24"/>
                </a:lnTo>
                <a:lnTo>
                  <a:pt x="87" y="23"/>
                </a:lnTo>
                <a:lnTo>
                  <a:pt x="87" y="22"/>
                </a:lnTo>
                <a:lnTo>
                  <a:pt x="87" y="21"/>
                </a:lnTo>
                <a:lnTo>
                  <a:pt x="88" y="21"/>
                </a:lnTo>
                <a:lnTo>
                  <a:pt x="88" y="20"/>
                </a:lnTo>
                <a:lnTo>
                  <a:pt x="86" y="17"/>
                </a:lnTo>
                <a:lnTo>
                  <a:pt x="85" y="16"/>
                </a:lnTo>
                <a:lnTo>
                  <a:pt x="82" y="16"/>
                </a:lnTo>
                <a:lnTo>
                  <a:pt x="82" y="16"/>
                </a:lnTo>
                <a:lnTo>
                  <a:pt x="81" y="16"/>
                </a:lnTo>
                <a:lnTo>
                  <a:pt x="81" y="16"/>
                </a:lnTo>
                <a:lnTo>
                  <a:pt x="80" y="15"/>
                </a:lnTo>
                <a:lnTo>
                  <a:pt x="78" y="15"/>
                </a:lnTo>
                <a:lnTo>
                  <a:pt x="76" y="16"/>
                </a:lnTo>
                <a:lnTo>
                  <a:pt x="75" y="17"/>
                </a:lnTo>
                <a:lnTo>
                  <a:pt x="74" y="17"/>
                </a:lnTo>
                <a:lnTo>
                  <a:pt x="74" y="18"/>
                </a:lnTo>
                <a:lnTo>
                  <a:pt x="74" y="18"/>
                </a:lnTo>
                <a:lnTo>
                  <a:pt x="73" y="19"/>
                </a:lnTo>
                <a:lnTo>
                  <a:pt x="71" y="18"/>
                </a:lnTo>
                <a:lnTo>
                  <a:pt x="70" y="19"/>
                </a:lnTo>
                <a:lnTo>
                  <a:pt x="70" y="18"/>
                </a:lnTo>
                <a:lnTo>
                  <a:pt x="69" y="18"/>
                </a:lnTo>
                <a:lnTo>
                  <a:pt x="67" y="18"/>
                </a:lnTo>
                <a:lnTo>
                  <a:pt x="67" y="17"/>
                </a:lnTo>
                <a:lnTo>
                  <a:pt x="64" y="15"/>
                </a:lnTo>
                <a:lnTo>
                  <a:pt x="64" y="15"/>
                </a:lnTo>
                <a:lnTo>
                  <a:pt x="64" y="13"/>
                </a:lnTo>
                <a:lnTo>
                  <a:pt x="63" y="12"/>
                </a:lnTo>
                <a:lnTo>
                  <a:pt x="62" y="12"/>
                </a:lnTo>
                <a:lnTo>
                  <a:pt x="61" y="14"/>
                </a:lnTo>
                <a:lnTo>
                  <a:pt x="60" y="13"/>
                </a:lnTo>
                <a:lnTo>
                  <a:pt x="60" y="13"/>
                </a:lnTo>
                <a:lnTo>
                  <a:pt x="60" y="14"/>
                </a:lnTo>
                <a:lnTo>
                  <a:pt x="59" y="16"/>
                </a:lnTo>
                <a:lnTo>
                  <a:pt x="58" y="15"/>
                </a:lnTo>
                <a:lnTo>
                  <a:pt x="58" y="16"/>
                </a:lnTo>
                <a:lnTo>
                  <a:pt x="57" y="15"/>
                </a:lnTo>
                <a:lnTo>
                  <a:pt x="56" y="16"/>
                </a:lnTo>
                <a:lnTo>
                  <a:pt x="55" y="16"/>
                </a:lnTo>
                <a:lnTo>
                  <a:pt x="55" y="17"/>
                </a:lnTo>
                <a:lnTo>
                  <a:pt x="54" y="16"/>
                </a:lnTo>
                <a:lnTo>
                  <a:pt x="55" y="16"/>
                </a:lnTo>
                <a:lnTo>
                  <a:pt x="54" y="16"/>
                </a:lnTo>
                <a:lnTo>
                  <a:pt x="53" y="15"/>
                </a:lnTo>
                <a:lnTo>
                  <a:pt x="52" y="15"/>
                </a:lnTo>
                <a:lnTo>
                  <a:pt x="52" y="14"/>
                </a:lnTo>
                <a:lnTo>
                  <a:pt x="51" y="14"/>
                </a:lnTo>
                <a:lnTo>
                  <a:pt x="51" y="15"/>
                </a:lnTo>
                <a:lnTo>
                  <a:pt x="51" y="16"/>
                </a:lnTo>
                <a:lnTo>
                  <a:pt x="51" y="16"/>
                </a:lnTo>
                <a:lnTo>
                  <a:pt x="50" y="16"/>
                </a:lnTo>
                <a:lnTo>
                  <a:pt x="50" y="16"/>
                </a:lnTo>
                <a:lnTo>
                  <a:pt x="49" y="17"/>
                </a:lnTo>
                <a:lnTo>
                  <a:pt x="47" y="17"/>
                </a:lnTo>
                <a:lnTo>
                  <a:pt x="47" y="17"/>
                </a:lnTo>
                <a:lnTo>
                  <a:pt x="46" y="18"/>
                </a:lnTo>
                <a:lnTo>
                  <a:pt x="45" y="17"/>
                </a:lnTo>
                <a:lnTo>
                  <a:pt x="44" y="18"/>
                </a:lnTo>
                <a:lnTo>
                  <a:pt x="43" y="17"/>
                </a:lnTo>
                <a:lnTo>
                  <a:pt x="43" y="16"/>
                </a:lnTo>
                <a:lnTo>
                  <a:pt x="43" y="15"/>
                </a:lnTo>
                <a:lnTo>
                  <a:pt x="42" y="16"/>
                </a:lnTo>
                <a:lnTo>
                  <a:pt x="41" y="16"/>
                </a:lnTo>
                <a:lnTo>
                  <a:pt x="41" y="15"/>
                </a:lnTo>
                <a:lnTo>
                  <a:pt x="41" y="15"/>
                </a:lnTo>
                <a:lnTo>
                  <a:pt x="40" y="14"/>
                </a:lnTo>
                <a:lnTo>
                  <a:pt x="39" y="14"/>
                </a:lnTo>
                <a:lnTo>
                  <a:pt x="39" y="14"/>
                </a:lnTo>
                <a:lnTo>
                  <a:pt x="39" y="13"/>
                </a:lnTo>
                <a:lnTo>
                  <a:pt x="39" y="13"/>
                </a:lnTo>
                <a:lnTo>
                  <a:pt x="39" y="13"/>
                </a:lnTo>
                <a:lnTo>
                  <a:pt x="36" y="12"/>
                </a:lnTo>
                <a:lnTo>
                  <a:pt x="37" y="11"/>
                </a:lnTo>
                <a:lnTo>
                  <a:pt x="36" y="10"/>
                </a:lnTo>
                <a:lnTo>
                  <a:pt x="37" y="10"/>
                </a:lnTo>
                <a:lnTo>
                  <a:pt x="37" y="9"/>
                </a:lnTo>
                <a:lnTo>
                  <a:pt x="36" y="9"/>
                </a:lnTo>
                <a:lnTo>
                  <a:pt x="35" y="8"/>
                </a:lnTo>
                <a:lnTo>
                  <a:pt x="35" y="7"/>
                </a:lnTo>
                <a:lnTo>
                  <a:pt x="35" y="7"/>
                </a:lnTo>
                <a:lnTo>
                  <a:pt x="35" y="6"/>
                </a:lnTo>
                <a:lnTo>
                  <a:pt x="36" y="6"/>
                </a:lnTo>
                <a:lnTo>
                  <a:pt x="35" y="5"/>
                </a:lnTo>
                <a:lnTo>
                  <a:pt x="35" y="5"/>
                </a:lnTo>
                <a:lnTo>
                  <a:pt x="35" y="4"/>
                </a:lnTo>
                <a:lnTo>
                  <a:pt x="35" y="4"/>
                </a:lnTo>
                <a:lnTo>
                  <a:pt x="34" y="3"/>
                </a:lnTo>
                <a:lnTo>
                  <a:pt x="35" y="3"/>
                </a:lnTo>
                <a:lnTo>
                  <a:pt x="34" y="3"/>
                </a:lnTo>
                <a:lnTo>
                  <a:pt x="34" y="2"/>
                </a:lnTo>
                <a:lnTo>
                  <a:pt x="34" y="2"/>
                </a:lnTo>
                <a:lnTo>
                  <a:pt x="33" y="1"/>
                </a:lnTo>
                <a:lnTo>
                  <a:pt x="33" y="0"/>
                </a:lnTo>
                <a:lnTo>
                  <a:pt x="33" y="0"/>
                </a:lnTo>
                <a:lnTo>
                  <a:pt x="33" y="1"/>
                </a:lnTo>
                <a:lnTo>
                  <a:pt x="32" y="0"/>
                </a:lnTo>
                <a:lnTo>
                  <a:pt x="32" y="0"/>
                </a:lnTo>
                <a:lnTo>
                  <a:pt x="31" y="1"/>
                </a:lnTo>
                <a:lnTo>
                  <a:pt x="28" y="2"/>
                </a:lnTo>
                <a:lnTo>
                  <a:pt x="28" y="3"/>
                </a:lnTo>
                <a:lnTo>
                  <a:pt x="26" y="2"/>
                </a:lnTo>
                <a:lnTo>
                  <a:pt x="26" y="3"/>
                </a:lnTo>
                <a:lnTo>
                  <a:pt x="24" y="3"/>
                </a:lnTo>
                <a:lnTo>
                  <a:pt x="22" y="3"/>
                </a:lnTo>
                <a:lnTo>
                  <a:pt x="21" y="4"/>
                </a:lnTo>
                <a:lnTo>
                  <a:pt x="21" y="5"/>
                </a:lnTo>
                <a:lnTo>
                  <a:pt x="21" y="5"/>
                </a:lnTo>
                <a:lnTo>
                  <a:pt x="21" y="6"/>
                </a:lnTo>
                <a:lnTo>
                  <a:pt x="20" y="7"/>
                </a:lnTo>
                <a:lnTo>
                  <a:pt x="16" y="8"/>
                </a:lnTo>
                <a:lnTo>
                  <a:pt x="17" y="12"/>
                </a:lnTo>
                <a:lnTo>
                  <a:pt x="17" y="13"/>
                </a:lnTo>
                <a:lnTo>
                  <a:pt x="17" y="14"/>
                </a:lnTo>
                <a:lnTo>
                  <a:pt x="18" y="15"/>
                </a:lnTo>
                <a:lnTo>
                  <a:pt x="17" y="16"/>
                </a:lnTo>
                <a:lnTo>
                  <a:pt x="17" y="17"/>
                </a:lnTo>
                <a:lnTo>
                  <a:pt x="16" y="17"/>
                </a:lnTo>
                <a:lnTo>
                  <a:pt x="15" y="16"/>
                </a:lnTo>
                <a:lnTo>
                  <a:pt x="15" y="15"/>
                </a:lnTo>
                <a:lnTo>
                  <a:pt x="14" y="15"/>
                </a:lnTo>
                <a:lnTo>
                  <a:pt x="13" y="16"/>
                </a:lnTo>
                <a:lnTo>
                  <a:pt x="13" y="14"/>
                </a:lnTo>
                <a:lnTo>
                  <a:pt x="12" y="13"/>
                </a:lnTo>
                <a:lnTo>
                  <a:pt x="10" y="13"/>
                </a:lnTo>
                <a:lnTo>
                  <a:pt x="11" y="14"/>
                </a:lnTo>
                <a:lnTo>
                  <a:pt x="10" y="14"/>
                </a:lnTo>
                <a:lnTo>
                  <a:pt x="10" y="16"/>
                </a:lnTo>
                <a:lnTo>
                  <a:pt x="9" y="16"/>
                </a:lnTo>
                <a:lnTo>
                  <a:pt x="8" y="15"/>
                </a:lnTo>
                <a:lnTo>
                  <a:pt x="6" y="15"/>
                </a:lnTo>
                <a:lnTo>
                  <a:pt x="5" y="13"/>
                </a:lnTo>
                <a:lnTo>
                  <a:pt x="3" y="13"/>
                </a:lnTo>
                <a:lnTo>
                  <a:pt x="3" y="12"/>
                </a:lnTo>
                <a:lnTo>
                  <a:pt x="2" y="13"/>
                </a:lnTo>
                <a:lnTo>
                  <a:pt x="2" y="12"/>
                </a:lnTo>
                <a:lnTo>
                  <a:pt x="1" y="13"/>
                </a:lnTo>
                <a:lnTo>
                  <a:pt x="1" y="14"/>
                </a:lnTo>
                <a:lnTo>
                  <a:pt x="2" y="15"/>
                </a:lnTo>
                <a:lnTo>
                  <a:pt x="1" y="16"/>
                </a:lnTo>
                <a:lnTo>
                  <a:pt x="1" y="17"/>
                </a:lnTo>
                <a:lnTo>
                  <a:pt x="1" y="18"/>
                </a:lnTo>
                <a:lnTo>
                  <a:pt x="0" y="18"/>
                </a:lnTo>
                <a:lnTo>
                  <a:pt x="0" y="19"/>
                </a:lnTo>
                <a:lnTo>
                  <a:pt x="1" y="20"/>
                </a:lnTo>
                <a:lnTo>
                  <a:pt x="3" y="20"/>
                </a:lnTo>
                <a:lnTo>
                  <a:pt x="3" y="19"/>
                </a:lnTo>
                <a:lnTo>
                  <a:pt x="3" y="19"/>
                </a:lnTo>
                <a:lnTo>
                  <a:pt x="5" y="19"/>
                </a:lnTo>
                <a:lnTo>
                  <a:pt x="6" y="21"/>
                </a:lnTo>
                <a:lnTo>
                  <a:pt x="6" y="21"/>
                </a:lnTo>
                <a:lnTo>
                  <a:pt x="5" y="21"/>
                </a:lnTo>
                <a:lnTo>
                  <a:pt x="6" y="23"/>
                </a:lnTo>
                <a:lnTo>
                  <a:pt x="9" y="24"/>
                </a:lnTo>
                <a:lnTo>
                  <a:pt x="9" y="25"/>
                </a:lnTo>
                <a:lnTo>
                  <a:pt x="9" y="26"/>
                </a:lnTo>
                <a:lnTo>
                  <a:pt x="9" y="27"/>
                </a:lnTo>
                <a:lnTo>
                  <a:pt x="11" y="28"/>
                </a:lnTo>
                <a:lnTo>
                  <a:pt x="11" y="29"/>
                </a:lnTo>
                <a:lnTo>
                  <a:pt x="10" y="30"/>
                </a:lnTo>
                <a:lnTo>
                  <a:pt x="10" y="30"/>
                </a:lnTo>
                <a:lnTo>
                  <a:pt x="9" y="31"/>
                </a:lnTo>
                <a:lnTo>
                  <a:pt x="10" y="33"/>
                </a:lnTo>
                <a:lnTo>
                  <a:pt x="9" y="34"/>
                </a:lnTo>
                <a:lnTo>
                  <a:pt x="10" y="36"/>
                </a:lnTo>
                <a:lnTo>
                  <a:pt x="9" y="36"/>
                </a:lnTo>
                <a:lnTo>
                  <a:pt x="11" y="39"/>
                </a:lnTo>
                <a:lnTo>
                  <a:pt x="12" y="39"/>
                </a:lnTo>
                <a:lnTo>
                  <a:pt x="11" y="39"/>
                </a:lnTo>
                <a:lnTo>
                  <a:pt x="11" y="39"/>
                </a:lnTo>
                <a:lnTo>
                  <a:pt x="11" y="40"/>
                </a:lnTo>
                <a:lnTo>
                  <a:pt x="12" y="40"/>
                </a:lnTo>
                <a:lnTo>
                  <a:pt x="12" y="40"/>
                </a:lnTo>
                <a:lnTo>
                  <a:pt x="11" y="41"/>
                </a:lnTo>
                <a:lnTo>
                  <a:pt x="12" y="43"/>
                </a:lnTo>
                <a:lnTo>
                  <a:pt x="13" y="44"/>
                </a:lnTo>
                <a:lnTo>
                  <a:pt x="14" y="44"/>
                </a:lnTo>
                <a:lnTo>
                  <a:pt x="14" y="45"/>
                </a:lnTo>
                <a:lnTo>
                  <a:pt x="15" y="45"/>
                </a:lnTo>
                <a:lnTo>
                  <a:pt x="15" y="49"/>
                </a:lnTo>
                <a:lnTo>
                  <a:pt x="15" y="50"/>
                </a:lnTo>
                <a:lnTo>
                  <a:pt x="16" y="51"/>
                </a:lnTo>
                <a:lnTo>
                  <a:pt x="19" y="50"/>
                </a:lnTo>
                <a:lnTo>
                  <a:pt x="22" y="48"/>
                </a:lnTo>
                <a:lnTo>
                  <a:pt x="23" y="46"/>
                </a:lnTo>
                <a:lnTo>
                  <a:pt x="24" y="45"/>
                </a:lnTo>
                <a:lnTo>
                  <a:pt x="26" y="43"/>
                </a:lnTo>
                <a:lnTo>
                  <a:pt x="28" y="42"/>
                </a:lnTo>
                <a:lnTo>
                  <a:pt x="28" y="44"/>
                </a:lnTo>
                <a:lnTo>
                  <a:pt x="28" y="45"/>
                </a:lnTo>
                <a:lnTo>
                  <a:pt x="28" y="45"/>
                </a:lnTo>
                <a:lnTo>
                  <a:pt x="30" y="46"/>
                </a:lnTo>
                <a:lnTo>
                  <a:pt x="31" y="47"/>
                </a:lnTo>
                <a:lnTo>
                  <a:pt x="32" y="48"/>
                </a:lnTo>
                <a:lnTo>
                  <a:pt x="33" y="49"/>
                </a:lnTo>
                <a:lnTo>
                  <a:pt x="33" y="51"/>
                </a:lnTo>
                <a:lnTo>
                  <a:pt x="33" y="51"/>
                </a:lnTo>
                <a:lnTo>
                  <a:pt x="33" y="52"/>
                </a:lnTo>
                <a:lnTo>
                  <a:pt x="34" y="53"/>
                </a:lnTo>
                <a:lnTo>
                  <a:pt x="34" y="53"/>
                </a:lnTo>
                <a:lnTo>
                  <a:pt x="36" y="56"/>
                </a:lnTo>
                <a:lnTo>
                  <a:pt x="36" y="56"/>
                </a:lnTo>
                <a:lnTo>
                  <a:pt x="37" y="57"/>
                </a:lnTo>
                <a:lnTo>
                  <a:pt x="37" y="58"/>
                </a:lnTo>
                <a:lnTo>
                  <a:pt x="37" y="59"/>
                </a:lnTo>
                <a:lnTo>
                  <a:pt x="38" y="60"/>
                </a:lnTo>
                <a:lnTo>
                  <a:pt x="38" y="61"/>
                </a:lnTo>
                <a:lnTo>
                  <a:pt x="38" y="61"/>
                </a:lnTo>
                <a:lnTo>
                  <a:pt x="36" y="61"/>
                </a:lnTo>
                <a:lnTo>
                  <a:pt x="37" y="62"/>
                </a:lnTo>
                <a:lnTo>
                  <a:pt x="37" y="63"/>
                </a:lnTo>
                <a:lnTo>
                  <a:pt x="35" y="62"/>
                </a:lnTo>
                <a:lnTo>
                  <a:pt x="35" y="63"/>
                </a:lnTo>
                <a:lnTo>
                  <a:pt x="35" y="64"/>
                </a:lnTo>
                <a:lnTo>
                  <a:pt x="35" y="64"/>
                </a:lnTo>
                <a:lnTo>
                  <a:pt x="36" y="64"/>
                </a:lnTo>
                <a:lnTo>
                  <a:pt x="37" y="66"/>
                </a:lnTo>
                <a:lnTo>
                  <a:pt x="37" y="65"/>
                </a:lnTo>
                <a:lnTo>
                  <a:pt x="38" y="65"/>
                </a:lnTo>
                <a:lnTo>
                  <a:pt x="39" y="66"/>
                </a:lnTo>
                <a:lnTo>
                  <a:pt x="39" y="65"/>
                </a:lnTo>
                <a:lnTo>
                  <a:pt x="40" y="66"/>
                </a:lnTo>
                <a:lnTo>
                  <a:pt x="42" y="66"/>
                </a:lnTo>
                <a:lnTo>
                  <a:pt x="42" y="65"/>
                </a:lnTo>
                <a:lnTo>
                  <a:pt x="42" y="64"/>
                </a:lnTo>
                <a:lnTo>
                  <a:pt x="42" y="63"/>
                </a:lnTo>
                <a:lnTo>
                  <a:pt x="43" y="63"/>
                </a:lnTo>
                <a:lnTo>
                  <a:pt x="44" y="63"/>
                </a:lnTo>
                <a:lnTo>
                  <a:pt x="44" y="64"/>
                </a:lnTo>
                <a:lnTo>
                  <a:pt x="45" y="65"/>
                </a:lnTo>
                <a:lnTo>
                  <a:pt x="46" y="66"/>
                </a:lnTo>
                <a:lnTo>
                  <a:pt x="47" y="67"/>
                </a:lnTo>
                <a:lnTo>
                  <a:pt x="48" y="66"/>
                </a:lnTo>
                <a:lnTo>
                  <a:pt x="49" y="66"/>
                </a:lnTo>
                <a:lnTo>
                  <a:pt x="49" y="67"/>
                </a:lnTo>
                <a:lnTo>
                  <a:pt x="51" y="67"/>
                </a:lnTo>
                <a:lnTo>
                  <a:pt x="51" y="67"/>
                </a:lnTo>
                <a:lnTo>
                  <a:pt x="52" y="67"/>
                </a:lnTo>
                <a:lnTo>
                  <a:pt x="52" y="67"/>
                </a:lnTo>
                <a:lnTo>
                  <a:pt x="52" y="68"/>
                </a:lnTo>
                <a:lnTo>
                  <a:pt x="55" y="70"/>
                </a:lnTo>
                <a:lnTo>
                  <a:pt x="54" y="72"/>
                </a:lnTo>
                <a:lnTo>
                  <a:pt x="55" y="73"/>
                </a:lnTo>
                <a:lnTo>
                  <a:pt x="55" y="73"/>
                </a:lnTo>
                <a:lnTo>
                  <a:pt x="55" y="74"/>
                </a:lnTo>
                <a:lnTo>
                  <a:pt x="55" y="74"/>
                </a:lnTo>
                <a:lnTo>
                  <a:pt x="56" y="74"/>
                </a:lnTo>
                <a:lnTo>
                  <a:pt x="56" y="75"/>
                </a:lnTo>
                <a:lnTo>
                  <a:pt x="58" y="73"/>
                </a:lnTo>
                <a:lnTo>
                  <a:pt x="59" y="72"/>
                </a:lnTo>
                <a:lnTo>
                  <a:pt x="59" y="71"/>
                </a:lnTo>
                <a:lnTo>
                  <a:pt x="59" y="70"/>
                </a:lnTo>
                <a:lnTo>
                  <a:pt x="60" y="69"/>
                </a:lnTo>
                <a:lnTo>
                  <a:pt x="60" y="68"/>
                </a:lnTo>
                <a:lnTo>
                  <a:pt x="62" y="67"/>
                </a:lnTo>
                <a:lnTo>
                  <a:pt x="62" y="68"/>
                </a:lnTo>
                <a:lnTo>
                  <a:pt x="62" y="70"/>
                </a:lnTo>
                <a:lnTo>
                  <a:pt x="62" y="70"/>
                </a:lnTo>
                <a:lnTo>
                  <a:pt x="62" y="73"/>
                </a:lnTo>
                <a:lnTo>
                  <a:pt x="63" y="75"/>
                </a:lnTo>
                <a:lnTo>
                  <a:pt x="64" y="75"/>
                </a:lnTo>
                <a:lnTo>
                  <a:pt x="64" y="74"/>
                </a:lnTo>
                <a:lnTo>
                  <a:pt x="65" y="74"/>
                </a:lnTo>
                <a:lnTo>
                  <a:pt x="65" y="75"/>
                </a:lnTo>
                <a:lnTo>
                  <a:pt x="65" y="76"/>
                </a:lnTo>
                <a:lnTo>
                  <a:pt x="66" y="77"/>
                </a:lnTo>
                <a:lnTo>
                  <a:pt x="66" y="78"/>
                </a:lnTo>
                <a:lnTo>
                  <a:pt x="67" y="78"/>
                </a:lnTo>
                <a:lnTo>
                  <a:pt x="68" y="78"/>
                </a:lnTo>
                <a:lnTo>
                  <a:pt x="67" y="80"/>
                </a:lnTo>
                <a:lnTo>
                  <a:pt x="68" y="80"/>
                </a:lnTo>
                <a:lnTo>
                  <a:pt x="68" y="81"/>
                </a:lnTo>
                <a:lnTo>
                  <a:pt x="70" y="82"/>
                </a:lnTo>
                <a:lnTo>
                  <a:pt x="70" y="83"/>
                </a:lnTo>
                <a:lnTo>
                  <a:pt x="70" y="83"/>
                </a:lnTo>
                <a:lnTo>
                  <a:pt x="70" y="84"/>
                </a:lnTo>
                <a:lnTo>
                  <a:pt x="70" y="85"/>
                </a:lnTo>
                <a:lnTo>
                  <a:pt x="72" y="84"/>
                </a:lnTo>
                <a:lnTo>
                  <a:pt x="72" y="85"/>
                </a:lnTo>
                <a:lnTo>
                  <a:pt x="72" y="85"/>
                </a:lnTo>
                <a:lnTo>
                  <a:pt x="72" y="86"/>
                </a:lnTo>
                <a:lnTo>
                  <a:pt x="73" y="86"/>
                </a:lnTo>
                <a:lnTo>
                  <a:pt x="73" y="87"/>
                </a:lnTo>
                <a:lnTo>
                  <a:pt x="73" y="87"/>
                </a:lnTo>
                <a:lnTo>
                  <a:pt x="73" y="88"/>
                </a:lnTo>
                <a:lnTo>
                  <a:pt x="74" y="88"/>
                </a:lnTo>
                <a:lnTo>
                  <a:pt x="74" y="87"/>
                </a:lnTo>
                <a:lnTo>
                  <a:pt x="76" y="87"/>
                </a:lnTo>
                <a:lnTo>
                  <a:pt x="76" y="88"/>
                </a:lnTo>
                <a:lnTo>
                  <a:pt x="75" y="88"/>
                </a:lnTo>
                <a:lnTo>
                  <a:pt x="75" y="89"/>
                </a:lnTo>
                <a:lnTo>
                  <a:pt x="75" y="90"/>
                </a:lnTo>
                <a:lnTo>
                  <a:pt x="75" y="91"/>
                </a:lnTo>
                <a:lnTo>
                  <a:pt x="74" y="92"/>
                </a:lnTo>
                <a:lnTo>
                  <a:pt x="75" y="92"/>
                </a:lnTo>
                <a:lnTo>
                  <a:pt x="74" y="93"/>
                </a:lnTo>
                <a:lnTo>
                  <a:pt x="74" y="95"/>
                </a:lnTo>
                <a:lnTo>
                  <a:pt x="75" y="96"/>
                </a:lnTo>
                <a:lnTo>
                  <a:pt x="75" y="98"/>
                </a:lnTo>
                <a:lnTo>
                  <a:pt x="77" y="97"/>
                </a:lnTo>
                <a:lnTo>
                  <a:pt x="78" y="98"/>
                </a:lnTo>
                <a:lnTo>
                  <a:pt x="78" y="98"/>
                </a:lnTo>
                <a:lnTo>
                  <a:pt x="78" y="99"/>
                </a:lnTo>
                <a:lnTo>
                  <a:pt x="79" y="101"/>
                </a:lnTo>
                <a:lnTo>
                  <a:pt x="79" y="101"/>
                </a:lnTo>
                <a:lnTo>
                  <a:pt x="79" y="101"/>
                </a:lnTo>
                <a:lnTo>
                  <a:pt x="80" y="102"/>
                </a:lnTo>
                <a:lnTo>
                  <a:pt x="81" y="103"/>
                </a:lnTo>
                <a:lnTo>
                  <a:pt x="81" y="103"/>
                </a:lnTo>
                <a:lnTo>
                  <a:pt x="81" y="104"/>
                </a:lnTo>
                <a:lnTo>
                  <a:pt x="82" y="104"/>
                </a:lnTo>
                <a:lnTo>
                  <a:pt x="82" y="105"/>
                </a:lnTo>
                <a:lnTo>
                  <a:pt x="83" y="106"/>
                </a:lnTo>
                <a:lnTo>
                  <a:pt x="83" y="106"/>
                </a:lnTo>
                <a:lnTo>
                  <a:pt x="84" y="106"/>
                </a:lnTo>
                <a:lnTo>
                  <a:pt x="85" y="106"/>
                </a:lnTo>
                <a:lnTo>
                  <a:pt x="85" y="108"/>
                </a:lnTo>
                <a:lnTo>
                  <a:pt x="86" y="108"/>
                </a:lnTo>
                <a:lnTo>
                  <a:pt x="85" y="110"/>
                </a:lnTo>
                <a:lnTo>
                  <a:pt x="85" y="110"/>
                </a:lnTo>
                <a:lnTo>
                  <a:pt x="85" y="111"/>
                </a:lnTo>
                <a:lnTo>
                  <a:pt x="85" y="113"/>
                </a:lnTo>
                <a:lnTo>
                  <a:pt x="83" y="114"/>
                </a:lnTo>
                <a:lnTo>
                  <a:pt x="84" y="115"/>
                </a:lnTo>
                <a:lnTo>
                  <a:pt x="85" y="114"/>
                </a:lnTo>
                <a:lnTo>
                  <a:pt x="86" y="115"/>
                </a:lnTo>
                <a:lnTo>
                  <a:pt x="87" y="114"/>
                </a:lnTo>
                <a:lnTo>
                  <a:pt x="88" y="114"/>
                </a:lnTo>
                <a:lnTo>
                  <a:pt x="88" y="113"/>
                </a:lnTo>
                <a:lnTo>
                  <a:pt x="90" y="114"/>
                </a:lnTo>
                <a:lnTo>
                  <a:pt x="90" y="112"/>
                </a:lnTo>
                <a:lnTo>
                  <a:pt x="91" y="112"/>
                </a:lnTo>
                <a:lnTo>
                  <a:pt x="91" y="111"/>
                </a:lnTo>
                <a:lnTo>
                  <a:pt x="91" y="111"/>
                </a:lnTo>
                <a:lnTo>
                  <a:pt x="91" y="111"/>
                </a:lnTo>
                <a:lnTo>
                  <a:pt x="92" y="110"/>
                </a:lnTo>
                <a:lnTo>
                  <a:pt x="91" y="110"/>
                </a:lnTo>
                <a:lnTo>
                  <a:pt x="92" y="109"/>
                </a:lnTo>
                <a:lnTo>
                  <a:pt x="92" y="108"/>
                </a:lnTo>
                <a:lnTo>
                  <a:pt x="92" y="108"/>
                </a:lnTo>
                <a:lnTo>
                  <a:pt x="94" y="106"/>
                </a:lnTo>
                <a:lnTo>
                  <a:pt x="95" y="101"/>
                </a:lnTo>
                <a:lnTo>
                  <a:pt x="96" y="101"/>
                </a:lnTo>
                <a:lnTo>
                  <a:pt x="97" y="101"/>
                </a:lnTo>
                <a:lnTo>
                  <a:pt x="97" y="101"/>
                </a:lnTo>
                <a:lnTo>
                  <a:pt x="96" y="100"/>
                </a:lnTo>
                <a:lnTo>
                  <a:pt x="96" y="97"/>
                </a:lnTo>
                <a:lnTo>
                  <a:pt x="97" y="96"/>
                </a:lnTo>
                <a:lnTo>
                  <a:pt x="96" y="95"/>
                </a:lnTo>
                <a:lnTo>
                  <a:pt x="97" y="95"/>
                </a:lnTo>
                <a:lnTo>
                  <a:pt x="97" y="94"/>
                </a:lnTo>
                <a:lnTo>
                  <a:pt x="98" y="93"/>
                </a:lnTo>
                <a:lnTo>
                  <a:pt x="98" y="92"/>
                </a:lnTo>
                <a:lnTo>
                  <a:pt x="98" y="92"/>
                </a:lnTo>
                <a:lnTo>
                  <a:pt x="98" y="92"/>
                </a:lnTo>
                <a:lnTo>
                  <a:pt x="98" y="91"/>
                </a:lnTo>
                <a:lnTo>
                  <a:pt x="100" y="92"/>
                </a:lnTo>
                <a:lnTo>
                  <a:pt x="100" y="91"/>
                </a:lnTo>
                <a:lnTo>
                  <a:pt x="100" y="91"/>
                </a:lnTo>
                <a:lnTo>
                  <a:pt x="101" y="90"/>
                </a:lnTo>
                <a:lnTo>
                  <a:pt x="101" y="89"/>
                </a:lnTo>
                <a:lnTo>
                  <a:pt x="102" y="89"/>
                </a:lnTo>
                <a:lnTo>
                  <a:pt x="102" y="90"/>
                </a:lnTo>
                <a:lnTo>
                  <a:pt x="102" y="90"/>
                </a:lnTo>
                <a:lnTo>
                  <a:pt x="103" y="91"/>
                </a:lnTo>
                <a:lnTo>
                  <a:pt x="103" y="90"/>
                </a:lnTo>
                <a:lnTo>
                  <a:pt x="104" y="91"/>
                </a:lnTo>
                <a:lnTo>
                  <a:pt x="104" y="92"/>
                </a:lnTo>
                <a:lnTo>
                  <a:pt x="105" y="92"/>
                </a:lnTo>
                <a:lnTo>
                  <a:pt x="105" y="93"/>
                </a:lnTo>
                <a:lnTo>
                  <a:pt x="105" y="93"/>
                </a:lnTo>
                <a:lnTo>
                  <a:pt x="106" y="93"/>
                </a:lnTo>
                <a:lnTo>
                  <a:pt x="106" y="93"/>
                </a:lnTo>
                <a:lnTo>
                  <a:pt x="106" y="94"/>
                </a:lnTo>
                <a:lnTo>
                  <a:pt x="106" y="95"/>
                </a:lnTo>
                <a:lnTo>
                  <a:pt x="108" y="95"/>
                </a:lnTo>
                <a:lnTo>
                  <a:pt x="109" y="95"/>
                </a:lnTo>
                <a:lnTo>
                  <a:pt x="108" y="95"/>
                </a:lnTo>
                <a:lnTo>
                  <a:pt x="110" y="95"/>
                </a:lnTo>
                <a:lnTo>
                  <a:pt x="110" y="95"/>
                </a:lnTo>
                <a:lnTo>
                  <a:pt x="111" y="95"/>
                </a:lnTo>
                <a:lnTo>
                  <a:pt x="111" y="95"/>
                </a:lnTo>
                <a:lnTo>
                  <a:pt x="112" y="95"/>
                </a:lnTo>
                <a:lnTo>
                  <a:pt x="112" y="95"/>
                </a:lnTo>
                <a:lnTo>
                  <a:pt x="113" y="95"/>
                </a:lnTo>
                <a:lnTo>
                  <a:pt x="113" y="95"/>
                </a:lnTo>
                <a:lnTo>
                  <a:pt x="114" y="95"/>
                </a:lnTo>
                <a:lnTo>
                  <a:pt x="115" y="96"/>
                </a:lnTo>
                <a:lnTo>
                  <a:pt x="117" y="95"/>
                </a:lnTo>
                <a:lnTo>
                  <a:pt x="118" y="95"/>
                </a:lnTo>
                <a:lnTo>
                  <a:pt x="119" y="95"/>
                </a:lnTo>
                <a:lnTo>
                  <a:pt x="119" y="94"/>
                </a:lnTo>
                <a:lnTo>
                  <a:pt x="120" y="94"/>
                </a:lnTo>
                <a:lnTo>
                  <a:pt x="120" y="94"/>
                </a:lnTo>
                <a:lnTo>
                  <a:pt x="121" y="94"/>
                </a:lnTo>
                <a:lnTo>
                  <a:pt x="123" y="94"/>
                </a:lnTo>
                <a:lnTo>
                  <a:pt x="122" y="95"/>
                </a:lnTo>
                <a:lnTo>
                  <a:pt x="123" y="95"/>
                </a:lnTo>
                <a:lnTo>
                  <a:pt x="124" y="93"/>
                </a:lnTo>
                <a:lnTo>
                  <a:pt x="124" y="92"/>
                </a:lnTo>
                <a:lnTo>
                  <a:pt x="124" y="91"/>
                </a:lnTo>
                <a:lnTo>
                  <a:pt x="125" y="90"/>
                </a:lnTo>
                <a:lnTo>
                  <a:pt x="125" y="89"/>
                </a:lnTo>
                <a:lnTo>
                  <a:pt x="124" y="88"/>
                </a:lnTo>
                <a:lnTo>
                  <a:pt x="123" y="87"/>
                </a:lnTo>
                <a:lnTo>
                  <a:pt x="122" y="87"/>
                </a:lnTo>
                <a:lnTo>
                  <a:pt x="121" y="85"/>
                </a:lnTo>
                <a:lnTo>
                  <a:pt x="120" y="85"/>
                </a:lnTo>
                <a:lnTo>
                  <a:pt x="120" y="82"/>
                </a:lnTo>
                <a:lnTo>
                  <a:pt x="118" y="81"/>
                </a:lnTo>
                <a:lnTo>
                  <a:pt x="119" y="80"/>
                </a:lnTo>
                <a:lnTo>
                  <a:pt x="122" y="80"/>
                </a:lnTo>
                <a:lnTo>
                  <a:pt x="125" y="79"/>
                </a:lnTo>
                <a:lnTo>
                  <a:pt x="126" y="79"/>
                </a:lnTo>
                <a:lnTo>
                  <a:pt x="127" y="79"/>
                </a:lnTo>
                <a:lnTo>
                  <a:pt x="127" y="78"/>
                </a:lnTo>
                <a:lnTo>
                  <a:pt x="129" y="78"/>
                </a:lnTo>
                <a:lnTo>
                  <a:pt x="129" y="77"/>
                </a:lnTo>
                <a:lnTo>
                  <a:pt x="132" y="77"/>
                </a:lnTo>
                <a:lnTo>
                  <a:pt x="133" y="77"/>
                </a:lnTo>
                <a:lnTo>
                  <a:pt x="133" y="76"/>
                </a:lnTo>
                <a:lnTo>
                  <a:pt x="133" y="75"/>
                </a:lnTo>
                <a:lnTo>
                  <a:pt x="133" y="75"/>
                </a:lnTo>
                <a:lnTo>
                  <a:pt x="134" y="75"/>
                </a:lnTo>
                <a:lnTo>
                  <a:pt x="134" y="74"/>
                </a:lnTo>
                <a:lnTo>
                  <a:pt x="135" y="74"/>
                </a:lnTo>
                <a:lnTo>
                  <a:pt x="136" y="72"/>
                </a:lnTo>
                <a:lnTo>
                  <a:pt x="135" y="71"/>
                </a:lnTo>
                <a:lnTo>
                  <a:pt x="136" y="71"/>
                </a:lnTo>
                <a:lnTo>
                  <a:pt x="136" y="70"/>
                </a:lnTo>
                <a:lnTo>
                  <a:pt x="135" y="70"/>
                </a:lnTo>
                <a:lnTo>
                  <a:pt x="136" y="69"/>
                </a:lnTo>
                <a:lnTo>
                  <a:pt x="135" y="69"/>
                </a:lnTo>
                <a:lnTo>
                  <a:pt x="136" y="68"/>
                </a:lnTo>
                <a:lnTo>
                  <a:pt x="137" y="67"/>
                </a:lnTo>
                <a:lnTo>
                  <a:pt x="136" y="67"/>
                </a:lnTo>
                <a:lnTo>
                  <a:pt x="137" y="67"/>
                </a:lnTo>
                <a:lnTo>
                  <a:pt x="137" y="66"/>
                </a:lnTo>
                <a:lnTo>
                  <a:pt x="137" y="66"/>
                </a:lnTo>
                <a:lnTo>
                  <a:pt x="137" y="66"/>
                </a:lnTo>
                <a:lnTo>
                  <a:pt x="137" y="66"/>
                </a:lnTo>
                <a:lnTo>
                  <a:pt x="138" y="66"/>
                </a:lnTo>
                <a:lnTo>
                  <a:pt x="138" y="66"/>
                </a:lnTo>
                <a:lnTo>
                  <a:pt x="139" y="66"/>
                </a:lnTo>
                <a:lnTo>
                  <a:pt x="141" y="67"/>
                </a:lnTo>
                <a:lnTo>
                  <a:pt x="141" y="67"/>
                </a:lnTo>
                <a:lnTo>
                  <a:pt x="141" y="66"/>
                </a:lnTo>
                <a:close/>
              </a:path>
            </a:pathLst>
          </a:custGeom>
          <a:solidFill>
            <a:srgbClr val="AECBE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5402452" y="1325880"/>
            <a:ext cx="1410860" cy="1282600"/>
          </a:xfrm>
          <a:custGeom>
            <a:avLst/>
            <a:gdLst/>
            <a:ahLst/>
            <a:cxnLst/>
            <a:rect l="l" t="t" r="r" b="b"/>
            <a:pathLst>
              <a:path w="220" h="200">
                <a:moveTo>
                  <a:pt x="60" y="159"/>
                </a:moveTo>
                <a:lnTo>
                  <a:pt x="60" y="158"/>
                </a:lnTo>
                <a:lnTo>
                  <a:pt x="63" y="157"/>
                </a:lnTo>
                <a:lnTo>
                  <a:pt x="64" y="156"/>
                </a:lnTo>
                <a:lnTo>
                  <a:pt x="64" y="156"/>
                </a:lnTo>
                <a:lnTo>
                  <a:pt x="65" y="157"/>
                </a:lnTo>
                <a:lnTo>
                  <a:pt x="65" y="156"/>
                </a:lnTo>
                <a:lnTo>
                  <a:pt x="65" y="156"/>
                </a:lnTo>
                <a:lnTo>
                  <a:pt x="65" y="157"/>
                </a:lnTo>
                <a:lnTo>
                  <a:pt x="66" y="158"/>
                </a:lnTo>
                <a:lnTo>
                  <a:pt x="66" y="158"/>
                </a:lnTo>
                <a:lnTo>
                  <a:pt x="66" y="159"/>
                </a:lnTo>
                <a:lnTo>
                  <a:pt x="67" y="159"/>
                </a:lnTo>
                <a:lnTo>
                  <a:pt x="66" y="159"/>
                </a:lnTo>
                <a:lnTo>
                  <a:pt x="67" y="160"/>
                </a:lnTo>
                <a:lnTo>
                  <a:pt x="67" y="160"/>
                </a:lnTo>
                <a:lnTo>
                  <a:pt x="67" y="161"/>
                </a:lnTo>
                <a:lnTo>
                  <a:pt x="67" y="161"/>
                </a:lnTo>
                <a:lnTo>
                  <a:pt x="68" y="162"/>
                </a:lnTo>
                <a:lnTo>
                  <a:pt x="67" y="162"/>
                </a:lnTo>
                <a:lnTo>
                  <a:pt x="67" y="163"/>
                </a:lnTo>
                <a:lnTo>
                  <a:pt x="67" y="163"/>
                </a:lnTo>
                <a:lnTo>
                  <a:pt x="67" y="164"/>
                </a:lnTo>
                <a:lnTo>
                  <a:pt x="68" y="165"/>
                </a:lnTo>
                <a:lnTo>
                  <a:pt x="69" y="165"/>
                </a:lnTo>
                <a:lnTo>
                  <a:pt x="69" y="166"/>
                </a:lnTo>
                <a:lnTo>
                  <a:pt x="68" y="166"/>
                </a:lnTo>
                <a:lnTo>
                  <a:pt x="69" y="167"/>
                </a:lnTo>
                <a:lnTo>
                  <a:pt x="68" y="168"/>
                </a:lnTo>
                <a:lnTo>
                  <a:pt x="71" y="169"/>
                </a:lnTo>
                <a:lnTo>
                  <a:pt x="71" y="169"/>
                </a:lnTo>
                <a:lnTo>
                  <a:pt x="71" y="169"/>
                </a:lnTo>
                <a:lnTo>
                  <a:pt x="71" y="170"/>
                </a:lnTo>
                <a:lnTo>
                  <a:pt x="71" y="170"/>
                </a:lnTo>
                <a:lnTo>
                  <a:pt x="72" y="170"/>
                </a:lnTo>
                <a:lnTo>
                  <a:pt x="73" y="171"/>
                </a:lnTo>
                <a:lnTo>
                  <a:pt x="73" y="171"/>
                </a:lnTo>
                <a:lnTo>
                  <a:pt x="73" y="172"/>
                </a:lnTo>
                <a:lnTo>
                  <a:pt x="74" y="172"/>
                </a:lnTo>
                <a:lnTo>
                  <a:pt x="75" y="171"/>
                </a:lnTo>
                <a:lnTo>
                  <a:pt x="75" y="172"/>
                </a:lnTo>
                <a:lnTo>
                  <a:pt x="75" y="173"/>
                </a:lnTo>
                <a:lnTo>
                  <a:pt x="76" y="174"/>
                </a:lnTo>
                <a:lnTo>
                  <a:pt x="77" y="173"/>
                </a:lnTo>
                <a:lnTo>
                  <a:pt x="78" y="174"/>
                </a:lnTo>
                <a:lnTo>
                  <a:pt x="79" y="173"/>
                </a:lnTo>
                <a:lnTo>
                  <a:pt x="79" y="173"/>
                </a:lnTo>
                <a:lnTo>
                  <a:pt x="81" y="173"/>
                </a:lnTo>
                <a:lnTo>
                  <a:pt x="82" y="172"/>
                </a:lnTo>
                <a:lnTo>
                  <a:pt x="82" y="172"/>
                </a:lnTo>
                <a:lnTo>
                  <a:pt x="83" y="172"/>
                </a:lnTo>
                <a:lnTo>
                  <a:pt x="83" y="172"/>
                </a:lnTo>
                <a:lnTo>
                  <a:pt x="83" y="171"/>
                </a:lnTo>
                <a:lnTo>
                  <a:pt x="83" y="170"/>
                </a:lnTo>
                <a:lnTo>
                  <a:pt x="84" y="170"/>
                </a:lnTo>
                <a:lnTo>
                  <a:pt x="84" y="171"/>
                </a:lnTo>
                <a:lnTo>
                  <a:pt x="85" y="171"/>
                </a:lnTo>
                <a:lnTo>
                  <a:pt x="86" y="172"/>
                </a:lnTo>
                <a:lnTo>
                  <a:pt x="87" y="172"/>
                </a:lnTo>
                <a:lnTo>
                  <a:pt x="86" y="172"/>
                </a:lnTo>
                <a:lnTo>
                  <a:pt x="87" y="173"/>
                </a:lnTo>
                <a:lnTo>
                  <a:pt x="87" y="172"/>
                </a:lnTo>
                <a:lnTo>
                  <a:pt x="88" y="172"/>
                </a:lnTo>
                <a:lnTo>
                  <a:pt x="89" y="171"/>
                </a:lnTo>
                <a:lnTo>
                  <a:pt x="90" y="172"/>
                </a:lnTo>
                <a:lnTo>
                  <a:pt x="90" y="171"/>
                </a:lnTo>
                <a:lnTo>
                  <a:pt x="91" y="172"/>
                </a:lnTo>
                <a:lnTo>
                  <a:pt x="92" y="170"/>
                </a:lnTo>
                <a:lnTo>
                  <a:pt x="92" y="169"/>
                </a:lnTo>
                <a:lnTo>
                  <a:pt x="92" y="169"/>
                </a:lnTo>
                <a:lnTo>
                  <a:pt x="93" y="170"/>
                </a:lnTo>
                <a:lnTo>
                  <a:pt x="94" y="168"/>
                </a:lnTo>
                <a:lnTo>
                  <a:pt x="95" y="168"/>
                </a:lnTo>
                <a:lnTo>
                  <a:pt x="96" y="169"/>
                </a:lnTo>
                <a:lnTo>
                  <a:pt x="96" y="171"/>
                </a:lnTo>
                <a:lnTo>
                  <a:pt x="96" y="171"/>
                </a:lnTo>
                <a:lnTo>
                  <a:pt x="99" y="173"/>
                </a:lnTo>
                <a:lnTo>
                  <a:pt x="99" y="174"/>
                </a:lnTo>
                <a:lnTo>
                  <a:pt x="101" y="174"/>
                </a:lnTo>
                <a:lnTo>
                  <a:pt x="102" y="174"/>
                </a:lnTo>
                <a:lnTo>
                  <a:pt x="102" y="175"/>
                </a:lnTo>
                <a:lnTo>
                  <a:pt x="103" y="174"/>
                </a:lnTo>
                <a:lnTo>
                  <a:pt x="105" y="175"/>
                </a:lnTo>
                <a:lnTo>
                  <a:pt x="106" y="174"/>
                </a:lnTo>
                <a:lnTo>
                  <a:pt x="106" y="174"/>
                </a:lnTo>
                <a:lnTo>
                  <a:pt x="106" y="173"/>
                </a:lnTo>
                <a:lnTo>
                  <a:pt x="107" y="173"/>
                </a:lnTo>
                <a:lnTo>
                  <a:pt x="108" y="172"/>
                </a:lnTo>
                <a:lnTo>
                  <a:pt x="110" y="171"/>
                </a:lnTo>
                <a:lnTo>
                  <a:pt x="112" y="171"/>
                </a:lnTo>
                <a:lnTo>
                  <a:pt x="113" y="172"/>
                </a:lnTo>
                <a:lnTo>
                  <a:pt x="113" y="172"/>
                </a:lnTo>
                <a:lnTo>
                  <a:pt x="114" y="172"/>
                </a:lnTo>
                <a:lnTo>
                  <a:pt x="114" y="172"/>
                </a:lnTo>
                <a:lnTo>
                  <a:pt x="117" y="172"/>
                </a:lnTo>
                <a:lnTo>
                  <a:pt x="118" y="173"/>
                </a:lnTo>
                <a:lnTo>
                  <a:pt x="120" y="176"/>
                </a:lnTo>
                <a:lnTo>
                  <a:pt x="120" y="177"/>
                </a:lnTo>
                <a:lnTo>
                  <a:pt x="119" y="177"/>
                </a:lnTo>
                <a:lnTo>
                  <a:pt x="119" y="178"/>
                </a:lnTo>
                <a:lnTo>
                  <a:pt x="119" y="179"/>
                </a:lnTo>
                <a:lnTo>
                  <a:pt x="119" y="180"/>
                </a:lnTo>
                <a:lnTo>
                  <a:pt x="120" y="181"/>
                </a:lnTo>
                <a:lnTo>
                  <a:pt x="120" y="182"/>
                </a:lnTo>
                <a:lnTo>
                  <a:pt x="121" y="184"/>
                </a:lnTo>
                <a:lnTo>
                  <a:pt x="122" y="183"/>
                </a:lnTo>
                <a:lnTo>
                  <a:pt x="122" y="183"/>
                </a:lnTo>
                <a:lnTo>
                  <a:pt x="123" y="182"/>
                </a:lnTo>
                <a:lnTo>
                  <a:pt x="124" y="182"/>
                </a:lnTo>
                <a:lnTo>
                  <a:pt x="124" y="182"/>
                </a:lnTo>
                <a:lnTo>
                  <a:pt x="124" y="182"/>
                </a:lnTo>
                <a:lnTo>
                  <a:pt x="124" y="182"/>
                </a:lnTo>
                <a:lnTo>
                  <a:pt x="126" y="181"/>
                </a:lnTo>
                <a:lnTo>
                  <a:pt x="129" y="182"/>
                </a:lnTo>
                <a:lnTo>
                  <a:pt x="129" y="183"/>
                </a:lnTo>
                <a:lnTo>
                  <a:pt x="129" y="183"/>
                </a:lnTo>
                <a:lnTo>
                  <a:pt x="128" y="184"/>
                </a:lnTo>
                <a:lnTo>
                  <a:pt x="128" y="184"/>
                </a:lnTo>
                <a:lnTo>
                  <a:pt x="129" y="185"/>
                </a:lnTo>
                <a:lnTo>
                  <a:pt x="129" y="186"/>
                </a:lnTo>
                <a:lnTo>
                  <a:pt x="132" y="188"/>
                </a:lnTo>
                <a:lnTo>
                  <a:pt x="131" y="190"/>
                </a:lnTo>
                <a:lnTo>
                  <a:pt x="132" y="190"/>
                </a:lnTo>
                <a:lnTo>
                  <a:pt x="133" y="191"/>
                </a:lnTo>
                <a:lnTo>
                  <a:pt x="134" y="190"/>
                </a:lnTo>
                <a:lnTo>
                  <a:pt x="134" y="192"/>
                </a:lnTo>
                <a:lnTo>
                  <a:pt x="135" y="192"/>
                </a:lnTo>
                <a:lnTo>
                  <a:pt x="136" y="192"/>
                </a:lnTo>
                <a:lnTo>
                  <a:pt x="137" y="192"/>
                </a:lnTo>
                <a:lnTo>
                  <a:pt x="140" y="190"/>
                </a:lnTo>
                <a:lnTo>
                  <a:pt x="140" y="189"/>
                </a:lnTo>
                <a:lnTo>
                  <a:pt x="139" y="189"/>
                </a:lnTo>
                <a:lnTo>
                  <a:pt x="140" y="189"/>
                </a:lnTo>
                <a:lnTo>
                  <a:pt x="140" y="188"/>
                </a:lnTo>
                <a:lnTo>
                  <a:pt x="139" y="187"/>
                </a:lnTo>
                <a:lnTo>
                  <a:pt x="139" y="186"/>
                </a:lnTo>
                <a:lnTo>
                  <a:pt x="139" y="186"/>
                </a:lnTo>
                <a:lnTo>
                  <a:pt x="138" y="185"/>
                </a:lnTo>
                <a:lnTo>
                  <a:pt x="138" y="185"/>
                </a:lnTo>
                <a:lnTo>
                  <a:pt x="140" y="185"/>
                </a:lnTo>
                <a:lnTo>
                  <a:pt x="140" y="183"/>
                </a:lnTo>
                <a:lnTo>
                  <a:pt x="142" y="180"/>
                </a:lnTo>
                <a:lnTo>
                  <a:pt x="144" y="182"/>
                </a:lnTo>
                <a:lnTo>
                  <a:pt x="144" y="182"/>
                </a:lnTo>
                <a:lnTo>
                  <a:pt x="145" y="183"/>
                </a:lnTo>
                <a:lnTo>
                  <a:pt x="145" y="184"/>
                </a:lnTo>
                <a:lnTo>
                  <a:pt x="144" y="184"/>
                </a:lnTo>
                <a:lnTo>
                  <a:pt x="145" y="184"/>
                </a:lnTo>
                <a:lnTo>
                  <a:pt x="145" y="186"/>
                </a:lnTo>
                <a:lnTo>
                  <a:pt x="145" y="186"/>
                </a:lnTo>
                <a:lnTo>
                  <a:pt x="145" y="187"/>
                </a:lnTo>
                <a:lnTo>
                  <a:pt x="146" y="188"/>
                </a:lnTo>
                <a:lnTo>
                  <a:pt x="148" y="190"/>
                </a:lnTo>
                <a:lnTo>
                  <a:pt x="148" y="191"/>
                </a:lnTo>
                <a:lnTo>
                  <a:pt x="149" y="192"/>
                </a:lnTo>
                <a:lnTo>
                  <a:pt x="150" y="193"/>
                </a:lnTo>
                <a:lnTo>
                  <a:pt x="151" y="193"/>
                </a:lnTo>
                <a:lnTo>
                  <a:pt x="152" y="193"/>
                </a:lnTo>
                <a:lnTo>
                  <a:pt x="151" y="194"/>
                </a:lnTo>
                <a:lnTo>
                  <a:pt x="152" y="196"/>
                </a:lnTo>
                <a:lnTo>
                  <a:pt x="152" y="196"/>
                </a:lnTo>
                <a:lnTo>
                  <a:pt x="153" y="196"/>
                </a:lnTo>
                <a:lnTo>
                  <a:pt x="154" y="199"/>
                </a:lnTo>
                <a:lnTo>
                  <a:pt x="155" y="200"/>
                </a:lnTo>
                <a:lnTo>
                  <a:pt x="156" y="199"/>
                </a:lnTo>
                <a:lnTo>
                  <a:pt x="158" y="200"/>
                </a:lnTo>
                <a:lnTo>
                  <a:pt x="161" y="197"/>
                </a:lnTo>
                <a:lnTo>
                  <a:pt x="160" y="195"/>
                </a:lnTo>
                <a:lnTo>
                  <a:pt x="160" y="195"/>
                </a:lnTo>
                <a:lnTo>
                  <a:pt x="159" y="193"/>
                </a:lnTo>
                <a:lnTo>
                  <a:pt x="160" y="192"/>
                </a:lnTo>
                <a:lnTo>
                  <a:pt x="160" y="193"/>
                </a:lnTo>
                <a:lnTo>
                  <a:pt x="161" y="192"/>
                </a:lnTo>
                <a:lnTo>
                  <a:pt x="161" y="192"/>
                </a:lnTo>
                <a:lnTo>
                  <a:pt x="162" y="192"/>
                </a:lnTo>
                <a:lnTo>
                  <a:pt x="163" y="190"/>
                </a:lnTo>
                <a:lnTo>
                  <a:pt x="167" y="189"/>
                </a:lnTo>
                <a:lnTo>
                  <a:pt x="167" y="189"/>
                </a:lnTo>
                <a:lnTo>
                  <a:pt x="168" y="189"/>
                </a:lnTo>
                <a:lnTo>
                  <a:pt x="168" y="187"/>
                </a:lnTo>
                <a:lnTo>
                  <a:pt x="168" y="186"/>
                </a:lnTo>
                <a:lnTo>
                  <a:pt x="169" y="186"/>
                </a:lnTo>
                <a:lnTo>
                  <a:pt x="169" y="185"/>
                </a:lnTo>
                <a:lnTo>
                  <a:pt x="170" y="185"/>
                </a:lnTo>
                <a:lnTo>
                  <a:pt x="171" y="186"/>
                </a:lnTo>
                <a:lnTo>
                  <a:pt x="171" y="188"/>
                </a:lnTo>
                <a:lnTo>
                  <a:pt x="172" y="188"/>
                </a:lnTo>
                <a:lnTo>
                  <a:pt x="173" y="189"/>
                </a:lnTo>
                <a:lnTo>
                  <a:pt x="173" y="188"/>
                </a:lnTo>
                <a:lnTo>
                  <a:pt x="173" y="188"/>
                </a:lnTo>
                <a:lnTo>
                  <a:pt x="173" y="187"/>
                </a:lnTo>
                <a:lnTo>
                  <a:pt x="173" y="187"/>
                </a:lnTo>
                <a:lnTo>
                  <a:pt x="174" y="186"/>
                </a:lnTo>
                <a:lnTo>
                  <a:pt x="175" y="185"/>
                </a:lnTo>
                <a:lnTo>
                  <a:pt x="175" y="183"/>
                </a:lnTo>
                <a:lnTo>
                  <a:pt x="176" y="183"/>
                </a:lnTo>
                <a:lnTo>
                  <a:pt x="176" y="184"/>
                </a:lnTo>
                <a:lnTo>
                  <a:pt x="176" y="185"/>
                </a:lnTo>
                <a:lnTo>
                  <a:pt x="177" y="186"/>
                </a:lnTo>
                <a:lnTo>
                  <a:pt x="177" y="186"/>
                </a:lnTo>
                <a:lnTo>
                  <a:pt x="177" y="187"/>
                </a:lnTo>
                <a:lnTo>
                  <a:pt x="177" y="187"/>
                </a:lnTo>
                <a:lnTo>
                  <a:pt x="178" y="189"/>
                </a:lnTo>
                <a:lnTo>
                  <a:pt x="179" y="189"/>
                </a:lnTo>
                <a:lnTo>
                  <a:pt x="178" y="190"/>
                </a:lnTo>
                <a:lnTo>
                  <a:pt x="179" y="191"/>
                </a:lnTo>
                <a:lnTo>
                  <a:pt x="180" y="191"/>
                </a:lnTo>
                <a:lnTo>
                  <a:pt x="180" y="191"/>
                </a:lnTo>
                <a:lnTo>
                  <a:pt x="183" y="191"/>
                </a:lnTo>
                <a:lnTo>
                  <a:pt x="183" y="192"/>
                </a:lnTo>
                <a:lnTo>
                  <a:pt x="184" y="192"/>
                </a:lnTo>
                <a:lnTo>
                  <a:pt x="186" y="193"/>
                </a:lnTo>
                <a:lnTo>
                  <a:pt x="187" y="194"/>
                </a:lnTo>
                <a:lnTo>
                  <a:pt x="188" y="194"/>
                </a:lnTo>
                <a:lnTo>
                  <a:pt x="189" y="193"/>
                </a:lnTo>
                <a:lnTo>
                  <a:pt x="189" y="192"/>
                </a:lnTo>
                <a:lnTo>
                  <a:pt x="192" y="193"/>
                </a:lnTo>
                <a:lnTo>
                  <a:pt x="193" y="193"/>
                </a:lnTo>
                <a:lnTo>
                  <a:pt x="193" y="192"/>
                </a:lnTo>
                <a:lnTo>
                  <a:pt x="194" y="192"/>
                </a:lnTo>
                <a:lnTo>
                  <a:pt x="194" y="191"/>
                </a:lnTo>
                <a:lnTo>
                  <a:pt x="193" y="191"/>
                </a:lnTo>
                <a:lnTo>
                  <a:pt x="192" y="191"/>
                </a:lnTo>
                <a:lnTo>
                  <a:pt x="192" y="187"/>
                </a:lnTo>
                <a:lnTo>
                  <a:pt x="191" y="187"/>
                </a:lnTo>
                <a:lnTo>
                  <a:pt x="191" y="186"/>
                </a:lnTo>
                <a:lnTo>
                  <a:pt x="191" y="186"/>
                </a:lnTo>
                <a:lnTo>
                  <a:pt x="190" y="184"/>
                </a:lnTo>
                <a:lnTo>
                  <a:pt x="191" y="182"/>
                </a:lnTo>
                <a:lnTo>
                  <a:pt x="191" y="181"/>
                </a:lnTo>
                <a:lnTo>
                  <a:pt x="190" y="181"/>
                </a:lnTo>
                <a:lnTo>
                  <a:pt x="190" y="179"/>
                </a:lnTo>
                <a:lnTo>
                  <a:pt x="191" y="179"/>
                </a:lnTo>
                <a:lnTo>
                  <a:pt x="184" y="165"/>
                </a:lnTo>
                <a:lnTo>
                  <a:pt x="183" y="165"/>
                </a:lnTo>
                <a:lnTo>
                  <a:pt x="183" y="165"/>
                </a:lnTo>
                <a:lnTo>
                  <a:pt x="182" y="164"/>
                </a:lnTo>
                <a:lnTo>
                  <a:pt x="182" y="164"/>
                </a:lnTo>
                <a:lnTo>
                  <a:pt x="182" y="163"/>
                </a:lnTo>
                <a:lnTo>
                  <a:pt x="181" y="163"/>
                </a:lnTo>
                <a:lnTo>
                  <a:pt x="181" y="163"/>
                </a:lnTo>
                <a:lnTo>
                  <a:pt x="182" y="162"/>
                </a:lnTo>
                <a:lnTo>
                  <a:pt x="182" y="161"/>
                </a:lnTo>
                <a:lnTo>
                  <a:pt x="182" y="161"/>
                </a:lnTo>
                <a:lnTo>
                  <a:pt x="183" y="160"/>
                </a:lnTo>
                <a:lnTo>
                  <a:pt x="184" y="160"/>
                </a:lnTo>
                <a:lnTo>
                  <a:pt x="184" y="160"/>
                </a:lnTo>
                <a:lnTo>
                  <a:pt x="185" y="160"/>
                </a:lnTo>
                <a:lnTo>
                  <a:pt x="186" y="158"/>
                </a:lnTo>
                <a:lnTo>
                  <a:pt x="188" y="158"/>
                </a:lnTo>
                <a:lnTo>
                  <a:pt x="188" y="158"/>
                </a:lnTo>
                <a:lnTo>
                  <a:pt x="188" y="157"/>
                </a:lnTo>
                <a:lnTo>
                  <a:pt x="190" y="155"/>
                </a:lnTo>
                <a:lnTo>
                  <a:pt x="190" y="154"/>
                </a:lnTo>
                <a:lnTo>
                  <a:pt x="189" y="153"/>
                </a:lnTo>
                <a:lnTo>
                  <a:pt x="189" y="152"/>
                </a:lnTo>
                <a:lnTo>
                  <a:pt x="190" y="151"/>
                </a:lnTo>
                <a:lnTo>
                  <a:pt x="191" y="151"/>
                </a:lnTo>
                <a:lnTo>
                  <a:pt x="191" y="151"/>
                </a:lnTo>
                <a:lnTo>
                  <a:pt x="191" y="149"/>
                </a:lnTo>
                <a:lnTo>
                  <a:pt x="192" y="148"/>
                </a:lnTo>
                <a:lnTo>
                  <a:pt x="192" y="148"/>
                </a:lnTo>
                <a:lnTo>
                  <a:pt x="193" y="149"/>
                </a:lnTo>
                <a:lnTo>
                  <a:pt x="194" y="150"/>
                </a:lnTo>
                <a:lnTo>
                  <a:pt x="209" y="150"/>
                </a:lnTo>
                <a:lnTo>
                  <a:pt x="210" y="150"/>
                </a:lnTo>
                <a:lnTo>
                  <a:pt x="211" y="149"/>
                </a:lnTo>
                <a:lnTo>
                  <a:pt x="212" y="148"/>
                </a:lnTo>
                <a:lnTo>
                  <a:pt x="212" y="147"/>
                </a:lnTo>
                <a:lnTo>
                  <a:pt x="212" y="146"/>
                </a:lnTo>
                <a:lnTo>
                  <a:pt x="211" y="145"/>
                </a:lnTo>
                <a:lnTo>
                  <a:pt x="211" y="143"/>
                </a:lnTo>
                <a:lnTo>
                  <a:pt x="211" y="143"/>
                </a:lnTo>
                <a:lnTo>
                  <a:pt x="211" y="142"/>
                </a:lnTo>
                <a:lnTo>
                  <a:pt x="210" y="141"/>
                </a:lnTo>
                <a:lnTo>
                  <a:pt x="211" y="141"/>
                </a:lnTo>
                <a:lnTo>
                  <a:pt x="211" y="139"/>
                </a:lnTo>
                <a:lnTo>
                  <a:pt x="214" y="136"/>
                </a:lnTo>
                <a:lnTo>
                  <a:pt x="213" y="136"/>
                </a:lnTo>
                <a:lnTo>
                  <a:pt x="214" y="135"/>
                </a:lnTo>
                <a:lnTo>
                  <a:pt x="214" y="135"/>
                </a:lnTo>
                <a:lnTo>
                  <a:pt x="214" y="134"/>
                </a:lnTo>
                <a:lnTo>
                  <a:pt x="214" y="134"/>
                </a:lnTo>
                <a:lnTo>
                  <a:pt x="213" y="134"/>
                </a:lnTo>
                <a:lnTo>
                  <a:pt x="213" y="133"/>
                </a:lnTo>
                <a:lnTo>
                  <a:pt x="214" y="133"/>
                </a:lnTo>
                <a:lnTo>
                  <a:pt x="213" y="132"/>
                </a:lnTo>
                <a:lnTo>
                  <a:pt x="214" y="132"/>
                </a:lnTo>
                <a:lnTo>
                  <a:pt x="213" y="131"/>
                </a:lnTo>
                <a:lnTo>
                  <a:pt x="213" y="131"/>
                </a:lnTo>
                <a:lnTo>
                  <a:pt x="213" y="130"/>
                </a:lnTo>
                <a:lnTo>
                  <a:pt x="213" y="129"/>
                </a:lnTo>
                <a:lnTo>
                  <a:pt x="214" y="129"/>
                </a:lnTo>
                <a:lnTo>
                  <a:pt x="214" y="129"/>
                </a:lnTo>
                <a:lnTo>
                  <a:pt x="215" y="128"/>
                </a:lnTo>
                <a:lnTo>
                  <a:pt x="214" y="128"/>
                </a:lnTo>
                <a:lnTo>
                  <a:pt x="215" y="127"/>
                </a:lnTo>
                <a:lnTo>
                  <a:pt x="215" y="126"/>
                </a:lnTo>
                <a:lnTo>
                  <a:pt x="215" y="124"/>
                </a:lnTo>
                <a:lnTo>
                  <a:pt x="214" y="123"/>
                </a:lnTo>
                <a:lnTo>
                  <a:pt x="214" y="122"/>
                </a:lnTo>
                <a:lnTo>
                  <a:pt x="215" y="122"/>
                </a:lnTo>
                <a:lnTo>
                  <a:pt x="215" y="121"/>
                </a:lnTo>
                <a:lnTo>
                  <a:pt x="216" y="121"/>
                </a:lnTo>
                <a:lnTo>
                  <a:pt x="216" y="120"/>
                </a:lnTo>
                <a:lnTo>
                  <a:pt x="216" y="120"/>
                </a:lnTo>
                <a:lnTo>
                  <a:pt x="217" y="120"/>
                </a:lnTo>
                <a:lnTo>
                  <a:pt x="216" y="118"/>
                </a:lnTo>
                <a:lnTo>
                  <a:pt x="216" y="118"/>
                </a:lnTo>
                <a:lnTo>
                  <a:pt x="216" y="117"/>
                </a:lnTo>
                <a:lnTo>
                  <a:pt x="216" y="117"/>
                </a:lnTo>
                <a:lnTo>
                  <a:pt x="216" y="116"/>
                </a:lnTo>
                <a:lnTo>
                  <a:pt x="215" y="116"/>
                </a:lnTo>
                <a:lnTo>
                  <a:pt x="215" y="116"/>
                </a:lnTo>
                <a:lnTo>
                  <a:pt x="214" y="115"/>
                </a:lnTo>
                <a:lnTo>
                  <a:pt x="215" y="112"/>
                </a:lnTo>
                <a:lnTo>
                  <a:pt x="216" y="111"/>
                </a:lnTo>
                <a:lnTo>
                  <a:pt x="215" y="108"/>
                </a:lnTo>
                <a:lnTo>
                  <a:pt x="215" y="108"/>
                </a:lnTo>
                <a:lnTo>
                  <a:pt x="215" y="107"/>
                </a:lnTo>
                <a:lnTo>
                  <a:pt x="215" y="105"/>
                </a:lnTo>
                <a:lnTo>
                  <a:pt x="215" y="104"/>
                </a:lnTo>
                <a:lnTo>
                  <a:pt x="214" y="103"/>
                </a:lnTo>
                <a:lnTo>
                  <a:pt x="215" y="103"/>
                </a:lnTo>
                <a:lnTo>
                  <a:pt x="215" y="101"/>
                </a:lnTo>
                <a:lnTo>
                  <a:pt x="216" y="100"/>
                </a:lnTo>
                <a:lnTo>
                  <a:pt x="215" y="98"/>
                </a:lnTo>
                <a:lnTo>
                  <a:pt x="214" y="97"/>
                </a:lnTo>
                <a:lnTo>
                  <a:pt x="214" y="95"/>
                </a:lnTo>
                <a:lnTo>
                  <a:pt x="215" y="94"/>
                </a:lnTo>
                <a:lnTo>
                  <a:pt x="215" y="93"/>
                </a:lnTo>
                <a:lnTo>
                  <a:pt x="218" y="91"/>
                </a:lnTo>
                <a:lnTo>
                  <a:pt x="218" y="90"/>
                </a:lnTo>
                <a:lnTo>
                  <a:pt x="218" y="89"/>
                </a:lnTo>
                <a:lnTo>
                  <a:pt x="219" y="88"/>
                </a:lnTo>
                <a:lnTo>
                  <a:pt x="219" y="86"/>
                </a:lnTo>
                <a:lnTo>
                  <a:pt x="220" y="84"/>
                </a:lnTo>
                <a:lnTo>
                  <a:pt x="220" y="83"/>
                </a:lnTo>
                <a:lnTo>
                  <a:pt x="218" y="83"/>
                </a:lnTo>
                <a:lnTo>
                  <a:pt x="217" y="81"/>
                </a:lnTo>
                <a:lnTo>
                  <a:pt x="216" y="81"/>
                </a:lnTo>
                <a:lnTo>
                  <a:pt x="216" y="80"/>
                </a:lnTo>
                <a:lnTo>
                  <a:pt x="215" y="80"/>
                </a:lnTo>
                <a:lnTo>
                  <a:pt x="215" y="79"/>
                </a:lnTo>
                <a:lnTo>
                  <a:pt x="215" y="77"/>
                </a:lnTo>
                <a:lnTo>
                  <a:pt x="215" y="75"/>
                </a:lnTo>
                <a:lnTo>
                  <a:pt x="215" y="73"/>
                </a:lnTo>
                <a:lnTo>
                  <a:pt x="220" y="68"/>
                </a:lnTo>
                <a:lnTo>
                  <a:pt x="220" y="68"/>
                </a:lnTo>
                <a:lnTo>
                  <a:pt x="219" y="67"/>
                </a:lnTo>
                <a:lnTo>
                  <a:pt x="219" y="68"/>
                </a:lnTo>
                <a:lnTo>
                  <a:pt x="217" y="68"/>
                </a:lnTo>
                <a:lnTo>
                  <a:pt x="217" y="69"/>
                </a:lnTo>
                <a:lnTo>
                  <a:pt x="216" y="70"/>
                </a:lnTo>
                <a:lnTo>
                  <a:pt x="215" y="71"/>
                </a:lnTo>
                <a:lnTo>
                  <a:pt x="214" y="70"/>
                </a:lnTo>
                <a:lnTo>
                  <a:pt x="211" y="71"/>
                </a:lnTo>
                <a:lnTo>
                  <a:pt x="210" y="72"/>
                </a:lnTo>
                <a:lnTo>
                  <a:pt x="207" y="73"/>
                </a:lnTo>
                <a:lnTo>
                  <a:pt x="206" y="74"/>
                </a:lnTo>
                <a:lnTo>
                  <a:pt x="206" y="74"/>
                </a:lnTo>
                <a:lnTo>
                  <a:pt x="205" y="75"/>
                </a:lnTo>
                <a:lnTo>
                  <a:pt x="201" y="78"/>
                </a:lnTo>
                <a:lnTo>
                  <a:pt x="201" y="79"/>
                </a:lnTo>
                <a:lnTo>
                  <a:pt x="199" y="80"/>
                </a:lnTo>
                <a:lnTo>
                  <a:pt x="199" y="81"/>
                </a:lnTo>
                <a:lnTo>
                  <a:pt x="197" y="82"/>
                </a:lnTo>
                <a:lnTo>
                  <a:pt x="196" y="83"/>
                </a:lnTo>
                <a:lnTo>
                  <a:pt x="193" y="83"/>
                </a:lnTo>
                <a:lnTo>
                  <a:pt x="192" y="84"/>
                </a:lnTo>
                <a:lnTo>
                  <a:pt x="192" y="85"/>
                </a:lnTo>
                <a:lnTo>
                  <a:pt x="190" y="87"/>
                </a:lnTo>
                <a:lnTo>
                  <a:pt x="190" y="88"/>
                </a:lnTo>
                <a:lnTo>
                  <a:pt x="188" y="88"/>
                </a:lnTo>
                <a:lnTo>
                  <a:pt x="187" y="89"/>
                </a:lnTo>
                <a:lnTo>
                  <a:pt x="188" y="90"/>
                </a:lnTo>
                <a:lnTo>
                  <a:pt x="188" y="92"/>
                </a:lnTo>
                <a:lnTo>
                  <a:pt x="188" y="93"/>
                </a:lnTo>
                <a:lnTo>
                  <a:pt x="187" y="94"/>
                </a:lnTo>
                <a:lnTo>
                  <a:pt x="186" y="94"/>
                </a:lnTo>
                <a:lnTo>
                  <a:pt x="184" y="94"/>
                </a:lnTo>
                <a:lnTo>
                  <a:pt x="184" y="94"/>
                </a:lnTo>
                <a:lnTo>
                  <a:pt x="183" y="96"/>
                </a:lnTo>
                <a:lnTo>
                  <a:pt x="179" y="97"/>
                </a:lnTo>
                <a:lnTo>
                  <a:pt x="179" y="97"/>
                </a:lnTo>
                <a:lnTo>
                  <a:pt x="177" y="98"/>
                </a:lnTo>
                <a:lnTo>
                  <a:pt x="175" y="98"/>
                </a:lnTo>
                <a:lnTo>
                  <a:pt x="174" y="99"/>
                </a:lnTo>
                <a:lnTo>
                  <a:pt x="173" y="99"/>
                </a:lnTo>
                <a:lnTo>
                  <a:pt x="172" y="98"/>
                </a:lnTo>
                <a:lnTo>
                  <a:pt x="171" y="98"/>
                </a:lnTo>
                <a:lnTo>
                  <a:pt x="168" y="99"/>
                </a:lnTo>
                <a:lnTo>
                  <a:pt x="166" y="101"/>
                </a:lnTo>
                <a:lnTo>
                  <a:pt x="165" y="101"/>
                </a:lnTo>
                <a:lnTo>
                  <a:pt x="164" y="100"/>
                </a:lnTo>
                <a:lnTo>
                  <a:pt x="163" y="98"/>
                </a:lnTo>
                <a:lnTo>
                  <a:pt x="162" y="96"/>
                </a:lnTo>
                <a:lnTo>
                  <a:pt x="158" y="95"/>
                </a:lnTo>
                <a:lnTo>
                  <a:pt x="157" y="93"/>
                </a:lnTo>
                <a:lnTo>
                  <a:pt x="157" y="93"/>
                </a:lnTo>
                <a:lnTo>
                  <a:pt x="158" y="91"/>
                </a:lnTo>
                <a:lnTo>
                  <a:pt x="158" y="90"/>
                </a:lnTo>
                <a:lnTo>
                  <a:pt x="159" y="89"/>
                </a:lnTo>
                <a:lnTo>
                  <a:pt x="157" y="87"/>
                </a:lnTo>
                <a:lnTo>
                  <a:pt x="156" y="86"/>
                </a:lnTo>
                <a:lnTo>
                  <a:pt x="157" y="85"/>
                </a:lnTo>
                <a:lnTo>
                  <a:pt x="156" y="84"/>
                </a:lnTo>
                <a:lnTo>
                  <a:pt x="156" y="85"/>
                </a:lnTo>
                <a:lnTo>
                  <a:pt x="155" y="85"/>
                </a:lnTo>
                <a:lnTo>
                  <a:pt x="154" y="85"/>
                </a:lnTo>
                <a:lnTo>
                  <a:pt x="154" y="83"/>
                </a:lnTo>
                <a:lnTo>
                  <a:pt x="152" y="83"/>
                </a:lnTo>
                <a:lnTo>
                  <a:pt x="153" y="79"/>
                </a:lnTo>
                <a:lnTo>
                  <a:pt x="153" y="77"/>
                </a:lnTo>
                <a:lnTo>
                  <a:pt x="153" y="77"/>
                </a:lnTo>
                <a:lnTo>
                  <a:pt x="150" y="78"/>
                </a:lnTo>
                <a:lnTo>
                  <a:pt x="150" y="77"/>
                </a:lnTo>
                <a:lnTo>
                  <a:pt x="149" y="77"/>
                </a:lnTo>
                <a:lnTo>
                  <a:pt x="147" y="79"/>
                </a:lnTo>
                <a:lnTo>
                  <a:pt x="146" y="78"/>
                </a:lnTo>
                <a:lnTo>
                  <a:pt x="143" y="77"/>
                </a:lnTo>
                <a:lnTo>
                  <a:pt x="143" y="76"/>
                </a:lnTo>
                <a:lnTo>
                  <a:pt x="141" y="76"/>
                </a:lnTo>
                <a:lnTo>
                  <a:pt x="141" y="75"/>
                </a:lnTo>
                <a:lnTo>
                  <a:pt x="140" y="75"/>
                </a:lnTo>
                <a:lnTo>
                  <a:pt x="139" y="73"/>
                </a:lnTo>
                <a:lnTo>
                  <a:pt x="138" y="74"/>
                </a:lnTo>
                <a:lnTo>
                  <a:pt x="138" y="73"/>
                </a:lnTo>
                <a:lnTo>
                  <a:pt x="137" y="72"/>
                </a:lnTo>
                <a:lnTo>
                  <a:pt x="137" y="72"/>
                </a:lnTo>
                <a:lnTo>
                  <a:pt x="136" y="72"/>
                </a:lnTo>
                <a:lnTo>
                  <a:pt x="135" y="72"/>
                </a:lnTo>
                <a:lnTo>
                  <a:pt x="134" y="72"/>
                </a:lnTo>
                <a:lnTo>
                  <a:pt x="134" y="70"/>
                </a:lnTo>
                <a:lnTo>
                  <a:pt x="133" y="69"/>
                </a:lnTo>
                <a:lnTo>
                  <a:pt x="132" y="69"/>
                </a:lnTo>
                <a:lnTo>
                  <a:pt x="131" y="70"/>
                </a:lnTo>
                <a:lnTo>
                  <a:pt x="131" y="70"/>
                </a:lnTo>
                <a:lnTo>
                  <a:pt x="131" y="71"/>
                </a:lnTo>
                <a:lnTo>
                  <a:pt x="131" y="72"/>
                </a:lnTo>
                <a:lnTo>
                  <a:pt x="129" y="71"/>
                </a:lnTo>
                <a:lnTo>
                  <a:pt x="128" y="72"/>
                </a:lnTo>
                <a:lnTo>
                  <a:pt x="127" y="72"/>
                </a:lnTo>
                <a:lnTo>
                  <a:pt x="126" y="71"/>
                </a:lnTo>
                <a:lnTo>
                  <a:pt x="123" y="70"/>
                </a:lnTo>
                <a:lnTo>
                  <a:pt x="122" y="71"/>
                </a:lnTo>
                <a:lnTo>
                  <a:pt x="122" y="70"/>
                </a:lnTo>
                <a:lnTo>
                  <a:pt x="122" y="69"/>
                </a:lnTo>
                <a:lnTo>
                  <a:pt x="122" y="69"/>
                </a:lnTo>
                <a:lnTo>
                  <a:pt x="121" y="69"/>
                </a:lnTo>
                <a:lnTo>
                  <a:pt x="121" y="69"/>
                </a:lnTo>
                <a:lnTo>
                  <a:pt x="118" y="69"/>
                </a:lnTo>
                <a:lnTo>
                  <a:pt x="116" y="70"/>
                </a:lnTo>
                <a:lnTo>
                  <a:pt x="115" y="71"/>
                </a:lnTo>
                <a:lnTo>
                  <a:pt x="114" y="71"/>
                </a:lnTo>
                <a:lnTo>
                  <a:pt x="113" y="72"/>
                </a:lnTo>
                <a:lnTo>
                  <a:pt x="111" y="72"/>
                </a:lnTo>
                <a:lnTo>
                  <a:pt x="110" y="71"/>
                </a:lnTo>
                <a:lnTo>
                  <a:pt x="109" y="72"/>
                </a:lnTo>
                <a:lnTo>
                  <a:pt x="107" y="72"/>
                </a:lnTo>
                <a:lnTo>
                  <a:pt x="105" y="70"/>
                </a:lnTo>
                <a:lnTo>
                  <a:pt x="105" y="69"/>
                </a:lnTo>
                <a:lnTo>
                  <a:pt x="103" y="69"/>
                </a:lnTo>
                <a:lnTo>
                  <a:pt x="102" y="68"/>
                </a:lnTo>
                <a:lnTo>
                  <a:pt x="102" y="66"/>
                </a:lnTo>
                <a:lnTo>
                  <a:pt x="101" y="64"/>
                </a:lnTo>
                <a:lnTo>
                  <a:pt x="101" y="63"/>
                </a:lnTo>
                <a:lnTo>
                  <a:pt x="101" y="61"/>
                </a:lnTo>
                <a:lnTo>
                  <a:pt x="102" y="60"/>
                </a:lnTo>
                <a:lnTo>
                  <a:pt x="101" y="59"/>
                </a:lnTo>
                <a:lnTo>
                  <a:pt x="98" y="58"/>
                </a:lnTo>
                <a:lnTo>
                  <a:pt x="97" y="57"/>
                </a:lnTo>
                <a:lnTo>
                  <a:pt x="97" y="56"/>
                </a:lnTo>
                <a:lnTo>
                  <a:pt x="97" y="55"/>
                </a:lnTo>
                <a:lnTo>
                  <a:pt x="96" y="55"/>
                </a:lnTo>
                <a:lnTo>
                  <a:pt x="96" y="52"/>
                </a:lnTo>
                <a:lnTo>
                  <a:pt x="95" y="51"/>
                </a:lnTo>
                <a:lnTo>
                  <a:pt x="94" y="49"/>
                </a:lnTo>
                <a:lnTo>
                  <a:pt x="93" y="48"/>
                </a:lnTo>
                <a:lnTo>
                  <a:pt x="91" y="45"/>
                </a:lnTo>
                <a:lnTo>
                  <a:pt x="90" y="45"/>
                </a:lnTo>
                <a:lnTo>
                  <a:pt x="88" y="44"/>
                </a:lnTo>
                <a:lnTo>
                  <a:pt x="87" y="43"/>
                </a:lnTo>
                <a:lnTo>
                  <a:pt x="86" y="40"/>
                </a:lnTo>
                <a:lnTo>
                  <a:pt x="87" y="38"/>
                </a:lnTo>
                <a:lnTo>
                  <a:pt x="87" y="37"/>
                </a:lnTo>
                <a:lnTo>
                  <a:pt x="86" y="38"/>
                </a:lnTo>
                <a:lnTo>
                  <a:pt x="86" y="38"/>
                </a:lnTo>
                <a:lnTo>
                  <a:pt x="86" y="39"/>
                </a:lnTo>
                <a:lnTo>
                  <a:pt x="86" y="39"/>
                </a:lnTo>
                <a:lnTo>
                  <a:pt x="86" y="40"/>
                </a:lnTo>
                <a:lnTo>
                  <a:pt x="85" y="39"/>
                </a:lnTo>
                <a:lnTo>
                  <a:pt x="85" y="38"/>
                </a:lnTo>
                <a:lnTo>
                  <a:pt x="85" y="38"/>
                </a:lnTo>
                <a:lnTo>
                  <a:pt x="86" y="37"/>
                </a:lnTo>
                <a:lnTo>
                  <a:pt x="86" y="37"/>
                </a:lnTo>
                <a:lnTo>
                  <a:pt x="86" y="36"/>
                </a:lnTo>
                <a:lnTo>
                  <a:pt x="84" y="36"/>
                </a:lnTo>
                <a:lnTo>
                  <a:pt x="84" y="36"/>
                </a:lnTo>
                <a:lnTo>
                  <a:pt x="84" y="34"/>
                </a:lnTo>
                <a:lnTo>
                  <a:pt x="84" y="33"/>
                </a:lnTo>
                <a:lnTo>
                  <a:pt x="82" y="33"/>
                </a:lnTo>
                <a:lnTo>
                  <a:pt x="81" y="33"/>
                </a:lnTo>
                <a:lnTo>
                  <a:pt x="82" y="31"/>
                </a:lnTo>
                <a:lnTo>
                  <a:pt x="82" y="31"/>
                </a:lnTo>
                <a:lnTo>
                  <a:pt x="82" y="30"/>
                </a:lnTo>
                <a:lnTo>
                  <a:pt x="81" y="30"/>
                </a:lnTo>
                <a:lnTo>
                  <a:pt x="77" y="26"/>
                </a:lnTo>
                <a:lnTo>
                  <a:pt x="77" y="26"/>
                </a:lnTo>
                <a:lnTo>
                  <a:pt x="76" y="24"/>
                </a:lnTo>
                <a:lnTo>
                  <a:pt x="77" y="24"/>
                </a:lnTo>
                <a:lnTo>
                  <a:pt x="77" y="22"/>
                </a:lnTo>
                <a:lnTo>
                  <a:pt x="77" y="22"/>
                </a:lnTo>
                <a:lnTo>
                  <a:pt x="73" y="21"/>
                </a:lnTo>
                <a:lnTo>
                  <a:pt x="73" y="20"/>
                </a:lnTo>
                <a:lnTo>
                  <a:pt x="74" y="19"/>
                </a:lnTo>
                <a:lnTo>
                  <a:pt x="75" y="19"/>
                </a:lnTo>
                <a:lnTo>
                  <a:pt x="75" y="18"/>
                </a:lnTo>
                <a:lnTo>
                  <a:pt x="73" y="19"/>
                </a:lnTo>
                <a:lnTo>
                  <a:pt x="73" y="18"/>
                </a:lnTo>
                <a:lnTo>
                  <a:pt x="73" y="17"/>
                </a:lnTo>
                <a:lnTo>
                  <a:pt x="73" y="17"/>
                </a:lnTo>
                <a:lnTo>
                  <a:pt x="71" y="15"/>
                </a:lnTo>
                <a:lnTo>
                  <a:pt x="71" y="16"/>
                </a:lnTo>
                <a:lnTo>
                  <a:pt x="70" y="15"/>
                </a:lnTo>
                <a:lnTo>
                  <a:pt x="70" y="14"/>
                </a:lnTo>
                <a:lnTo>
                  <a:pt x="69" y="14"/>
                </a:lnTo>
                <a:lnTo>
                  <a:pt x="68" y="13"/>
                </a:lnTo>
                <a:lnTo>
                  <a:pt x="68" y="14"/>
                </a:lnTo>
                <a:lnTo>
                  <a:pt x="67" y="13"/>
                </a:lnTo>
                <a:lnTo>
                  <a:pt x="67" y="12"/>
                </a:lnTo>
                <a:lnTo>
                  <a:pt x="68" y="12"/>
                </a:lnTo>
                <a:lnTo>
                  <a:pt x="68" y="11"/>
                </a:lnTo>
                <a:lnTo>
                  <a:pt x="67" y="10"/>
                </a:lnTo>
                <a:lnTo>
                  <a:pt x="68" y="10"/>
                </a:lnTo>
                <a:lnTo>
                  <a:pt x="67" y="9"/>
                </a:lnTo>
                <a:lnTo>
                  <a:pt x="66" y="10"/>
                </a:lnTo>
                <a:lnTo>
                  <a:pt x="64" y="8"/>
                </a:lnTo>
                <a:lnTo>
                  <a:pt x="64" y="8"/>
                </a:lnTo>
                <a:lnTo>
                  <a:pt x="63" y="8"/>
                </a:lnTo>
                <a:lnTo>
                  <a:pt x="63" y="8"/>
                </a:lnTo>
                <a:lnTo>
                  <a:pt x="62" y="9"/>
                </a:lnTo>
                <a:lnTo>
                  <a:pt x="61" y="8"/>
                </a:lnTo>
                <a:lnTo>
                  <a:pt x="62" y="7"/>
                </a:lnTo>
                <a:lnTo>
                  <a:pt x="62" y="6"/>
                </a:lnTo>
                <a:lnTo>
                  <a:pt x="61" y="6"/>
                </a:lnTo>
                <a:lnTo>
                  <a:pt x="60" y="4"/>
                </a:lnTo>
                <a:lnTo>
                  <a:pt x="59" y="5"/>
                </a:lnTo>
                <a:lnTo>
                  <a:pt x="58" y="5"/>
                </a:lnTo>
                <a:lnTo>
                  <a:pt x="58" y="4"/>
                </a:lnTo>
                <a:lnTo>
                  <a:pt x="53" y="3"/>
                </a:lnTo>
                <a:lnTo>
                  <a:pt x="50" y="4"/>
                </a:lnTo>
                <a:lnTo>
                  <a:pt x="49" y="5"/>
                </a:lnTo>
                <a:lnTo>
                  <a:pt x="50" y="6"/>
                </a:lnTo>
                <a:lnTo>
                  <a:pt x="49" y="6"/>
                </a:lnTo>
                <a:lnTo>
                  <a:pt x="49" y="5"/>
                </a:lnTo>
                <a:lnTo>
                  <a:pt x="47" y="6"/>
                </a:lnTo>
                <a:lnTo>
                  <a:pt x="47" y="5"/>
                </a:lnTo>
                <a:lnTo>
                  <a:pt x="47" y="5"/>
                </a:lnTo>
                <a:lnTo>
                  <a:pt x="46" y="4"/>
                </a:lnTo>
                <a:lnTo>
                  <a:pt x="45" y="5"/>
                </a:lnTo>
                <a:lnTo>
                  <a:pt x="43" y="5"/>
                </a:lnTo>
                <a:lnTo>
                  <a:pt x="42" y="4"/>
                </a:lnTo>
                <a:lnTo>
                  <a:pt x="41" y="3"/>
                </a:lnTo>
                <a:lnTo>
                  <a:pt x="39" y="2"/>
                </a:lnTo>
                <a:lnTo>
                  <a:pt x="38" y="3"/>
                </a:lnTo>
                <a:lnTo>
                  <a:pt x="37" y="2"/>
                </a:lnTo>
                <a:lnTo>
                  <a:pt x="36" y="2"/>
                </a:lnTo>
                <a:lnTo>
                  <a:pt x="36" y="1"/>
                </a:lnTo>
                <a:lnTo>
                  <a:pt x="34" y="1"/>
                </a:lnTo>
                <a:lnTo>
                  <a:pt x="31" y="1"/>
                </a:lnTo>
                <a:lnTo>
                  <a:pt x="31" y="0"/>
                </a:lnTo>
                <a:lnTo>
                  <a:pt x="30" y="0"/>
                </a:lnTo>
                <a:lnTo>
                  <a:pt x="30" y="0"/>
                </a:lnTo>
                <a:lnTo>
                  <a:pt x="30" y="1"/>
                </a:lnTo>
                <a:lnTo>
                  <a:pt x="29" y="1"/>
                </a:lnTo>
                <a:lnTo>
                  <a:pt x="29" y="1"/>
                </a:lnTo>
                <a:lnTo>
                  <a:pt x="29" y="0"/>
                </a:lnTo>
                <a:lnTo>
                  <a:pt x="28" y="0"/>
                </a:lnTo>
                <a:lnTo>
                  <a:pt x="29" y="1"/>
                </a:lnTo>
                <a:lnTo>
                  <a:pt x="29" y="1"/>
                </a:lnTo>
                <a:lnTo>
                  <a:pt x="28" y="1"/>
                </a:lnTo>
                <a:lnTo>
                  <a:pt x="25" y="1"/>
                </a:lnTo>
                <a:lnTo>
                  <a:pt x="24" y="2"/>
                </a:lnTo>
                <a:lnTo>
                  <a:pt x="22" y="2"/>
                </a:lnTo>
                <a:lnTo>
                  <a:pt x="20" y="4"/>
                </a:lnTo>
                <a:lnTo>
                  <a:pt x="16" y="4"/>
                </a:lnTo>
                <a:lnTo>
                  <a:pt x="14" y="5"/>
                </a:lnTo>
                <a:lnTo>
                  <a:pt x="13" y="4"/>
                </a:lnTo>
                <a:lnTo>
                  <a:pt x="11" y="5"/>
                </a:lnTo>
                <a:lnTo>
                  <a:pt x="10" y="5"/>
                </a:lnTo>
                <a:lnTo>
                  <a:pt x="10" y="6"/>
                </a:lnTo>
                <a:lnTo>
                  <a:pt x="6" y="7"/>
                </a:lnTo>
                <a:lnTo>
                  <a:pt x="2" y="10"/>
                </a:lnTo>
                <a:lnTo>
                  <a:pt x="3" y="11"/>
                </a:lnTo>
                <a:lnTo>
                  <a:pt x="4" y="11"/>
                </a:lnTo>
                <a:lnTo>
                  <a:pt x="4" y="13"/>
                </a:lnTo>
                <a:lnTo>
                  <a:pt x="6" y="13"/>
                </a:lnTo>
                <a:lnTo>
                  <a:pt x="6" y="14"/>
                </a:lnTo>
                <a:lnTo>
                  <a:pt x="6" y="14"/>
                </a:lnTo>
                <a:lnTo>
                  <a:pt x="7" y="15"/>
                </a:lnTo>
                <a:lnTo>
                  <a:pt x="7" y="16"/>
                </a:lnTo>
                <a:lnTo>
                  <a:pt x="6" y="17"/>
                </a:lnTo>
                <a:lnTo>
                  <a:pt x="5" y="18"/>
                </a:lnTo>
                <a:lnTo>
                  <a:pt x="5" y="19"/>
                </a:lnTo>
                <a:lnTo>
                  <a:pt x="5" y="20"/>
                </a:lnTo>
                <a:lnTo>
                  <a:pt x="5" y="20"/>
                </a:lnTo>
                <a:lnTo>
                  <a:pt x="3" y="22"/>
                </a:lnTo>
                <a:lnTo>
                  <a:pt x="3" y="23"/>
                </a:lnTo>
                <a:lnTo>
                  <a:pt x="2" y="24"/>
                </a:lnTo>
                <a:lnTo>
                  <a:pt x="1" y="24"/>
                </a:lnTo>
                <a:lnTo>
                  <a:pt x="0" y="26"/>
                </a:lnTo>
                <a:lnTo>
                  <a:pt x="0" y="27"/>
                </a:lnTo>
                <a:lnTo>
                  <a:pt x="2" y="26"/>
                </a:lnTo>
                <a:lnTo>
                  <a:pt x="2" y="27"/>
                </a:lnTo>
                <a:lnTo>
                  <a:pt x="3" y="27"/>
                </a:lnTo>
                <a:lnTo>
                  <a:pt x="3" y="28"/>
                </a:lnTo>
                <a:lnTo>
                  <a:pt x="5" y="28"/>
                </a:lnTo>
                <a:lnTo>
                  <a:pt x="5" y="29"/>
                </a:lnTo>
                <a:lnTo>
                  <a:pt x="7" y="29"/>
                </a:lnTo>
                <a:lnTo>
                  <a:pt x="7" y="29"/>
                </a:lnTo>
                <a:lnTo>
                  <a:pt x="7" y="30"/>
                </a:lnTo>
                <a:lnTo>
                  <a:pt x="8" y="31"/>
                </a:lnTo>
                <a:lnTo>
                  <a:pt x="8" y="31"/>
                </a:lnTo>
                <a:lnTo>
                  <a:pt x="10" y="31"/>
                </a:lnTo>
                <a:lnTo>
                  <a:pt x="12" y="31"/>
                </a:lnTo>
                <a:lnTo>
                  <a:pt x="12" y="30"/>
                </a:lnTo>
                <a:lnTo>
                  <a:pt x="13" y="29"/>
                </a:lnTo>
                <a:lnTo>
                  <a:pt x="13" y="28"/>
                </a:lnTo>
                <a:lnTo>
                  <a:pt x="13" y="28"/>
                </a:lnTo>
                <a:lnTo>
                  <a:pt x="13" y="28"/>
                </a:lnTo>
                <a:lnTo>
                  <a:pt x="13" y="27"/>
                </a:lnTo>
                <a:lnTo>
                  <a:pt x="14" y="26"/>
                </a:lnTo>
                <a:lnTo>
                  <a:pt x="14" y="26"/>
                </a:lnTo>
                <a:lnTo>
                  <a:pt x="15" y="27"/>
                </a:lnTo>
                <a:lnTo>
                  <a:pt x="16" y="26"/>
                </a:lnTo>
                <a:lnTo>
                  <a:pt x="17" y="27"/>
                </a:lnTo>
                <a:lnTo>
                  <a:pt x="18" y="28"/>
                </a:lnTo>
                <a:lnTo>
                  <a:pt x="18" y="28"/>
                </a:lnTo>
                <a:lnTo>
                  <a:pt x="19" y="29"/>
                </a:lnTo>
                <a:lnTo>
                  <a:pt x="19" y="30"/>
                </a:lnTo>
                <a:lnTo>
                  <a:pt x="21" y="30"/>
                </a:lnTo>
                <a:lnTo>
                  <a:pt x="22" y="30"/>
                </a:lnTo>
                <a:lnTo>
                  <a:pt x="23" y="30"/>
                </a:lnTo>
                <a:lnTo>
                  <a:pt x="23" y="30"/>
                </a:lnTo>
                <a:lnTo>
                  <a:pt x="24" y="30"/>
                </a:lnTo>
                <a:lnTo>
                  <a:pt x="23" y="30"/>
                </a:lnTo>
                <a:lnTo>
                  <a:pt x="24" y="31"/>
                </a:lnTo>
                <a:lnTo>
                  <a:pt x="23" y="32"/>
                </a:lnTo>
                <a:lnTo>
                  <a:pt x="22" y="33"/>
                </a:lnTo>
                <a:lnTo>
                  <a:pt x="22" y="33"/>
                </a:lnTo>
                <a:lnTo>
                  <a:pt x="22" y="34"/>
                </a:lnTo>
                <a:lnTo>
                  <a:pt x="22" y="34"/>
                </a:lnTo>
                <a:lnTo>
                  <a:pt x="23" y="36"/>
                </a:lnTo>
                <a:lnTo>
                  <a:pt x="24" y="36"/>
                </a:lnTo>
                <a:lnTo>
                  <a:pt x="24" y="37"/>
                </a:lnTo>
                <a:lnTo>
                  <a:pt x="24" y="38"/>
                </a:lnTo>
                <a:lnTo>
                  <a:pt x="25" y="40"/>
                </a:lnTo>
                <a:lnTo>
                  <a:pt x="25" y="41"/>
                </a:lnTo>
                <a:lnTo>
                  <a:pt x="27" y="43"/>
                </a:lnTo>
                <a:lnTo>
                  <a:pt x="27" y="43"/>
                </a:lnTo>
                <a:lnTo>
                  <a:pt x="27" y="44"/>
                </a:lnTo>
                <a:lnTo>
                  <a:pt x="28" y="44"/>
                </a:lnTo>
                <a:lnTo>
                  <a:pt x="28" y="45"/>
                </a:lnTo>
                <a:lnTo>
                  <a:pt x="28" y="45"/>
                </a:lnTo>
                <a:lnTo>
                  <a:pt x="28" y="45"/>
                </a:lnTo>
                <a:lnTo>
                  <a:pt x="28" y="46"/>
                </a:lnTo>
                <a:lnTo>
                  <a:pt x="28" y="47"/>
                </a:lnTo>
                <a:lnTo>
                  <a:pt x="29" y="47"/>
                </a:lnTo>
                <a:lnTo>
                  <a:pt x="30" y="48"/>
                </a:lnTo>
                <a:lnTo>
                  <a:pt x="30" y="49"/>
                </a:lnTo>
                <a:lnTo>
                  <a:pt x="30" y="49"/>
                </a:lnTo>
                <a:lnTo>
                  <a:pt x="31" y="49"/>
                </a:lnTo>
                <a:lnTo>
                  <a:pt x="35" y="50"/>
                </a:lnTo>
                <a:lnTo>
                  <a:pt x="35" y="49"/>
                </a:lnTo>
                <a:lnTo>
                  <a:pt x="37" y="49"/>
                </a:lnTo>
                <a:lnTo>
                  <a:pt x="40" y="47"/>
                </a:lnTo>
                <a:lnTo>
                  <a:pt x="40" y="47"/>
                </a:lnTo>
                <a:lnTo>
                  <a:pt x="40" y="46"/>
                </a:lnTo>
                <a:lnTo>
                  <a:pt x="42" y="46"/>
                </a:lnTo>
                <a:lnTo>
                  <a:pt x="42" y="46"/>
                </a:lnTo>
                <a:lnTo>
                  <a:pt x="44" y="47"/>
                </a:lnTo>
                <a:lnTo>
                  <a:pt x="45" y="46"/>
                </a:lnTo>
                <a:lnTo>
                  <a:pt x="46" y="46"/>
                </a:lnTo>
                <a:lnTo>
                  <a:pt x="46" y="46"/>
                </a:lnTo>
                <a:lnTo>
                  <a:pt x="48" y="45"/>
                </a:lnTo>
                <a:lnTo>
                  <a:pt x="49" y="46"/>
                </a:lnTo>
                <a:lnTo>
                  <a:pt x="51" y="46"/>
                </a:lnTo>
                <a:lnTo>
                  <a:pt x="51" y="44"/>
                </a:lnTo>
                <a:lnTo>
                  <a:pt x="51" y="44"/>
                </a:lnTo>
                <a:lnTo>
                  <a:pt x="53" y="44"/>
                </a:lnTo>
                <a:lnTo>
                  <a:pt x="54" y="45"/>
                </a:lnTo>
                <a:lnTo>
                  <a:pt x="54" y="44"/>
                </a:lnTo>
                <a:lnTo>
                  <a:pt x="55" y="43"/>
                </a:lnTo>
                <a:lnTo>
                  <a:pt x="57" y="43"/>
                </a:lnTo>
                <a:lnTo>
                  <a:pt x="57" y="41"/>
                </a:lnTo>
                <a:lnTo>
                  <a:pt x="57" y="41"/>
                </a:lnTo>
                <a:lnTo>
                  <a:pt x="57" y="40"/>
                </a:lnTo>
                <a:lnTo>
                  <a:pt x="59" y="39"/>
                </a:lnTo>
                <a:lnTo>
                  <a:pt x="59" y="38"/>
                </a:lnTo>
                <a:lnTo>
                  <a:pt x="58" y="38"/>
                </a:lnTo>
                <a:lnTo>
                  <a:pt x="59" y="36"/>
                </a:lnTo>
                <a:lnTo>
                  <a:pt x="59" y="36"/>
                </a:lnTo>
                <a:lnTo>
                  <a:pt x="59" y="37"/>
                </a:lnTo>
                <a:lnTo>
                  <a:pt x="62" y="36"/>
                </a:lnTo>
                <a:lnTo>
                  <a:pt x="62" y="37"/>
                </a:lnTo>
                <a:lnTo>
                  <a:pt x="62" y="36"/>
                </a:lnTo>
                <a:lnTo>
                  <a:pt x="69" y="41"/>
                </a:lnTo>
                <a:lnTo>
                  <a:pt x="70" y="43"/>
                </a:lnTo>
                <a:lnTo>
                  <a:pt x="70" y="43"/>
                </a:lnTo>
                <a:lnTo>
                  <a:pt x="71" y="43"/>
                </a:lnTo>
                <a:lnTo>
                  <a:pt x="72" y="45"/>
                </a:lnTo>
                <a:lnTo>
                  <a:pt x="73" y="45"/>
                </a:lnTo>
                <a:lnTo>
                  <a:pt x="73" y="45"/>
                </a:lnTo>
                <a:lnTo>
                  <a:pt x="74" y="45"/>
                </a:lnTo>
                <a:lnTo>
                  <a:pt x="74" y="46"/>
                </a:lnTo>
                <a:lnTo>
                  <a:pt x="75" y="46"/>
                </a:lnTo>
                <a:lnTo>
                  <a:pt x="75" y="47"/>
                </a:lnTo>
                <a:lnTo>
                  <a:pt x="76" y="48"/>
                </a:lnTo>
                <a:lnTo>
                  <a:pt x="75" y="49"/>
                </a:lnTo>
                <a:lnTo>
                  <a:pt x="75" y="50"/>
                </a:lnTo>
                <a:lnTo>
                  <a:pt x="75" y="50"/>
                </a:lnTo>
                <a:lnTo>
                  <a:pt x="74" y="50"/>
                </a:lnTo>
                <a:lnTo>
                  <a:pt x="74" y="52"/>
                </a:lnTo>
                <a:lnTo>
                  <a:pt x="74" y="52"/>
                </a:lnTo>
                <a:lnTo>
                  <a:pt x="74" y="52"/>
                </a:lnTo>
                <a:lnTo>
                  <a:pt x="73" y="52"/>
                </a:lnTo>
                <a:lnTo>
                  <a:pt x="73" y="53"/>
                </a:lnTo>
                <a:lnTo>
                  <a:pt x="73" y="53"/>
                </a:lnTo>
                <a:lnTo>
                  <a:pt x="73" y="53"/>
                </a:lnTo>
                <a:lnTo>
                  <a:pt x="72" y="54"/>
                </a:lnTo>
                <a:lnTo>
                  <a:pt x="73" y="54"/>
                </a:lnTo>
                <a:lnTo>
                  <a:pt x="73" y="54"/>
                </a:lnTo>
                <a:lnTo>
                  <a:pt x="73" y="54"/>
                </a:lnTo>
                <a:lnTo>
                  <a:pt x="73" y="55"/>
                </a:lnTo>
                <a:lnTo>
                  <a:pt x="74" y="57"/>
                </a:lnTo>
                <a:lnTo>
                  <a:pt x="72" y="61"/>
                </a:lnTo>
                <a:lnTo>
                  <a:pt x="71" y="61"/>
                </a:lnTo>
                <a:lnTo>
                  <a:pt x="71" y="61"/>
                </a:lnTo>
                <a:lnTo>
                  <a:pt x="71" y="62"/>
                </a:lnTo>
                <a:lnTo>
                  <a:pt x="71" y="61"/>
                </a:lnTo>
                <a:lnTo>
                  <a:pt x="70" y="62"/>
                </a:lnTo>
                <a:lnTo>
                  <a:pt x="71" y="63"/>
                </a:lnTo>
                <a:lnTo>
                  <a:pt x="71" y="63"/>
                </a:lnTo>
                <a:lnTo>
                  <a:pt x="71" y="63"/>
                </a:lnTo>
                <a:lnTo>
                  <a:pt x="70" y="64"/>
                </a:lnTo>
                <a:lnTo>
                  <a:pt x="70" y="65"/>
                </a:lnTo>
                <a:lnTo>
                  <a:pt x="70" y="65"/>
                </a:lnTo>
                <a:lnTo>
                  <a:pt x="70" y="66"/>
                </a:lnTo>
                <a:lnTo>
                  <a:pt x="69" y="68"/>
                </a:lnTo>
                <a:lnTo>
                  <a:pt x="70" y="68"/>
                </a:lnTo>
                <a:lnTo>
                  <a:pt x="69" y="68"/>
                </a:lnTo>
                <a:lnTo>
                  <a:pt x="68" y="69"/>
                </a:lnTo>
                <a:lnTo>
                  <a:pt x="68" y="69"/>
                </a:lnTo>
                <a:lnTo>
                  <a:pt x="68" y="70"/>
                </a:lnTo>
                <a:lnTo>
                  <a:pt x="69" y="70"/>
                </a:lnTo>
                <a:lnTo>
                  <a:pt x="69" y="70"/>
                </a:lnTo>
                <a:lnTo>
                  <a:pt x="69" y="70"/>
                </a:lnTo>
                <a:lnTo>
                  <a:pt x="68" y="70"/>
                </a:lnTo>
                <a:lnTo>
                  <a:pt x="69" y="71"/>
                </a:lnTo>
                <a:lnTo>
                  <a:pt x="68" y="72"/>
                </a:lnTo>
                <a:lnTo>
                  <a:pt x="68" y="72"/>
                </a:lnTo>
                <a:lnTo>
                  <a:pt x="68" y="72"/>
                </a:lnTo>
                <a:lnTo>
                  <a:pt x="69" y="74"/>
                </a:lnTo>
                <a:lnTo>
                  <a:pt x="69" y="74"/>
                </a:lnTo>
                <a:lnTo>
                  <a:pt x="69" y="75"/>
                </a:lnTo>
                <a:lnTo>
                  <a:pt x="68" y="75"/>
                </a:lnTo>
                <a:lnTo>
                  <a:pt x="69" y="76"/>
                </a:lnTo>
                <a:lnTo>
                  <a:pt x="69" y="77"/>
                </a:lnTo>
                <a:lnTo>
                  <a:pt x="69" y="77"/>
                </a:lnTo>
                <a:lnTo>
                  <a:pt x="69" y="79"/>
                </a:lnTo>
                <a:lnTo>
                  <a:pt x="69" y="79"/>
                </a:lnTo>
                <a:lnTo>
                  <a:pt x="69" y="79"/>
                </a:lnTo>
                <a:lnTo>
                  <a:pt x="69" y="79"/>
                </a:lnTo>
                <a:lnTo>
                  <a:pt x="68" y="79"/>
                </a:lnTo>
                <a:lnTo>
                  <a:pt x="68" y="79"/>
                </a:lnTo>
                <a:lnTo>
                  <a:pt x="69" y="80"/>
                </a:lnTo>
                <a:lnTo>
                  <a:pt x="69" y="80"/>
                </a:lnTo>
                <a:lnTo>
                  <a:pt x="69" y="80"/>
                </a:lnTo>
                <a:lnTo>
                  <a:pt x="70" y="80"/>
                </a:lnTo>
                <a:lnTo>
                  <a:pt x="70" y="81"/>
                </a:lnTo>
                <a:lnTo>
                  <a:pt x="70" y="81"/>
                </a:lnTo>
                <a:lnTo>
                  <a:pt x="70" y="83"/>
                </a:lnTo>
                <a:lnTo>
                  <a:pt x="71" y="83"/>
                </a:lnTo>
                <a:lnTo>
                  <a:pt x="71" y="84"/>
                </a:lnTo>
                <a:lnTo>
                  <a:pt x="71" y="84"/>
                </a:lnTo>
                <a:lnTo>
                  <a:pt x="72" y="85"/>
                </a:lnTo>
                <a:lnTo>
                  <a:pt x="71" y="85"/>
                </a:lnTo>
                <a:lnTo>
                  <a:pt x="72" y="86"/>
                </a:lnTo>
                <a:lnTo>
                  <a:pt x="71" y="87"/>
                </a:lnTo>
                <a:lnTo>
                  <a:pt x="72" y="89"/>
                </a:lnTo>
                <a:lnTo>
                  <a:pt x="71" y="89"/>
                </a:lnTo>
                <a:lnTo>
                  <a:pt x="71" y="90"/>
                </a:lnTo>
                <a:lnTo>
                  <a:pt x="70" y="91"/>
                </a:lnTo>
                <a:lnTo>
                  <a:pt x="69" y="90"/>
                </a:lnTo>
                <a:lnTo>
                  <a:pt x="69" y="90"/>
                </a:lnTo>
                <a:lnTo>
                  <a:pt x="68" y="90"/>
                </a:lnTo>
                <a:lnTo>
                  <a:pt x="67" y="90"/>
                </a:lnTo>
                <a:lnTo>
                  <a:pt x="66" y="91"/>
                </a:lnTo>
                <a:lnTo>
                  <a:pt x="66" y="91"/>
                </a:lnTo>
                <a:lnTo>
                  <a:pt x="66" y="92"/>
                </a:lnTo>
                <a:lnTo>
                  <a:pt x="66" y="93"/>
                </a:lnTo>
                <a:lnTo>
                  <a:pt x="66" y="94"/>
                </a:lnTo>
                <a:lnTo>
                  <a:pt x="66" y="95"/>
                </a:lnTo>
                <a:lnTo>
                  <a:pt x="66" y="96"/>
                </a:lnTo>
                <a:lnTo>
                  <a:pt x="65" y="96"/>
                </a:lnTo>
                <a:lnTo>
                  <a:pt x="65" y="98"/>
                </a:lnTo>
                <a:lnTo>
                  <a:pt x="65" y="98"/>
                </a:lnTo>
                <a:lnTo>
                  <a:pt x="65" y="100"/>
                </a:lnTo>
                <a:lnTo>
                  <a:pt x="65" y="100"/>
                </a:lnTo>
                <a:lnTo>
                  <a:pt x="65" y="101"/>
                </a:lnTo>
                <a:lnTo>
                  <a:pt x="65" y="103"/>
                </a:lnTo>
                <a:lnTo>
                  <a:pt x="64" y="105"/>
                </a:lnTo>
                <a:lnTo>
                  <a:pt x="65" y="105"/>
                </a:lnTo>
                <a:lnTo>
                  <a:pt x="64" y="106"/>
                </a:lnTo>
                <a:lnTo>
                  <a:pt x="65" y="107"/>
                </a:lnTo>
                <a:lnTo>
                  <a:pt x="64" y="107"/>
                </a:lnTo>
                <a:lnTo>
                  <a:pt x="65" y="108"/>
                </a:lnTo>
                <a:lnTo>
                  <a:pt x="65" y="109"/>
                </a:lnTo>
                <a:lnTo>
                  <a:pt x="66" y="110"/>
                </a:lnTo>
                <a:lnTo>
                  <a:pt x="66" y="111"/>
                </a:lnTo>
                <a:lnTo>
                  <a:pt x="66" y="111"/>
                </a:lnTo>
                <a:lnTo>
                  <a:pt x="66" y="113"/>
                </a:lnTo>
                <a:lnTo>
                  <a:pt x="66" y="114"/>
                </a:lnTo>
                <a:lnTo>
                  <a:pt x="65" y="114"/>
                </a:lnTo>
                <a:lnTo>
                  <a:pt x="65" y="115"/>
                </a:lnTo>
                <a:lnTo>
                  <a:pt x="64" y="115"/>
                </a:lnTo>
                <a:lnTo>
                  <a:pt x="65" y="115"/>
                </a:lnTo>
                <a:lnTo>
                  <a:pt x="65" y="114"/>
                </a:lnTo>
                <a:lnTo>
                  <a:pt x="65" y="113"/>
                </a:lnTo>
                <a:lnTo>
                  <a:pt x="64" y="113"/>
                </a:lnTo>
                <a:lnTo>
                  <a:pt x="64" y="112"/>
                </a:lnTo>
                <a:lnTo>
                  <a:pt x="63" y="111"/>
                </a:lnTo>
                <a:lnTo>
                  <a:pt x="62" y="110"/>
                </a:lnTo>
                <a:lnTo>
                  <a:pt x="62" y="109"/>
                </a:lnTo>
                <a:lnTo>
                  <a:pt x="62" y="109"/>
                </a:lnTo>
                <a:lnTo>
                  <a:pt x="62" y="108"/>
                </a:lnTo>
                <a:lnTo>
                  <a:pt x="61" y="108"/>
                </a:lnTo>
                <a:lnTo>
                  <a:pt x="61" y="107"/>
                </a:lnTo>
                <a:lnTo>
                  <a:pt x="60" y="106"/>
                </a:lnTo>
                <a:lnTo>
                  <a:pt x="58" y="109"/>
                </a:lnTo>
                <a:lnTo>
                  <a:pt x="54" y="115"/>
                </a:lnTo>
                <a:lnTo>
                  <a:pt x="52" y="119"/>
                </a:lnTo>
                <a:lnTo>
                  <a:pt x="48" y="122"/>
                </a:lnTo>
                <a:lnTo>
                  <a:pt x="48" y="125"/>
                </a:lnTo>
                <a:lnTo>
                  <a:pt x="47" y="126"/>
                </a:lnTo>
                <a:lnTo>
                  <a:pt x="43" y="129"/>
                </a:lnTo>
                <a:lnTo>
                  <a:pt x="42" y="131"/>
                </a:lnTo>
                <a:lnTo>
                  <a:pt x="39" y="132"/>
                </a:lnTo>
                <a:lnTo>
                  <a:pt x="39" y="134"/>
                </a:lnTo>
                <a:lnTo>
                  <a:pt x="39" y="136"/>
                </a:lnTo>
                <a:lnTo>
                  <a:pt x="37" y="137"/>
                </a:lnTo>
                <a:lnTo>
                  <a:pt x="40" y="140"/>
                </a:lnTo>
                <a:lnTo>
                  <a:pt x="41" y="142"/>
                </a:lnTo>
                <a:lnTo>
                  <a:pt x="42" y="142"/>
                </a:lnTo>
                <a:lnTo>
                  <a:pt x="45" y="142"/>
                </a:lnTo>
                <a:lnTo>
                  <a:pt x="45" y="143"/>
                </a:lnTo>
                <a:lnTo>
                  <a:pt x="44" y="144"/>
                </a:lnTo>
                <a:lnTo>
                  <a:pt x="44" y="145"/>
                </a:lnTo>
                <a:lnTo>
                  <a:pt x="45" y="145"/>
                </a:lnTo>
                <a:lnTo>
                  <a:pt x="45" y="145"/>
                </a:lnTo>
                <a:lnTo>
                  <a:pt x="46" y="145"/>
                </a:lnTo>
                <a:lnTo>
                  <a:pt x="46" y="145"/>
                </a:lnTo>
                <a:lnTo>
                  <a:pt x="47" y="148"/>
                </a:lnTo>
                <a:lnTo>
                  <a:pt x="49" y="149"/>
                </a:lnTo>
                <a:lnTo>
                  <a:pt x="49" y="149"/>
                </a:lnTo>
                <a:lnTo>
                  <a:pt x="50" y="149"/>
                </a:lnTo>
                <a:lnTo>
                  <a:pt x="51" y="149"/>
                </a:lnTo>
                <a:lnTo>
                  <a:pt x="52" y="147"/>
                </a:lnTo>
                <a:lnTo>
                  <a:pt x="52" y="146"/>
                </a:lnTo>
                <a:lnTo>
                  <a:pt x="53" y="146"/>
                </a:lnTo>
                <a:lnTo>
                  <a:pt x="54" y="146"/>
                </a:lnTo>
                <a:lnTo>
                  <a:pt x="54" y="146"/>
                </a:lnTo>
                <a:lnTo>
                  <a:pt x="54" y="144"/>
                </a:lnTo>
                <a:lnTo>
                  <a:pt x="53" y="143"/>
                </a:lnTo>
                <a:lnTo>
                  <a:pt x="52" y="143"/>
                </a:lnTo>
                <a:lnTo>
                  <a:pt x="52" y="143"/>
                </a:lnTo>
                <a:lnTo>
                  <a:pt x="54" y="144"/>
                </a:lnTo>
                <a:lnTo>
                  <a:pt x="55" y="143"/>
                </a:lnTo>
                <a:lnTo>
                  <a:pt x="56" y="143"/>
                </a:lnTo>
                <a:lnTo>
                  <a:pt x="56" y="145"/>
                </a:lnTo>
                <a:lnTo>
                  <a:pt x="56" y="146"/>
                </a:lnTo>
                <a:lnTo>
                  <a:pt x="57" y="146"/>
                </a:lnTo>
                <a:lnTo>
                  <a:pt x="57" y="144"/>
                </a:lnTo>
                <a:lnTo>
                  <a:pt x="57" y="144"/>
                </a:lnTo>
                <a:lnTo>
                  <a:pt x="57" y="145"/>
                </a:lnTo>
                <a:lnTo>
                  <a:pt x="58" y="145"/>
                </a:lnTo>
                <a:lnTo>
                  <a:pt x="57" y="146"/>
                </a:lnTo>
                <a:lnTo>
                  <a:pt x="58" y="146"/>
                </a:lnTo>
                <a:lnTo>
                  <a:pt x="58" y="148"/>
                </a:lnTo>
                <a:lnTo>
                  <a:pt x="58" y="148"/>
                </a:lnTo>
                <a:lnTo>
                  <a:pt x="53" y="150"/>
                </a:lnTo>
                <a:lnTo>
                  <a:pt x="54" y="151"/>
                </a:lnTo>
                <a:lnTo>
                  <a:pt x="53" y="152"/>
                </a:lnTo>
                <a:lnTo>
                  <a:pt x="52" y="151"/>
                </a:lnTo>
                <a:lnTo>
                  <a:pt x="51" y="152"/>
                </a:lnTo>
                <a:lnTo>
                  <a:pt x="50" y="151"/>
                </a:lnTo>
                <a:lnTo>
                  <a:pt x="50" y="152"/>
                </a:lnTo>
                <a:lnTo>
                  <a:pt x="50" y="152"/>
                </a:lnTo>
                <a:lnTo>
                  <a:pt x="49" y="153"/>
                </a:lnTo>
                <a:lnTo>
                  <a:pt x="50" y="156"/>
                </a:lnTo>
                <a:lnTo>
                  <a:pt x="54" y="159"/>
                </a:lnTo>
                <a:lnTo>
                  <a:pt x="54" y="159"/>
                </a:lnTo>
                <a:lnTo>
                  <a:pt x="56" y="159"/>
                </a:lnTo>
                <a:lnTo>
                  <a:pt x="58" y="159"/>
                </a:lnTo>
                <a:lnTo>
                  <a:pt x="58" y="158"/>
                </a:lnTo>
                <a:close/>
              </a:path>
            </a:pathLst>
          </a:custGeom>
          <a:solidFill>
            <a:srgbClr val="D9E6F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5870601" y="4500315"/>
            <a:ext cx="141086" cy="121847"/>
          </a:xfrm>
          <a:custGeom>
            <a:avLst/>
            <a:gdLst/>
            <a:ahLst/>
            <a:cxnLst/>
            <a:rect l="l" t="t" r="r" b="b"/>
            <a:pathLst>
              <a:path w="22" h="19">
                <a:moveTo>
                  <a:pt x="1" y="12"/>
                </a:moveTo>
                <a:lnTo>
                  <a:pt x="2" y="13"/>
                </a:lnTo>
                <a:lnTo>
                  <a:pt x="2" y="12"/>
                </a:lnTo>
                <a:lnTo>
                  <a:pt x="3" y="12"/>
                </a:lnTo>
                <a:lnTo>
                  <a:pt x="3" y="15"/>
                </a:lnTo>
                <a:lnTo>
                  <a:pt x="4" y="15"/>
                </a:lnTo>
                <a:lnTo>
                  <a:pt x="3" y="16"/>
                </a:lnTo>
                <a:lnTo>
                  <a:pt x="4" y="17"/>
                </a:lnTo>
                <a:lnTo>
                  <a:pt x="5" y="16"/>
                </a:lnTo>
                <a:lnTo>
                  <a:pt x="5" y="15"/>
                </a:lnTo>
                <a:lnTo>
                  <a:pt x="6" y="16"/>
                </a:lnTo>
                <a:lnTo>
                  <a:pt x="6" y="17"/>
                </a:lnTo>
                <a:lnTo>
                  <a:pt x="8" y="17"/>
                </a:lnTo>
                <a:lnTo>
                  <a:pt x="9" y="18"/>
                </a:lnTo>
                <a:lnTo>
                  <a:pt x="9" y="19"/>
                </a:lnTo>
                <a:lnTo>
                  <a:pt x="11" y="19"/>
                </a:lnTo>
                <a:lnTo>
                  <a:pt x="14" y="16"/>
                </a:lnTo>
                <a:lnTo>
                  <a:pt x="16" y="14"/>
                </a:lnTo>
                <a:lnTo>
                  <a:pt x="21" y="14"/>
                </a:lnTo>
                <a:lnTo>
                  <a:pt x="22" y="15"/>
                </a:lnTo>
                <a:lnTo>
                  <a:pt x="22" y="14"/>
                </a:lnTo>
                <a:lnTo>
                  <a:pt x="22" y="13"/>
                </a:lnTo>
                <a:lnTo>
                  <a:pt x="22" y="12"/>
                </a:lnTo>
                <a:lnTo>
                  <a:pt x="22" y="10"/>
                </a:lnTo>
                <a:lnTo>
                  <a:pt x="21" y="8"/>
                </a:lnTo>
                <a:lnTo>
                  <a:pt x="15" y="3"/>
                </a:lnTo>
                <a:lnTo>
                  <a:pt x="13" y="2"/>
                </a:lnTo>
                <a:lnTo>
                  <a:pt x="11" y="2"/>
                </a:lnTo>
                <a:lnTo>
                  <a:pt x="7" y="0"/>
                </a:lnTo>
                <a:lnTo>
                  <a:pt x="6" y="1"/>
                </a:lnTo>
                <a:lnTo>
                  <a:pt x="6" y="1"/>
                </a:lnTo>
                <a:lnTo>
                  <a:pt x="5" y="2"/>
                </a:lnTo>
                <a:lnTo>
                  <a:pt x="4" y="4"/>
                </a:lnTo>
                <a:lnTo>
                  <a:pt x="5" y="6"/>
                </a:lnTo>
                <a:lnTo>
                  <a:pt x="4" y="6"/>
                </a:lnTo>
                <a:lnTo>
                  <a:pt x="3" y="7"/>
                </a:lnTo>
                <a:lnTo>
                  <a:pt x="4" y="9"/>
                </a:lnTo>
                <a:lnTo>
                  <a:pt x="3" y="9"/>
                </a:lnTo>
                <a:lnTo>
                  <a:pt x="0" y="10"/>
                </a:lnTo>
                <a:lnTo>
                  <a:pt x="0" y="11"/>
                </a:lnTo>
                <a:lnTo>
                  <a:pt x="0" y="11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5883427" y="4449011"/>
            <a:ext cx="115434" cy="51304"/>
          </a:xfrm>
          <a:custGeom>
            <a:avLst/>
            <a:gdLst/>
            <a:ahLst/>
            <a:cxnLst/>
            <a:rect l="l" t="t" r="r" b="b"/>
            <a:pathLst>
              <a:path w="18" h="8">
                <a:moveTo>
                  <a:pt x="17" y="4"/>
                </a:moveTo>
                <a:lnTo>
                  <a:pt x="10" y="3"/>
                </a:lnTo>
                <a:lnTo>
                  <a:pt x="6" y="2"/>
                </a:lnTo>
                <a:lnTo>
                  <a:pt x="5" y="1"/>
                </a:lnTo>
                <a:lnTo>
                  <a:pt x="4" y="0"/>
                </a:lnTo>
                <a:lnTo>
                  <a:pt x="2" y="1"/>
                </a:lnTo>
                <a:lnTo>
                  <a:pt x="0" y="3"/>
                </a:lnTo>
                <a:lnTo>
                  <a:pt x="1" y="3"/>
                </a:lnTo>
                <a:lnTo>
                  <a:pt x="6" y="7"/>
                </a:lnTo>
                <a:lnTo>
                  <a:pt x="6" y="6"/>
                </a:lnTo>
                <a:lnTo>
                  <a:pt x="7" y="6"/>
                </a:lnTo>
                <a:lnTo>
                  <a:pt x="11" y="7"/>
                </a:lnTo>
                <a:lnTo>
                  <a:pt x="16" y="8"/>
                </a:lnTo>
                <a:lnTo>
                  <a:pt x="18" y="7"/>
                </a:lnTo>
                <a:lnTo>
                  <a:pt x="18" y="6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5941144" y="4500315"/>
            <a:ext cx="38478" cy="19239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6" y="3"/>
                </a:moveTo>
                <a:lnTo>
                  <a:pt x="5" y="2"/>
                </a:lnTo>
                <a:lnTo>
                  <a:pt x="4" y="1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6" y="3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5973209" y="4513141"/>
            <a:ext cx="44891" cy="6413"/>
          </a:xfrm>
          <a:custGeom>
            <a:avLst/>
            <a:gdLst/>
            <a:ahLst/>
            <a:cxnLst/>
            <a:rect l="l" t="t" r="r" b="b"/>
            <a:pathLst>
              <a:path w="7" h="1">
                <a:moveTo>
                  <a:pt x="1" y="0"/>
                </a:moveTo>
                <a:lnTo>
                  <a:pt x="1" y="1"/>
                </a:lnTo>
                <a:lnTo>
                  <a:pt x="2" y="1"/>
                </a:lnTo>
                <a:lnTo>
                  <a:pt x="5" y="1"/>
                </a:lnTo>
                <a:lnTo>
                  <a:pt x="7" y="1"/>
                </a:lnTo>
                <a:lnTo>
                  <a:pt x="7" y="0"/>
                </a:lnTo>
                <a:lnTo>
                  <a:pt x="7" y="0"/>
                </a:ln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5261366" y="4019340"/>
            <a:ext cx="731082" cy="609235"/>
          </a:xfrm>
          <a:custGeom>
            <a:avLst/>
            <a:gdLst/>
            <a:ahLst/>
            <a:cxnLst/>
            <a:rect l="l" t="t" r="r" b="b"/>
            <a:pathLst>
              <a:path w="114" h="95">
                <a:moveTo>
                  <a:pt x="18" y="17"/>
                </a:moveTo>
                <a:lnTo>
                  <a:pt x="17" y="17"/>
                </a:lnTo>
                <a:lnTo>
                  <a:pt x="18" y="18"/>
                </a:lnTo>
                <a:lnTo>
                  <a:pt x="17" y="18"/>
                </a:lnTo>
                <a:lnTo>
                  <a:pt x="17" y="19"/>
                </a:lnTo>
                <a:lnTo>
                  <a:pt x="17" y="19"/>
                </a:lnTo>
                <a:lnTo>
                  <a:pt x="17" y="20"/>
                </a:lnTo>
                <a:lnTo>
                  <a:pt x="15" y="20"/>
                </a:lnTo>
                <a:lnTo>
                  <a:pt x="15" y="18"/>
                </a:lnTo>
                <a:lnTo>
                  <a:pt x="15" y="18"/>
                </a:lnTo>
                <a:lnTo>
                  <a:pt x="14" y="16"/>
                </a:lnTo>
                <a:lnTo>
                  <a:pt x="13" y="16"/>
                </a:lnTo>
                <a:lnTo>
                  <a:pt x="13" y="14"/>
                </a:lnTo>
                <a:lnTo>
                  <a:pt x="12" y="13"/>
                </a:lnTo>
                <a:lnTo>
                  <a:pt x="11" y="13"/>
                </a:lnTo>
                <a:lnTo>
                  <a:pt x="11" y="12"/>
                </a:lnTo>
                <a:lnTo>
                  <a:pt x="11" y="12"/>
                </a:lnTo>
                <a:lnTo>
                  <a:pt x="11" y="12"/>
                </a:lnTo>
                <a:lnTo>
                  <a:pt x="10" y="12"/>
                </a:lnTo>
                <a:lnTo>
                  <a:pt x="10" y="10"/>
                </a:lnTo>
                <a:lnTo>
                  <a:pt x="8" y="10"/>
                </a:lnTo>
                <a:lnTo>
                  <a:pt x="8" y="9"/>
                </a:lnTo>
                <a:lnTo>
                  <a:pt x="7" y="9"/>
                </a:lnTo>
                <a:lnTo>
                  <a:pt x="7" y="10"/>
                </a:lnTo>
                <a:lnTo>
                  <a:pt x="4" y="10"/>
                </a:lnTo>
                <a:lnTo>
                  <a:pt x="4" y="11"/>
                </a:lnTo>
                <a:lnTo>
                  <a:pt x="1" y="11"/>
                </a:lnTo>
                <a:lnTo>
                  <a:pt x="1" y="13"/>
                </a:lnTo>
                <a:lnTo>
                  <a:pt x="1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0" y="17"/>
                </a:lnTo>
                <a:lnTo>
                  <a:pt x="1" y="17"/>
                </a:lnTo>
                <a:lnTo>
                  <a:pt x="2" y="18"/>
                </a:lnTo>
                <a:lnTo>
                  <a:pt x="2" y="18"/>
                </a:lnTo>
                <a:lnTo>
                  <a:pt x="3" y="19"/>
                </a:lnTo>
                <a:lnTo>
                  <a:pt x="5" y="20"/>
                </a:lnTo>
                <a:lnTo>
                  <a:pt x="5" y="20"/>
                </a:lnTo>
                <a:lnTo>
                  <a:pt x="8" y="21"/>
                </a:lnTo>
                <a:lnTo>
                  <a:pt x="9" y="22"/>
                </a:lnTo>
                <a:lnTo>
                  <a:pt x="11" y="22"/>
                </a:lnTo>
                <a:lnTo>
                  <a:pt x="12" y="22"/>
                </a:lnTo>
                <a:lnTo>
                  <a:pt x="12" y="22"/>
                </a:lnTo>
                <a:lnTo>
                  <a:pt x="12" y="23"/>
                </a:lnTo>
                <a:lnTo>
                  <a:pt x="12" y="24"/>
                </a:lnTo>
                <a:lnTo>
                  <a:pt x="14" y="25"/>
                </a:lnTo>
                <a:lnTo>
                  <a:pt x="14" y="27"/>
                </a:lnTo>
                <a:lnTo>
                  <a:pt x="16" y="27"/>
                </a:lnTo>
                <a:lnTo>
                  <a:pt x="16" y="28"/>
                </a:lnTo>
                <a:lnTo>
                  <a:pt x="17" y="29"/>
                </a:lnTo>
                <a:lnTo>
                  <a:pt x="19" y="28"/>
                </a:lnTo>
                <a:lnTo>
                  <a:pt x="20" y="28"/>
                </a:lnTo>
                <a:lnTo>
                  <a:pt x="21" y="29"/>
                </a:lnTo>
                <a:lnTo>
                  <a:pt x="22" y="29"/>
                </a:lnTo>
                <a:lnTo>
                  <a:pt x="23" y="28"/>
                </a:lnTo>
                <a:lnTo>
                  <a:pt x="24" y="30"/>
                </a:lnTo>
                <a:lnTo>
                  <a:pt x="25" y="29"/>
                </a:lnTo>
                <a:lnTo>
                  <a:pt x="25" y="28"/>
                </a:lnTo>
                <a:lnTo>
                  <a:pt x="26" y="29"/>
                </a:lnTo>
                <a:lnTo>
                  <a:pt x="26" y="31"/>
                </a:lnTo>
                <a:lnTo>
                  <a:pt x="27" y="32"/>
                </a:lnTo>
                <a:lnTo>
                  <a:pt x="28" y="31"/>
                </a:lnTo>
                <a:lnTo>
                  <a:pt x="28" y="34"/>
                </a:lnTo>
                <a:lnTo>
                  <a:pt x="28" y="35"/>
                </a:lnTo>
                <a:lnTo>
                  <a:pt x="28" y="35"/>
                </a:lnTo>
                <a:lnTo>
                  <a:pt x="29" y="35"/>
                </a:lnTo>
                <a:lnTo>
                  <a:pt x="31" y="35"/>
                </a:lnTo>
                <a:lnTo>
                  <a:pt x="32" y="34"/>
                </a:lnTo>
                <a:lnTo>
                  <a:pt x="33" y="34"/>
                </a:lnTo>
                <a:lnTo>
                  <a:pt x="34" y="33"/>
                </a:lnTo>
                <a:lnTo>
                  <a:pt x="35" y="33"/>
                </a:lnTo>
                <a:lnTo>
                  <a:pt x="36" y="34"/>
                </a:lnTo>
                <a:lnTo>
                  <a:pt x="36" y="35"/>
                </a:lnTo>
                <a:lnTo>
                  <a:pt x="35" y="37"/>
                </a:lnTo>
                <a:lnTo>
                  <a:pt x="36" y="40"/>
                </a:lnTo>
                <a:lnTo>
                  <a:pt x="34" y="40"/>
                </a:lnTo>
                <a:lnTo>
                  <a:pt x="34" y="42"/>
                </a:lnTo>
                <a:lnTo>
                  <a:pt x="34" y="42"/>
                </a:lnTo>
                <a:lnTo>
                  <a:pt x="34" y="45"/>
                </a:lnTo>
                <a:lnTo>
                  <a:pt x="33" y="45"/>
                </a:lnTo>
                <a:lnTo>
                  <a:pt x="33" y="46"/>
                </a:lnTo>
                <a:lnTo>
                  <a:pt x="34" y="46"/>
                </a:lnTo>
                <a:lnTo>
                  <a:pt x="34" y="47"/>
                </a:lnTo>
                <a:lnTo>
                  <a:pt x="35" y="47"/>
                </a:lnTo>
                <a:lnTo>
                  <a:pt x="35" y="48"/>
                </a:lnTo>
                <a:lnTo>
                  <a:pt x="37" y="47"/>
                </a:lnTo>
                <a:lnTo>
                  <a:pt x="38" y="45"/>
                </a:lnTo>
                <a:lnTo>
                  <a:pt x="38" y="46"/>
                </a:lnTo>
                <a:lnTo>
                  <a:pt x="40" y="50"/>
                </a:lnTo>
                <a:lnTo>
                  <a:pt x="40" y="51"/>
                </a:lnTo>
                <a:lnTo>
                  <a:pt x="41" y="51"/>
                </a:lnTo>
                <a:lnTo>
                  <a:pt x="40" y="52"/>
                </a:lnTo>
                <a:lnTo>
                  <a:pt x="40" y="54"/>
                </a:lnTo>
                <a:lnTo>
                  <a:pt x="41" y="54"/>
                </a:lnTo>
                <a:lnTo>
                  <a:pt x="41" y="55"/>
                </a:lnTo>
                <a:lnTo>
                  <a:pt x="42" y="55"/>
                </a:lnTo>
                <a:lnTo>
                  <a:pt x="42" y="55"/>
                </a:lnTo>
                <a:lnTo>
                  <a:pt x="43" y="56"/>
                </a:lnTo>
                <a:lnTo>
                  <a:pt x="43" y="56"/>
                </a:lnTo>
                <a:lnTo>
                  <a:pt x="44" y="56"/>
                </a:lnTo>
                <a:lnTo>
                  <a:pt x="45" y="56"/>
                </a:lnTo>
                <a:lnTo>
                  <a:pt x="46" y="56"/>
                </a:lnTo>
                <a:lnTo>
                  <a:pt x="48" y="55"/>
                </a:lnTo>
                <a:lnTo>
                  <a:pt x="49" y="55"/>
                </a:lnTo>
                <a:lnTo>
                  <a:pt x="50" y="55"/>
                </a:lnTo>
                <a:lnTo>
                  <a:pt x="49" y="54"/>
                </a:lnTo>
                <a:lnTo>
                  <a:pt x="49" y="52"/>
                </a:lnTo>
                <a:lnTo>
                  <a:pt x="50" y="52"/>
                </a:lnTo>
                <a:lnTo>
                  <a:pt x="50" y="51"/>
                </a:lnTo>
                <a:lnTo>
                  <a:pt x="51" y="50"/>
                </a:lnTo>
                <a:lnTo>
                  <a:pt x="51" y="50"/>
                </a:lnTo>
                <a:lnTo>
                  <a:pt x="53" y="50"/>
                </a:lnTo>
                <a:lnTo>
                  <a:pt x="54" y="49"/>
                </a:lnTo>
                <a:lnTo>
                  <a:pt x="55" y="51"/>
                </a:lnTo>
                <a:lnTo>
                  <a:pt x="56" y="52"/>
                </a:lnTo>
                <a:lnTo>
                  <a:pt x="58" y="52"/>
                </a:lnTo>
                <a:lnTo>
                  <a:pt x="59" y="56"/>
                </a:lnTo>
                <a:lnTo>
                  <a:pt x="59" y="57"/>
                </a:lnTo>
                <a:lnTo>
                  <a:pt x="59" y="57"/>
                </a:lnTo>
                <a:lnTo>
                  <a:pt x="58" y="58"/>
                </a:lnTo>
                <a:lnTo>
                  <a:pt x="58" y="58"/>
                </a:lnTo>
                <a:lnTo>
                  <a:pt x="57" y="60"/>
                </a:lnTo>
                <a:lnTo>
                  <a:pt x="56" y="59"/>
                </a:lnTo>
                <a:lnTo>
                  <a:pt x="55" y="60"/>
                </a:lnTo>
                <a:lnTo>
                  <a:pt x="54" y="58"/>
                </a:lnTo>
                <a:lnTo>
                  <a:pt x="53" y="59"/>
                </a:lnTo>
                <a:lnTo>
                  <a:pt x="53" y="58"/>
                </a:lnTo>
                <a:lnTo>
                  <a:pt x="52" y="58"/>
                </a:lnTo>
                <a:lnTo>
                  <a:pt x="51" y="58"/>
                </a:lnTo>
                <a:lnTo>
                  <a:pt x="51" y="58"/>
                </a:lnTo>
                <a:lnTo>
                  <a:pt x="50" y="58"/>
                </a:lnTo>
                <a:lnTo>
                  <a:pt x="50" y="58"/>
                </a:lnTo>
                <a:lnTo>
                  <a:pt x="50" y="58"/>
                </a:lnTo>
                <a:lnTo>
                  <a:pt x="49" y="58"/>
                </a:lnTo>
                <a:lnTo>
                  <a:pt x="48" y="59"/>
                </a:lnTo>
                <a:lnTo>
                  <a:pt x="47" y="58"/>
                </a:lnTo>
                <a:lnTo>
                  <a:pt x="47" y="59"/>
                </a:lnTo>
                <a:lnTo>
                  <a:pt x="47" y="59"/>
                </a:lnTo>
                <a:lnTo>
                  <a:pt x="48" y="60"/>
                </a:lnTo>
                <a:lnTo>
                  <a:pt x="48" y="61"/>
                </a:lnTo>
                <a:lnTo>
                  <a:pt x="49" y="61"/>
                </a:lnTo>
                <a:lnTo>
                  <a:pt x="50" y="64"/>
                </a:lnTo>
                <a:lnTo>
                  <a:pt x="49" y="65"/>
                </a:lnTo>
                <a:lnTo>
                  <a:pt x="50" y="66"/>
                </a:lnTo>
                <a:lnTo>
                  <a:pt x="49" y="67"/>
                </a:lnTo>
                <a:lnTo>
                  <a:pt x="47" y="68"/>
                </a:lnTo>
                <a:lnTo>
                  <a:pt x="47" y="69"/>
                </a:lnTo>
                <a:lnTo>
                  <a:pt x="45" y="71"/>
                </a:lnTo>
                <a:lnTo>
                  <a:pt x="45" y="73"/>
                </a:lnTo>
                <a:lnTo>
                  <a:pt x="45" y="74"/>
                </a:lnTo>
                <a:lnTo>
                  <a:pt x="47" y="75"/>
                </a:lnTo>
                <a:lnTo>
                  <a:pt x="47" y="75"/>
                </a:lnTo>
                <a:lnTo>
                  <a:pt x="48" y="76"/>
                </a:lnTo>
                <a:lnTo>
                  <a:pt x="48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51" y="77"/>
                </a:lnTo>
                <a:lnTo>
                  <a:pt x="51" y="78"/>
                </a:lnTo>
                <a:lnTo>
                  <a:pt x="52" y="78"/>
                </a:lnTo>
                <a:lnTo>
                  <a:pt x="51" y="79"/>
                </a:lnTo>
                <a:lnTo>
                  <a:pt x="51" y="80"/>
                </a:lnTo>
                <a:lnTo>
                  <a:pt x="53" y="80"/>
                </a:lnTo>
                <a:lnTo>
                  <a:pt x="53" y="79"/>
                </a:lnTo>
                <a:lnTo>
                  <a:pt x="54" y="79"/>
                </a:lnTo>
                <a:lnTo>
                  <a:pt x="54" y="80"/>
                </a:lnTo>
                <a:lnTo>
                  <a:pt x="55" y="80"/>
                </a:lnTo>
                <a:lnTo>
                  <a:pt x="56" y="82"/>
                </a:lnTo>
                <a:lnTo>
                  <a:pt x="56" y="85"/>
                </a:lnTo>
                <a:lnTo>
                  <a:pt x="54" y="86"/>
                </a:lnTo>
                <a:lnTo>
                  <a:pt x="54" y="86"/>
                </a:lnTo>
                <a:lnTo>
                  <a:pt x="54" y="87"/>
                </a:lnTo>
                <a:lnTo>
                  <a:pt x="54" y="88"/>
                </a:lnTo>
                <a:lnTo>
                  <a:pt x="54" y="88"/>
                </a:lnTo>
                <a:lnTo>
                  <a:pt x="55" y="89"/>
                </a:lnTo>
                <a:lnTo>
                  <a:pt x="61" y="88"/>
                </a:lnTo>
                <a:lnTo>
                  <a:pt x="62" y="86"/>
                </a:lnTo>
                <a:lnTo>
                  <a:pt x="63" y="86"/>
                </a:lnTo>
                <a:lnTo>
                  <a:pt x="63" y="87"/>
                </a:lnTo>
                <a:lnTo>
                  <a:pt x="64" y="87"/>
                </a:lnTo>
                <a:lnTo>
                  <a:pt x="66" y="87"/>
                </a:lnTo>
                <a:lnTo>
                  <a:pt x="66" y="86"/>
                </a:lnTo>
                <a:lnTo>
                  <a:pt x="66" y="87"/>
                </a:lnTo>
                <a:lnTo>
                  <a:pt x="66" y="88"/>
                </a:lnTo>
                <a:lnTo>
                  <a:pt x="67" y="88"/>
                </a:lnTo>
                <a:lnTo>
                  <a:pt x="70" y="88"/>
                </a:lnTo>
                <a:lnTo>
                  <a:pt x="71" y="89"/>
                </a:lnTo>
                <a:lnTo>
                  <a:pt x="72" y="88"/>
                </a:lnTo>
                <a:lnTo>
                  <a:pt x="73" y="88"/>
                </a:lnTo>
                <a:lnTo>
                  <a:pt x="73" y="88"/>
                </a:lnTo>
                <a:lnTo>
                  <a:pt x="74" y="87"/>
                </a:lnTo>
                <a:lnTo>
                  <a:pt x="75" y="88"/>
                </a:lnTo>
                <a:lnTo>
                  <a:pt x="75" y="87"/>
                </a:lnTo>
                <a:lnTo>
                  <a:pt x="77" y="87"/>
                </a:lnTo>
                <a:lnTo>
                  <a:pt x="79" y="90"/>
                </a:lnTo>
                <a:lnTo>
                  <a:pt x="81" y="91"/>
                </a:lnTo>
                <a:lnTo>
                  <a:pt x="83" y="92"/>
                </a:lnTo>
                <a:lnTo>
                  <a:pt x="86" y="91"/>
                </a:lnTo>
                <a:lnTo>
                  <a:pt x="86" y="92"/>
                </a:lnTo>
                <a:lnTo>
                  <a:pt x="87" y="91"/>
                </a:lnTo>
                <a:lnTo>
                  <a:pt x="88" y="92"/>
                </a:lnTo>
                <a:lnTo>
                  <a:pt x="89" y="95"/>
                </a:lnTo>
                <a:lnTo>
                  <a:pt x="91" y="92"/>
                </a:lnTo>
                <a:lnTo>
                  <a:pt x="92" y="92"/>
                </a:lnTo>
                <a:lnTo>
                  <a:pt x="92" y="91"/>
                </a:lnTo>
                <a:lnTo>
                  <a:pt x="93" y="91"/>
                </a:lnTo>
                <a:lnTo>
                  <a:pt x="93" y="90"/>
                </a:lnTo>
                <a:lnTo>
                  <a:pt x="92" y="90"/>
                </a:lnTo>
                <a:lnTo>
                  <a:pt x="92" y="89"/>
                </a:lnTo>
                <a:lnTo>
                  <a:pt x="93" y="89"/>
                </a:lnTo>
                <a:lnTo>
                  <a:pt x="94" y="88"/>
                </a:lnTo>
                <a:lnTo>
                  <a:pt x="94" y="88"/>
                </a:lnTo>
                <a:lnTo>
                  <a:pt x="95" y="88"/>
                </a:lnTo>
                <a:lnTo>
                  <a:pt x="96" y="87"/>
                </a:lnTo>
                <a:lnTo>
                  <a:pt x="95" y="86"/>
                </a:lnTo>
                <a:lnTo>
                  <a:pt x="95" y="86"/>
                </a:lnTo>
                <a:lnTo>
                  <a:pt x="95" y="85"/>
                </a:lnTo>
                <a:lnTo>
                  <a:pt x="98" y="84"/>
                </a:lnTo>
                <a:lnTo>
                  <a:pt x="99" y="84"/>
                </a:lnTo>
                <a:lnTo>
                  <a:pt x="98" y="82"/>
                </a:lnTo>
                <a:lnTo>
                  <a:pt x="99" y="81"/>
                </a:lnTo>
                <a:lnTo>
                  <a:pt x="100" y="81"/>
                </a:lnTo>
                <a:lnTo>
                  <a:pt x="99" y="79"/>
                </a:lnTo>
                <a:lnTo>
                  <a:pt x="100" y="77"/>
                </a:lnTo>
                <a:lnTo>
                  <a:pt x="101" y="76"/>
                </a:lnTo>
                <a:lnTo>
                  <a:pt x="101" y="76"/>
                </a:lnTo>
                <a:lnTo>
                  <a:pt x="102" y="75"/>
                </a:lnTo>
                <a:lnTo>
                  <a:pt x="103" y="74"/>
                </a:lnTo>
                <a:lnTo>
                  <a:pt x="98" y="70"/>
                </a:lnTo>
                <a:lnTo>
                  <a:pt x="97" y="70"/>
                </a:lnTo>
                <a:lnTo>
                  <a:pt x="99" y="68"/>
                </a:lnTo>
                <a:lnTo>
                  <a:pt x="101" y="67"/>
                </a:lnTo>
                <a:lnTo>
                  <a:pt x="102" y="68"/>
                </a:lnTo>
                <a:lnTo>
                  <a:pt x="103" y="69"/>
                </a:lnTo>
                <a:lnTo>
                  <a:pt x="107" y="70"/>
                </a:lnTo>
                <a:lnTo>
                  <a:pt x="114" y="71"/>
                </a:lnTo>
                <a:lnTo>
                  <a:pt x="113" y="68"/>
                </a:lnTo>
                <a:lnTo>
                  <a:pt x="110" y="63"/>
                </a:lnTo>
                <a:lnTo>
                  <a:pt x="108" y="61"/>
                </a:lnTo>
                <a:lnTo>
                  <a:pt x="104" y="60"/>
                </a:lnTo>
                <a:lnTo>
                  <a:pt x="104" y="60"/>
                </a:lnTo>
                <a:lnTo>
                  <a:pt x="102" y="60"/>
                </a:lnTo>
                <a:lnTo>
                  <a:pt x="103" y="59"/>
                </a:lnTo>
                <a:lnTo>
                  <a:pt x="102" y="58"/>
                </a:lnTo>
                <a:lnTo>
                  <a:pt x="102" y="57"/>
                </a:lnTo>
                <a:lnTo>
                  <a:pt x="101" y="54"/>
                </a:lnTo>
                <a:lnTo>
                  <a:pt x="100" y="54"/>
                </a:lnTo>
                <a:lnTo>
                  <a:pt x="95" y="53"/>
                </a:lnTo>
                <a:lnTo>
                  <a:pt x="94" y="52"/>
                </a:lnTo>
                <a:lnTo>
                  <a:pt x="91" y="51"/>
                </a:lnTo>
                <a:lnTo>
                  <a:pt x="91" y="51"/>
                </a:lnTo>
                <a:lnTo>
                  <a:pt x="91" y="50"/>
                </a:lnTo>
                <a:lnTo>
                  <a:pt x="90" y="50"/>
                </a:lnTo>
                <a:lnTo>
                  <a:pt x="91" y="49"/>
                </a:lnTo>
                <a:lnTo>
                  <a:pt x="91" y="46"/>
                </a:lnTo>
                <a:lnTo>
                  <a:pt x="90" y="45"/>
                </a:lnTo>
                <a:lnTo>
                  <a:pt x="89" y="43"/>
                </a:lnTo>
                <a:lnTo>
                  <a:pt x="88" y="42"/>
                </a:lnTo>
                <a:lnTo>
                  <a:pt x="87" y="38"/>
                </a:lnTo>
                <a:lnTo>
                  <a:pt x="86" y="38"/>
                </a:lnTo>
                <a:lnTo>
                  <a:pt x="86" y="37"/>
                </a:lnTo>
                <a:lnTo>
                  <a:pt x="86" y="36"/>
                </a:lnTo>
                <a:lnTo>
                  <a:pt x="85" y="36"/>
                </a:lnTo>
                <a:lnTo>
                  <a:pt x="85" y="36"/>
                </a:lnTo>
                <a:lnTo>
                  <a:pt x="83" y="32"/>
                </a:lnTo>
                <a:lnTo>
                  <a:pt x="80" y="29"/>
                </a:lnTo>
                <a:lnTo>
                  <a:pt x="75" y="20"/>
                </a:lnTo>
                <a:lnTo>
                  <a:pt x="73" y="15"/>
                </a:lnTo>
                <a:lnTo>
                  <a:pt x="66" y="13"/>
                </a:lnTo>
                <a:lnTo>
                  <a:pt x="63" y="13"/>
                </a:lnTo>
                <a:lnTo>
                  <a:pt x="63" y="12"/>
                </a:lnTo>
                <a:lnTo>
                  <a:pt x="60" y="11"/>
                </a:lnTo>
                <a:lnTo>
                  <a:pt x="57" y="9"/>
                </a:lnTo>
                <a:lnTo>
                  <a:pt x="57" y="8"/>
                </a:lnTo>
                <a:lnTo>
                  <a:pt x="55" y="8"/>
                </a:lnTo>
                <a:lnTo>
                  <a:pt x="57" y="7"/>
                </a:lnTo>
                <a:lnTo>
                  <a:pt x="56" y="7"/>
                </a:lnTo>
                <a:lnTo>
                  <a:pt x="56" y="7"/>
                </a:lnTo>
                <a:lnTo>
                  <a:pt x="55" y="7"/>
                </a:lnTo>
                <a:lnTo>
                  <a:pt x="52" y="7"/>
                </a:lnTo>
                <a:lnTo>
                  <a:pt x="51" y="5"/>
                </a:lnTo>
                <a:lnTo>
                  <a:pt x="51" y="3"/>
                </a:lnTo>
                <a:lnTo>
                  <a:pt x="51" y="1"/>
                </a:lnTo>
                <a:lnTo>
                  <a:pt x="52" y="1"/>
                </a:lnTo>
                <a:lnTo>
                  <a:pt x="52" y="2"/>
                </a:lnTo>
                <a:lnTo>
                  <a:pt x="53" y="2"/>
                </a:lnTo>
                <a:lnTo>
                  <a:pt x="52" y="0"/>
                </a:lnTo>
                <a:lnTo>
                  <a:pt x="51" y="0"/>
                </a:lnTo>
                <a:lnTo>
                  <a:pt x="49" y="1"/>
                </a:lnTo>
                <a:lnTo>
                  <a:pt x="49" y="2"/>
                </a:lnTo>
                <a:lnTo>
                  <a:pt x="46" y="2"/>
                </a:lnTo>
                <a:lnTo>
                  <a:pt x="45" y="3"/>
                </a:lnTo>
                <a:lnTo>
                  <a:pt x="45" y="5"/>
                </a:lnTo>
                <a:lnTo>
                  <a:pt x="44" y="8"/>
                </a:lnTo>
                <a:lnTo>
                  <a:pt x="43" y="8"/>
                </a:lnTo>
                <a:lnTo>
                  <a:pt x="43" y="10"/>
                </a:lnTo>
                <a:lnTo>
                  <a:pt x="44" y="10"/>
                </a:lnTo>
                <a:lnTo>
                  <a:pt x="42" y="11"/>
                </a:lnTo>
                <a:lnTo>
                  <a:pt x="41" y="11"/>
                </a:lnTo>
                <a:lnTo>
                  <a:pt x="41" y="11"/>
                </a:lnTo>
                <a:lnTo>
                  <a:pt x="40" y="11"/>
                </a:lnTo>
                <a:lnTo>
                  <a:pt x="38" y="12"/>
                </a:lnTo>
                <a:lnTo>
                  <a:pt x="39" y="13"/>
                </a:lnTo>
                <a:lnTo>
                  <a:pt x="38" y="13"/>
                </a:lnTo>
                <a:lnTo>
                  <a:pt x="38" y="14"/>
                </a:lnTo>
                <a:lnTo>
                  <a:pt x="38" y="16"/>
                </a:lnTo>
                <a:lnTo>
                  <a:pt x="38" y="18"/>
                </a:lnTo>
                <a:lnTo>
                  <a:pt x="38" y="18"/>
                </a:lnTo>
                <a:lnTo>
                  <a:pt x="36" y="18"/>
                </a:lnTo>
                <a:lnTo>
                  <a:pt x="36" y="18"/>
                </a:lnTo>
                <a:lnTo>
                  <a:pt x="35" y="19"/>
                </a:lnTo>
                <a:lnTo>
                  <a:pt x="35" y="19"/>
                </a:lnTo>
                <a:lnTo>
                  <a:pt x="34" y="19"/>
                </a:lnTo>
                <a:lnTo>
                  <a:pt x="34" y="18"/>
                </a:lnTo>
                <a:lnTo>
                  <a:pt x="33" y="17"/>
                </a:lnTo>
                <a:lnTo>
                  <a:pt x="34" y="15"/>
                </a:lnTo>
                <a:lnTo>
                  <a:pt x="32" y="15"/>
                </a:lnTo>
                <a:lnTo>
                  <a:pt x="32" y="14"/>
                </a:lnTo>
                <a:lnTo>
                  <a:pt x="32" y="13"/>
                </a:lnTo>
                <a:lnTo>
                  <a:pt x="29" y="13"/>
                </a:lnTo>
                <a:lnTo>
                  <a:pt x="28" y="13"/>
                </a:lnTo>
                <a:lnTo>
                  <a:pt x="28" y="14"/>
                </a:lnTo>
                <a:lnTo>
                  <a:pt x="26" y="14"/>
                </a:lnTo>
                <a:lnTo>
                  <a:pt x="27" y="17"/>
                </a:lnTo>
                <a:lnTo>
                  <a:pt x="25" y="17"/>
                </a:lnTo>
                <a:lnTo>
                  <a:pt x="24" y="18"/>
                </a:lnTo>
                <a:lnTo>
                  <a:pt x="23" y="18"/>
                </a:lnTo>
                <a:lnTo>
                  <a:pt x="23" y="19"/>
                </a:lnTo>
                <a:lnTo>
                  <a:pt x="21" y="19"/>
                </a:lnTo>
                <a:lnTo>
                  <a:pt x="19" y="17"/>
                </a:lnTo>
                <a:lnTo>
                  <a:pt x="19" y="16"/>
                </a:lnTo>
                <a:lnTo>
                  <a:pt x="18" y="17"/>
                </a:lnTo>
                <a:close/>
              </a:path>
            </a:pathLst>
          </a:custGeom>
          <a:solidFill>
            <a:srgbClr val="4A80C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562777" y="4577271"/>
            <a:ext cx="493801" cy="570757"/>
          </a:xfrm>
          <a:custGeom>
            <a:avLst/>
            <a:gdLst/>
            <a:ahLst/>
            <a:cxnLst/>
            <a:rect l="l" t="t" r="r" b="b"/>
            <a:pathLst>
              <a:path w="77" h="89">
                <a:moveTo>
                  <a:pt x="11" y="69"/>
                </a:moveTo>
                <a:lnTo>
                  <a:pt x="11" y="70"/>
                </a:lnTo>
                <a:lnTo>
                  <a:pt x="12" y="70"/>
                </a:lnTo>
                <a:lnTo>
                  <a:pt x="12" y="69"/>
                </a:lnTo>
                <a:lnTo>
                  <a:pt x="14" y="69"/>
                </a:lnTo>
                <a:lnTo>
                  <a:pt x="14" y="69"/>
                </a:lnTo>
                <a:lnTo>
                  <a:pt x="15" y="69"/>
                </a:lnTo>
                <a:lnTo>
                  <a:pt x="16" y="68"/>
                </a:lnTo>
                <a:lnTo>
                  <a:pt x="16" y="67"/>
                </a:lnTo>
                <a:lnTo>
                  <a:pt x="17" y="69"/>
                </a:lnTo>
                <a:lnTo>
                  <a:pt x="18" y="69"/>
                </a:lnTo>
                <a:lnTo>
                  <a:pt x="18" y="70"/>
                </a:lnTo>
                <a:lnTo>
                  <a:pt x="17" y="70"/>
                </a:lnTo>
                <a:lnTo>
                  <a:pt x="18" y="71"/>
                </a:lnTo>
                <a:lnTo>
                  <a:pt x="18" y="72"/>
                </a:lnTo>
                <a:lnTo>
                  <a:pt x="17" y="73"/>
                </a:lnTo>
                <a:lnTo>
                  <a:pt x="17" y="75"/>
                </a:lnTo>
                <a:lnTo>
                  <a:pt x="19" y="76"/>
                </a:lnTo>
                <a:lnTo>
                  <a:pt x="21" y="81"/>
                </a:lnTo>
                <a:lnTo>
                  <a:pt x="22" y="82"/>
                </a:lnTo>
                <a:lnTo>
                  <a:pt x="22" y="84"/>
                </a:lnTo>
                <a:lnTo>
                  <a:pt x="21" y="84"/>
                </a:lnTo>
                <a:lnTo>
                  <a:pt x="22" y="86"/>
                </a:lnTo>
                <a:lnTo>
                  <a:pt x="23" y="86"/>
                </a:lnTo>
                <a:lnTo>
                  <a:pt x="24" y="85"/>
                </a:lnTo>
                <a:lnTo>
                  <a:pt x="24" y="85"/>
                </a:lnTo>
                <a:lnTo>
                  <a:pt x="25" y="85"/>
                </a:lnTo>
                <a:lnTo>
                  <a:pt x="26" y="85"/>
                </a:lnTo>
                <a:lnTo>
                  <a:pt x="27" y="85"/>
                </a:lnTo>
                <a:lnTo>
                  <a:pt x="27" y="86"/>
                </a:lnTo>
                <a:lnTo>
                  <a:pt x="27" y="86"/>
                </a:lnTo>
                <a:lnTo>
                  <a:pt x="30" y="86"/>
                </a:lnTo>
                <a:lnTo>
                  <a:pt x="31" y="83"/>
                </a:lnTo>
                <a:lnTo>
                  <a:pt x="32" y="83"/>
                </a:lnTo>
                <a:lnTo>
                  <a:pt x="33" y="83"/>
                </a:lnTo>
                <a:lnTo>
                  <a:pt x="33" y="83"/>
                </a:lnTo>
                <a:lnTo>
                  <a:pt x="34" y="80"/>
                </a:lnTo>
                <a:lnTo>
                  <a:pt x="36" y="79"/>
                </a:lnTo>
                <a:lnTo>
                  <a:pt x="36" y="79"/>
                </a:lnTo>
                <a:lnTo>
                  <a:pt x="36" y="81"/>
                </a:lnTo>
                <a:lnTo>
                  <a:pt x="37" y="81"/>
                </a:lnTo>
                <a:lnTo>
                  <a:pt x="37" y="82"/>
                </a:lnTo>
                <a:lnTo>
                  <a:pt x="38" y="83"/>
                </a:lnTo>
                <a:lnTo>
                  <a:pt x="38" y="84"/>
                </a:lnTo>
                <a:lnTo>
                  <a:pt x="38" y="84"/>
                </a:lnTo>
                <a:lnTo>
                  <a:pt x="40" y="86"/>
                </a:lnTo>
                <a:lnTo>
                  <a:pt x="40" y="87"/>
                </a:lnTo>
                <a:lnTo>
                  <a:pt x="42" y="87"/>
                </a:lnTo>
                <a:lnTo>
                  <a:pt x="43" y="86"/>
                </a:lnTo>
                <a:lnTo>
                  <a:pt x="44" y="85"/>
                </a:lnTo>
                <a:lnTo>
                  <a:pt x="45" y="85"/>
                </a:lnTo>
                <a:lnTo>
                  <a:pt x="45" y="85"/>
                </a:lnTo>
                <a:lnTo>
                  <a:pt x="46" y="85"/>
                </a:lnTo>
                <a:lnTo>
                  <a:pt x="46" y="84"/>
                </a:lnTo>
                <a:lnTo>
                  <a:pt x="47" y="84"/>
                </a:lnTo>
                <a:lnTo>
                  <a:pt x="47" y="83"/>
                </a:lnTo>
                <a:lnTo>
                  <a:pt x="49" y="83"/>
                </a:lnTo>
                <a:lnTo>
                  <a:pt x="50" y="84"/>
                </a:lnTo>
                <a:lnTo>
                  <a:pt x="51" y="83"/>
                </a:lnTo>
                <a:lnTo>
                  <a:pt x="51" y="84"/>
                </a:lnTo>
                <a:lnTo>
                  <a:pt x="53" y="86"/>
                </a:lnTo>
                <a:lnTo>
                  <a:pt x="53" y="86"/>
                </a:lnTo>
                <a:lnTo>
                  <a:pt x="53" y="87"/>
                </a:lnTo>
                <a:lnTo>
                  <a:pt x="54" y="89"/>
                </a:lnTo>
                <a:lnTo>
                  <a:pt x="56" y="88"/>
                </a:lnTo>
                <a:lnTo>
                  <a:pt x="56" y="86"/>
                </a:lnTo>
                <a:lnTo>
                  <a:pt x="56" y="86"/>
                </a:lnTo>
                <a:lnTo>
                  <a:pt x="56" y="84"/>
                </a:lnTo>
                <a:lnTo>
                  <a:pt x="58" y="83"/>
                </a:lnTo>
                <a:lnTo>
                  <a:pt x="58" y="80"/>
                </a:lnTo>
                <a:lnTo>
                  <a:pt x="56" y="78"/>
                </a:lnTo>
                <a:lnTo>
                  <a:pt x="57" y="77"/>
                </a:lnTo>
                <a:lnTo>
                  <a:pt x="57" y="76"/>
                </a:lnTo>
                <a:lnTo>
                  <a:pt x="58" y="74"/>
                </a:lnTo>
                <a:lnTo>
                  <a:pt x="58" y="73"/>
                </a:lnTo>
                <a:lnTo>
                  <a:pt x="60" y="74"/>
                </a:lnTo>
                <a:lnTo>
                  <a:pt x="61" y="70"/>
                </a:lnTo>
                <a:lnTo>
                  <a:pt x="63" y="71"/>
                </a:lnTo>
                <a:lnTo>
                  <a:pt x="66" y="71"/>
                </a:lnTo>
                <a:lnTo>
                  <a:pt x="65" y="72"/>
                </a:lnTo>
                <a:lnTo>
                  <a:pt x="66" y="71"/>
                </a:lnTo>
                <a:lnTo>
                  <a:pt x="66" y="70"/>
                </a:lnTo>
                <a:lnTo>
                  <a:pt x="65" y="70"/>
                </a:lnTo>
                <a:lnTo>
                  <a:pt x="65" y="69"/>
                </a:lnTo>
                <a:lnTo>
                  <a:pt x="63" y="70"/>
                </a:lnTo>
                <a:lnTo>
                  <a:pt x="62" y="69"/>
                </a:lnTo>
                <a:lnTo>
                  <a:pt x="63" y="65"/>
                </a:lnTo>
                <a:lnTo>
                  <a:pt x="63" y="64"/>
                </a:lnTo>
                <a:lnTo>
                  <a:pt x="65" y="67"/>
                </a:lnTo>
                <a:lnTo>
                  <a:pt x="67" y="66"/>
                </a:lnTo>
                <a:lnTo>
                  <a:pt x="67" y="65"/>
                </a:lnTo>
                <a:lnTo>
                  <a:pt x="68" y="64"/>
                </a:lnTo>
                <a:lnTo>
                  <a:pt x="69" y="64"/>
                </a:lnTo>
                <a:lnTo>
                  <a:pt x="69" y="62"/>
                </a:lnTo>
                <a:lnTo>
                  <a:pt x="70" y="59"/>
                </a:lnTo>
                <a:lnTo>
                  <a:pt x="72" y="60"/>
                </a:lnTo>
                <a:lnTo>
                  <a:pt x="72" y="60"/>
                </a:lnTo>
                <a:lnTo>
                  <a:pt x="73" y="60"/>
                </a:lnTo>
                <a:lnTo>
                  <a:pt x="74" y="58"/>
                </a:lnTo>
                <a:lnTo>
                  <a:pt x="73" y="58"/>
                </a:lnTo>
                <a:lnTo>
                  <a:pt x="73" y="58"/>
                </a:lnTo>
                <a:lnTo>
                  <a:pt x="73" y="57"/>
                </a:lnTo>
                <a:lnTo>
                  <a:pt x="74" y="56"/>
                </a:lnTo>
                <a:lnTo>
                  <a:pt x="72" y="53"/>
                </a:lnTo>
                <a:lnTo>
                  <a:pt x="71" y="53"/>
                </a:lnTo>
                <a:lnTo>
                  <a:pt x="70" y="51"/>
                </a:lnTo>
                <a:lnTo>
                  <a:pt x="72" y="50"/>
                </a:lnTo>
                <a:lnTo>
                  <a:pt x="73" y="49"/>
                </a:lnTo>
                <a:lnTo>
                  <a:pt x="73" y="47"/>
                </a:lnTo>
                <a:lnTo>
                  <a:pt x="72" y="46"/>
                </a:lnTo>
                <a:lnTo>
                  <a:pt x="74" y="46"/>
                </a:lnTo>
                <a:lnTo>
                  <a:pt x="73" y="44"/>
                </a:lnTo>
                <a:lnTo>
                  <a:pt x="72" y="43"/>
                </a:lnTo>
                <a:lnTo>
                  <a:pt x="72" y="42"/>
                </a:lnTo>
                <a:lnTo>
                  <a:pt x="71" y="42"/>
                </a:lnTo>
                <a:lnTo>
                  <a:pt x="71" y="41"/>
                </a:lnTo>
                <a:lnTo>
                  <a:pt x="70" y="40"/>
                </a:lnTo>
                <a:lnTo>
                  <a:pt x="69" y="40"/>
                </a:lnTo>
                <a:lnTo>
                  <a:pt x="72" y="40"/>
                </a:lnTo>
                <a:lnTo>
                  <a:pt x="72" y="40"/>
                </a:lnTo>
                <a:lnTo>
                  <a:pt x="72" y="39"/>
                </a:lnTo>
                <a:lnTo>
                  <a:pt x="73" y="40"/>
                </a:lnTo>
                <a:lnTo>
                  <a:pt x="75" y="41"/>
                </a:lnTo>
                <a:lnTo>
                  <a:pt x="75" y="40"/>
                </a:lnTo>
                <a:lnTo>
                  <a:pt x="77" y="41"/>
                </a:lnTo>
                <a:lnTo>
                  <a:pt x="77" y="39"/>
                </a:lnTo>
                <a:lnTo>
                  <a:pt x="76" y="38"/>
                </a:lnTo>
                <a:lnTo>
                  <a:pt x="76" y="38"/>
                </a:lnTo>
                <a:lnTo>
                  <a:pt x="76" y="37"/>
                </a:lnTo>
                <a:lnTo>
                  <a:pt x="77" y="36"/>
                </a:lnTo>
                <a:lnTo>
                  <a:pt x="76" y="36"/>
                </a:lnTo>
                <a:lnTo>
                  <a:pt x="75" y="36"/>
                </a:lnTo>
                <a:lnTo>
                  <a:pt x="75" y="35"/>
                </a:lnTo>
                <a:lnTo>
                  <a:pt x="75" y="35"/>
                </a:lnTo>
                <a:lnTo>
                  <a:pt x="75" y="34"/>
                </a:lnTo>
                <a:lnTo>
                  <a:pt x="75" y="33"/>
                </a:lnTo>
                <a:lnTo>
                  <a:pt x="76" y="32"/>
                </a:lnTo>
                <a:lnTo>
                  <a:pt x="75" y="31"/>
                </a:lnTo>
                <a:lnTo>
                  <a:pt x="75" y="29"/>
                </a:lnTo>
                <a:lnTo>
                  <a:pt x="74" y="28"/>
                </a:lnTo>
                <a:lnTo>
                  <a:pt x="73" y="28"/>
                </a:lnTo>
                <a:lnTo>
                  <a:pt x="73" y="28"/>
                </a:lnTo>
                <a:lnTo>
                  <a:pt x="72" y="28"/>
                </a:lnTo>
                <a:lnTo>
                  <a:pt x="73" y="26"/>
                </a:lnTo>
                <a:lnTo>
                  <a:pt x="75" y="25"/>
                </a:lnTo>
                <a:lnTo>
                  <a:pt x="75" y="24"/>
                </a:lnTo>
                <a:lnTo>
                  <a:pt x="77" y="22"/>
                </a:lnTo>
                <a:lnTo>
                  <a:pt x="77" y="21"/>
                </a:lnTo>
                <a:lnTo>
                  <a:pt x="74" y="22"/>
                </a:lnTo>
                <a:lnTo>
                  <a:pt x="73" y="21"/>
                </a:lnTo>
                <a:lnTo>
                  <a:pt x="72" y="22"/>
                </a:lnTo>
                <a:lnTo>
                  <a:pt x="70" y="21"/>
                </a:lnTo>
                <a:lnTo>
                  <a:pt x="68" y="21"/>
                </a:lnTo>
                <a:lnTo>
                  <a:pt x="67" y="19"/>
                </a:lnTo>
                <a:lnTo>
                  <a:pt x="66" y="19"/>
                </a:lnTo>
                <a:lnTo>
                  <a:pt x="63" y="16"/>
                </a:lnTo>
                <a:lnTo>
                  <a:pt x="60" y="13"/>
                </a:lnTo>
                <a:lnTo>
                  <a:pt x="59" y="13"/>
                </a:lnTo>
                <a:lnTo>
                  <a:pt x="57" y="13"/>
                </a:lnTo>
                <a:lnTo>
                  <a:pt x="54" y="11"/>
                </a:lnTo>
                <a:lnTo>
                  <a:pt x="54" y="10"/>
                </a:lnTo>
                <a:lnTo>
                  <a:pt x="57" y="8"/>
                </a:lnTo>
                <a:lnTo>
                  <a:pt x="57" y="7"/>
                </a:lnTo>
                <a:lnTo>
                  <a:pt x="57" y="6"/>
                </a:lnTo>
                <a:lnTo>
                  <a:pt x="56" y="5"/>
                </a:lnTo>
                <a:lnTo>
                  <a:pt x="54" y="5"/>
                </a:lnTo>
                <a:lnTo>
                  <a:pt x="54" y="4"/>
                </a:lnTo>
                <a:lnTo>
                  <a:pt x="53" y="3"/>
                </a:lnTo>
                <a:lnTo>
                  <a:pt x="53" y="4"/>
                </a:lnTo>
                <a:lnTo>
                  <a:pt x="52" y="5"/>
                </a:lnTo>
                <a:lnTo>
                  <a:pt x="51" y="4"/>
                </a:lnTo>
                <a:lnTo>
                  <a:pt x="52" y="3"/>
                </a:lnTo>
                <a:lnTo>
                  <a:pt x="51" y="3"/>
                </a:lnTo>
                <a:lnTo>
                  <a:pt x="51" y="0"/>
                </a:lnTo>
                <a:lnTo>
                  <a:pt x="50" y="0"/>
                </a:lnTo>
                <a:lnTo>
                  <a:pt x="50" y="1"/>
                </a:lnTo>
                <a:lnTo>
                  <a:pt x="49" y="0"/>
                </a:lnTo>
                <a:lnTo>
                  <a:pt x="48" y="1"/>
                </a:lnTo>
                <a:lnTo>
                  <a:pt x="47" y="1"/>
                </a:lnTo>
                <a:lnTo>
                  <a:pt x="47" y="1"/>
                </a:lnTo>
                <a:lnTo>
                  <a:pt x="46" y="2"/>
                </a:lnTo>
                <a:lnTo>
                  <a:pt x="45" y="2"/>
                </a:lnTo>
                <a:lnTo>
                  <a:pt x="45" y="3"/>
                </a:lnTo>
                <a:lnTo>
                  <a:pt x="46" y="3"/>
                </a:lnTo>
                <a:lnTo>
                  <a:pt x="46" y="4"/>
                </a:lnTo>
                <a:lnTo>
                  <a:pt x="45" y="4"/>
                </a:lnTo>
                <a:lnTo>
                  <a:pt x="45" y="5"/>
                </a:lnTo>
                <a:lnTo>
                  <a:pt x="44" y="5"/>
                </a:lnTo>
                <a:lnTo>
                  <a:pt x="42" y="8"/>
                </a:lnTo>
                <a:lnTo>
                  <a:pt x="41" y="5"/>
                </a:lnTo>
                <a:lnTo>
                  <a:pt x="40" y="4"/>
                </a:lnTo>
                <a:lnTo>
                  <a:pt x="39" y="5"/>
                </a:lnTo>
                <a:lnTo>
                  <a:pt x="39" y="4"/>
                </a:lnTo>
                <a:lnTo>
                  <a:pt x="36" y="5"/>
                </a:lnTo>
                <a:lnTo>
                  <a:pt x="34" y="4"/>
                </a:lnTo>
                <a:lnTo>
                  <a:pt x="32" y="3"/>
                </a:lnTo>
                <a:lnTo>
                  <a:pt x="30" y="0"/>
                </a:lnTo>
                <a:lnTo>
                  <a:pt x="28" y="0"/>
                </a:lnTo>
                <a:lnTo>
                  <a:pt x="28" y="1"/>
                </a:lnTo>
                <a:lnTo>
                  <a:pt x="27" y="0"/>
                </a:lnTo>
                <a:lnTo>
                  <a:pt x="26" y="1"/>
                </a:lnTo>
                <a:lnTo>
                  <a:pt x="26" y="1"/>
                </a:lnTo>
                <a:lnTo>
                  <a:pt x="25" y="1"/>
                </a:lnTo>
                <a:lnTo>
                  <a:pt x="24" y="2"/>
                </a:lnTo>
                <a:lnTo>
                  <a:pt x="25" y="2"/>
                </a:lnTo>
                <a:lnTo>
                  <a:pt x="25" y="3"/>
                </a:lnTo>
                <a:lnTo>
                  <a:pt x="25" y="4"/>
                </a:lnTo>
                <a:lnTo>
                  <a:pt x="24" y="6"/>
                </a:lnTo>
                <a:lnTo>
                  <a:pt x="24" y="6"/>
                </a:lnTo>
                <a:lnTo>
                  <a:pt x="24" y="7"/>
                </a:lnTo>
                <a:lnTo>
                  <a:pt x="24" y="8"/>
                </a:lnTo>
                <a:lnTo>
                  <a:pt x="24" y="9"/>
                </a:lnTo>
                <a:lnTo>
                  <a:pt x="24" y="9"/>
                </a:lnTo>
                <a:lnTo>
                  <a:pt x="24" y="10"/>
                </a:lnTo>
                <a:lnTo>
                  <a:pt x="23" y="10"/>
                </a:lnTo>
                <a:lnTo>
                  <a:pt x="23" y="12"/>
                </a:lnTo>
                <a:lnTo>
                  <a:pt x="23" y="13"/>
                </a:lnTo>
                <a:lnTo>
                  <a:pt x="22" y="13"/>
                </a:lnTo>
                <a:lnTo>
                  <a:pt x="21" y="12"/>
                </a:lnTo>
                <a:lnTo>
                  <a:pt x="21" y="13"/>
                </a:lnTo>
                <a:lnTo>
                  <a:pt x="20" y="14"/>
                </a:lnTo>
                <a:lnTo>
                  <a:pt x="19" y="15"/>
                </a:lnTo>
                <a:lnTo>
                  <a:pt x="19" y="15"/>
                </a:lnTo>
                <a:lnTo>
                  <a:pt x="19" y="16"/>
                </a:lnTo>
                <a:lnTo>
                  <a:pt x="20" y="17"/>
                </a:lnTo>
                <a:lnTo>
                  <a:pt x="21" y="16"/>
                </a:lnTo>
                <a:lnTo>
                  <a:pt x="21" y="18"/>
                </a:lnTo>
                <a:lnTo>
                  <a:pt x="22" y="19"/>
                </a:lnTo>
                <a:lnTo>
                  <a:pt x="23" y="19"/>
                </a:lnTo>
                <a:lnTo>
                  <a:pt x="22" y="20"/>
                </a:lnTo>
                <a:lnTo>
                  <a:pt x="21" y="20"/>
                </a:lnTo>
                <a:lnTo>
                  <a:pt x="20" y="21"/>
                </a:lnTo>
                <a:lnTo>
                  <a:pt x="20" y="22"/>
                </a:lnTo>
                <a:lnTo>
                  <a:pt x="19" y="22"/>
                </a:lnTo>
                <a:lnTo>
                  <a:pt x="17" y="21"/>
                </a:lnTo>
                <a:lnTo>
                  <a:pt x="16" y="22"/>
                </a:lnTo>
                <a:lnTo>
                  <a:pt x="14" y="21"/>
                </a:lnTo>
                <a:lnTo>
                  <a:pt x="13" y="22"/>
                </a:lnTo>
                <a:lnTo>
                  <a:pt x="14" y="24"/>
                </a:lnTo>
                <a:lnTo>
                  <a:pt x="14" y="24"/>
                </a:lnTo>
                <a:lnTo>
                  <a:pt x="13" y="26"/>
                </a:lnTo>
                <a:lnTo>
                  <a:pt x="13" y="26"/>
                </a:lnTo>
                <a:lnTo>
                  <a:pt x="14" y="26"/>
                </a:lnTo>
                <a:lnTo>
                  <a:pt x="13" y="27"/>
                </a:lnTo>
                <a:lnTo>
                  <a:pt x="14" y="28"/>
                </a:lnTo>
                <a:lnTo>
                  <a:pt x="14" y="31"/>
                </a:lnTo>
                <a:lnTo>
                  <a:pt x="13" y="31"/>
                </a:lnTo>
                <a:lnTo>
                  <a:pt x="13" y="32"/>
                </a:lnTo>
                <a:lnTo>
                  <a:pt x="12" y="34"/>
                </a:lnTo>
                <a:lnTo>
                  <a:pt x="12" y="35"/>
                </a:lnTo>
                <a:lnTo>
                  <a:pt x="11" y="38"/>
                </a:lnTo>
                <a:lnTo>
                  <a:pt x="10" y="38"/>
                </a:lnTo>
                <a:lnTo>
                  <a:pt x="9" y="38"/>
                </a:lnTo>
                <a:lnTo>
                  <a:pt x="8" y="40"/>
                </a:lnTo>
                <a:lnTo>
                  <a:pt x="8" y="41"/>
                </a:lnTo>
                <a:lnTo>
                  <a:pt x="6" y="42"/>
                </a:lnTo>
                <a:lnTo>
                  <a:pt x="5" y="42"/>
                </a:lnTo>
                <a:lnTo>
                  <a:pt x="5" y="42"/>
                </a:lnTo>
                <a:lnTo>
                  <a:pt x="4" y="42"/>
                </a:lnTo>
                <a:lnTo>
                  <a:pt x="5" y="44"/>
                </a:lnTo>
                <a:lnTo>
                  <a:pt x="3" y="44"/>
                </a:lnTo>
                <a:lnTo>
                  <a:pt x="2" y="45"/>
                </a:lnTo>
                <a:lnTo>
                  <a:pt x="3" y="46"/>
                </a:lnTo>
                <a:lnTo>
                  <a:pt x="2" y="46"/>
                </a:lnTo>
                <a:lnTo>
                  <a:pt x="3" y="47"/>
                </a:lnTo>
                <a:lnTo>
                  <a:pt x="1" y="47"/>
                </a:lnTo>
                <a:lnTo>
                  <a:pt x="1" y="49"/>
                </a:lnTo>
                <a:lnTo>
                  <a:pt x="0" y="49"/>
                </a:lnTo>
                <a:lnTo>
                  <a:pt x="0" y="50"/>
                </a:lnTo>
                <a:lnTo>
                  <a:pt x="0" y="51"/>
                </a:lnTo>
                <a:lnTo>
                  <a:pt x="0" y="52"/>
                </a:lnTo>
                <a:lnTo>
                  <a:pt x="1" y="52"/>
                </a:lnTo>
                <a:lnTo>
                  <a:pt x="1" y="53"/>
                </a:lnTo>
                <a:lnTo>
                  <a:pt x="2" y="54"/>
                </a:lnTo>
                <a:lnTo>
                  <a:pt x="2" y="53"/>
                </a:lnTo>
                <a:lnTo>
                  <a:pt x="3" y="54"/>
                </a:lnTo>
                <a:lnTo>
                  <a:pt x="3" y="54"/>
                </a:lnTo>
                <a:lnTo>
                  <a:pt x="5" y="55"/>
                </a:lnTo>
                <a:lnTo>
                  <a:pt x="4" y="56"/>
                </a:lnTo>
                <a:lnTo>
                  <a:pt x="5" y="55"/>
                </a:lnTo>
                <a:lnTo>
                  <a:pt x="6" y="57"/>
                </a:lnTo>
                <a:lnTo>
                  <a:pt x="8" y="57"/>
                </a:lnTo>
                <a:lnTo>
                  <a:pt x="9" y="60"/>
                </a:lnTo>
                <a:lnTo>
                  <a:pt x="9" y="60"/>
                </a:lnTo>
                <a:lnTo>
                  <a:pt x="9" y="63"/>
                </a:lnTo>
                <a:lnTo>
                  <a:pt x="10" y="64"/>
                </a:lnTo>
                <a:lnTo>
                  <a:pt x="10" y="64"/>
                </a:lnTo>
                <a:lnTo>
                  <a:pt x="11" y="64"/>
                </a:lnTo>
                <a:lnTo>
                  <a:pt x="10" y="66"/>
                </a:lnTo>
                <a:lnTo>
                  <a:pt x="11" y="68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6024513" y="4679879"/>
            <a:ext cx="51304" cy="25652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5" y="3"/>
                </a:moveTo>
                <a:lnTo>
                  <a:pt x="7" y="4"/>
                </a:lnTo>
                <a:lnTo>
                  <a:pt x="8" y="4"/>
                </a:lnTo>
                <a:lnTo>
                  <a:pt x="8" y="2"/>
                </a:lnTo>
                <a:lnTo>
                  <a:pt x="7" y="2"/>
                </a:lnTo>
                <a:lnTo>
                  <a:pt x="7" y="1"/>
                </a:lnTo>
                <a:lnTo>
                  <a:pt x="4" y="1"/>
                </a:ln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lnTo>
                  <a:pt x="1" y="2"/>
                </a:lnTo>
                <a:lnTo>
                  <a:pt x="1" y="3"/>
                </a:lnTo>
                <a:lnTo>
                  <a:pt x="2" y="4"/>
                </a:lnTo>
                <a:lnTo>
                  <a:pt x="4" y="3"/>
                </a:lnTo>
                <a:lnTo>
                  <a:pt x="4" y="4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6011687" y="4590097"/>
            <a:ext cx="25652" cy="25652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0" y="1"/>
                </a:moveTo>
                <a:lnTo>
                  <a:pt x="0" y="2"/>
                </a:lnTo>
                <a:lnTo>
                  <a:pt x="1" y="3"/>
                </a:lnTo>
                <a:lnTo>
                  <a:pt x="3" y="4"/>
                </a:lnTo>
                <a:lnTo>
                  <a:pt x="4" y="4"/>
                </a:lnTo>
                <a:lnTo>
                  <a:pt x="3" y="3"/>
                </a:lnTo>
                <a:lnTo>
                  <a:pt x="1" y="3"/>
                </a:lnTo>
                <a:lnTo>
                  <a:pt x="0" y="0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5113867" y="4128361"/>
            <a:ext cx="609235" cy="737495"/>
          </a:xfrm>
          <a:custGeom>
            <a:avLst/>
            <a:gdLst/>
            <a:ahLst/>
            <a:cxnLst/>
            <a:rect l="l" t="t" r="r" b="b"/>
            <a:pathLst>
              <a:path w="95" h="115">
                <a:moveTo>
                  <a:pt x="29" y="14"/>
                </a:moveTo>
                <a:lnTo>
                  <a:pt x="30" y="15"/>
                </a:lnTo>
                <a:lnTo>
                  <a:pt x="30" y="17"/>
                </a:lnTo>
                <a:lnTo>
                  <a:pt x="29" y="17"/>
                </a:lnTo>
                <a:lnTo>
                  <a:pt x="29" y="17"/>
                </a:lnTo>
                <a:lnTo>
                  <a:pt x="27" y="18"/>
                </a:lnTo>
                <a:lnTo>
                  <a:pt x="27" y="19"/>
                </a:lnTo>
                <a:lnTo>
                  <a:pt x="25" y="20"/>
                </a:lnTo>
                <a:lnTo>
                  <a:pt x="24" y="21"/>
                </a:lnTo>
                <a:lnTo>
                  <a:pt x="22" y="22"/>
                </a:lnTo>
                <a:lnTo>
                  <a:pt x="21" y="20"/>
                </a:lnTo>
                <a:lnTo>
                  <a:pt x="20" y="21"/>
                </a:lnTo>
                <a:lnTo>
                  <a:pt x="20" y="20"/>
                </a:lnTo>
                <a:lnTo>
                  <a:pt x="20" y="19"/>
                </a:lnTo>
                <a:lnTo>
                  <a:pt x="18" y="18"/>
                </a:lnTo>
                <a:lnTo>
                  <a:pt x="18" y="17"/>
                </a:lnTo>
                <a:lnTo>
                  <a:pt x="18" y="16"/>
                </a:lnTo>
                <a:lnTo>
                  <a:pt x="16" y="15"/>
                </a:lnTo>
                <a:lnTo>
                  <a:pt x="16" y="16"/>
                </a:lnTo>
                <a:lnTo>
                  <a:pt x="16" y="16"/>
                </a:lnTo>
                <a:lnTo>
                  <a:pt x="15" y="15"/>
                </a:lnTo>
                <a:lnTo>
                  <a:pt x="13" y="15"/>
                </a:lnTo>
                <a:lnTo>
                  <a:pt x="12" y="15"/>
                </a:lnTo>
                <a:lnTo>
                  <a:pt x="12" y="16"/>
                </a:lnTo>
                <a:lnTo>
                  <a:pt x="11" y="16"/>
                </a:lnTo>
                <a:lnTo>
                  <a:pt x="10" y="19"/>
                </a:lnTo>
                <a:lnTo>
                  <a:pt x="12" y="19"/>
                </a:lnTo>
                <a:lnTo>
                  <a:pt x="12" y="22"/>
                </a:lnTo>
                <a:lnTo>
                  <a:pt x="11" y="21"/>
                </a:lnTo>
                <a:lnTo>
                  <a:pt x="11" y="22"/>
                </a:lnTo>
                <a:lnTo>
                  <a:pt x="12" y="23"/>
                </a:lnTo>
                <a:lnTo>
                  <a:pt x="12" y="24"/>
                </a:lnTo>
                <a:lnTo>
                  <a:pt x="13" y="26"/>
                </a:lnTo>
                <a:lnTo>
                  <a:pt x="10" y="27"/>
                </a:lnTo>
                <a:lnTo>
                  <a:pt x="9" y="27"/>
                </a:lnTo>
                <a:lnTo>
                  <a:pt x="8" y="28"/>
                </a:lnTo>
                <a:lnTo>
                  <a:pt x="8" y="28"/>
                </a:lnTo>
                <a:lnTo>
                  <a:pt x="7" y="28"/>
                </a:lnTo>
                <a:lnTo>
                  <a:pt x="8" y="30"/>
                </a:lnTo>
                <a:lnTo>
                  <a:pt x="7" y="29"/>
                </a:lnTo>
                <a:lnTo>
                  <a:pt x="7" y="31"/>
                </a:lnTo>
                <a:lnTo>
                  <a:pt x="8" y="31"/>
                </a:lnTo>
                <a:lnTo>
                  <a:pt x="8" y="32"/>
                </a:lnTo>
                <a:lnTo>
                  <a:pt x="8" y="33"/>
                </a:lnTo>
                <a:lnTo>
                  <a:pt x="8" y="33"/>
                </a:lnTo>
                <a:lnTo>
                  <a:pt x="8" y="34"/>
                </a:lnTo>
                <a:lnTo>
                  <a:pt x="7" y="35"/>
                </a:lnTo>
                <a:lnTo>
                  <a:pt x="7" y="37"/>
                </a:lnTo>
                <a:lnTo>
                  <a:pt x="6" y="37"/>
                </a:lnTo>
                <a:lnTo>
                  <a:pt x="5" y="38"/>
                </a:lnTo>
                <a:lnTo>
                  <a:pt x="3" y="38"/>
                </a:lnTo>
                <a:lnTo>
                  <a:pt x="2" y="38"/>
                </a:lnTo>
                <a:lnTo>
                  <a:pt x="1" y="37"/>
                </a:lnTo>
                <a:lnTo>
                  <a:pt x="1" y="37"/>
                </a:lnTo>
                <a:lnTo>
                  <a:pt x="0" y="38"/>
                </a:lnTo>
                <a:lnTo>
                  <a:pt x="0" y="39"/>
                </a:lnTo>
                <a:lnTo>
                  <a:pt x="0" y="39"/>
                </a:lnTo>
                <a:lnTo>
                  <a:pt x="1" y="40"/>
                </a:lnTo>
                <a:lnTo>
                  <a:pt x="0" y="40"/>
                </a:lnTo>
                <a:lnTo>
                  <a:pt x="0" y="41"/>
                </a:lnTo>
                <a:lnTo>
                  <a:pt x="1" y="42"/>
                </a:lnTo>
                <a:lnTo>
                  <a:pt x="3" y="42"/>
                </a:lnTo>
                <a:lnTo>
                  <a:pt x="3" y="42"/>
                </a:lnTo>
                <a:lnTo>
                  <a:pt x="5" y="42"/>
                </a:lnTo>
                <a:lnTo>
                  <a:pt x="5" y="43"/>
                </a:lnTo>
                <a:lnTo>
                  <a:pt x="6" y="43"/>
                </a:lnTo>
                <a:lnTo>
                  <a:pt x="6" y="44"/>
                </a:lnTo>
                <a:lnTo>
                  <a:pt x="7" y="45"/>
                </a:lnTo>
                <a:lnTo>
                  <a:pt x="6" y="46"/>
                </a:lnTo>
                <a:lnTo>
                  <a:pt x="7" y="49"/>
                </a:lnTo>
                <a:lnTo>
                  <a:pt x="9" y="49"/>
                </a:lnTo>
                <a:lnTo>
                  <a:pt x="9" y="50"/>
                </a:lnTo>
                <a:lnTo>
                  <a:pt x="11" y="49"/>
                </a:lnTo>
                <a:lnTo>
                  <a:pt x="11" y="50"/>
                </a:lnTo>
                <a:lnTo>
                  <a:pt x="13" y="51"/>
                </a:lnTo>
                <a:lnTo>
                  <a:pt x="13" y="52"/>
                </a:lnTo>
                <a:lnTo>
                  <a:pt x="14" y="52"/>
                </a:lnTo>
                <a:lnTo>
                  <a:pt x="15" y="52"/>
                </a:lnTo>
                <a:lnTo>
                  <a:pt x="15" y="53"/>
                </a:lnTo>
                <a:lnTo>
                  <a:pt x="16" y="52"/>
                </a:lnTo>
                <a:lnTo>
                  <a:pt x="16" y="52"/>
                </a:lnTo>
                <a:lnTo>
                  <a:pt x="17" y="50"/>
                </a:lnTo>
                <a:lnTo>
                  <a:pt x="17" y="51"/>
                </a:lnTo>
                <a:lnTo>
                  <a:pt x="18" y="50"/>
                </a:lnTo>
                <a:lnTo>
                  <a:pt x="18" y="51"/>
                </a:lnTo>
                <a:lnTo>
                  <a:pt x="20" y="48"/>
                </a:lnTo>
                <a:lnTo>
                  <a:pt x="20" y="48"/>
                </a:lnTo>
                <a:lnTo>
                  <a:pt x="19" y="50"/>
                </a:lnTo>
                <a:lnTo>
                  <a:pt x="20" y="50"/>
                </a:lnTo>
                <a:lnTo>
                  <a:pt x="20" y="51"/>
                </a:lnTo>
                <a:lnTo>
                  <a:pt x="20" y="52"/>
                </a:lnTo>
                <a:lnTo>
                  <a:pt x="21" y="56"/>
                </a:lnTo>
                <a:lnTo>
                  <a:pt x="22" y="57"/>
                </a:lnTo>
                <a:lnTo>
                  <a:pt x="22" y="63"/>
                </a:lnTo>
                <a:lnTo>
                  <a:pt x="22" y="63"/>
                </a:lnTo>
                <a:lnTo>
                  <a:pt x="22" y="64"/>
                </a:lnTo>
                <a:lnTo>
                  <a:pt x="22" y="65"/>
                </a:lnTo>
                <a:lnTo>
                  <a:pt x="22" y="65"/>
                </a:lnTo>
                <a:lnTo>
                  <a:pt x="22" y="66"/>
                </a:lnTo>
                <a:lnTo>
                  <a:pt x="18" y="67"/>
                </a:lnTo>
                <a:lnTo>
                  <a:pt x="15" y="69"/>
                </a:lnTo>
                <a:lnTo>
                  <a:pt x="14" y="70"/>
                </a:lnTo>
                <a:lnTo>
                  <a:pt x="15" y="71"/>
                </a:lnTo>
                <a:lnTo>
                  <a:pt x="14" y="71"/>
                </a:lnTo>
                <a:lnTo>
                  <a:pt x="14" y="73"/>
                </a:lnTo>
                <a:lnTo>
                  <a:pt x="13" y="74"/>
                </a:lnTo>
                <a:lnTo>
                  <a:pt x="13" y="75"/>
                </a:lnTo>
                <a:lnTo>
                  <a:pt x="13" y="76"/>
                </a:lnTo>
                <a:lnTo>
                  <a:pt x="13" y="76"/>
                </a:lnTo>
                <a:lnTo>
                  <a:pt x="13" y="77"/>
                </a:lnTo>
                <a:lnTo>
                  <a:pt x="14" y="77"/>
                </a:lnTo>
                <a:lnTo>
                  <a:pt x="15" y="79"/>
                </a:lnTo>
                <a:lnTo>
                  <a:pt x="16" y="79"/>
                </a:lnTo>
                <a:lnTo>
                  <a:pt x="18" y="81"/>
                </a:lnTo>
                <a:lnTo>
                  <a:pt x="19" y="80"/>
                </a:lnTo>
                <a:lnTo>
                  <a:pt x="20" y="80"/>
                </a:lnTo>
                <a:lnTo>
                  <a:pt x="21" y="82"/>
                </a:lnTo>
                <a:lnTo>
                  <a:pt x="23" y="81"/>
                </a:lnTo>
                <a:lnTo>
                  <a:pt x="25" y="82"/>
                </a:lnTo>
                <a:lnTo>
                  <a:pt x="25" y="83"/>
                </a:lnTo>
                <a:lnTo>
                  <a:pt x="26" y="83"/>
                </a:lnTo>
                <a:lnTo>
                  <a:pt x="26" y="83"/>
                </a:lnTo>
                <a:lnTo>
                  <a:pt x="27" y="83"/>
                </a:lnTo>
                <a:lnTo>
                  <a:pt x="27" y="84"/>
                </a:lnTo>
                <a:lnTo>
                  <a:pt x="26" y="85"/>
                </a:lnTo>
                <a:lnTo>
                  <a:pt x="25" y="86"/>
                </a:lnTo>
                <a:lnTo>
                  <a:pt x="24" y="87"/>
                </a:lnTo>
                <a:lnTo>
                  <a:pt x="24" y="89"/>
                </a:lnTo>
                <a:lnTo>
                  <a:pt x="22" y="90"/>
                </a:lnTo>
                <a:lnTo>
                  <a:pt x="22" y="91"/>
                </a:lnTo>
                <a:lnTo>
                  <a:pt x="23" y="92"/>
                </a:lnTo>
                <a:lnTo>
                  <a:pt x="23" y="93"/>
                </a:lnTo>
                <a:lnTo>
                  <a:pt x="25" y="93"/>
                </a:lnTo>
                <a:lnTo>
                  <a:pt x="25" y="95"/>
                </a:lnTo>
                <a:lnTo>
                  <a:pt x="25" y="96"/>
                </a:lnTo>
                <a:lnTo>
                  <a:pt x="26" y="97"/>
                </a:lnTo>
                <a:lnTo>
                  <a:pt x="25" y="98"/>
                </a:lnTo>
                <a:lnTo>
                  <a:pt x="26" y="99"/>
                </a:lnTo>
                <a:lnTo>
                  <a:pt x="26" y="99"/>
                </a:lnTo>
                <a:lnTo>
                  <a:pt x="27" y="100"/>
                </a:lnTo>
                <a:lnTo>
                  <a:pt x="28" y="101"/>
                </a:lnTo>
                <a:lnTo>
                  <a:pt x="29" y="101"/>
                </a:lnTo>
                <a:lnTo>
                  <a:pt x="29" y="102"/>
                </a:lnTo>
                <a:lnTo>
                  <a:pt x="30" y="104"/>
                </a:lnTo>
                <a:lnTo>
                  <a:pt x="30" y="105"/>
                </a:lnTo>
                <a:lnTo>
                  <a:pt x="30" y="107"/>
                </a:lnTo>
                <a:lnTo>
                  <a:pt x="31" y="108"/>
                </a:lnTo>
                <a:lnTo>
                  <a:pt x="32" y="110"/>
                </a:lnTo>
                <a:lnTo>
                  <a:pt x="33" y="110"/>
                </a:lnTo>
                <a:lnTo>
                  <a:pt x="34" y="110"/>
                </a:lnTo>
                <a:lnTo>
                  <a:pt x="34" y="110"/>
                </a:lnTo>
                <a:lnTo>
                  <a:pt x="38" y="108"/>
                </a:lnTo>
                <a:lnTo>
                  <a:pt x="39" y="107"/>
                </a:lnTo>
                <a:lnTo>
                  <a:pt x="40" y="104"/>
                </a:lnTo>
                <a:lnTo>
                  <a:pt x="40" y="103"/>
                </a:lnTo>
                <a:lnTo>
                  <a:pt x="43" y="103"/>
                </a:lnTo>
                <a:lnTo>
                  <a:pt x="44" y="104"/>
                </a:lnTo>
                <a:lnTo>
                  <a:pt x="44" y="104"/>
                </a:lnTo>
                <a:lnTo>
                  <a:pt x="45" y="105"/>
                </a:lnTo>
                <a:lnTo>
                  <a:pt x="45" y="105"/>
                </a:lnTo>
                <a:lnTo>
                  <a:pt x="46" y="105"/>
                </a:lnTo>
                <a:lnTo>
                  <a:pt x="46" y="107"/>
                </a:lnTo>
                <a:lnTo>
                  <a:pt x="42" y="111"/>
                </a:lnTo>
                <a:lnTo>
                  <a:pt x="43" y="111"/>
                </a:lnTo>
                <a:lnTo>
                  <a:pt x="43" y="112"/>
                </a:lnTo>
                <a:lnTo>
                  <a:pt x="42" y="113"/>
                </a:lnTo>
                <a:lnTo>
                  <a:pt x="43" y="114"/>
                </a:lnTo>
                <a:lnTo>
                  <a:pt x="44" y="114"/>
                </a:lnTo>
                <a:lnTo>
                  <a:pt x="44" y="114"/>
                </a:lnTo>
                <a:lnTo>
                  <a:pt x="45" y="114"/>
                </a:lnTo>
                <a:lnTo>
                  <a:pt x="46" y="114"/>
                </a:lnTo>
                <a:lnTo>
                  <a:pt x="46" y="113"/>
                </a:lnTo>
                <a:lnTo>
                  <a:pt x="49" y="111"/>
                </a:lnTo>
                <a:lnTo>
                  <a:pt x="49" y="111"/>
                </a:lnTo>
                <a:lnTo>
                  <a:pt x="51" y="110"/>
                </a:lnTo>
                <a:lnTo>
                  <a:pt x="50" y="109"/>
                </a:lnTo>
                <a:lnTo>
                  <a:pt x="51" y="109"/>
                </a:lnTo>
                <a:lnTo>
                  <a:pt x="50" y="108"/>
                </a:lnTo>
                <a:lnTo>
                  <a:pt x="51" y="107"/>
                </a:lnTo>
                <a:lnTo>
                  <a:pt x="50" y="106"/>
                </a:lnTo>
                <a:lnTo>
                  <a:pt x="52" y="105"/>
                </a:lnTo>
                <a:lnTo>
                  <a:pt x="53" y="105"/>
                </a:lnTo>
                <a:lnTo>
                  <a:pt x="53" y="106"/>
                </a:lnTo>
                <a:lnTo>
                  <a:pt x="53" y="107"/>
                </a:lnTo>
                <a:lnTo>
                  <a:pt x="54" y="107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7"/>
                </a:lnTo>
                <a:lnTo>
                  <a:pt x="57" y="109"/>
                </a:lnTo>
                <a:lnTo>
                  <a:pt x="57" y="110"/>
                </a:lnTo>
                <a:lnTo>
                  <a:pt x="59" y="110"/>
                </a:lnTo>
                <a:lnTo>
                  <a:pt x="59" y="112"/>
                </a:lnTo>
                <a:lnTo>
                  <a:pt x="61" y="112"/>
                </a:lnTo>
                <a:lnTo>
                  <a:pt x="61" y="111"/>
                </a:lnTo>
                <a:lnTo>
                  <a:pt x="62" y="111"/>
                </a:lnTo>
                <a:lnTo>
                  <a:pt x="62" y="112"/>
                </a:lnTo>
                <a:lnTo>
                  <a:pt x="63" y="112"/>
                </a:lnTo>
                <a:lnTo>
                  <a:pt x="64" y="112"/>
                </a:lnTo>
                <a:lnTo>
                  <a:pt x="67" y="112"/>
                </a:lnTo>
                <a:lnTo>
                  <a:pt x="68" y="111"/>
                </a:lnTo>
                <a:lnTo>
                  <a:pt x="71" y="113"/>
                </a:lnTo>
                <a:lnTo>
                  <a:pt x="71" y="113"/>
                </a:lnTo>
                <a:lnTo>
                  <a:pt x="71" y="114"/>
                </a:lnTo>
                <a:lnTo>
                  <a:pt x="72" y="115"/>
                </a:lnTo>
                <a:lnTo>
                  <a:pt x="73" y="114"/>
                </a:lnTo>
                <a:lnTo>
                  <a:pt x="75" y="114"/>
                </a:lnTo>
                <a:lnTo>
                  <a:pt x="74" y="112"/>
                </a:lnTo>
                <a:lnTo>
                  <a:pt x="75" y="112"/>
                </a:lnTo>
                <a:lnTo>
                  <a:pt x="75" y="112"/>
                </a:lnTo>
                <a:lnTo>
                  <a:pt x="76" y="112"/>
                </a:lnTo>
                <a:lnTo>
                  <a:pt x="78" y="111"/>
                </a:lnTo>
                <a:lnTo>
                  <a:pt x="78" y="110"/>
                </a:lnTo>
                <a:lnTo>
                  <a:pt x="79" y="108"/>
                </a:lnTo>
                <a:lnTo>
                  <a:pt x="80" y="108"/>
                </a:lnTo>
                <a:lnTo>
                  <a:pt x="81" y="108"/>
                </a:lnTo>
                <a:lnTo>
                  <a:pt x="82" y="105"/>
                </a:lnTo>
                <a:lnTo>
                  <a:pt x="82" y="104"/>
                </a:lnTo>
                <a:lnTo>
                  <a:pt x="83" y="102"/>
                </a:lnTo>
                <a:lnTo>
                  <a:pt x="83" y="101"/>
                </a:lnTo>
                <a:lnTo>
                  <a:pt x="84" y="101"/>
                </a:lnTo>
                <a:lnTo>
                  <a:pt x="84" y="98"/>
                </a:lnTo>
                <a:lnTo>
                  <a:pt x="83" y="97"/>
                </a:lnTo>
                <a:lnTo>
                  <a:pt x="84" y="96"/>
                </a:lnTo>
                <a:lnTo>
                  <a:pt x="83" y="96"/>
                </a:lnTo>
                <a:lnTo>
                  <a:pt x="83" y="96"/>
                </a:lnTo>
                <a:lnTo>
                  <a:pt x="84" y="94"/>
                </a:lnTo>
                <a:lnTo>
                  <a:pt x="84" y="94"/>
                </a:lnTo>
                <a:lnTo>
                  <a:pt x="83" y="92"/>
                </a:lnTo>
                <a:lnTo>
                  <a:pt x="84" y="91"/>
                </a:lnTo>
                <a:lnTo>
                  <a:pt x="86" y="92"/>
                </a:lnTo>
                <a:lnTo>
                  <a:pt x="87" y="91"/>
                </a:lnTo>
                <a:lnTo>
                  <a:pt x="89" y="92"/>
                </a:lnTo>
                <a:lnTo>
                  <a:pt x="90" y="92"/>
                </a:lnTo>
                <a:lnTo>
                  <a:pt x="90" y="91"/>
                </a:lnTo>
                <a:lnTo>
                  <a:pt x="91" y="90"/>
                </a:lnTo>
                <a:lnTo>
                  <a:pt x="92" y="90"/>
                </a:lnTo>
                <a:lnTo>
                  <a:pt x="93" y="89"/>
                </a:lnTo>
                <a:lnTo>
                  <a:pt x="92" y="89"/>
                </a:lnTo>
                <a:lnTo>
                  <a:pt x="91" y="88"/>
                </a:lnTo>
                <a:lnTo>
                  <a:pt x="91" y="86"/>
                </a:lnTo>
                <a:lnTo>
                  <a:pt x="90" y="87"/>
                </a:lnTo>
                <a:lnTo>
                  <a:pt x="89" y="86"/>
                </a:lnTo>
                <a:lnTo>
                  <a:pt x="89" y="85"/>
                </a:lnTo>
                <a:lnTo>
                  <a:pt x="89" y="85"/>
                </a:lnTo>
                <a:lnTo>
                  <a:pt x="90" y="84"/>
                </a:lnTo>
                <a:lnTo>
                  <a:pt x="91" y="83"/>
                </a:lnTo>
                <a:lnTo>
                  <a:pt x="91" y="82"/>
                </a:lnTo>
                <a:lnTo>
                  <a:pt x="92" y="83"/>
                </a:lnTo>
                <a:lnTo>
                  <a:pt x="93" y="83"/>
                </a:lnTo>
                <a:lnTo>
                  <a:pt x="93" y="82"/>
                </a:lnTo>
                <a:lnTo>
                  <a:pt x="93" y="80"/>
                </a:lnTo>
                <a:lnTo>
                  <a:pt x="94" y="80"/>
                </a:lnTo>
                <a:lnTo>
                  <a:pt x="94" y="79"/>
                </a:lnTo>
                <a:lnTo>
                  <a:pt x="94" y="79"/>
                </a:lnTo>
                <a:lnTo>
                  <a:pt x="94" y="78"/>
                </a:lnTo>
                <a:lnTo>
                  <a:pt x="94" y="77"/>
                </a:lnTo>
                <a:lnTo>
                  <a:pt x="94" y="76"/>
                </a:lnTo>
                <a:lnTo>
                  <a:pt x="94" y="76"/>
                </a:lnTo>
                <a:lnTo>
                  <a:pt x="95" y="74"/>
                </a:lnTo>
                <a:lnTo>
                  <a:pt x="95" y="73"/>
                </a:lnTo>
                <a:lnTo>
                  <a:pt x="95" y="72"/>
                </a:lnTo>
                <a:lnTo>
                  <a:pt x="94" y="72"/>
                </a:lnTo>
                <a:lnTo>
                  <a:pt x="94" y="72"/>
                </a:lnTo>
                <a:lnTo>
                  <a:pt x="93" y="71"/>
                </a:lnTo>
                <a:lnTo>
                  <a:pt x="90" y="71"/>
                </a:lnTo>
                <a:lnTo>
                  <a:pt x="89" y="71"/>
                </a:lnTo>
                <a:lnTo>
                  <a:pt x="89" y="70"/>
                </a:lnTo>
                <a:lnTo>
                  <a:pt x="89" y="69"/>
                </a:lnTo>
                <a:lnTo>
                  <a:pt x="89" y="70"/>
                </a:lnTo>
                <a:lnTo>
                  <a:pt x="87" y="70"/>
                </a:lnTo>
                <a:lnTo>
                  <a:pt x="86" y="70"/>
                </a:lnTo>
                <a:lnTo>
                  <a:pt x="86" y="69"/>
                </a:lnTo>
                <a:lnTo>
                  <a:pt x="85" y="69"/>
                </a:lnTo>
                <a:lnTo>
                  <a:pt x="84" y="71"/>
                </a:lnTo>
                <a:lnTo>
                  <a:pt x="78" y="72"/>
                </a:lnTo>
                <a:lnTo>
                  <a:pt x="77" y="71"/>
                </a:lnTo>
                <a:lnTo>
                  <a:pt x="77" y="71"/>
                </a:lnTo>
                <a:lnTo>
                  <a:pt x="77" y="70"/>
                </a:lnTo>
                <a:lnTo>
                  <a:pt x="77" y="69"/>
                </a:lnTo>
                <a:lnTo>
                  <a:pt x="77" y="69"/>
                </a:lnTo>
                <a:lnTo>
                  <a:pt x="79" y="68"/>
                </a:lnTo>
                <a:lnTo>
                  <a:pt x="79" y="65"/>
                </a:lnTo>
                <a:lnTo>
                  <a:pt x="79" y="65"/>
                </a:lnTo>
                <a:lnTo>
                  <a:pt x="79" y="65"/>
                </a:lnTo>
                <a:lnTo>
                  <a:pt x="78" y="63"/>
                </a:lnTo>
                <a:lnTo>
                  <a:pt x="77" y="63"/>
                </a:lnTo>
                <a:lnTo>
                  <a:pt x="77" y="62"/>
                </a:lnTo>
                <a:lnTo>
                  <a:pt x="76" y="62"/>
                </a:lnTo>
                <a:lnTo>
                  <a:pt x="76" y="63"/>
                </a:lnTo>
                <a:lnTo>
                  <a:pt x="74" y="63"/>
                </a:lnTo>
                <a:lnTo>
                  <a:pt x="74" y="62"/>
                </a:lnTo>
                <a:lnTo>
                  <a:pt x="75" y="61"/>
                </a:lnTo>
                <a:lnTo>
                  <a:pt x="74" y="61"/>
                </a:lnTo>
                <a:lnTo>
                  <a:pt x="74" y="60"/>
                </a:lnTo>
                <a:lnTo>
                  <a:pt x="72" y="61"/>
                </a:lnTo>
                <a:lnTo>
                  <a:pt x="72" y="61"/>
                </a:lnTo>
                <a:lnTo>
                  <a:pt x="72" y="60"/>
                </a:lnTo>
                <a:lnTo>
                  <a:pt x="71" y="60"/>
                </a:lnTo>
                <a:lnTo>
                  <a:pt x="71" y="59"/>
                </a:lnTo>
                <a:lnTo>
                  <a:pt x="70" y="58"/>
                </a:lnTo>
                <a:lnTo>
                  <a:pt x="70" y="58"/>
                </a:lnTo>
                <a:lnTo>
                  <a:pt x="68" y="57"/>
                </a:lnTo>
                <a:lnTo>
                  <a:pt x="68" y="56"/>
                </a:lnTo>
                <a:lnTo>
                  <a:pt x="68" y="54"/>
                </a:lnTo>
                <a:lnTo>
                  <a:pt x="70" y="52"/>
                </a:lnTo>
                <a:lnTo>
                  <a:pt x="70" y="51"/>
                </a:lnTo>
                <a:lnTo>
                  <a:pt x="72" y="50"/>
                </a:lnTo>
                <a:lnTo>
                  <a:pt x="73" y="49"/>
                </a:lnTo>
                <a:lnTo>
                  <a:pt x="72" y="48"/>
                </a:lnTo>
                <a:lnTo>
                  <a:pt x="73" y="47"/>
                </a:lnTo>
                <a:lnTo>
                  <a:pt x="72" y="44"/>
                </a:lnTo>
                <a:lnTo>
                  <a:pt x="71" y="44"/>
                </a:lnTo>
                <a:lnTo>
                  <a:pt x="71" y="43"/>
                </a:lnTo>
                <a:lnTo>
                  <a:pt x="70" y="42"/>
                </a:lnTo>
                <a:lnTo>
                  <a:pt x="70" y="42"/>
                </a:lnTo>
                <a:lnTo>
                  <a:pt x="70" y="41"/>
                </a:lnTo>
                <a:lnTo>
                  <a:pt x="71" y="42"/>
                </a:lnTo>
                <a:lnTo>
                  <a:pt x="72" y="41"/>
                </a:lnTo>
                <a:lnTo>
                  <a:pt x="73" y="41"/>
                </a:lnTo>
                <a:lnTo>
                  <a:pt x="73" y="41"/>
                </a:lnTo>
                <a:lnTo>
                  <a:pt x="73" y="41"/>
                </a:lnTo>
                <a:lnTo>
                  <a:pt x="74" y="41"/>
                </a:lnTo>
                <a:lnTo>
                  <a:pt x="74" y="41"/>
                </a:lnTo>
                <a:lnTo>
                  <a:pt x="75" y="41"/>
                </a:lnTo>
                <a:lnTo>
                  <a:pt x="76" y="41"/>
                </a:lnTo>
                <a:lnTo>
                  <a:pt x="76" y="42"/>
                </a:lnTo>
                <a:lnTo>
                  <a:pt x="77" y="41"/>
                </a:lnTo>
                <a:lnTo>
                  <a:pt x="78" y="43"/>
                </a:lnTo>
                <a:lnTo>
                  <a:pt x="79" y="42"/>
                </a:lnTo>
                <a:lnTo>
                  <a:pt x="80" y="43"/>
                </a:lnTo>
                <a:lnTo>
                  <a:pt x="81" y="41"/>
                </a:lnTo>
                <a:lnTo>
                  <a:pt x="81" y="41"/>
                </a:lnTo>
                <a:lnTo>
                  <a:pt x="82" y="40"/>
                </a:lnTo>
                <a:lnTo>
                  <a:pt x="82" y="40"/>
                </a:lnTo>
                <a:lnTo>
                  <a:pt x="82" y="39"/>
                </a:lnTo>
                <a:lnTo>
                  <a:pt x="81" y="35"/>
                </a:lnTo>
                <a:lnTo>
                  <a:pt x="79" y="35"/>
                </a:lnTo>
                <a:lnTo>
                  <a:pt x="78" y="34"/>
                </a:lnTo>
                <a:lnTo>
                  <a:pt x="77" y="32"/>
                </a:lnTo>
                <a:lnTo>
                  <a:pt x="76" y="33"/>
                </a:lnTo>
                <a:lnTo>
                  <a:pt x="74" y="33"/>
                </a:lnTo>
                <a:lnTo>
                  <a:pt x="74" y="33"/>
                </a:lnTo>
                <a:lnTo>
                  <a:pt x="73" y="34"/>
                </a:lnTo>
                <a:lnTo>
                  <a:pt x="73" y="35"/>
                </a:lnTo>
                <a:lnTo>
                  <a:pt x="72" y="35"/>
                </a:lnTo>
                <a:lnTo>
                  <a:pt x="72" y="37"/>
                </a:lnTo>
                <a:lnTo>
                  <a:pt x="73" y="38"/>
                </a:lnTo>
                <a:lnTo>
                  <a:pt x="72" y="38"/>
                </a:lnTo>
                <a:lnTo>
                  <a:pt x="71" y="38"/>
                </a:lnTo>
                <a:lnTo>
                  <a:pt x="69" y="39"/>
                </a:lnTo>
                <a:lnTo>
                  <a:pt x="68" y="39"/>
                </a:lnTo>
                <a:lnTo>
                  <a:pt x="67" y="39"/>
                </a:lnTo>
                <a:lnTo>
                  <a:pt x="66" y="39"/>
                </a:lnTo>
                <a:lnTo>
                  <a:pt x="66" y="39"/>
                </a:lnTo>
                <a:lnTo>
                  <a:pt x="65" y="38"/>
                </a:lnTo>
                <a:lnTo>
                  <a:pt x="65" y="38"/>
                </a:lnTo>
                <a:lnTo>
                  <a:pt x="64" y="38"/>
                </a:lnTo>
                <a:lnTo>
                  <a:pt x="64" y="37"/>
                </a:lnTo>
                <a:lnTo>
                  <a:pt x="63" y="37"/>
                </a:lnTo>
                <a:lnTo>
                  <a:pt x="63" y="35"/>
                </a:lnTo>
                <a:lnTo>
                  <a:pt x="64" y="34"/>
                </a:lnTo>
                <a:lnTo>
                  <a:pt x="63" y="34"/>
                </a:lnTo>
                <a:lnTo>
                  <a:pt x="63" y="33"/>
                </a:lnTo>
                <a:lnTo>
                  <a:pt x="61" y="29"/>
                </a:lnTo>
                <a:lnTo>
                  <a:pt x="61" y="28"/>
                </a:lnTo>
                <a:lnTo>
                  <a:pt x="60" y="30"/>
                </a:lnTo>
                <a:lnTo>
                  <a:pt x="58" y="31"/>
                </a:lnTo>
                <a:lnTo>
                  <a:pt x="58" y="30"/>
                </a:lnTo>
                <a:lnTo>
                  <a:pt x="57" y="30"/>
                </a:lnTo>
                <a:lnTo>
                  <a:pt x="57" y="29"/>
                </a:lnTo>
                <a:lnTo>
                  <a:pt x="56" y="29"/>
                </a:lnTo>
                <a:lnTo>
                  <a:pt x="56" y="28"/>
                </a:lnTo>
                <a:lnTo>
                  <a:pt x="57" y="28"/>
                </a:lnTo>
                <a:lnTo>
                  <a:pt x="57" y="25"/>
                </a:lnTo>
                <a:lnTo>
                  <a:pt x="57" y="25"/>
                </a:lnTo>
                <a:lnTo>
                  <a:pt x="57" y="23"/>
                </a:lnTo>
                <a:lnTo>
                  <a:pt x="59" y="23"/>
                </a:lnTo>
                <a:lnTo>
                  <a:pt x="58" y="20"/>
                </a:lnTo>
                <a:lnTo>
                  <a:pt x="59" y="18"/>
                </a:lnTo>
                <a:lnTo>
                  <a:pt x="59" y="17"/>
                </a:lnTo>
                <a:lnTo>
                  <a:pt x="58" y="16"/>
                </a:lnTo>
                <a:lnTo>
                  <a:pt x="57" y="16"/>
                </a:lnTo>
                <a:lnTo>
                  <a:pt x="56" y="17"/>
                </a:lnTo>
                <a:lnTo>
                  <a:pt x="55" y="17"/>
                </a:lnTo>
                <a:lnTo>
                  <a:pt x="54" y="18"/>
                </a:lnTo>
                <a:lnTo>
                  <a:pt x="52" y="18"/>
                </a:lnTo>
                <a:lnTo>
                  <a:pt x="51" y="18"/>
                </a:lnTo>
                <a:lnTo>
                  <a:pt x="51" y="18"/>
                </a:lnTo>
                <a:lnTo>
                  <a:pt x="51" y="17"/>
                </a:lnTo>
                <a:lnTo>
                  <a:pt x="51" y="14"/>
                </a:lnTo>
                <a:lnTo>
                  <a:pt x="50" y="15"/>
                </a:lnTo>
                <a:lnTo>
                  <a:pt x="49" y="14"/>
                </a:lnTo>
                <a:lnTo>
                  <a:pt x="49" y="12"/>
                </a:lnTo>
                <a:lnTo>
                  <a:pt x="48" y="11"/>
                </a:lnTo>
                <a:lnTo>
                  <a:pt x="48" y="12"/>
                </a:lnTo>
                <a:lnTo>
                  <a:pt x="47" y="13"/>
                </a:lnTo>
                <a:lnTo>
                  <a:pt x="46" y="11"/>
                </a:lnTo>
                <a:lnTo>
                  <a:pt x="45" y="12"/>
                </a:lnTo>
                <a:lnTo>
                  <a:pt x="44" y="12"/>
                </a:lnTo>
                <a:lnTo>
                  <a:pt x="43" y="11"/>
                </a:lnTo>
                <a:lnTo>
                  <a:pt x="42" y="11"/>
                </a:lnTo>
                <a:lnTo>
                  <a:pt x="40" y="12"/>
                </a:lnTo>
                <a:lnTo>
                  <a:pt x="39" y="11"/>
                </a:lnTo>
                <a:lnTo>
                  <a:pt x="39" y="10"/>
                </a:lnTo>
                <a:lnTo>
                  <a:pt x="37" y="10"/>
                </a:lnTo>
                <a:lnTo>
                  <a:pt x="37" y="8"/>
                </a:lnTo>
                <a:lnTo>
                  <a:pt x="35" y="7"/>
                </a:lnTo>
                <a:lnTo>
                  <a:pt x="35" y="6"/>
                </a:lnTo>
                <a:lnTo>
                  <a:pt x="35" y="5"/>
                </a:lnTo>
                <a:lnTo>
                  <a:pt x="35" y="5"/>
                </a:lnTo>
                <a:lnTo>
                  <a:pt x="34" y="5"/>
                </a:lnTo>
                <a:lnTo>
                  <a:pt x="32" y="5"/>
                </a:lnTo>
                <a:lnTo>
                  <a:pt x="31" y="4"/>
                </a:lnTo>
                <a:lnTo>
                  <a:pt x="28" y="3"/>
                </a:lnTo>
                <a:lnTo>
                  <a:pt x="28" y="3"/>
                </a:lnTo>
                <a:lnTo>
                  <a:pt x="26" y="2"/>
                </a:lnTo>
                <a:lnTo>
                  <a:pt x="25" y="1"/>
                </a:lnTo>
                <a:lnTo>
                  <a:pt x="25" y="1"/>
                </a:lnTo>
                <a:lnTo>
                  <a:pt x="24" y="0"/>
                </a:lnTo>
                <a:lnTo>
                  <a:pt x="23" y="0"/>
                </a:lnTo>
                <a:lnTo>
                  <a:pt x="23" y="1"/>
                </a:lnTo>
                <a:lnTo>
                  <a:pt x="22" y="1"/>
                </a:lnTo>
                <a:lnTo>
                  <a:pt x="21" y="3"/>
                </a:lnTo>
                <a:lnTo>
                  <a:pt x="20" y="2"/>
                </a:lnTo>
                <a:lnTo>
                  <a:pt x="21" y="4"/>
                </a:lnTo>
                <a:lnTo>
                  <a:pt x="20" y="5"/>
                </a:lnTo>
                <a:lnTo>
                  <a:pt x="21" y="6"/>
                </a:lnTo>
                <a:lnTo>
                  <a:pt x="21" y="7"/>
                </a:lnTo>
                <a:lnTo>
                  <a:pt x="24" y="8"/>
                </a:lnTo>
                <a:lnTo>
                  <a:pt x="24" y="9"/>
                </a:lnTo>
                <a:lnTo>
                  <a:pt x="26" y="9"/>
                </a:lnTo>
                <a:lnTo>
                  <a:pt x="27" y="8"/>
                </a:lnTo>
                <a:lnTo>
                  <a:pt x="28" y="8"/>
                </a:lnTo>
                <a:lnTo>
                  <a:pt x="28" y="8"/>
                </a:lnTo>
                <a:lnTo>
                  <a:pt x="28" y="9"/>
                </a:lnTo>
                <a:lnTo>
                  <a:pt x="28" y="10"/>
                </a:lnTo>
                <a:lnTo>
                  <a:pt x="28" y="11"/>
                </a:lnTo>
                <a:lnTo>
                  <a:pt x="28" y="12"/>
                </a:lnTo>
                <a:lnTo>
                  <a:pt x="29" y="13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5357561" y="5006942"/>
            <a:ext cx="551518" cy="705430"/>
          </a:xfrm>
          <a:custGeom>
            <a:avLst/>
            <a:gdLst/>
            <a:ahLst/>
            <a:cxnLst/>
            <a:rect l="l" t="t" r="r" b="b"/>
            <a:pathLst>
              <a:path w="86" h="110">
                <a:moveTo>
                  <a:pt x="64" y="74"/>
                </a:moveTo>
                <a:lnTo>
                  <a:pt x="64" y="74"/>
                </a:lnTo>
                <a:lnTo>
                  <a:pt x="64" y="72"/>
                </a:lnTo>
                <a:lnTo>
                  <a:pt x="64" y="73"/>
                </a:lnTo>
                <a:lnTo>
                  <a:pt x="63" y="73"/>
                </a:lnTo>
                <a:lnTo>
                  <a:pt x="62" y="72"/>
                </a:lnTo>
                <a:lnTo>
                  <a:pt x="63" y="71"/>
                </a:lnTo>
                <a:lnTo>
                  <a:pt x="63" y="70"/>
                </a:lnTo>
                <a:lnTo>
                  <a:pt x="63" y="70"/>
                </a:lnTo>
                <a:lnTo>
                  <a:pt x="63" y="69"/>
                </a:lnTo>
                <a:lnTo>
                  <a:pt x="61" y="68"/>
                </a:lnTo>
                <a:lnTo>
                  <a:pt x="62" y="68"/>
                </a:lnTo>
                <a:lnTo>
                  <a:pt x="63" y="68"/>
                </a:lnTo>
                <a:lnTo>
                  <a:pt x="63" y="68"/>
                </a:lnTo>
                <a:lnTo>
                  <a:pt x="63" y="69"/>
                </a:lnTo>
                <a:lnTo>
                  <a:pt x="65" y="69"/>
                </a:lnTo>
                <a:lnTo>
                  <a:pt x="65" y="70"/>
                </a:lnTo>
                <a:lnTo>
                  <a:pt x="64" y="70"/>
                </a:lnTo>
                <a:lnTo>
                  <a:pt x="64" y="70"/>
                </a:lnTo>
                <a:lnTo>
                  <a:pt x="65" y="71"/>
                </a:lnTo>
                <a:lnTo>
                  <a:pt x="67" y="71"/>
                </a:lnTo>
                <a:lnTo>
                  <a:pt x="66" y="72"/>
                </a:lnTo>
                <a:lnTo>
                  <a:pt x="67" y="73"/>
                </a:lnTo>
                <a:lnTo>
                  <a:pt x="67" y="70"/>
                </a:lnTo>
                <a:lnTo>
                  <a:pt x="66" y="69"/>
                </a:lnTo>
                <a:lnTo>
                  <a:pt x="66" y="68"/>
                </a:lnTo>
                <a:lnTo>
                  <a:pt x="67" y="69"/>
                </a:lnTo>
                <a:lnTo>
                  <a:pt x="68" y="69"/>
                </a:lnTo>
                <a:lnTo>
                  <a:pt x="69" y="69"/>
                </a:lnTo>
                <a:lnTo>
                  <a:pt x="70" y="68"/>
                </a:lnTo>
                <a:lnTo>
                  <a:pt x="69" y="67"/>
                </a:lnTo>
                <a:lnTo>
                  <a:pt x="71" y="67"/>
                </a:lnTo>
                <a:lnTo>
                  <a:pt x="69" y="65"/>
                </a:lnTo>
                <a:lnTo>
                  <a:pt x="68" y="65"/>
                </a:lnTo>
                <a:lnTo>
                  <a:pt x="68" y="66"/>
                </a:lnTo>
                <a:lnTo>
                  <a:pt x="67" y="65"/>
                </a:lnTo>
                <a:lnTo>
                  <a:pt x="66" y="65"/>
                </a:lnTo>
                <a:lnTo>
                  <a:pt x="66" y="64"/>
                </a:lnTo>
                <a:lnTo>
                  <a:pt x="67" y="63"/>
                </a:lnTo>
                <a:lnTo>
                  <a:pt x="67" y="63"/>
                </a:lnTo>
                <a:lnTo>
                  <a:pt x="68" y="62"/>
                </a:lnTo>
                <a:lnTo>
                  <a:pt x="68" y="62"/>
                </a:lnTo>
                <a:lnTo>
                  <a:pt x="68" y="63"/>
                </a:lnTo>
                <a:lnTo>
                  <a:pt x="69" y="64"/>
                </a:lnTo>
                <a:lnTo>
                  <a:pt x="70" y="63"/>
                </a:lnTo>
                <a:lnTo>
                  <a:pt x="70" y="62"/>
                </a:lnTo>
                <a:lnTo>
                  <a:pt x="70" y="61"/>
                </a:lnTo>
                <a:lnTo>
                  <a:pt x="71" y="61"/>
                </a:lnTo>
                <a:lnTo>
                  <a:pt x="72" y="61"/>
                </a:lnTo>
                <a:lnTo>
                  <a:pt x="72" y="63"/>
                </a:lnTo>
                <a:lnTo>
                  <a:pt x="72" y="62"/>
                </a:lnTo>
                <a:lnTo>
                  <a:pt x="73" y="62"/>
                </a:lnTo>
                <a:lnTo>
                  <a:pt x="73" y="63"/>
                </a:lnTo>
                <a:lnTo>
                  <a:pt x="73" y="63"/>
                </a:lnTo>
                <a:lnTo>
                  <a:pt x="73" y="64"/>
                </a:lnTo>
                <a:lnTo>
                  <a:pt x="74" y="64"/>
                </a:lnTo>
                <a:lnTo>
                  <a:pt x="75" y="63"/>
                </a:lnTo>
                <a:lnTo>
                  <a:pt x="74" y="62"/>
                </a:lnTo>
                <a:lnTo>
                  <a:pt x="74" y="62"/>
                </a:lnTo>
                <a:lnTo>
                  <a:pt x="75" y="64"/>
                </a:lnTo>
                <a:lnTo>
                  <a:pt x="76" y="64"/>
                </a:lnTo>
                <a:lnTo>
                  <a:pt x="76" y="62"/>
                </a:lnTo>
                <a:lnTo>
                  <a:pt x="75" y="62"/>
                </a:lnTo>
                <a:lnTo>
                  <a:pt x="76" y="61"/>
                </a:lnTo>
                <a:lnTo>
                  <a:pt x="77" y="62"/>
                </a:lnTo>
                <a:lnTo>
                  <a:pt x="79" y="63"/>
                </a:lnTo>
                <a:lnTo>
                  <a:pt x="78" y="62"/>
                </a:lnTo>
                <a:lnTo>
                  <a:pt x="79" y="61"/>
                </a:lnTo>
                <a:lnTo>
                  <a:pt x="80" y="61"/>
                </a:lnTo>
                <a:lnTo>
                  <a:pt x="79" y="60"/>
                </a:lnTo>
                <a:lnTo>
                  <a:pt x="79" y="59"/>
                </a:lnTo>
                <a:lnTo>
                  <a:pt x="80" y="59"/>
                </a:lnTo>
                <a:lnTo>
                  <a:pt x="79" y="58"/>
                </a:lnTo>
                <a:lnTo>
                  <a:pt x="79" y="58"/>
                </a:lnTo>
                <a:lnTo>
                  <a:pt x="78" y="58"/>
                </a:lnTo>
                <a:lnTo>
                  <a:pt x="78" y="56"/>
                </a:lnTo>
                <a:lnTo>
                  <a:pt x="76" y="58"/>
                </a:lnTo>
                <a:lnTo>
                  <a:pt x="77" y="59"/>
                </a:lnTo>
                <a:lnTo>
                  <a:pt x="77" y="60"/>
                </a:lnTo>
                <a:lnTo>
                  <a:pt x="76" y="61"/>
                </a:lnTo>
                <a:lnTo>
                  <a:pt x="76" y="61"/>
                </a:lnTo>
                <a:lnTo>
                  <a:pt x="75" y="61"/>
                </a:lnTo>
                <a:lnTo>
                  <a:pt x="75" y="60"/>
                </a:lnTo>
                <a:lnTo>
                  <a:pt x="75" y="59"/>
                </a:lnTo>
                <a:lnTo>
                  <a:pt x="74" y="59"/>
                </a:lnTo>
                <a:lnTo>
                  <a:pt x="73" y="59"/>
                </a:lnTo>
                <a:lnTo>
                  <a:pt x="73" y="58"/>
                </a:lnTo>
                <a:lnTo>
                  <a:pt x="72" y="58"/>
                </a:lnTo>
                <a:lnTo>
                  <a:pt x="72" y="57"/>
                </a:lnTo>
                <a:lnTo>
                  <a:pt x="74" y="57"/>
                </a:lnTo>
                <a:lnTo>
                  <a:pt x="74" y="56"/>
                </a:lnTo>
                <a:lnTo>
                  <a:pt x="74" y="56"/>
                </a:lnTo>
                <a:lnTo>
                  <a:pt x="74" y="52"/>
                </a:lnTo>
                <a:lnTo>
                  <a:pt x="75" y="51"/>
                </a:lnTo>
                <a:lnTo>
                  <a:pt x="75" y="49"/>
                </a:lnTo>
                <a:lnTo>
                  <a:pt x="75" y="49"/>
                </a:lnTo>
                <a:lnTo>
                  <a:pt x="74" y="49"/>
                </a:lnTo>
                <a:lnTo>
                  <a:pt x="74" y="47"/>
                </a:lnTo>
                <a:lnTo>
                  <a:pt x="73" y="47"/>
                </a:lnTo>
                <a:lnTo>
                  <a:pt x="73" y="46"/>
                </a:lnTo>
                <a:lnTo>
                  <a:pt x="74" y="45"/>
                </a:lnTo>
                <a:lnTo>
                  <a:pt x="74" y="44"/>
                </a:lnTo>
                <a:lnTo>
                  <a:pt x="76" y="43"/>
                </a:lnTo>
                <a:lnTo>
                  <a:pt x="76" y="43"/>
                </a:lnTo>
                <a:lnTo>
                  <a:pt x="76" y="42"/>
                </a:lnTo>
                <a:lnTo>
                  <a:pt x="77" y="42"/>
                </a:lnTo>
                <a:lnTo>
                  <a:pt x="78" y="42"/>
                </a:lnTo>
                <a:lnTo>
                  <a:pt x="79" y="41"/>
                </a:lnTo>
                <a:lnTo>
                  <a:pt x="79" y="40"/>
                </a:lnTo>
                <a:lnTo>
                  <a:pt x="78" y="41"/>
                </a:lnTo>
                <a:lnTo>
                  <a:pt x="76" y="39"/>
                </a:lnTo>
                <a:lnTo>
                  <a:pt x="75" y="36"/>
                </a:lnTo>
                <a:lnTo>
                  <a:pt x="74" y="36"/>
                </a:lnTo>
                <a:lnTo>
                  <a:pt x="72" y="36"/>
                </a:lnTo>
                <a:lnTo>
                  <a:pt x="71" y="36"/>
                </a:lnTo>
                <a:lnTo>
                  <a:pt x="71" y="36"/>
                </a:lnTo>
                <a:lnTo>
                  <a:pt x="71" y="35"/>
                </a:lnTo>
                <a:lnTo>
                  <a:pt x="72" y="33"/>
                </a:lnTo>
                <a:lnTo>
                  <a:pt x="73" y="34"/>
                </a:lnTo>
                <a:lnTo>
                  <a:pt x="75" y="34"/>
                </a:lnTo>
                <a:lnTo>
                  <a:pt x="76" y="34"/>
                </a:lnTo>
                <a:lnTo>
                  <a:pt x="77" y="34"/>
                </a:lnTo>
                <a:lnTo>
                  <a:pt x="77" y="33"/>
                </a:lnTo>
                <a:lnTo>
                  <a:pt x="77" y="32"/>
                </a:lnTo>
                <a:lnTo>
                  <a:pt x="77" y="31"/>
                </a:lnTo>
                <a:lnTo>
                  <a:pt x="79" y="31"/>
                </a:lnTo>
                <a:lnTo>
                  <a:pt x="80" y="31"/>
                </a:lnTo>
                <a:lnTo>
                  <a:pt x="78" y="32"/>
                </a:lnTo>
                <a:lnTo>
                  <a:pt x="78" y="35"/>
                </a:lnTo>
                <a:lnTo>
                  <a:pt x="77" y="35"/>
                </a:lnTo>
                <a:lnTo>
                  <a:pt x="76" y="36"/>
                </a:lnTo>
                <a:lnTo>
                  <a:pt x="76" y="37"/>
                </a:lnTo>
                <a:lnTo>
                  <a:pt x="77" y="37"/>
                </a:lnTo>
                <a:lnTo>
                  <a:pt x="78" y="36"/>
                </a:lnTo>
                <a:lnTo>
                  <a:pt x="78" y="36"/>
                </a:lnTo>
                <a:lnTo>
                  <a:pt x="78" y="35"/>
                </a:lnTo>
                <a:lnTo>
                  <a:pt x="79" y="35"/>
                </a:lnTo>
                <a:lnTo>
                  <a:pt x="80" y="34"/>
                </a:lnTo>
                <a:lnTo>
                  <a:pt x="81" y="34"/>
                </a:lnTo>
                <a:lnTo>
                  <a:pt x="82" y="34"/>
                </a:lnTo>
                <a:lnTo>
                  <a:pt x="81" y="33"/>
                </a:lnTo>
                <a:lnTo>
                  <a:pt x="82" y="32"/>
                </a:lnTo>
                <a:lnTo>
                  <a:pt x="82" y="31"/>
                </a:lnTo>
                <a:lnTo>
                  <a:pt x="81" y="31"/>
                </a:lnTo>
                <a:lnTo>
                  <a:pt x="81" y="30"/>
                </a:lnTo>
                <a:lnTo>
                  <a:pt x="80" y="30"/>
                </a:lnTo>
                <a:lnTo>
                  <a:pt x="80" y="30"/>
                </a:lnTo>
                <a:lnTo>
                  <a:pt x="80" y="30"/>
                </a:lnTo>
                <a:lnTo>
                  <a:pt x="79" y="29"/>
                </a:lnTo>
                <a:lnTo>
                  <a:pt x="80" y="28"/>
                </a:lnTo>
                <a:lnTo>
                  <a:pt x="80" y="27"/>
                </a:lnTo>
                <a:lnTo>
                  <a:pt x="83" y="27"/>
                </a:lnTo>
                <a:lnTo>
                  <a:pt x="83" y="26"/>
                </a:lnTo>
                <a:lnTo>
                  <a:pt x="83" y="26"/>
                </a:lnTo>
                <a:lnTo>
                  <a:pt x="83" y="25"/>
                </a:lnTo>
                <a:lnTo>
                  <a:pt x="83" y="24"/>
                </a:lnTo>
                <a:lnTo>
                  <a:pt x="83" y="23"/>
                </a:lnTo>
                <a:lnTo>
                  <a:pt x="85" y="23"/>
                </a:lnTo>
                <a:lnTo>
                  <a:pt x="86" y="22"/>
                </a:lnTo>
                <a:lnTo>
                  <a:pt x="85" y="20"/>
                </a:lnTo>
                <a:lnTo>
                  <a:pt x="85" y="19"/>
                </a:lnTo>
                <a:lnTo>
                  <a:pt x="85" y="19"/>
                </a:lnTo>
                <a:lnTo>
                  <a:pt x="83" y="17"/>
                </a:lnTo>
                <a:lnTo>
                  <a:pt x="83" y="16"/>
                </a:lnTo>
                <a:lnTo>
                  <a:pt x="82" y="17"/>
                </a:lnTo>
                <a:lnTo>
                  <a:pt x="81" y="16"/>
                </a:lnTo>
                <a:lnTo>
                  <a:pt x="79" y="16"/>
                </a:lnTo>
                <a:lnTo>
                  <a:pt x="79" y="17"/>
                </a:lnTo>
                <a:lnTo>
                  <a:pt x="78" y="17"/>
                </a:lnTo>
                <a:lnTo>
                  <a:pt x="78" y="18"/>
                </a:lnTo>
                <a:lnTo>
                  <a:pt x="77" y="18"/>
                </a:lnTo>
                <a:lnTo>
                  <a:pt x="77" y="18"/>
                </a:lnTo>
                <a:lnTo>
                  <a:pt x="76" y="18"/>
                </a:lnTo>
                <a:lnTo>
                  <a:pt x="75" y="19"/>
                </a:lnTo>
                <a:lnTo>
                  <a:pt x="74" y="20"/>
                </a:lnTo>
                <a:lnTo>
                  <a:pt x="72" y="20"/>
                </a:lnTo>
                <a:lnTo>
                  <a:pt x="72" y="19"/>
                </a:lnTo>
                <a:lnTo>
                  <a:pt x="70" y="17"/>
                </a:lnTo>
                <a:lnTo>
                  <a:pt x="70" y="17"/>
                </a:lnTo>
                <a:lnTo>
                  <a:pt x="70" y="16"/>
                </a:lnTo>
                <a:lnTo>
                  <a:pt x="69" y="15"/>
                </a:lnTo>
                <a:lnTo>
                  <a:pt x="69" y="14"/>
                </a:lnTo>
                <a:lnTo>
                  <a:pt x="68" y="14"/>
                </a:lnTo>
                <a:lnTo>
                  <a:pt x="68" y="12"/>
                </a:lnTo>
                <a:lnTo>
                  <a:pt x="68" y="12"/>
                </a:lnTo>
                <a:lnTo>
                  <a:pt x="66" y="13"/>
                </a:lnTo>
                <a:lnTo>
                  <a:pt x="65" y="16"/>
                </a:lnTo>
                <a:lnTo>
                  <a:pt x="65" y="16"/>
                </a:lnTo>
                <a:lnTo>
                  <a:pt x="64" y="16"/>
                </a:lnTo>
                <a:lnTo>
                  <a:pt x="63" y="16"/>
                </a:lnTo>
                <a:lnTo>
                  <a:pt x="62" y="19"/>
                </a:lnTo>
                <a:lnTo>
                  <a:pt x="59" y="19"/>
                </a:lnTo>
                <a:lnTo>
                  <a:pt x="59" y="19"/>
                </a:lnTo>
                <a:lnTo>
                  <a:pt x="59" y="18"/>
                </a:lnTo>
                <a:lnTo>
                  <a:pt x="58" y="18"/>
                </a:lnTo>
                <a:lnTo>
                  <a:pt x="57" y="18"/>
                </a:lnTo>
                <a:lnTo>
                  <a:pt x="56" y="18"/>
                </a:lnTo>
                <a:lnTo>
                  <a:pt x="56" y="18"/>
                </a:lnTo>
                <a:lnTo>
                  <a:pt x="55" y="19"/>
                </a:lnTo>
                <a:lnTo>
                  <a:pt x="54" y="19"/>
                </a:lnTo>
                <a:lnTo>
                  <a:pt x="53" y="17"/>
                </a:lnTo>
                <a:lnTo>
                  <a:pt x="54" y="17"/>
                </a:lnTo>
                <a:lnTo>
                  <a:pt x="54" y="15"/>
                </a:lnTo>
                <a:lnTo>
                  <a:pt x="53" y="14"/>
                </a:lnTo>
                <a:lnTo>
                  <a:pt x="51" y="9"/>
                </a:lnTo>
                <a:lnTo>
                  <a:pt x="49" y="8"/>
                </a:lnTo>
                <a:lnTo>
                  <a:pt x="49" y="6"/>
                </a:lnTo>
                <a:lnTo>
                  <a:pt x="50" y="5"/>
                </a:lnTo>
                <a:lnTo>
                  <a:pt x="50" y="4"/>
                </a:lnTo>
                <a:lnTo>
                  <a:pt x="49" y="3"/>
                </a:lnTo>
                <a:lnTo>
                  <a:pt x="50" y="3"/>
                </a:lnTo>
                <a:lnTo>
                  <a:pt x="50" y="2"/>
                </a:lnTo>
                <a:lnTo>
                  <a:pt x="49" y="2"/>
                </a:lnTo>
                <a:lnTo>
                  <a:pt x="48" y="0"/>
                </a:lnTo>
                <a:lnTo>
                  <a:pt x="48" y="1"/>
                </a:lnTo>
                <a:lnTo>
                  <a:pt x="47" y="2"/>
                </a:lnTo>
                <a:lnTo>
                  <a:pt x="46" y="2"/>
                </a:lnTo>
                <a:lnTo>
                  <a:pt x="46" y="2"/>
                </a:lnTo>
                <a:lnTo>
                  <a:pt x="44" y="2"/>
                </a:lnTo>
                <a:lnTo>
                  <a:pt x="44" y="3"/>
                </a:lnTo>
                <a:lnTo>
                  <a:pt x="43" y="3"/>
                </a:lnTo>
                <a:lnTo>
                  <a:pt x="42" y="2"/>
                </a:lnTo>
                <a:lnTo>
                  <a:pt x="40" y="4"/>
                </a:lnTo>
                <a:lnTo>
                  <a:pt x="42" y="4"/>
                </a:lnTo>
                <a:lnTo>
                  <a:pt x="42" y="6"/>
                </a:lnTo>
                <a:lnTo>
                  <a:pt x="39" y="7"/>
                </a:lnTo>
                <a:lnTo>
                  <a:pt x="39" y="8"/>
                </a:lnTo>
                <a:lnTo>
                  <a:pt x="38" y="8"/>
                </a:lnTo>
                <a:lnTo>
                  <a:pt x="37" y="8"/>
                </a:lnTo>
                <a:lnTo>
                  <a:pt x="37" y="9"/>
                </a:lnTo>
                <a:lnTo>
                  <a:pt x="37" y="9"/>
                </a:lnTo>
                <a:lnTo>
                  <a:pt x="37" y="10"/>
                </a:lnTo>
                <a:lnTo>
                  <a:pt x="35" y="10"/>
                </a:lnTo>
                <a:lnTo>
                  <a:pt x="34" y="10"/>
                </a:lnTo>
                <a:lnTo>
                  <a:pt x="34" y="10"/>
                </a:lnTo>
                <a:lnTo>
                  <a:pt x="33" y="11"/>
                </a:lnTo>
                <a:lnTo>
                  <a:pt x="32" y="11"/>
                </a:lnTo>
                <a:lnTo>
                  <a:pt x="31" y="12"/>
                </a:lnTo>
                <a:lnTo>
                  <a:pt x="31" y="13"/>
                </a:lnTo>
                <a:lnTo>
                  <a:pt x="30" y="15"/>
                </a:lnTo>
                <a:lnTo>
                  <a:pt x="30" y="14"/>
                </a:lnTo>
                <a:lnTo>
                  <a:pt x="29" y="14"/>
                </a:lnTo>
                <a:lnTo>
                  <a:pt x="28" y="13"/>
                </a:lnTo>
                <a:lnTo>
                  <a:pt x="26" y="11"/>
                </a:lnTo>
                <a:lnTo>
                  <a:pt x="26" y="11"/>
                </a:lnTo>
                <a:lnTo>
                  <a:pt x="25" y="12"/>
                </a:lnTo>
                <a:lnTo>
                  <a:pt x="24" y="12"/>
                </a:lnTo>
                <a:lnTo>
                  <a:pt x="22" y="14"/>
                </a:lnTo>
                <a:lnTo>
                  <a:pt x="22" y="14"/>
                </a:lnTo>
                <a:lnTo>
                  <a:pt x="21" y="14"/>
                </a:lnTo>
                <a:lnTo>
                  <a:pt x="21" y="15"/>
                </a:lnTo>
                <a:lnTo>
                  <a:pt x="22" y="15"/>
                </a:lnTo>
                <a:lnTo>
                  <a:pt x="22" y="16"/>
                </a:lnTo>
                <a:lnTo>
                  <a:pt x="21" y="18"/>
                </a:lnTo>
                <a:lnTo>
                  <a:pt x="20" y="18"/>
                </a:lnTo>
                <a:lnTo>
                  <a:pt x="20" y="19"/>
                </a:lnTo>
                <a:lnTo>
                  <a:pt x="18" y="19"/>
                </a:lnTo>
                <a:lnTo>
                  <a:pt x="18" y="20"/>
                </a:lnTo>
                <a:lnTo>
                  <a:pt x="17" y="19"/>
                </a:lnTo>
                <a:lnTo>
                  <a:pt x="16" y="20"/>
                </a:lnTo>
                <a:lnTo>
                  <a:pt x="17" y="21"/>
                </a:lnTo>
                <a:lnTo>
                  <a:pt x="17" y="22"/>
                </a:lnTo>
                <a:lnTo>
                  <a:pt x="18" y="22"/>
                </a:lnTo>
                <a:lnTo>
                  <a:pt x="18" y="21"/>
                </a:lnTo>
                <a:lnTo>
                  <a:pt x="19" y="22"/>
                </a:lnTo>
                <a:lnTo>
                  <a:pt x="19" y="24"/>
                </a:lnTo>
                <a:lnTo>
                  <a:pt x="19" y="25"/>
                </a:lnTo>
                <a:lnTo>
                  <a:pt x="19" y="25"/>
                </a:lnTo>
                <a:lnTo>
                  <a:pt x="19" y="27"/>
                </a:lnTo>
                <a:lnTo>
                  <a:pt x="21" y="27"/>
                </a:lnTo>
                <a:lnTo>
                  <a:pt x="20" y="29"/>
                </a:lnTo>
                <a:lnTo>
                  <a:pt x="18" y="31"/>
                </a:lnTo>
                <a:lnTo>
                  <a:pt x="19" y="32"/>
                </a:lnTo>
                <a:lnTo>
                  <a:pt x="17" y="33"/>
                </a:lnTo>
                <a:lnTo>
                  <a:pt x="17" y="34"/>
                </a:lnTo>
                <a:lnTo>
                  <a:pt x="16" y="34"/>
                </a:lnTo>
                <a:lnTo>
                  <a:pt x="12" y="36"/>
                </a:lnTo>
                <a:lnTo>
                  <a:pt x="9" y="39"/>
                </a:lnTo>
                <a:lnTo>
                  <a:pt x="10" y="40"/>
                </a:lnTo>
                <a:lnTo>
                  <a:pt x="9" y="42"/>
                </a:lnTo>
                <a:lnTo>
                  <a:pt x="9" y="43"/>
                </a:lnTo>
                <a:lnTo>
                  <a:pt x="10" y="43"/>
                </a:lnTo>
                <a:lnTo>
                  <a:pt x="10" y="45"/>
                </a:lnTo>
                <a:lnTo>
                  <a:pt x="11" y="46"/>
                </a:lnTo>
                <a:lnTo>
                  <a:pt x="12" y="47"/>
                </a:lnTo>
                <a:lnTo>
                  <a:pt x="12" y="47"/>
                </a:lnTo>
                <a:lnTo>
                  <a:pt x="12" y="48"/>
                </a:lnTo>
                <a:lnTo>
                  <a:pt x="12" y="49"/>
                </a:lnTo>
                <a:lnTo>
                  <a:pt x="11" y="50"/>
                </a:lnTo>
                <a:lnTo>
                  <a:pt x="11" y="49"/>
                </a:lnTo>
                <a:lnTo>
                  <a:pt x="10" y="49"/>
                </a:lnTo>
                <a:lnTo>
                  <a:pt x="10" y="50"/>
                </a:lnTo>
                <a:lnTo>
                  <a:pt x="8" y="51"/>
                </a:lnTo>
                <a:lnTo>
                  <a:pt x="8" y="53"/>
                </a:lnTo>
                <a:lnTo>
                  <a:pt x="8" y="54"/>
                </a:lnTo>
                <a:lnTo>
                  <a:pt x="9" y="54"/>
                </a:lnTo>
                <a:lnTo>
                  <a:pt x="10" y="54"/>
                </a:lnTo>
                <a:lnTo>
                  <a:pt x="10" y="55"/>
                </a:lnTo>
                <a:lnTo>
                  <a:pt x="8" y="57"/>
                </a:lnTo>
                <a:lnTo>
                  <a:pt x="8" y="58"/>
                </a:lnTo>
                <a:lnTo>
                  <a:pt x="8" y="59"/>
                </a:lnTo>
                <a:lnTo>
                  <a:pt x="7" y="59"/>
                </a:lnTo>
                <a:lnTo>
                  <a:pt x="6" y="61"/>
                </a:lnTo>
                <a:lnTo>
                  <a:pt x="4" y="61"/>
                </a:lnTo>
                <a:lnTo>
                  <a:pt x="4" y="62"/>
                </a:lnTo>
                <a:lnTo>
                  <a:pt x="4" y="63"/>
                </a:lnTo>
                <a:lnTo>
                  <a:pt x="5" y="64"/>
                </a:lnTo>
                <a:lnTo>
                  <a:pt x="4" y="64"/>
                </a:lnTo>
                <a:lnTo>
                  <a:pt x="3" y="65"/>
                </a:lnTo>
                <a:lnTo>
                  <a:pt x="3" y="66"/>
                </a:lnTo>
                <a:lnTo>
                  <a:pt x="3" y="67"/>
                </a:lnTo>
                <a:lnTo>
                  <a:pt x="2" y="67"/>
                </a:lnTo>
                <a:lnTo>
                  <a:pt x="3" y="69"/>
                </a:lnTo>
                <a:lnTo>
                  <a:pt x="2" y="70"/>
                </a:lnTo>
                <a:lnTo>
                  <a:pt x="2" y="72"/>
                </a:lnTo>
                <a:lnTo>
                  <a:pt x="2" y="73"/>
                </a:lnTo>
                <a:lnTo>
                  <a:pt x="2" y="74"/>
                </a:lnTo>
                <a:lnTo>
                  <a:pt x="2" y="75"/>
                </a:lnTo>
                <a:lnTo>
                  <a:pt x="1" y="75"/>
                </a:lnTo>
                <a:lnTo>
                  <a:pt x="1" y="76"/>
                </a:lnTo>
                <a:lnTo>
                  <a:pt x="0" y="77"/>
                </a:lnTo>
                <a:lnTo>
                  <a:pt x="0" y="79"/>
                </a:lnTo>
                <a:lnTo>
                  <a:pt x="0" y="80"/>
                </a:lnTo>
                <a:lnTo>
                  <a:pt x="1" y="80"/>
                </a:lnTo>
                <a:lnTo>
                  <a:pt x="1" y="80"/>
                </a:lnTo>
                <a:lnTo>
                  <a:pt x="0" y="81"/>
                </a:lnTo>
                <a:lnTo>
                  <a:pt x="2" y="82"/>
                </a:lnTo>
                <a:lnTo>
                  <a:pt x="0" y="83"/>
                </a:lnTo>
                <a:lnTo>
                  <a:pt x="1" y="83"/>
                </a:lnTo>
                <a:lnTo>
                  <a:pt x="4" y="83"/>
                </a:lnTo>
                <a:lnTo>
                  <a:pt x="5" y="85"/>
                </a:lnTo>
                <a:lnTo>
                  <a:pt x="6" y="84"/>
                </a:lnTo>
                <a:lnTo>
                  <a:pt x="7" y="84"/>
                </a:lnTo>
                <a:lnTo>
                  <a:pt x="8" y="85"/>
                </a:lnTo>
                <a:lnTo>
                  <a:pt x="9" y="85"/>
                </a:lnTo>
                <a:lnTo>
                  <a:pt x="8" y="85"/>
                </a:lnTo>
                <a:lnTo>
                  <a:pt x="10" y="85"/>
                </a:lnTo>
                <a:lnTo>
                  <a:pt x="10" y="84"/>
                </a:lnTo>
                <a:lnTo>
                  <a:pt x="11" y="83"/>
                </a:lnTo>
                <a:lnTo>
                  <a:pt x="11" y="83"/>
                </a:lnTo>
                <a:lnTo>
                  <a:pt x="12" y="84"/>
                </a:lnTo>
                <a:lnTo>
                  <a:pt x="11" y="85"/>
                </a:lnTo>
                <a:lnTo>
                  <a:pt x="13" y="87"/>
                </a:lnTo>
                <a:lnTo>
                  <a:pt x="14" y="86"/>
                </a:lnTo>
                <a:lnTo>
                  <a:pt x="14" y="88"/>
                </a:lnTo>
                <a:lnTo>
                  <a:pt x="14" y="89"/>
                </a:lnTo>
                <a:lnTo>
                  <a:pt x="15" y="89"/>
                </a:lnTo>
                <a:lnTo>
                  <a:pt x="16" y="88"/>
                </a:lnTo>
                <a:lnTo>
                  <a:pt x="17" y="88"/>
                </a:lnTo>
                <a:lnTo>
                  <a:pt x="20" y="87"/>
                </a:lnTo>
                <a:lnTo>
                  <a:pt x="21" y="87"/>
                </a:lnTo>
                <a:lnTo>
                  <a:pt x="20" y="89"/>
                </a:lnTo>
                <a:lnTo>
                  <a:pt x="20" y="90"/>
                </a:lnTo>
                <a:lnTo>
                  <a:pt x="22" y="91"/>
                </a:lnTo>
                <a:lnTo>
                  <a:pt x="22" y="92"/>
                </a:lnTo>
                <a:lnTo>
                  <a:pt x="23" y="93"/>
                </a:lnTo>
                <a:lnTo>
                  <a:pt x="24" y="95"/>
                </a:lnTo>
                <a:lnTo>
                  <a:pt x="24" y="95"/>
                </a:lnTo>
                <a:lnTo>
                  <a:pt x="24" y="96"/>
                </a:lnTo>
                <a:lnTo>
                  <a:pt x="26" y="97"/>
                </a:lnTo>
                <a:lnTo>
                  <a:pt x="24" y="99"/>
                </a:lnTo>
                <a:lnTo>
                  <a:pt x="25" y="100"/>
                </a:lnTo>
                <a:lnTo>
                  <a:pt x="25" y="101"/>
                </a:lnTo>
                <a:lnTo>
                  <a:pt x="26" y="101"/>
                </a:lnTo>
                <a:lnTo>
                  <a:pt x="26" y="103"/>
                </a:lnTo>
                <a:lnTo>
                  <a:pt x="25" y="103"/>
                </a:lnTo>
                <a:lnTo>
                  <a:pt x="26" y="104"/>
                </a:lnTo>
                <a:lnTo>
                  <a:pt x="27" y="104"/>
                </a:lnTo>
                <a:lnTo>
                  <a:pt x="28" y="108"/>
                </a:lnTo>
                <a:lnTo>
                  <a:pt x="30" y="109"/>
                </a:lnTo>
                <a:lnTo>
                  <a:pt x="30" y="109"/>
                </a:lnTo>
                <a:lnTo>
                  <a:pt x="31" y="109"/>
                </a:lnTo>
                <a:lnTo>
                  <a:pt x="31" y="110"/>
                </a:lnTo>
                <a:lnTo>
                  <a:pt x="33" y="110"/>
                </a:lnTo>
                <a:lnTo>
                  <a:pt x="34" y="110"/>
                </a:lnTo>
                <a:lnTo>
                  <a:pt x="35" y="110"/>
                </a:lnTo>
                <a:lnTo>
                  <a:pt x="37" y="109"/>
                </a:lnTo>
                <a:lnTo>
                  <a:pt x="37" y="108"/>
                </a:lnTo>
                <a:lnTo>
                  <a:pt x="37" y="108"/>
                </a:lnTo>
                <a:lnTo>
                  <a:pt x="37" y="106"/>
                </a:lnTo>
                <a:lnTo>
                  <a:pt x="38" y="106"/>
                </a:lnTo>
                <a:lnTo>
                  <a:pt x="39" y="106"/>
                </a:lnTo>
                <a:lnTo>
                  <a:pt x="40" y="104"/>
                </a:lnTo>
                <a:lnTo>
                  <a:pt x="40" y="102"/>
                </a:lnTo>
                <a:lnTo>
                  <a:pt x="42" y="102"/>
                </a:lnTo>
                <a:lnTo>
                  <a:pt x="43" y="101"/>
                </a:lnTo>
                <a:lnTo>
                  <a:pt x="43" y="100"/>
                </a:lnTo>
                <a:lnTo>
                  <a:pt x="44" y="99"/>
                </a:lnTo>
                <a:lnTo>
                  <a:pt x="45" y="99"/>
                </a:lnTo>
                <a:lnTo>
                  <a:pt x="45" y="97"/>
                </a:lnTo>
                <a:lnTo>
                  <a:pt x="46" y="95"/>
                </a:lnTo>
                <a:lnTo>
                  <a:pt x="47" y="94"/>
                </a:lnTo>
                <a:lnTo>
                  <a:pt x="48" y="93"/>
                </a:lnTo>
                <a:lnTo>
                  <a:pt x="49" y="92"/>
                </a:lnTo>
                <a:lnTo>
                  <a:pt x="48" y="90"/>
                </a:lnTo>
                <a:lnTo>
                  <a:pt x="47" y="90"/>
                </a:lnTo>
                <a:lnTo>
                  <a:pt x="47" y="89"/>
                </a:lnTo>
                <a:lnTo>
                  <a:pt x="46" y="89"/>
                </a:lnTo>
                <a:lnTo>
                  <a:pt x="47" y="87"/>
                </a:lnTo>
                <a:lnTo>
                  <a:pt x="48" y="86"/>
                </a:lnTo>
                <a:lnTo>
                  <a:pt x="48" y="85"/>
                </a:lnTo>
                <a:lnTo>
                  <a:pt x="50" y="87"/>
                </a:lnTo>
                <a:lnTo>
                  <a:pt x="53" y="86"/>
                </a:lnTo>
                <a:lnTo>
                  <a:pt x="52" y="85"/>
                </a:lnTo>
                <a:lnTo>
                  <a:pt x="54" y="84"/>
                </a:lnTo>
                <a:lnTo>
                  <a:pt x="55" y="84"/>
                </a:lnTo>
                <a:lnTo>
                  <a:pt x="56" y="84"/>
                </a:lnTo>
                <a:lnTo>
                  <a:pt x="57" y="86"/>
                </a:lnTo>
                <a:lnTo>
                  <a:pt x="58" y="85"/>
                </a:lnTo>
                <a:lnTo>
                  <a:pt x="59" y="84"/>
                </a:lnTo>
                <a:lnTo>
                  <a:pt x="59" y="83"/>
                </a:lnTo>
                <a:lnTo>
                  <a:pt x="58" y="83"/>
                </a:lnTo>
                <a:lnTo>
                  <a:pt x="58" y="82"/>
                </a:lnTo>
                <a:lnTo>
                  <a:pt x="58" y="82"/>
                </a:lnTo>
                <a:lnTo>
                  <a:pt x="59" y="82"/>
                </a:lnTo>
                <a:lnTo>
                  <a:pt x="60" y="80"/>
                </a:lnTo>
                <a:lnTo>
                  <a:pt x="60" y="79"/>
                </a:lnTo>
                <a:lnTo>
                  <a:pt x="58" y="79"/>
                </a:lnTo>
                <a:lnTo>
                  <a:pt x="57" y="78"/>
                </a:lnTo>
                <a:lnTo>
                  <a:pt x="59" y="77"/>
                </a:lnTo>
                <a:lnTo>
                  <a:pt x="58" y="78"/>
                </a:lnTo>
                <a:lnTo>
                  <a:pt x="60" y="78"/>
                </a:lnTo>
                <a:lnTo>
                  <a:pt x="61" y="77"/>
                </a:lnTo>
                <a:lnTo>
                  <a:pt x="61" y="77"/>
                </a:lnTo>
                <a:lnTo>
                  <a:pt x="62" y="76"/>
                </a:lnTo>
                <a:lnTo>
                  <a:pt x="64" y="76"/>
                </a:lnTo>
                <a:lnTo>
                  <a:pt x="64" y="76"/>
                </a:lnTo>
                <a:lnTo>
                  <a:pt x="63" y="76"/>
                </a:lnTo>
                <a:lnTo>
                  <a:pt x="63" y="75"/>
                </a:lnTo>
                <a:lnTo>
                  <a:pt x="63" y="75"/>
                </a:lnTo>
                <a:lnTo>
                  <a:pt x="65" y="75"/>
                </a:lnTo>
                <a:lnTo>
                  <a:pt x="65" y="74"/>
                </a:lnTo>
                <a:lnTo>
                  <a:pt x="64" y="74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5030498" y="4788900"/>
            <a:ext cx="602822" cy="833690"/>
          </a:xfrm>
          <a:custGeom>
            <a:avLst/>
            <a:gdLst/>
            <a:ahLst/>
            <a:cxnLst/>
            <a:rect l="l" t="t" r="r" b="b"/>
            <a:pathLst>
              <a:path w="94" h="130">
                <a:moveTo>
                  <a:pt x="85" y="12"/>
                </a:moveTo>
                <a:lnTo>
                  <a:pt x="84" y="11"/>
                </a:lnTo>
                <a:lnTo>
                  <a:pt x="84" y="10"/>
                </a:lnTo>
                <a:lnTo>
                  <a:pt x="84" y="10"/>
                </a:lnTo>
                <a:lnTo>
                  <a:pt x="81" y="8"/>
                </a:lnTo>
                <a:lnTo>
                  <a:pt x="80" y="9"/>
                </a:lnTo>
                <a:lnTo>
                  <a:pt x="77" y="9"/>
                </a:lnTo>
                <a:lnTo>
                  <a:pt x="76" y="9"/>
                </a:lnTo>
                <a:lnTo>
                  <a:pt x="75" y="9"/>
                </a:lnTo>
                <a:lnTo>
                  <a:pt x="75" y="8"/>
                </a:lnTo>
                <a:lnTo>
                  <a:pt x="74" y="8"/>
                </a:lnTo>
                <a:lnTo>
                  <a:pt x="74" y="9"/>
                </a:lnTo>
                <a:lnTo>
                  <a:pt x="72" y="9"/>
                </a:lnTo>
                <a:lnTo>
                  <a:pt x="72" y="7"/>
                </a:lnTo>
                <a:lnTo>
                  <a:pt x="70" y="7"/>
                </a:lnTo>
                <a:lnTo>
                  <a:pt x="70" y="6"/>
                </a:lnTo>
                <a:lnTo>
                  <a:pt x="69" y="4"/>
                </a:lnTo>
                <a:lnTo>
                  <a:pt x="69" y="3"/>
                </a:lnTo>
                <a:lnTo>
                  <a:pt x="68" y="4"/>
                </a:lnTo>
                <a:lnTo>
                  <a:pt x="68" y="4"/>
                </a:lnTo>
                <a:lnTo>
                  <a:pt x="67" y="4"/>
                </a:lnTo>
                <a:lnTo>
                  <a:pt x="66" y="4"/>
                </a:lnTo>
                <a:lnTo>
                  <a:pt x="66" y="3"/>
                </a:lnTo>
                <a:lnTo>
                  <a:pt x="66" y="2"/>
                </a:lnTo>
                <a:lnTo>
                  <a:pt x="65" y="2"/>
                </a:lnTo>
                <a:lnTo>
                  <a:pt x="63" y="3"/>
                </a:lnTo>
                <a:lnTo>
                  <a:pt x="64" y="4"/>
                </a:lnTo>
                <a:lnTo>
                  <a:pt x="63" y="5"/>
                </a:lnTo>
                <a:lnTo>
                  <a:pt x="64" y="6"/>
                </a:lnTo>
                <a:lnTo>
                  <a:pt x="63" y="6"/>
                </a:lnTo>
                <a:lnTo>
                  <a:pt x="64" y="7"/>
                </a:lnTo>
                <a:lnTo>
                  <a:pt x="62" y="8"/>
                </a:lnTo>
                <a:lnTo>
                  <a:pt x="62" y="8"/>
                </a:lnTo>
                <a:lnTo>
                  <a:pt x="59" y="10"/>
                </a:lnTo>
                <a:lnTo>
                  <a:pt x="59" y="11"/>
                </a:lnTo>
                <a:lnTo>
                  <a:pt x="58" y="11"/>
                </a:lnTo>
                <a:lnTo>
                  <a:pt x="57" y="11"/>
                </a:lnTo>
                <a:lnTo>
                  <a:pt x="57" y="11"/>
                </a:lnTo>
                <a:lnTo>
                  <a:pt x="56" y="11"/>
                </a:lnTo>
                <a:lnTo>
                  <a:pt x="55" y="10"/>
                </a:lnTo>
                <a:lnTo>
                  <a:pt x="55" y="9"/>
                </a:lnTo>
                <a:lnTo>
                  <a:pt x="55" y="9"/>
                </a:lnTo>
                <a:lnTo>
                  <a:pt x="59" y="4"/>
                </a:lnTo>
                <a:lnTo>
                  <a:pt x="59" y="2"/>
                </a:lnTo>
                <a:lnTo>
                  <a:pt x="58" y="2"/>
                </a:lnTo>
                <a:lnTo>
                  <a:pt x="58" y="2"/>
                </a:lnTo>
                <a:lnTo>
                  <a:pt x="57" y="1"/>
                </a:lnTo>
                <a:lnTo>
                  <a:pt x="57" y="1"/>
                </a:lnTo>
                <a:lnTo>
                  <a:pt x="56" y="0"/>
                </a:lnTo>
                <a:lnTo>
                  <a:pt x="54" y="0"/>
                </a:lnTo>
                <a:lnTo>
                  <a:pt x="53" y="0"/>
                </a:lnTo>
                <a:lnTo>
                  <a:pt x="53" y="1"/>
                </a:lnTo>
                <a:lnTo>
                  <a:pt x="52" y="4"/>
                </a:lnTo>
                <a:lnTo>
                  <a:pt x="51" y="5"/>
                </a:lnTo>
                <a:lnTo>
                  <a:pt x="47" y="7"/>
                </a:lnTo>
                <a:lnTo>
                  <a:pt x="47" y="7"/>
                </a:lnTo>
                <a:lnTo>
                  <a:pt x="46" y="7"/>
                </a:lnTo>
                <a:lnTo>
                  <a:pt x="45" y="7"/>
                </a:lnTo>
                <a:lnTo>
                  <a:pt x="41" y="9"/>
                </a:lnTo>
                <a:lnTo>
                  <a:pt x="40" y="10"/>
                </a:lnTo>
                <a:lnTo>
                  <a:pt x="35" y="7"/>
                </a:lnTo>
                <a:lnTo>
                  <a:pt x="32" y="8"/>
                </a:lnTo>
                <a:lnTo>
                  <a:pt x="32" y="9"/>
                </a:lnTo>
                <a:lnTo>
                  <a:pt x="32" y="10"/>
                </a:lnTo>
                <a:lnTo>
                  <a:pt x="30" y="12"/>
                </a:lnTo>
                <a:lnTo>
                  <a:pt x="29" y="13"/>
                </a:lnTo>
                <a:lnTo>
                  <a:pt x="28" y="12"/>
                </a:lnTo>
                <a:lnTo>
                  <a:pt x="26" y="13"/>
                </a:lnTo>
                <a:lnTo>
                  <a:pt x="25" y="12"/>
                </a:lnTo>
                <a:lnTo>
                  <a:pt x="25" y="13"/>
                </a:lnTo>
                <a:lnTo>
                  <a:pt x="26" y="13"/>
                </a:lnTo>
                <a:lnTo>
                  <a:pt x="25" y="14"/>
                </a:lnTo>
                <a:lnTo>
                  <a:pt x="26" y="14"/>
                </a:lnTo>
                <a:lnTo>
                  <a:pt x="26" y="16"/>
                </a:lnTo>
                <a:lnTo>
                  <a:pt x="25" y="16"/>
                </a:lnTo>
                <a:lnTo>
                  <a:pt x="25" y="15"/>
                </a:lnTo>
                <a:lnTo>
                  <a:pt x="24" y="15"/>
                </a:lnTo>
                <a:lnTo>
                  <a:pt x="23" y="15"/>
                </a:lnTo>
                <a:lnTo>
                  <a:pt x="22" y="16"/>
                </a:lnTo>
                <a:lnTo>
                  <a:pt x="23" y="16"/>
                </a:lnTo>
                <a:lnTo>
                  <a:pt x="22" y="17"/>
                </a:lnTo>
                <a:lnTo>
                  <a:pt x="21" y="17"/>
                </a:lnTo>
                <a:lnTo>
                  <a:pt x="21" y="17"/>
                </a:lnTo>
                <a:lnTo>
                  <a:pt x="21" y="18"/>
                </a:lnTo>
                <a:lnTo>
                  <a:pt x="22" y="18"/>
                </a:lnTo>
                <a:lnTo>
                  <a:pt x="22" y="17"/>
                </a:lnTo>
                <a:lnTo>
                  <a:pt x="22" y="17"/>
                </a:lnTo>
                <a:lnTo>
                  <a:pt x="22" y="17"/>
                </a:lnTo>
                <a:lnTo>
                  <a:pt x="22" y="18"/>
                </a:lnTo>
                <a:lnTo>
                  <a:pt x="21" y="19"/>
                </a:lnTo>
                <a:lnTo>
                  <a:pt x="19" y="20"/>
                </a:lnTo>
                <a:lnTo>
                  <a:pt x="19" y="20"/>
                </a:lnTo>
                <a:lnTo>
                  <a:pt x="19" y="20"/>
                </a:lnTo>
                <a:lnTo>
                  <a:pt x="17" y="20"/>
                </a:lnTo>
                <a:lnTo>
                  <a:pt x="14" y="21"/>
                </a:lnTo>
                <a:lnTo>
                  <a:pt x="13" y="22"/>
                </a:lnTo>
                <a:lnTo>
                  <a:pt x="13" y="21"/>
                </a:lnTo>
                <a:lnTo>
                  <a:pt x="11" y="22"/>
                </a:lnTo>
                <a:lnTo>
                  <a:pt x="10" y="21"/>
                </a:lnTo>
                <a:lnTo>
                  <a:pt x="9" y="21"/>
                </a:lnTo>
                <a:lnTo>
                  <a:pt x="9" y="24"/>
                </a:lnTo>
                <a:lnTo>
                  <a:pt x="6" y="25"/>
                </a:lnTo>
                <a:lnTo>
                  <a:pt x="5" y="26"/>
                </a:lnTo>
                <a:lnTo>
                  <a:pt x="4" y="28"/>
                </a:lnTo>
                <a:lnTo>
                  <a:pt x="4" y="30"/>
                </a:lnTo>
                <a:lnTo>
                  <a:pt x="5" y="31"/>
                </a:lnTo>
                <a:lnTo>
                  <a:pt x="5" y="31"/>
                </a:lnTo>
                <a:lnTo>
                  <a:pt x="5" y="32"/>
                </a:lnTo>
                <a:lnTo>
                  <a:pt x="6" y="32"/>
                </a:lnTo>
                <a:lnTo>
                  <a:pt x="6" y="32"/>
                </a:lnTo>
                <a:lnTo>
                  <a:pt x="7" y="33"/>
                </a:lnTo>
                <a:lnTo>
                  <a:pt x="8" y="33"/>
                </a:lnTo>
                <a:lnTo>
                  <a:pt x="8" y="33"/>
                </a:lnTo>
                <a:lnTo>
                  <a:pt x="8" y="38"/>
                </a:lnTo>
                <a:lnTo>
                  <a:pt x="7" y="40"/>
                </a:lnTo>
                <a:lnTo>
                  <a:pt x="10" y="41"/>
                </a:lnTo>
                <a:lnTo>
                  <a:pt x="9" y="42"/>
                </a:lnTo>
                <a:lnTo>
                  <a:pt x="11" y="43"/>
                </a:lnTo>
                <a:lnTo>
                  <a:pt x="11" y="45"/>
                </a:lnTo>
                <a:lnTo>
                  <a:pt x="10" y="45"/>
                </a:lnTo>
                <a:lnTo>
                  <a:pt x="10" y="46"/>
                </a:lnTo>
                <a:lnTo>
                  <a:pt x="9" y="46"/>
                </a:lnTo>
                <a:lnTo>
                  <a:pt x="9" y="48"/>
                </a:lnTo>
                <a:lnTo>
                  <a:pt x="6" y="49"/>
                </a:lnTo>
                <a:lnTo>
                  <a:pt x="8" y="51"/>
                </a:lnTo>
                <a:lnTo>
                  <a:pt x="7" y="51"/>
                </a:lnTo>
                <a:lnTo>
                  <a:pt x="6" y="51"/>
                </a:lnTo>
                <a:lnTo>
                  <a:pt x="6" y="52"/>
                </a:lnTo>
                <a:lnTo>
                  <a:pt x="6" y="52"/>
                </a:lnTo>
                <a:lnTo>
                  <a:pt x="5" y="53"/>
                </a:lnTo>
                <a:lnTo>
                  <a:pt x="4" y="52"/>
                </a:lnTo>
                <a:lnTo>
                  <a:pt x="4" y="53"/>
                </a:lnTo>
                <a:lnTo>
                  <a:pt x="3" y="53"/>
                </a:lnTo>
                <a:lnTo>
                  <a:pt x="2" y="54"/>
                </a:lnTo>
                <a:lnTo>
                  <a:pt x="2" y="56"/>
                </a:lnTo>
                <a:lnTo>
                  <a:pt x="2" y="56"/>
                </a:lnTo>
                <a:lnTo>
                  <a:pt x="3" y="57"/>
                </a:lnTo>
                <a:lnTo>
                  <a:pt x="0" y="61"/>
                </a:lnTo>
                <a:lnTo>
                  <a:pt x="0" y="62"/>
                </a:lnTo>
                <a:lnTo>
                  <a:pt x="0" y="63"/>
                </a:lnTo>
                <a:lnTo>
                  <a:pt x="0" y="64"/>
                </a:lnTo>
                <a:lnTo>
                  <a:pt x="1" y="64"/>
                </a:lnTo>
                <a:lnTo>
                  <a:pt x="0" y="65"/>
                </a:lnTo>
                <a:lnTo>
                  <a:pt x="0" y="66"/>
                </a:lnTo>
                <a:lnTo>
                  <a:pt x="1" y="66"/>
                </a:lnTo>
                <a:lnTo>
                  <a:pt x="0" y="67"/>
                </a:lnTo>
                <a:lnTo>
                  <a:pt x="1" y="68"/>
                </a:lnTo>
                <a:lnTo>
                  <a:pt x="2" y="68"/>
                </a:lnTo>
                <a:lnTo>
                  <a:pt x="6" y="66"/>
                </a:lnTo>
                <a:lnTo>
                  <a:pt x="5" y="68"/>
                </a:lnTo>
                <a:lnTo>
                  <a:pt x="6" y="68"/>
                </a:lnTo>
                <a:lnTo>
                  <a:pt x="5" y="70"/>
                </a:lnTo>
                <a:lnTo>
                  <a:pt x="4" y="72"/>
                </a:lnTo>
                <a:lnTo>
                  <a:pt x="4" y="73"/>
                </a:lnTo>
                <a:lnTo>
                  <a:pt x="5" y="73"/>
                </a:lnTo>
                <a:lnTo>
                  <a:pt x="5" y="74"/>
                </a:lnTo>
                <a:lnTo>
                  <a:pt x="8" y="76"/>
                </a:lnTo>
                <a:lnTo>
                  <a:pt x="6" y="79"/>
                </a:lnTo>
                <a:lnTo>
                  <a:pt x="7" y="83"/>
                </a:lnTo>
                <a:lnTo>
                  <a:pt x="8" y="84"/>
                </a:lnTo>
                <a:lnTo>
                  <a:pt x="10" y="83"/>
                </a:lnTo>
                <a:lnTo>
                  <a:pt x="10" y="84"/>
                </a:lnTo>
                <a:lnTo>
                  <a:pt x="12" y="84"/>
                </a:lnTo>
                <a:lnTo>
                  <a:pt x="12" y="86"/>
                </a:lnTo>
                <a:lnTo>
                  <a:pt x="12" y="86"/>
                </a:lnTo>
                <a:lnTo>
                  <a:pt x="12" y="88"/>
                </a:lnTo>
                <a:lnTo>
                  <a:pt x="11" y="89"/>
                </a:lnTo>
                <a:lnTo>
                  <a:pt x="11" y="90"/>
                </a:lnTo>
                <a:lnTo>
                  <a:pt x="11" y="91"/>
                </a:lnTo>
                <a:lnTo>
                  <a:pt x="11" y="91"/>
                </a:lnTo>
                <a:lnTo>
                  <a:pt x="10" y="92"/>
                </a:lnTo>
                <a:lnTo>
                  <a:pt x="10" y="93"/>
                </a:lnTo>
                <a:lnTo>
                  <a:pt x="10" y="93"/>
                </a:lnTo>
                <a:lnTo>
                  <a:pt x="10" y="94"/>
                </a:lnTo>
                <a:lnTo>
                  <a:pt x="11" y="93"/>
                </a:lnTo>
                <a:lnTo>
                  <a:pt x="12" y="93"/>
                </a:lnTo>
                <a:lnTo>
                  <a:pt x="14" y="92"/>
                </a:lnTo>
                <a:lnTo>
                  <a:pt x="15" y="92"/>
                </a:lnTo>
                <a:lnTo>
                  <a:pt x="16" y="93"/>
                </a:lnTo>
                <a:lnTo>
                  <a:pt x="13" y="95"/>
                </a:lnTo>
                <a:lnTo>
                  <a:pt x="13" y="95"/>
                </a:lnTo>
                <a:lnTo>
                  <a:pt x="13" y="96"/>
                </a:lnTo>
                <a:lnTo>
                  <a:pt x="12" y="95"/>
                </a:lnTo>
                <a:lnTo>
                  <a:pt x="11" y="97"/>
                </a:lnTo>
                <a:lnTo>
                  <a:pt x="12" y="98"/>
                </a:lnTo>
                <a:lnTo>
                  <a:pt x="12" y="100"/>
                </a:lnTo>
                <a:lnTo>
                  <a:pt x="11" y="101"/>
                </a:lnTo>
                <a:lnTo>
                  <a:pt x="11" y="102"/>
                </a:lnTo>
                <a:lnTo>
                  <a:pt x="10" y="103"/>
                </a:lnTo>
                <a:lnTo>
                  <a:pt x="10" y="104"/>
                </a:lnTo>
                <a:lnTo>
                  <a:pt x="11" y="106"/>
                </a:lnTo>
                <a:lnTo>
                  <a:pt x="12" y="106"/>
                </a:lnTo>
                <a:lnTo>
                  <a:pt x="12" y="108"/>
                </a:lnTo>
                <a:lnTo>
                  <a:pt x="11" y="108"/>
                </a:lnTo>
                <a:lnTo>
                  <a:pt x="11" y="110"/>
                </a:lnTo>
                <a:lnTo>
                  <a:pt x="12" y="110"/>
                </a:lnTo>
                <a:lnTo>
                  <a:pt x="12" y="110"/>
                </a:lnTo>
                <a:lnTo>
                  <a:pt x="13" y="111"/>
                </a:lnTo>
                <a:lnTo>
                  <a:pt x="13" y="113"/>
                </a:lnTo>
                <a:lnTo>
                  <a:pt x="13" y="114"/>
                </a:lnTo>
                <a:lnTo>
                  <a:pt x="14" y="113"/>
                </a:lnTo>
                <a:lnTo>
                  <a:pt x="16" y="112"/>
                </a:lnTo>
                <a:lnTo>
                  <a:pt x="18" y="113"/>
                </a:lnTo>
                <a:lnTo>
                  <a:pt x="19" y="112"/>
                </a:lnTo>
                <a:lnTo>
                  <a:pt x="19" y="111"/>
                </a:lnTo>
                <a:lnTo>
                  <a:pt x="20" y="112"/>
                </a:lnTo>
                <a:lnTo>
                  <a:pt x="21" y="111"/>
                </a:lnTo>
                <a:lnTo>
                  <a:pt x="21" y="110"/>
                </a:lnTo>
                <a:lnTo>
                  <a:pt x="22" y="110"/>
                </a:lnTo>
                <a:lnTo>
                  <a:pt x="23" y="109"/>
                </a:lnTo>
                <a:lnTo>
                  <a:pt x="25" y="110"/>
                </a:lnTo>
                <a:lnTo>
                  <a:pt x="25" y="111"/>
                </a:lnTo>
                <a:lnTo>
                  <a:pt x="27" y="111"/>
                </a:lnTo>
                <a:lnTo>
                  <a:pt x="28" y="112"/>
                </a:lnTo>
                <a:lnTo>
                  <a:pt x="28" y="113"/>
                </a:lnTo>
                <a:lnTo>
                  <a:pt x="27" y="113"/>
                </a:lnTo>
                <a:lnTo>
                  <a:pt x="27" y="114"/>
                </a:lnTo>
                <a:lnTo>
                  <a:pt x="28" y="115"/>
                </a:lnTo>
                <a:lnTo>
                  <a:pt x="28" y="115"/>
                </a:lnTo>
                <a:lnTo>
                  <a:pt x="26" y="116"/>
                </a:lnTo>
                <a:lnTo>
                  <a:pt x="26" y="117"/>
                </a:lnTo>
                <a:lnTo>
                  <a:pt x="24" y="117"/>
                </a:lnTo>
                <a:lnTo>
                  <a:pt x="23" y="119"/>
                </a:lnTo>
                <a:lnTo>
                  <a:pt x="22" y="119"/>
                </a:lnTo>
                <a:lnTo>
                  <a:pt x="22" y="119"/>
                </a:lnTo>
                <a:lnTo>
                  <a:pt x="21" y="120"/>
                </a:lnTo>
                <a:lnTo>
                  <a:pt x="22" y="121"/>
                </a:lnTo>
                <a:lnTo>
                  <a:pt x="21" y="123"/>
                </a:lnTo>
                <a:lnTo>
                  <a:pt x="21" y="124"/>
                </a:lnTo>
                <a:lnTo>
                  <a:pt x="19" y="125"/>
                </a:lnTo>
                <a:lnTo>
                  <a:pt x="19" y="126"/>
                </a:lnTo>
                <a:lnTo>
                  <a:pt x="17" y="126"/>
                </a:lnTo>
                <a:lnTo>
                  <a:pt x="18" y="127"/>
                </a:lnTo>
                <a:lnTo>
                  <a:pt x="20" y="127"/>
                </a:lnTo>
                <a:lnTo>
                  <a:pt x="20" y="128"/>
                </a:lnTo>
                <a:lnTo>
                  <a:pt x="21" y="128"/>
                </a:lnTo>
                <a:lnTo>
                  <a:pt x="22" y="129"/>
                </a:lnTo>
                <a:lnTo>
                  <a:pt x="22" y="130"/>
                </a:lnTo>
                <a:lnTo>
                  <a:pt x="23" y="130"/>
                </a:lnTo>
                <a:lnTo>
                  <a:pt x="25" y="128"/>
                </a:lnTo>
                <a:lnTo>
                  <a:pt x="26" y="129"/>
                </a:lnTo>
                <a:lnTo>
                  <a:pt x="27" y="128"/>
                </a:lnTo>
                <a:lnTo>
                  <a:pt x="28" y="128"/>
                </a:lnTo>
                <a:lnTo>
                  <a:pt x="29" y="129"/>
                </a:lnTo>
                <a:lnTo>
                  <a:pt x="29" y="128"/>
                </a:lnTo>
                <a:lnTo>
                  <a:pt x="29" y="127"/>
                </a:lnTo>
                <a:lnTo>
                  <a:pt x="30" y="127"/>
                </a:lnTo>
                <a:lnTo>
                  <a:pt x="31" y="127"/>
                </a:lnTo>
                <a:lnTo>
                  <a:pt x="31" y="127"/>
                </a:lnTo>
                <a:lnTo>
                  <a:pt x="32" y="128"/>
                </a:lnTo>
                <a:lnTo>
                  <a:pt x="32" y="127"/>
                </a:lnTo>
                <a:lnTo>
                  <a:pt x="32" y="125"/>
                </a:lnTo>
                <a:lnTo>
                  <a:pt x="33" y="125"/>
                </a:lnTo>
                <a:lnTo>
                  <a:pt x="34" y="125"/>
                </a:lnTo>
                <a:lnTo>
                  <a:pt x="35" y="125"/>
                </a:lnTo>
                <a:lnTo>
                  <a:pt x="35" y="124"/>
                </a:lnTo>
                <a:lnTo>
                  <a:pt x="36" y="124"/>
                </a:lnTo>
                <a:lnTo>
                  <a:pt x="36" y="125"/>
                </a:lnTo>
                <a:lnTo>
                  <a:pt x="39" y="123"/>
                </a:lnTo>
                <a:lnTo>
                  <a:pt x="40" y="123"/>
                </a:lnTo>
                <a:lnTo>
                  <a:pt x="40" y="122"/>
                </a:lnTo>
                <a:lnTo>
                  <a:pt x="42" y="123"/>
                </a:lnTo>
                <a:lnTo>
                  <a:pt x="42" y="122"/>
                </a:lnTo>
                <a:lnTo>
                  <a:pt x="42" y="121"/>
                </a:lnTo>
                <a:lnTo>
                  <a:pt x="44" y="122"/>
                </a:lnTo>
                <a:lnTo>
                  <a:pt x="46" y="123"/>
                </a:lnTo>
                <a:lnTo>
                  <a:pt x="46" y="125"/>
                </a:lnTo>
                <a:lnTo>
                  <a:pt x="48" y="125"/>
                </a:lnTo>
                <a:lnTo>
                  <a:pt x="49" y="126"/>
                </a:lnTo>
                <a:lnTo>
                  <a:pt x="52" y="125"/>
                </a:lnTo>
                <a:lnTo>
                  <a:pt x="50" y="123"/>
                </a:lnTo>
                <a:lnTo>
                  <a:pt x="51" y="122"/>
                </a:lnTo>
                <a:lnTo>
                  <a:pt x="50" y="122"/>
                </a:lnTo>
                <a:lnTo>
                  <a:pt x="50" y="122"/>
                </a:lnTo>
                <a:lnTo>
                  <a:pt x="51" y="118"/>
                </a:lnTo>
                <a:lnTo>
                  <a:pt x="51" y="118"/>
                </a:lnTo>
                <a:lnTo>
                  <a:pt x="51" y="119"/>
                </a:lnTo>
                <a:lnTo>
                  <a:pt x="52" y="118"/>
                </a:lnTo>
                <a:lnTo>
                  <a:pt x="52" y="118"/>
                </a:lnTo>
                <a:lnTo>
                  <a:pt x="52" y="117"/>
                </a:lnTo>
                <a:lnTo>
                  <a:pt x="51" y="117"/>
                </a:lnTo>
                <a:lnTo>
                  <a:pt x="53" y="116"/>
                </a:lnTo>
                <a:lnTo>
                  <a:pt x="51" y="115"/>
                </a:lnTo>
                <a:lnTo>
                  <a:pt x="52" y="114"/>
                </a:lnTo>
                <a:lnTo>
                  <a:pt x="52" y="114"/>
                </a:lnTo>
                <a:lnTo>
                  <a:pt x="51" y="114"/>
                </a:lnTo>
                <a:lnTo>
                  <a:pt x="51" y="113"/>
                </a:lnTo>
                <a:lnTo>
                  <a:pt x="51" y="111"/>
                </a:lnTo>
                <a:lnTo>
                  <a:pt x="52" y="110"/>
                </a:lnTo>
                <a:lnTo>
                  <a:pt x="52" y="109"/>
                </a:lnTo>
                <a:lnTo>
                  <a:pt x="53" y="109"/>
                </a:lnTo>
                <a:lnTo>
                  <a:pt x="53" y="108"/>
                </a:lnTo>
                <a:lnTo>
                  <a:pt x="53" y="107"/>
                </a:lnTo>
                <a:lnTo>
                  <a:pt x="53" y="106"/>
                </a:lnTo>
                <a:lnTo>
                  <a:pt x="53" y="104"/>
                </a:lnTo>
                <a:lnTo>
                  <a:pt x="54" y="103"/>
                </a:lnTo>
                <a:lnTo>
                  <a:pt x="53" y="101"/>
                </a:lnTo>
                <a:lnTo>
                  <a:pt x="54" y="101"/>
                </a:lnTo>
                <a:lnTo>
                  <a:pt x="54" y="100"/>
                </a:lnTo>
                <a:lnTo>
                  <a:pt x="54" y="99"/>
                </a:lnTo>
                <a:lnTo>
                  <a:pt x="55" y="98"/>
                </a:lnTo>
                <a:lnTo>
                  <a:pt x="56" y="98"/>
                </a:lnTo>
                <a:lnTo>
                  <a:pt x="55" y="97"/>
                </a:lnTo>
                <a:lnTo>
                  <a:pt x="55" y="96"/>
                </a:lnTo>
                <a:lnTo>
                  <a:pt x="55" y="95"/>
                </a:lnTo>
                <a:lnTo>
                  <a:pt x="57" y="95"/>
                </a:lnTo>
                <a:lnTo>
                  <a:pt x="58" y="93"/>
                </a:lnTo>
                <a:lnTo>
                  <a:pt x="59" y="93"/>
                </a:lnTo>
                <a:lnTo>
                  <a:pt x="59" y="92"/>
                </a:lnTo>
                <a:lnTo>
                  <a:pt x="59" y="91"/>
                </a:lnTo>
                <a:lnTo>
                  <a:pt x="61" y="89"/>
                </a:lnTo>
                <a:lnTo>
                  <a:pt x="61" y="88"/>
                </a:lnTo>
                <a:lnTo>
                  <a:pt x="60" y="88"/>
                </a:lnTo>
                <a:lnTo>
                  <a:pt x="59" y="88"/>
                </a:lnTo>
                <a:lnTo>
                  <a:pt x="59" y="87"/>
                </a:lnTo>
                <a:lnTo>
                  <a:pt x="59" y="85"/>
                </a:lnTo>
                <a:lnTo>
                  <a:pt x="61" y="84"/>
                </a:lnTo>
                <a:lnTo>
                  <a:pt x="61" y="83"/>
                </a:lnTo>
                <a:lnTo>
                  <a:pt x="62" y="83"/>
                </a:lnTo>
                <a:lnTo>
                  <a:pt x="62" y="84"/>
                </a:lnTo>
                <a:lnTo>
                  <a:pt x="63" y="83"/>
                </a:lnTo>
                <a:lnTo>
                  <a:pt x="63" y="82"/>
                </a:lnTo>
                <a:lnTo>
                  <a:pt x="63" y="81"/>
                </a:lnTo>
                <a:lnTo>
                  <a:pt x="63" y="81"/>
                </a:lnTo>
                <a:lnTo>
                  <a:pt x="62" y="80"/>
                </a:lnTo>
                <a:lnTo>
                  <a:pt x="61" y="79"/>
                </a:lnTo>
                <a:lnTo>
                  <a:pt x="61" y="77"/>
                </a:lnTo>
                <a:lnTo>
                  <a:pt x="60" y="77"/>
                </a:lnTo>
                <a:lnTo>
                  <a:pt x="60" y="76"/>
                </a:lnTo>
                <a:lnTo>
                  <a:pt x="61" y="74"/>
                </a:lnTo>
                <a:lnTo>
                  <a:pt x="60" y="73"/>
                </a:lnTo>
                <a:lnTo>
                  <a:pt x="63" y="70"/>
                </a:lnTo>
                <a:lnTo>
                  <a:pt x="67" y="68"/>
                </a:lnTo>
                <a:lnTo>
                  <a:pt x="68" y="68"/>
                </a:lnTo>
                <a:lnTo>
                  <a:pt x="68" y="67"/>
                </a:lnTo>
                <a:lnTo>
                  <a:pt x="70" y="66"/>
                </a:lnTo>
                <a:lnTo>
                  <a:pt x="69" y="65"/>
                </a:lnTo>
                <a:lnTo>
                  <a:pt x="71" y="63"/>
                </a:lnTo>
                <a:lnTo>
                  <a:pt x="72" y="61"/>
                </a:lnTo>
                <a:lnTo>
                  <a:pt x="70" y="61"/>
                </a:lnTo>
                <a:lnTo>
                  <a:pt x="70" y="59"/>
                </a:lnTo>
                <a:lnTo>
                  <a:pt x="70" y="59"/>
                </a:lnTo>
                <a:lnTo>
                  <a:pt x="70" y="58"/>
                </a:lnTo>
                <a:lnTo>
                  <a:pt x="70" y="56"/>
                </a:lnTo>
                <a:lnTo>
                  <a:pt x="69" y="55"/>
                </a:lnTo>
                <a:lnTo>
                  <a:pt x="69" y="56"/>
                </a:lnTo>
                <a:lnTo>
                  <a:pt x="68" y="56"/>
                </a:lnTo>
                <a:lnTo>
                  <a:pt x="68" y="55"/>
                </a:lnTo>
                <a:lnTo>
                  <a:pt x="67" y="54"/>
                </a:lnTo>
                <a:lnTo>
                  <a:pt x="68" y="53"/>
                </a:lnTo>
                <a:lnTo>
                  <a:pt x="69" y="54"/>
                </a:lnTo>
                <a:lnTo>
                  <a:pt x="69" y="53"/>
                </a:lnTo>
                <a:lnTo>
                  <a:pt x="71" y="53"/>
                </a:lnTo>
                <a:lnTo>
                  <a:pt x="71" y="52"/>
                </a:lnTo>
                <a:lnTo>
                  <a:pt x="72" y="52"/>
                </a:lnTo>
                <a:lnTo>
                  <a:pt x="73" y="50"/>
                </a:lnTo>
                <a:lnTo>
                  <a:pt x="73" y="49"/>
                </a:lnTo>
                <a:lnTo>
                  <a:pt x="72" y="49"/>
                </a:lnTo>
                <a:lnTo>
                  <a:pt x="72" y="48"/>
                </a:lnTo>
                <a:lnTo>
                  <a:pt x="73" y="48"/>
                </a:lnTo>
                <a:lnTo>
                  <a:pt x="73" y="48"/>
                </a:lnTo>
                <a:lnTo>
                  <a:pt x="75" y="46"/>
                </a:lnTo>
                <a:lnTo>
                  <a:pt x="76" y="46"/>
                </a:lnTo>
                <a:lnTo>
                  <a:pt x="77" y="45"/>
                </a:lnTo>
                <a:lnTo>
                  <a:pt x="77" y="45"/>
                </a:lnTo>
                <a:lnTo>
                  <a:pt x="79" y="47"/>
                </a:lnTo>
                <a:lnTo>
                  <a:pt x="80" y="48"/>
                </a:lnTo>
                <a:lnTo>
                  <a:pt x="81" y="48"/>
                </a:lnTo>
                <a:lnTo>
                  <a:pt x="81" y="49"/>
                </a:lnTo>
                <a:lnTo>
                  <a:pt x="82" y="47"/>
                </a:lnTo>
                <a:lnTo>
                  <a:pt x="82" y="46"/>
                </a:lnTo>
                <a:lnTo>
                  <a:pt x="83" y="45"/>
                </a:lnTo>
                <a:lnTo>
                  <a:pt x="84" y="45"/>
                </a:lnTo>
                <a:lnTo>
                  <a:pt x="85" y="44"/>
                </a:lnTo>
                <a:lnTo>
                  <a:pt x="85" y="44"/>
                </a:lnTo>
                <a:lnTo>
                  <a:pt x="86" y="44"/>
                </a:lnTo>
                <a:lnTo>
                  <a:pt x="88" y="44"/>
                </a:lnTo>
                <a:lnTo>
                  <a:pt x="88" y="43"/>
                </a:lnTo>
                <a:lnTo>
                  <a:pt x="88" y="43"/>
                </a:lnTo>
                <a:lnTo>
                  <a:pt x="88" y="42"/>
                </a:lnTo>
                <a:lnTo>
                  <a:pt x="89" y="42"/>
                </a:lnTo>
                <a:lnTo>
                  <a:pt x="90" y="42"/>
                </a:lnTo>
                <a:lnTo>
                  <a:pt x="90" y="41"/>
                </a:lnTo>
                <a:lnTo>
                  <a:pt x="93" y="40"/>
                </a:lnTo>
                <a:lnTo>
                  <a:pt x="93" y="38"/>
                </a:lnTo>
                <a:lnTo>
                  <a:pt x="91" y="38"/>
                </a:lnTo>
                <a:lnTo>
                  <a:pt x="94" y="35"/>
                </a:lnTo>
                <a:lnTo>
                  <a:pt x="93" y="33"/>
                </a:lnTo>
                <a:lnTo>
                  <a:pt x="94" y="31"/>
                </a:lnTo>
                <a:lnTo>
                  <a:pt x="93" y="31"/>
                </a:lnTo>
                <a:lnTo>
                  <a:pt x="93" y="31"/>
                </a:lnTo>
                <a:lnTo>
                  <a:pt x="92" y="30"/>
                </a:lnTo>
                <a:lnTo>
                  <a:pt x="92" y="27"/>
                </a:lnTo>
                <a:lnTo>
                  <a:pt x="92" y="27"/>
                </a:lnTo>
                <a:lnTo>
                  <a:pt x="91" y="24"/>
                </a:lnTo>
                <a:lnTo>
                  <a:pt x="89" y="24"/>
                </a:lnTo>
                <a:lnTo>
                  <a:pt x="88" y="22"/>
                </a:lnTo>
                <a:lnTo>
                  <a:pt x="87" y="23"/>
                </a:lnTo>
                <a:lnTo>
                  <a:pt x="88" y="22"/>
                </a:lnTo>
                <a:lnTo>
                  <a:pt x="86" y="21"/>
                </a:lnTo>
                <a:lnTo>
                  <a:pt x="86" y="21"/>
                </a:lnTo>
                <a:lnTo>
                  <a:pt x="85" y="20"/>
                </a:lnTo>
                <a:lnTo>
                  <a:pt x="85" y="21"/>
                </a:lnTo>
                <a:lnTo>
                  <a:pt x="84" y="20"/>
                </a:lnTo>
                <a:lnTo>
                  <a:pt x="84" y="19"/>
                </a:lnTo>
                <a:lnTo>
                  <a:pt x="83" y="19"/>
                </a:lnTo>
                <a:lnTo>
                  <a:pt x="83" y="18"/>
                </a:lnTo>
                <a:lnTo>
                  <a:pt x="83" y="17"/>
                </a:lnTo>
                <a:lnTo>
                  <a:pt x="83" y="16"/>
                </a:lnTo>
                <a:lnTo>
                  <a:pt x="84" y="16"/>
                </a:lnTo>
                <a:lnTo>
                  <a:pt x="84" y="14"/>
                </a:lnTo>
                <a:lnTo>
                  <a:pt x="86" y="14"/>
                </a:lnTo>
                <a:lnTo>
                  <a:pt x="85" y="13"/>
                </a:lnTo>
                <a:lnTo>
                  <a:pt x="86" y="13"/>
                </a:lnTo>
                <a:close/>
              </a:path>
            </a:pathLst>
          </a:custGeom>
          <a:solidFill>
            <a:srgbClr val="AECBE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5075389" y="3576843"/>
            <a:ext cx="852929" cy="577170"/>
          </a:xfrm>
          <a:custGeom>
            <a:avLst/>
            <a:gdLst/>
            <a:ahLst/>
            <a:cxnLst/>
            <a:rect l="l" t="t" r="r" b="b"/>
            <a:pathLst>
              <a:path w="133" h="90">
                <a:moveTo>
                  <a:pt x="29" y="86"/>
                </a:moveTo>
                <a:lnTo>
                  <a:pt x="30" y="85"/>
                </a:lnTo>
                <a:lnTo>
                  <a:pt x="29" y="85"/>
                </a:lnTo>
                <a:lnTo>
                  <a:pt x="29" y="84"/>
                </a:lnTo>
                <a:lnTo>
                  <a:pt x="30" y="84"/>
                </a:lnTo>
                <a:lnTo>
                  <a:pt x="30" y="82"/>
                </a:lnTo>
                <a:lnTo>
                  <a:pt x="30" y="80"/>
                </a:lnTo>
                <a:lnTo>
                  <a:pt x="33" y="80"/>
                </a:lnTo>
                <a:lnTo>
                  <a:pt x="33" y="79"/>
                </a:lnTo>
                <a:lnTo>
                  <a:pt x="36" y="79"/>
                </a:lnTo>
                <a:lnTo>
                  <a:pt x="36" y="78"/>
                </a:lnTo>
                <a:lnTo>
                  <a:pt x="37" y="78"/>
                </a:lnTo>
                <a:lnTo>
                  <a:pt x="37" y="79"/>
                </a:lnTo>
                <a:lnTo>
                  <a:pt x="39" y="79"/>
                </a:lnTo>
                <a:lnTo>
                  <a:pt x="39" y="81"/>
                </a:lnTo>
                <a:lnTo>
                  <a:pt x="40" y="81"/>
                </a:lnTo>
                <a:lnTo>
                  <a:pt x="40" y="81"/>
                </a:lnTo>
                <a:lnTo>
                  <a:pt x="40" y="81"/>
                </a:lnTo>
                <a:lnTo>
                  <a:pt x="40" y="82"/>
                </a:lnTo>
                <a:lnTo>
                  <a:pt x="41" y="82"/>
                </a:lnTo>
                <a:lnTo>
                  <a:pt x="42" y="83"/>
                </a:lnTo>
                <a:lnTo>
                  <a:pt x="42" y="85"/>
                </a:lnTo>
                <a:lnTo>
                  <a:pt x="43" y="85"/>
                </a:lnTo>
                <a:lnTo>
                  <a:pt x="44" y="87"/>
                </a:lnTo>
                <a:lnTo>
                  <a:pt x="44" y="87"/>
                </a:lnTo>
                <a:lnTo>
                  <a:pt x="44" y="89"/>
                </a:lnTo>
                <a:lnTo>
                  <a:pt x="46" y="89"/>
                </a:lnTo>
                <a:lnTo>
                  <a:pt x="46" y="88"/>
                </a:lnTo>
                <a:lnTo>
                  <a:pt x="46" y="88"/>
                </a:lnTo>
                <a:lnTo>
                  <a:pt x="46" y="87"/>
                </a:lnTo>
                <a:lnTo>
                  <a:pt x="47" y="87"/>
                </a:lnTo>
                <a:lnTo>
                  <a:pt x="46" y="86"/>
                </a:lnTo>
                <a:lnTo>
                  <a:pt x="48" y="85"/>
                </a:lnTo>
                <a:lnTo>
                  <a:pt x="48" y="86"/>
                </a:lnTo>
                <a:lnTo>
                  <a:pt x="50" y="88"/>
                </a:lnTo>
                <a:lnTo>
                  <a:pt x="51" y="88"/>
                </a:lnTo>
                <a:lnTo>
                  <a:pt x="52" y="88"/>
                </a:lnTo>
                <a:lnTo>
                  <a:pt x="52" y="87"/>
                </a:lnTo>
                <a:lnTo>
                  <a:pt x="53" y="87"/>
                </a:lnTo>
                <a:lnTo>
                  <a:pt x="54" y="86"/>
                </a:lnTo>
                <a:lnTo>
                  <a:pt x="56" y="86"/>
                </a:lnTo>
                <a:lnTo>
                  <a:pt x="55" y="83"/>
                </a:lnTo>
                <a:lnTo>
                  <a:pt x="57" y="83"/>
                </a:lnTo>
                <a:lnTo>
                  <a:pt x="57" y="82"/>
                </a:lnTo>
                <a:lnTo>
                  <a:pt x="58" y="82"/>
                </a:lnTo>
                <a:lnTo>
                  <a:pt x="61" y="82"/>
                </a:lnTo>
                <a:lnTo>
                  <a:pt x="61" y="83"/>
                </a:lnTo>
                <a:lnTo>
                  <a:pt x="61" y="84"/>
                </a:lnTo>
                <a:lnTo>
                  <a:pt x="63" y="84"/>
                </a:lnTo>
                <a:lnTo>
                  <a:pt x="62" y="86"/>
                </a:lnTo>
                <a:lnTo>
                  <a:pt x="63" y="87"/>
                </a:lnTo>
                <a:lnTo>
                  <a:pt x="63" y="88"/>
                </a:lnTo>
                <a:lnTo>
                  <a:pt x="64" y="88"/>
                </a:lnTo>
                <a:lnTo>
                  <a:pt x="64" y="88"/>
                </a:lnTo>
                <a:lnTo>
                  <a:pt x="65" y="87"/>
                </a:lnTo>
                <a:lnTo>
                  <a:pt x="65" y="87"/>
                </a:lnTo>
                <a:lnTo>
                  <a:pt x="67" y="87"/>
                </a:lnTo>
                <a:lnTo>
                  <a:pt x="67" y="87"/>
                </a:lnTo>
                <a:lnTo>
                  <a:pt x="67" y="85"/>
                </a:lnTo>
                <a:lnTo>
                  <a:pt x="67" y="83"/>
                </a:lnTo>
                <a:lnTo>
                  <a:pt x="67" y="82"/>
                </a:lnTo>
                <a:lnTo>
                  <a:pt x="68" y="82"/>
                </a:lnTo>
                <a:lnTo>
                  <a:pt x="67" y="81"/>
                </a:lnTo>
                <a:lnTo>
                  <a:pt x="69" y="80"/>
                </a:lnTo>
                <a:lnTo>
                  <a:pt x="70" y="80"/>
                </a:lnTo>
                <a:lnTo>
                  <a:pt x="70" y="80"/>
                </a:lnTo>
                <a:lnTo>
                  <a:pt x="71" y="80"/>
                </a:lnTo>
                <a:lnTo>
                  <a:pt x="73" y="79"/>
                </a:lnTo>
                <a:lnTo>
                  <a:pt x="72" y="79"/>
                </a:lnTo>
                <a:lnTo>
                  <a:pt x="72" y="77"/>
                </a:lnTo>
                <a:lnTo>
                  <a:pt x="73" y="77"/>
                </a:lnTo>
                <a:lnTo>
                  <a:pt x="74" y="74"/>
                </a:lnTo>
                <a:lnTo>
                  <a:pt x="74" y="72"/>
                </a:lnTo>
                <a:lnTo>
                  <a:pt x="75" y="71"/>
                </a:lnTo>
                <a:lnTo>
                  <a:pt x="78" y="71"/>
                </a:lnTo>
                <a:lnTo>
                  <a:pt x="78" y="70"/>
                </a:lnTo>
                <a:lnTo>
                  <a:pt x="80" y="69"/>
                </a:lnTo>
                <a:lnTo>
                  <a:pt x="81" y="69"/>
                </a:lnTo>
                <a:lnTo>
                  <a:pt x="81" y="70"/>
                </a:lnTo>
                <a:lnTo>
                  <a:pt x="83" y="69"/>
                </a:lnTo>
                <a:lnTo>
                  <a:pt x="83" y="68"/>
                </a:lnTo>
                <a:lnTo>
                  <a:pt x="83" y="68"/>
                </a:lnTo>
                <a:lnTo>
                  <a:pt x="83" y="66"/>
                </a:lnTo>
                <a:lnTo>
                  <a:pt x="83" y="65"/>
                </a:lnTo>
                <a:lnTo>
                  <a:pt x="84" y="64"/>
                </a:lnTo>
                <a:lnTo>
                  <a:pt x="85" y="64"/>
                </a:lnTo>
                <a:lnTo>
                  <a:pt x="85" y="63"/>
                </a:lnTo>
                <a:lnTo>
                  <a:pt x="85" y="62"/>
                </a:lnTo>
                <a:lnTo>
                  <a:pt x="85" y="61"/>
                </a:lnTo>
                <a:lnTo>
                  <a:pt x="86" y="60"/>
                </a:lnTo>
                <a:lnTo>
                  <a:pt x="86" y="57"/>
                </a:lnTo>
                <a:lnTo>
                  <a:pt x="88" y="56"/>
                </a:lnTo>
                <a:lnTo>
                  <a:pt x="88" y="57"/>
                </a:lnTo>
                <a:lnTo>
                  <a:pt x="89" y="55"/>
                </a:lnTo>
                <a:lnTo>
                  <a:pt x="89" y="56"/>
                </a:lnTo>
                <a:lnTo>
                  <a:pt x="90" y="56"/>
                </a:lnTo>
                <a:lnTo>
                  <a:pt x="91" y="55"/>
                </a:lnTo>
                <a:lnTo>
                  <a:pt x="90" y="55"/>
                </a:lnTo>
                <a:lnTo>
                  <a:pt x="91" y="53"/>
                </a:lnTo>
                <a:lnTo>
                  <a:pt x="90" y="53"/>
                </a:lnTo>
                <a:lnTo>
                  <a:pt x="90" y="53"/>
                </a:lnTo>
                <a:lnTo>
                  <a:pt x="91" y="52"/>
                </a:lnTo>
                <a:lnTo>
                  <a:pt x="92" y="53"/>
                </a:lnTo>
                <a:lnTo>
                  <a:pt x="92" y="52"/>
                </a:lnTo>
                <a:lnTo>
                  <a:pt x="92" y="51"/>
                </a:lnTo>
                <a:lnTo>
                  <a:pt x="92" y="50"/>
                </a:lnTo>
                <a:lnTo>
                  <a:pt x="95" y="48"/>
                </a:lnTo>
                <a:lnTo>
                  <a:pt x="94" y="49"/>
                </a:lnTo>
                <a:lnTo>
                  <a:pt x="95" y="49"/>
                </a:lnTo>
                <a:lnTo>
                  <a:pt x="96" y="47"/>
                </a:lnTo>
                <a:lnTo>
                  <a:pt x="96" y="47"/>
                </a:lnTo>
                <a:lnTo>
                  <a:pt x="96" y="46"/>
                </a:lnTo>
                <a:lnTo>
                  <a:pt x="96" y="46"/>
                </a:lnTo>
                <a:lnTo>
                  <a:pt x="95" y="46"/>
                </a:lnTo>
                <a:lnTo>
                  <a:pt x="95" y="46"/>
                </a:lnTo>
                <a:lnTo>
                  <a:pt x="94" y="46"/>
                </a:lnTo>
                <a:lnTo>
                  <a:pt x="95" y="46"/>
                </a:lnTo>
                <a:lnTo>
                  <a:pt x="95" y="45"/>
                </a:lnTo>
                <a:lnTo>
                  <a:pt x="94" y="45"/>
                </a:lnTo>
                <a:lnTo>
                  <a:pt x="92" y="44"/>
                </a:lnTo>
                <a:lnTo>
                  <a:pt x="92" y="44"/>
                </a:lnTo>
                <a:lnTo>
                  <a:pt x="93" y="43"/>
                </a:lnTo>
                <a:lnTo>
                  <a:pt x="93" y="43"/>
                </a:lnTo>
                <a:lnTo>
                  <a:pt x="93" y="42"/>
                </a:lnTo>
                <a:lnTo>
                  <a:pt x="96" y="42"/>
                </a:lnTo>
                <a:lnTo>
                  <a:pt x="95" y="41"/>
                </a:lnTo>
                <a:lnTo>
                  <a:pt x="96" y="41"/>
                </a:lnTo>
                <a:lnTo>
                  <a:pt x="96" y="41"/>
                </a:lnTo>
                <a:lnTo>
                  <a:pt x="96" y="45"/>
                </a:lnTo>
                <a:lnTo>
                  <a:pt x="98" y="44"/>
                </a:lnTo>
                <a:lnTo>
                  <a:pt x="99" y="44"/>
                </a:lnTo>
                <a:lnTo>
                  <a:pt x="100" y="43"/>
                </a:lnTo>
                <a:lnTo>
                  <a:pt x="100" y="43"/>
                </a:lnTo>
                <a:lnTo>
                  <a:pt x="101" y="43"/>
                </a:lnTo>
                <a:lnTo>
                  <a:pt x="101" y="42"/>
                </a:lnTo>
                <a:lnTo>
                  <a:pt x="103" y="42"/>
                </a:lnTo>
                <a:lnTo>
                  <a:pt x="102" y="40"/>
                </a:lnTo>
                <a:lnTo>
                  <a:pt x="102" y="39"/>
                </a:lnTo>
                <a:lnTo>
                  <a:pt x="101" y="39"/>
                </a:lnTo>
                <a:lnTo>
                  <a:pt x="101" y="38"/>
                </a:lnTo>
                <a:lnTo>
                  <a:pt x="103" y="37"/>
                </a:lnTo>
                <a:lnTo>
                  <a:pt x="102" y="36"/>
                </a:lnTo>
                <a:lnTo>
                  <a:pt x="103" y="34"/>
                </a:lnTo>
                <a:lnTo>
                  <a:pt x="104" y="34"/>
                </a:lnTo>
                <a:lnTo>
                  <a:pt x="105" y="36"/>
                </a:lnTo>
                <a:lnTo>
                  <a:pt x="105" y="35"/>
                </a:lnTo>
                <a:lnTo>
                  <a:pt x="105" y="34"/>
                </a:lnTo>
                <a:lnTo>
                  <a:pt x="106" y="34"/>
                </a:lnTo>
                <a:lnTo>
                  <a:pt x="106" y="33"/>
                </a:lnTo>
                <a:lnTo>
                  <a:pt x="106" y="32"/>
                </a:lnTo>
                <a:lnTo>
                  <a:pt x="105" y="32"/>
                </a:lnTo>
                <a:lnTo>
                  <a:pt x="104" y="31"/>
                </a:lnTo>
                <a:lnTo>
                  <a:pt x="104" y="30"/>
                </a:lnTo>
                <a:lnTo>
                  <a:pt x="105" y="31"/>
                </a:lnTo>
                <a:lnTo>
                  <a:pt x="106" y="31"/>
                </a:lnTo>
                <a:lnTo>
                  <a:pt x="107" y="31"/>
                </a:lnTo>
                <a:lnTo>
                  <a:pt x="109" y="29"/>
                </a:lnTo>
                <a:lnTo>
                  <a:pt x="110" y="28"/>
                </a:lnTo>
                <a:lnTo>
                  <a:pt x="111" y="27"/>
                </a:lnTo>
                <a:lnTo>
                  <a:pt x="113" y="27"/>
                </a:lnTo>
                <a:lnTo>
                  <a:pt x="113" y="26"/>
                </a:lnTo>
                <a:lnTo>
                  <a:pt x="114" y="26"/>
                </a:lnTo>
                <a:lnTo>
                  <a:pt x="115" y="24"/>
                </a:lnTo>
                <a:lnTo>
                  <a:pt x="115" y="24"/>
                </a:lnTo>
                <a:lnTo>
                  <a:pt x="114" y="25"/>
                </a:lnTo>
                <a:lnTo>
                  <a:pt x="115" y="26"/>
                </a:lnTo>
                <a:lnTo>
                  <a:pt x="116" y="26"/>
                </a:lnTo>
                <a:lnTo>
                  <a:pt x="115" y="25"/>
                </a:lnTo>
                <a:lnTo>
                  <a:pt x="117" y="26"/>
                </a:lnTo>
                <a:lnTo>
                  <a:pt x="117" y="24"/>
                </a:lnTo>
                <a:lnTo>
                  <a:pt x="118" y="23"/>
                </a:lnTo>
                <a:lnTo>
                  <a:pt x="119" y="23"/>
                </a:lnTo>
                <a:lnTo>
                  <a:pt x="119" y="22"/>
                </a:lnTo>
                <a:lnTo>
                  <a:pt x="123" y="19"/>
                </a:lnTo>
                <a:lnTo>
                  <a:pt x="124" y="21"/>
                </a:lnTo>
                <a:lnTo>
                  <a:pt x="124" y="21"/>
                </a:lnTo>
                <a:lnTo>
                  <a:pt x="125" y="20"/>
                </a:lnTo>
                <a:lnTo>
                  <a:pt x="125" y="21"/>
                </a:lnTo>
                <a:lnTo>
                  <a:pt x="126" y="20"/>
                </a:lnTo>
                <a:lnTo>
                  <a:pt x="126" y="21"/>
                </a:lnTo>
                <a:lnTo>
                  <a:pt x="126" y="22"/>
                </a:lnTo>
                <a:lnTo>
                  <a:pt x="129" y="21"/>
                </a:lnTo>
                <a:lnTo>
                  <a:pt x="130" y="20"/>
                </a:lnTo>
                <a:lnTo>
                  <a:pt x="130" y="20"/>
                </a:lnTo>
                <a:lnTo>
                  <a:pt x="131" y="20"/>
                </a:lnTo>
                <a:lnTo>
                  <a:pt x="130" y="19"/>
                </a:lnTo>
                <a:lnTo>
                  <a:pt x="131" y="19"/>
                </a:lnTo>
                <a:lnTo>
                  <a:pt x="131" y="20"/>
                </a:lnTo>
                <a:lnTo>
                  <a:pt x="132" y="19"/>
                </a:lnTo>
                <a:lnTo>
                  <a:pt x="132" y="18"/>
                </a:lnTo>
                <a:lnTo>
                  <a:pt x="132" y="17"/>
                </a:lnTo>
                <a:lnTo>
                  <a:pt x="132" y="16"/>
                </a:lnTo>
                <a:lnTo>
                  <a:pt x="132" y="16"/>
                </a:lnTo>
                <a:lnTo>
                  <a:pt x="130" y="16"/>
                </a:lnTo>
                <a:lnTo>
                  <a:pt x="130" y="14"/>
                </a:lnTo>
                <a:lnTo>
                  <a:pt x="131" y="13"/>
                </a:lnTo>
                <a:lnTo>
                  <a:pt x="132" y="13"/>
                </a:lnTo>
                <a:lnTo>
                  <a:pt x="132" y="13"/>
                </a:lnTo>
                <a:lnTo>
                  <a:pt x="132" y="12"/>
                </a:lnTo>
                <a:lnTo>
                  <a:pt x="132" y="11"/>
                </a:lnTo>
                <a:lnTo>
                  <a:pt x="131" y="11"/>
                </a:lnTo>
                <a:lnTo>
                  <a:pt x="131" y="10"/>
                </a:lnTo>
                <a:lnTo>
                  <a:pt x="132" y="9"/>
                </a:lnTo>
                <a:lnTo>
                  <a:pt x="132" y="9"/>
                </a:lnTo>
                <a:lnTo>
                  <a:pt x="132" y="8"/>
                </a:lnTo>
                <a:lnTo>
                  <a:pt x="133" y="8"/>
                </a:lnTo>
                <a:lnTo>
                  <a:pt x="133" y="8"/>
                </a:lnTo>
                <a:lnTo>
                  <a:pt x="133" y="7"/>
                </a:lnTo>
                <a:lnTo>
                  <a:pt x="132" y="7"/>
                </a:lnTo>
                <a:lnTo>
                  <a:pt x="130" y="8"/>
                </a:lnTo>
                <a:lnTo>
                  <a:pt x="129" y="8"/>
                </a:lnTo>
                <a:lnTo>
                  <a:pt x="129" y="7"/>
                </a:lnTo>
                <a:lnTo>
                  <a:pt x="127" y="8"/>
                </a:lnTo>
                <a:lnTo>
                  <a:pt x="126" y="8"/>
                </a:lnTo>
                <a:lnTo>
                  <a:pt x="126" y="8"/>
                </a:lnTo>
                <a:lnTo>
                  <a:pt x="125" y="7"/>
                </a:lnTo>
                <a:lnTo>
                  <a:pt x="124" y="8"/>
                </a:lnTo>
                <a:lnTo>
                  <a:pt x="123" y="7"/>
                </a:lnTo>
                <a:lnTo>
                  <a:pt x="123" y="6"/>
                </a:lnTo>
                <a:lnTo>
                  <a:pt x="123" y="6"/>
                </a:lnTo>
                <a:lnTo>
                  <a:pt x="121" y="7"/>
                </a:lnTo>
                <a:lnTo>
                  <a:pt x="120" y="7"/>
                </a:lnTo>
                <a:lnTo>
                  <a:pt x="119" y="8"/>
                </a:lnTo>
                <a:lnTo>
                  <a:pt x="115" y="9"/>
                </a:lnTo>
                <a:lnTo>
                  <a:pt x="114" y="9"/>
                </a:lnTo>
                <a:lnTo>
                  <a:pt x="113" y="10"/>
                </a:lnTo>
                <a:lnTo>
                  <a:pt x="111" y="9"/>
                </a:lnTo>
                <a:lnTo>
                  <a:pt x="111" y="8"/>
                </a:lnTo>
                <a:lnTo>
                  <a:pt x="110" y="8"/>
                </a:lnTo>
                <a:lnTo>
                  <a:pt x="110" y="7"/>
                </a:lnTo>
                <a:lnTo>
                  <a:pt x="110" y="7"/>
                </a:lnTo>
                <a:lnTo>
                  <a:pt x="109" y="6"/>
                </a:lnTo>
                <a:lnTo>
                  <a:pt x="109" y="6"/>
                </a:lnTo>
                <a:lnTo>
                  <a:pt x="109" y="7"/>
                </a:lnTo>
                <a:lnTo>
                  <a:pt x="108" y="8"/>
                </a:lnTo>
                <a:lnTo>
                  <a:pt x="106" y="8"/>
                </a:lnTo>
                <a:lnTo>
                  <a:pt x="105" y="7"/>
                </a:lnTo>
                <a:lnTo>
                  <a:pt x="105" y="5"/>
                </a:lnTo>
                <a:lnTo>
                  <a:pt x="104" y="5"/>
                </a:lnTo>
                <a:lnTo>
                  <a:pt x="103" y="5"/>
                </a:lnTo>
                <a:lnTo>
                  <a:pt x="101" y="4"/>
                </a:lnTo>
                <a:lnTo>
                  <a:pt x="101" y="3"/>
                </a:lnTo>
                <a:lnTo>
                  <a:pt x="97" y="4"/>
                </a:lnTo>
                <a:lnTo>
                  <a:pt x="95" y="5"/>
                </a:lnTo>
                <a:lnTo>
                  <a:pt x="93" y="6"/>
                </a:lnTo>
                <a:lnTo>
                  <a:pt x="91" y="8"/>
                </a:lnTo>
                <a:lnTo>
                  <a:pt x="89" y="8"/>
                </a:lnTo>
                <a:lnTo>
                  <a:pt x="89" y="9"/>
                </a:lnTo>
                <a:lnTo>
                  <a:pt x="90" y="9"/>
                </a:lnTo>
                <a:lnTo>
                  <a:pt x="90" y="9"/>
                </a:lnTo>
                <a:lnTo>
                  <a:pt x="89" y="10"/>
                </a:lnTo>
                <a:lnTo>
                  <a:pt x="89" y="10"/>
                </a:lnTo>
                <a:lnTo>
                  <a:pt x="90" y="11"/>
                </a:lnTo>
                <a:lnTo>
                  <a:pt x="88" y="13"/>
                </a:lnTo>
                <a:lnTo>
                  <a:pt x="85" y="15"/>
                </a:lnTo>
                <a:lnTo>
                  <a:pt x="85" y="16"/>
                </a:lnTo>
                <a:lnTo>
                  <a:pt x="83" y="16"/>
                </a:lnTo>
                <a:lnTo>
                  <a:pt x="83" y="17"/>
                </a:lnTo>
                <a:lnTo>
                  <a:pt x="84" y="18"/>
                </a:lnTo>
                <a:lnTo>
                  <a:pt x="84" y="19"/>
                </a:lnTo>
                <a:lnTo>
                  <a:pt x="82" y="22"/>
                </a:lnTo>
                <a:lnTo>
                  <a:pt x="81" y="22"/>
                </a:lnTo>
                <a:lnTo>
                  <a:pt x="79" y="23"/>
                </a:lnTo>
                <a:lnTo>
                  <a:pt x="75" y="23"/>
                </a:lnTo>
                <a:lnTo>
                  <a:pt x="74" y="23"/>
                </a:lnTo>
                <a:lnTo>
                  <a:pt x="74" y="22"/>
                </a:lnTo>
                <a:lnTo>
                  <a:pt x="73" y="21"/>
                </a:lnTo>
                <a:lnTo>
                  <a:pt x="72" y="21"/>
                </a:lnTo>
                <a:lnTo>
                  <a:pt x="72" y="20"/>
                </a:lnTo>
                <a:lnTo>
                  <a:pt x="71" y="21"/>
                </a:lnTo>
                <a:lnTo>
                  <a:pt x="71" y="21"/>
                </a:lnTo>
                <a:lnTo>
                  <a:pt x="70" y="21"/>
                </a:lnTo>
                <a:lnTo>
                  <a:pt x="70" y="21"/>
                </a:lnTo>
                <a:lnTo>
                  <a:pt x="70" y="21"/>
                </a:lnTo>
                <a:lnTo>
                  <a:pt x="69" y="20"/>
                </a:lnTo>
                <a:lnTo>
                  <a:pt x="69" y="20"/>
                </a:lnTo>
                <a:lnTo>
                  <a:pt x="67" y="15"/>
                </a:lnTo>
                <a:lnTo>
                  <a:pt x="67" y="13"/>
                </a:lnTo>
                <a:lnTo>
                  <a:pt x="68" y="12"/>
                </a:lnTo>
                <a:lnTo>
                  <a:pt x="72" y="11"/>
                </a:lnTo>
                <a:lnTo>
                  <a:pt x="72" y="8"/>
                </a:lnTo>
                <a:lnTo>
                  <a:pt x="72" y="7"/>
                </a:lnTo>
                <a:lnTo>
                  <a:pt x="71" y="6"/>
                </a:lnTo>
                <a:lnTo>
                  <a:pt x="71" y="7"/>
                </a:lnTo>
                <a:lnTo>
                  <a:pt x="70" y="8"/>
                </a:lnTo>
                <a:lnTo>
                  <a:pt x="69" y="7"/>
                </a:lnTo>
                <a:lnTo>
                  <a:pt x="69" y="6"/>
                </a:lnTo>
                <a:lnTo>
                  <a:pt x="66" y="4"/>
                </a:lnTo>
                <a:lnTo>
                  <a:pt x="66" y="2"/>
                </a:lnTo>
                <a:lnTo>
                  <a:pt x="64" y="1"/>
                </a:lnTo>
                <a:lnTo>
                  <a:pt x="63" y="1"/>
                </a:lnTo>
                <a:lnTo>
                  <a:pt x="59" y="2"/>
                </a:lnTo>
                <a:lnTo>
                  <a:pt x="59" y="2"/>
                </a:lnTo>
                <a:lnTo>
                  <a:pt x="59" y="4"/>
                </a:lnTo>
                <a:lnTo>
                  <a:pt x="58" y="4"/>
                </a:lnTo>
                <a:lnTo>
                  <a:pt x="57" y="3"/>
                </a:lnTo>
                <a:lnTo>
                  <a:pt x="56" y="3"/>
                </a:lnTo>
                <a:lnTo>
                  <a:pt x="56" y="3"/>
                </a:lnTo>
                <a:lnTo>
                  <a:pt x="52" y="3"/>
                </a:lnTo>
                <a:lnTo>
                  <a:pt x="52" y="2"/>
                </a:lnTo>
                <a:lnTo>
                  <a:pt x="50" y="2"/>
                </a:lnTo>
                <a:lnTo>
                  <a:pt x="49" y="2"/>
                </a:lnTo>
                <a:lnTo>
                  <a:pt x="46" y="1"/>
                </a:lnTo>
                <a:lnTo>
                  <a:pt x="46" y="0"/>
                </a:lnTo>
                <a:lnTo>
                  <a:pt x="45" y="2"/>
                </a:lnTo>
                <a:lnTo>
                  <a:pt x="44" y="4"/>
                </a:lnTo>
                <a:lnTo>
                  <a:pt x="45" y="4"/>
                </a:lnTo>
                <a:lnTo>
                  <a:pt x="44" y="6"/>
                </a:lnTo>
                <a:lnTo>
                  <a:pt x="42" y="6"/>
                </a:lnTo>
                <a:lnTo>
                  <a:pt x="41" y="7"/>
                </a:lnTo>
                <a:lnTo>
                  <a:pt x="41" y="9"/>
                </a:lnTo>
                <a:lnTo>
                  <a:pt x="40" y="11"/>
                </a:lnTo>
                <a:lnTo>
                  <a:pt x="33" y="12"/>
                </a:lnTo>
                <a:lnTo>
                  <a:pt x="33" y="13"/>
                </a:lnTo>
                <a:lnTo>
                  <a:pt x="29" y="13"/>
                </a:lnTo>
                <a:lnTo>
                  <a:pt x="28" y="14"/>
                </a:lnTo>
                <a:lnTo>
                  <a:pt x="28" y="15"/>
                </a:lnTo>
                <a:lnTo>
                  <a:pt x="27" y="16"/>
                </a:lnTo>
                <a:lnTo>
                  <a:pt x="26" y="18"/>
                </a:lnTo>
                <a:lnTo>
                  <a:pt x="23" y="21"/>
                </a:lnTo>
                <a:lnTo>
                  <a:pt x="23" y="22"/>
                </a:lnTo>
                <a:lnTo>
                  <a:pt x="22" y="21"/>
                </a:lnTo>
                <a:lnTo>
                  <a:pt x="22" y="20"/>
                </a:lnTo>
                <a:lnTo>
                  <a:pt x="21" y="20"/>
                </a:lnTo>
                <a:lnTo>
                  <a:pt x="20" y="21"/>
                </a:lnTo>
                <a:lnTo>
                  <a:pt x="21" y="22"/>
                </a:lnTo>
                <a:lnTo>
                  <a:pt x="20" y="23"/>
                </a:lnTo>
                <a:lnTo>
                  <a:pt x="20" y="22"/>
                </a:lnTo>
                <a:lnTo>
                  <a:pt x="19" y="22"/>
                </a:lnTo>
                <a:lnTo>
                  <a:pt x="20" y="23"/>
                </a:lnTo>
                <a:lnTo>
                  <a:pt x="20" y="24"/>
                </a:lnTo>
                <a:lnTo>
                  <a:pt x="21" y="24"/>
                </a:lnTo>
                <a:lnTo>
                  <a:pt x="20" y="25"/>
                </a:lnTo>
                <a:lnTo>
                  <a:pt x="19" y="25"/>
                </a:lnTo>
                <a:lnTo>
                  <a:pt x="15" y="26"/>
                </a:lnTo>
                <a:lnTo>
                  <a:pt x="16" y="28"/>
                </a:lnTo>
                <a:lnTo>
                  <a:pt x="15" y="29"/>
                </a:lnTo>
                <a:lnTo>
                  <a:pt x="15" y="30"/>
                </a:lnTo>
                <a:lnTo>
                  <a:pt x="14" y="30"/>
                </a:lnTo>
                <a:lnTo>
                  <a:pt x="14" y="31"/>
                </a:lnTo>
                <a:lnTo>
                  <a:pt x="13" y="34"/>
                </a:lnTo>
                <a:lnTo>
                  <a:pt x="13" y="35"/>
                </a:lnTo>
                <a:lnTo>
                  <a:pt x="13" y="36"/>
                </a:lnTo>
                <a:lnTo>
                  <a:pt x="12" y="37"/>
                </a:lnTo>
                <a:lnTo>
                  <a:pt x="12" y="39"/>
                </a:lnTo>
                <a:lnTo>
                  <a:pt x="8" y="40"/>
                </a:lnTo>
                <a:lnTo>
                  <a:pt x="8" y="41"/>
                </a:lnTo>
                <a:lnTo>
                  <a:pt x="6" y="43"/>
                </a:lnTo>
                <a:lnTo>
                  <a:pt x="6" y="45"/>
                </a:lnTo>
                <a:lnTo>
                  <a:pt x="5" y="46"/>
                </a:lnTo>
                <a:lnTo>
                  <a:pt x="5" y="47"/>
                </a:lnTo>
                <a:lnTo>
                  <a:pt x="6" y="47"/>
                </a:lnTo>
                <a:lnTo>
                  <a:pt x="6" y="48"/>
                </a:lnTo>
                <a:lnTo>
                  <a:pt x="6" y="49"/>
                </a:lnTo>
                <a:lnTo>
                  <a:pt x="7" y="51"/>
                </a:lnTo>
                <a:lnTo>
                  <a:pt x="8" y="50"/>
                </a:lnTo>
                <a:lnTo>
                  <a:pt x="8" y="51"/>
                </a:lnTo>
                <a:lnTo>
                  <a:pt x="9" y="51"/>
                </a:lnTo>
                <a:lnTo>
                  <a:pt x="10" y="55"/>
                </a:lnTo>
                <a:lnTo>
                  <a:pt x="9" y="57"/>
                </a:lnTo>
                <a:lnTo>
                  <a:pt x="8" y="58"/>
                </a:lnTo>
                <a:lnTo>
                  <a:pt x="8" y="60"/>
                </a:lnTo>
                <a:lnTo>
                  <a:pt x="8" y="62"/>
                </a:lnTo>
                <a:lnTo>
                  <a:pt x="8" y="63"/>
                </a:lnTo>
                <a:lnTo>
                  <a:pt x="10" y="60"/>
                </a:lnTo>
                <a:lnTo>
                  <a:pt x="13" y="59"/>
                </a:lnTo>
                <a:lnTo>
                  <a:pt x="14" y="58"/>
                </a:lnTo>
                <a:lnTo>
                  <a:pt x="15" y="57"/>
                </a:lnTo>
                <a:lnTo>
                  <a:pt x="16" y="56"/>
                </a:lnTo>
                <a:lnTo>
                  <a:pt x="17" y="57"/>
                </a:lnTo>
                <a:lnTo>
                  <a:pt x="19" y="55"/>
                </a:lnTo>
                <a:lnTo>
                  <a:pt x="20" y="54"/>
                </a:lnTo>
                <a:lnTo>
                  <a:pt x="21" y="54"/>
                </a:lnTo>
                <a:lnTo>
                  <a:pt x="20" y="57"/>
                </a:lnTo>
                <a:lnTo>
                  <a:pt x="18" y="57"/>
                </a:lnTo>
                <a:lnTo>
                  <a:pt x="18" y="58"/>
                </a:lnTo>
                <a:lnTo>
                  <a:pt x="17" y="58"/>
                </a:lnTo>
                <a:lnTo>
                  <a:pt x="17" y="59"/>
                </a:lnTo>
                <a:lnTo>
                  <a:pt x="17" y="60"/>
                </a:lnTo>
                <a:lnTo>
                  <a:pt x="16" y="60"/>
                </a:lnTo>
                <a:lnTo>
                  <a:pt x="15" y="61"/>
                </a:lnTo>
                <a:lnTo>
                  <a:pt x="14" y="62"/>
                </a:lnTo>
                <a:lnTo>
                  <a:pt x="14" y="63"/>
                </a:lnTo>
                <a:lnTo>
                  <a:pt x="11" y="63"/>
                </a:lnTo>
                <a:lnTo>
                  <a:pt x="11" y="64"/>
                </a:lnTo>
                <a:lnTo>
                  <a:pt x="9" y="67"/>
                </a:lnTo>
                <a:lnTo>
                  <a:pt x="9" y="68"/>
                </a:lnTo>
                <a:lnTo>
                  <a:pt x="9" y="69"/>
                </a:lnTo>
                <a:lnTo>
                  <a:pt x="8" y="70"/>
                </a:lnTo>
                <a:lnTo>
                  <a:pt x="7" y="71"/>
                </a:lnTo>
                <a:lnTo>
                  <a:pt x="5" y="71"/>
                </a:lnTo>
                <a:lnTo>
                  <a:pt x="5" y="72"/>
                </a:lnTo>
                <a:lnTo>
                  <a:pt x="4" y="71"/>
                </a:lnTo>
                <a:lnTo>
                  <a:pt x="4" y="72"/>
                </a:lnTo>
                <a:lnTo>
                  <a:pt x="4" y="72"/>
                </a:lnTo>
                <a:lnTo>
                  <a:pt x="2" y="76"/>
                </a:lnTo>
                <a:lnTo>
                  <a:pt x="2" y="77"/>
                </a:lnTo>
                <a:lnTo>
                  <a:pt x="1" y="77"/>
                </a:lnTo>
                <a:lnTo>
                  <a:pt x="0" y="78"/>
                </a:lnTo>
                <a:lnTo>
                  <a:pt x="1" y="79"/>
                </a:lnTo>
                <a:lnTo>
                  <a:pt x="0" y="80"/>
                </a:lnTo>
                <a:lnTo>
                  <a:pt x="1" y="80"/>
                </a:lnTo>
                <a:lnTo>
                  <a:pt x="0" y="81"/>
                </a:lnTo>
                <a:lnTo>
                  <a:pt x="1" y="81"/>
                </a:lnTo>
                <a:lnTo>
                  <a:pt x="2" y="82"/>
                </a:lnTo>
                <a:lnTo>
                  <a:pt x="3" y="81"/>
                </a:lnTo>
                <a:lnTo>
                  <a:pt x="4" y="82"/>
                </a:lnTo>
                <a:lnTo>
                  <a:pt x="5" y="81"/>
                </a:lnTo>
                <a:lnTo>
                  <a:pt x="6" y="81"/>
                </a:lnTo>
                <a:lnTo>
                  <a:pt x="7" y="82"/>
                </a:lnTo>
                <a:lnTo>
                  <a:pt x="8" y="81"/>
                </a:lnTo>
                <a:lnTo>
                  <a:pt x="8" y="83"/>
                </a:lnTo>
                <a:lnTo>
                  <a:pt x="8" y="83"/>
                </a:lnTo>
                <a:lnTo>
                  <a:pt x="8" y="83"/>
                </a:lnTo>
                <a:lnTo>
                  <a:pt x="9" y="84"/>
                </a:lnTo>
                <a:lnTo>
                  <a:pt x="10" y="84"/>
                </a:lnTo>
                <a:lnTo>
                  <a:pt x="12" y="85"/>
                </a:lnTo>
                <a:lnTo>
                  <a:pt x="13" y="88"/>
                </a:lnTo>
                <a:lnTo>
                  <a:pt x="15" y="90"/>
                </a:lnTo>
                <a:lnTo>
                  <a:pt x="16" y="89"/>
                </a:lnTo>
                <a:lnTo>
                  <a:pt x="17" y="90"/>
                </a:lnTo>
                <a:lnTo>
                  <a:pt x="17" y="89"/>
                </a:lnTo>
                <a:lnTo>
                  <a:pt x="20" y="89"/>
                </a:lnTo>
                <a:lnTo>
                  <a:pt x="23" y="88"/>
                </a:lnTo>
                <a:lnTo>
                  <a:pt x="23" y="88"/>
                </a:lnTo>
                <a:lnTo>
                  <a:pt x="23" y="88"/>
                </a:lnTo>
                <a:lnTo>
                  <a:pt x="25" y="88"/>
                </a:lnTo>
                <a:lnTo>
                  <a:pt x="26" y="89"/>
                </a:lnTo>
                <a:lnTo>
                  <a:pt x="26" y="88"/>
                </a:lnTo>
                <a:lnTo>
                  <a:pt x="27" y="89"/>
                </a:lnTo>
                <a:lnTo>
                  <a:pt x="28" y="87"/>
                </a:lnTo>
                <a:lnTo>
                  <a:pt x="29" y="87"/>
                </a:lnTo>
                <a:lnTo>
                  <a:pt x="29" y="87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562349" y="3910319"/>
            <a:ext cx="743908" cy="705430"/>
          </a:xfrm>
          <a:custGeom>
            <a:avLst/>
            <a:gdLst/>
            <a:ahLst/>
            <a:cxnLst/>
            <a:rect l="l" t="t" r="r" b="b"/>
            <a:pathLst>
              <a:path w="116" h="110">
                <a:moveTo>
                  <a:pt x="47" y="93"/>
                </a:moveTo>
                <a:lnTo>
                  <a:pt x="48" y="93"/>
                </a:lnTo>
                <a:lnTo>
                  <a:pt x="49" y="92"/>
                </a:lnTo>
                <a:lnTo>
                  <a:pt x="50" y="92"/>
                </a:lnTo>
                <a:lnTo>
                  <a:pt x="50" y="92"/>
                </a:lnTo>
                <a:lnTo>
                  <a:pt x="52" y="92"/>
                </a:lnTo>
                <a:lnTo>
                  <a:pt x="52" y="91"/>
                </a:lnTo>
                <a:lnTo>
                  <a:pt x="53" y="91"/>
                </a:lnTo>
                <a:lnTo>
                  <a:pt x="54" y="91"/>
                </a:lnTo>
                <a:lnTo>
                  <a:pt x="54" y="91"/>
                </a:lnTo>
                <a:lnTo>
                  <a:pt x="54" y="92"/>
                </a:lnTo>
                <a:lnTo>
                  <a:pt x="55" y="92"/>
                </a:lnTo>
                <a:lnTo>
                  <a:pt x="55" y="91"/>
                </a:lnTo>
                <a:lnTo>
                  <a:pt x="56" y="90"/>
                </a:lnTo>
                <a:lnTo>
                  <a:pt x="58" y="92"/>
                </a:lnTo>
                <a:lnTo>
                  <a:pt x="58" y="93"/>
                </a:lnTo>
                <a:lnTo>
                  <a:pt x="59" y="93"/>
                </a:lnTo>
                <a:lnTo>
                  <a:pt x="60" y="94"/>
                </a:lnTo>
                <a:lnTo>
                  <a:pt x="64" y="91"/>
                </a:lnTo>
                <a:lnTo>
                  <a:pt x="64" y="90"/>
                </a:lnTo>
                <a:lnTo>
                  <a:pt x="66" y="90"/>
                </a:lnTo>
                <a:lnTo>
                  <a:pt x="67" y="91"/>
                </a:lnTo>
                <a:lnTo>
                  <a:pt x="66" y="92"/>
                </a:lnTo>
                <a:lnTo>
                  <a:pt x="67" y="93"/>
                </a:lnTo>
                <a:lnTo>
                  <a:pt x="66" y="93"/>
                </a:lnTo>
                <a:lnTo>
                  <a:pt x="67" y="95"/>
                </a:lnTo>
                <a:lnTo>
                  <a:pt x="67" y="97"/>
                </a:lnTo>
                <a:lnTo>
                  <a:pt x="66" y="97"/>
                </a:lnTo>
                <a:lnTo>
                  <a:pt x="66" y="97"/>
                </a:lnTo>
                <a:lnTo>
                  <a:pt x="68" y="98"/>
                </a:lnTo>
                <a:lnTo>
                  <a:pt x="67" y="100"/>
                </a:lnTo>
                <a:lnTo>
                  <a:pt x="68" y="100"/>
                </a:lnTo>
                <a:lnTo>
                  <a:pt x="68" y="101"/>
                </a:lnTo>
                <a:lnTo>
                  <a:pt x="69" y="101"/>
                </a:lnTo>
                <a:lnTo>
                  <a:pt x="69" y="102"/>
                </a:lnTo>
                <a:lnTo>
                  <a:pt x="69" y="103"/>
                </a:lnTo>
                <a:lnTo>
                  <a:pt x="70" y="103"/>
                </a:lnTo>
                <a:lnTo>
                  <a:pt x="70" y="102"/>
                </a:lnTo>
                <a:lnTo>
                  <a:pt x="71" y="102"/>
                </a:lnTo>
                <a:lnTo>
                  <a:pt x="71" y="104"/>
                </a:lnTo>
                <a:lnTo>
                  <a:pt x="72" y="105"/>
                </a:lnTo>
                <a:lnTo>
                  <a:pt x="74" y="104"/>
                </a:lnTo>
                <a:lnTo>
                  <a:pt x="75" y="102"/>
                </a:lnTo>
                <a:lnTo>
                  <a:pt x="76" y="102"/>
                </a:lnTo>
                <a:lnTo>
                  <a:pt x="76" y="102"/>
                </a:lnTo>
                <a:lnTo>
                  <a:pt x="78" y="104"/>
                </a:lnTo>
                <a:lnTo>
                  <a:pt x="79" y="104"/>
                </a:lnTo>
                <a:lnTo>
                  <a:pt x="81" y="104"/>
                </a:lnTo>
                <a:lnTo>
                  <a:pt x="82" y="104"/>
                </a:lnTo>
                <a:lnTo>
                  <a:pt x="83" y="103"/>
                </a:lnTo>
                <a:lnTo>
                  <a:pt x="83" y="103"/>
                </a:lnTo>
                <a:lnTo>
                  <a:pt x="83" y="106"/>
                </a:lnTo>
                <a:lnTo>
                  <a:pt x="83" y="106"/>
                </a:lnTo>
                <a:lnTo>
                  <a:pt x="83" y="108"/>
                </a:lnTo>
                <a:lnTo>
                  <a:pt x="85" y="107"/>
                </a:lnTo>
                <a:lnTo>
                  <a:pt x="86" y="108"/>
                </a:lnTo>
                <a:lnTo>
                  <a:pt x="87" y="108"/>
                </a:lnTo>
                <a:lnTo>
                  <a:pt x="88" y="109"/>
                </a:lnTo>
                <a:lnTo>
                  <a:pt x="89" y="110"/>
                </a:lnTo>
                <a:lnTo>
                  <a:pt x="91" y="109"/>
                </a:lnTo>
                <a:lnTo>
                  <a:pt x="92" y="109"/>
                </a:lnTo>
                <a:lnTo>
                  <a:pt x="92" y="108"/>
                </a:lnTo>
                <a:lnTo>
                  <a:pt x="93" y="108"/>
                </a:lnTo>
                <a:lnTo>
                  <a:pt x="94" y="106"/>
                </a:lnTo>
                <a:lnTo>
                  <a:pt x="95" y="106"/>
                </a:lnTo>
                <a:lnTo>
                  <a:pt x="96" y="107"/>
                </a:lnTo>
                <a:lnTo>
                  <a:pt x="96" y="107"/>
                </a:lnTo>
                <a:lnTo>
                  <a:pt x="96" y="109"/>
                </a:lnTo>
                <a:lnTo>
                  <a:pt x="97" y="110"/>
                </a:lnTo>
                <a:lnTo>
                  <a:pt x="97" y="110"/>
                </a:lnTo>
                <a:lnTo>
                  <a:pt x="98" y="110"/>
                </a:lnTo>
                <a:lnTo>
                  <a:pt x="99" y="110"/>
                </a:lnTo>
                <a:lnTo>
                  <a:pt x="99" y="109"/>
                </a:lnTo>
                <a:lnTo>
                  <a:pt x="99" y="108"/>
                </a:lnTo>
                <a:lnTo>
                  <a:pt x="100" y="107"/>
                </a:lnTo>
                <a:lnTo>
                  <a:pt x="100" y="105"/>
                </a:lnTo>
                <a:lnTo>
                  <a:pt x="101" y="105"/>
                </a:lnTo>
                <a:lnTo>
                  <a:pt x="100" y="104"/>
                </a:lnTo>
                <a:lnTo>
                  <a:pt x="101" y="103"/>
                </a:lnTo>
                <a:lnTo>
                  <a:pt x="104" y="101"/>
                </a:lnTo>
                <a:lnTo>
                  <a:pt x="108" y="100"/>
                </a:lnTo>
                <a:lnTo>
                  <a:pt x="108" y="99"/>
                </a:lnTo>
                <a:lnTo>
                  <a:pt x="108" y="99"/>
                </a:lnTo>
                <a:lnTo>
                  <a:pt x="108" y="98"/>
                </a:lnTo>
                <a:lnTo>
                  <a:pt x="108" y="97"/>
                </a:lnTo>
                <a:lnTo>
                  <a:pt x="108" y="97"/>
                </a:lnTo>
                <a:lnTo>
                  <a:pt x="108" y="91"/>
                </a:lnTo>
                <a:lnTo>
                  <a:pt x="107" y="90"/>
                </a:lnTo>
                <a:lnTo>
                  <a:pt x="106" y="86"/>
                </a:lnTo>
                <a:lnTo>
                  <a:pt x="106" y="85"/>
                </a:lnTo>
                <a:lnTo>
                  <a:pt x="106" y="84"/>
                </a:lnTo>
                <a:lnTo>
                  <a:pt x="105" y="84"/>
                </a:lnTo>
                <a:lnTo>
                  <a:pt x="106" y="82"/>
                </a:lnTo>
                <a:lnTo>
                  <a:pt x="106" y="82"/>
                </a:lnTo>
                <a:lnTo>
                  <a:pt x="104" y="85"/>
                </a:lnTo>
                <a:lnTo>
                  <a:pt x="104" y="84"/>
                </a:lnTo>
                <a:lnTo>
                  <a:pt x="103" y="85"/>
                </a:lnTo>
                <a:lnTo>
                  <a:pt x="103" y="84"/>
                </a:lnTo>
                <a:lnTo>
                  <a:pt x="102" y="86"/>
                </a:lnTo>
                <a:lnTo>
                  <a:pt x="102" y="86"/>
                </a:lnTo>
                <a:lnTo>
                  <a:pt x="101" y="87"/>
                </a:lnTo>
                <a:lnTo>
                  <a:pt x="101" y="86"/>
                </a:lnTo>
                <a:lnTo>
                  <a:pt x="100" y="86"/>
                </a:lnTo>
                <a:lnTo>
                  <a:pt x="99" y="86"/>
                </a:lnTo>
                <a:lnTo>
                  <a:pt x="99" y="85"/>
                </a:lnTo>
                <a:lnTo>
                  <a:pt x="97" y="84"/>
                </a:lnTo>
                <a:lnTo>
                  <a:pt x="97" y="83"/>
                </a:lnTo>
                <a:lnTo>
                  <a:pt x="95" y="84"/>
                </a:lnTo>
                <a:lnTo>
                  <a:pt x="95" y="83"/>
                </a:lnTo>
                <a:lnTo>
                  <a:pt x="93" y="83"/>
                </a:lnTo>
                <a:lnTo>
                  <a:pt x="92" y="80"/>
                </a:lnTo>
                <a:lnTo>
                  <a:pt x="93" y="79"/>
                </a:lnTo>
                <a:lnTo>
                  <a:pt x="92" y="78"/>
                </a:lnTo>
                <a:lnTo>
                  <a:pt x="92" y="77"/>
                </a:lnTo>
                <a:lnTo>
                  <a:pt x="91" y="77"/>
                </a:lnTo>
                <a:lnTo>
                  <a:pt x="91" y="76"/>
                </a:lnTo>
                <a:lnTo>
                  <a:pt x="89" y="76"/>
                </a:lnTo>
                <a:lnTo>
                  <a:pt x="89" y="76"/>
                </a:lnTo>
                <a:lnTo>
                  <a:pt x="87" y="76"/>
                </a:lnTo>
                <a:lnTo>
                  <a:pt x="86" y="75"/>
                </a:lnTo>
                <a:lnTo>
                  <a:pt x="86" y="74"/>
                </a:lnTo>
                <a:lnTo>
                  <a:pt x="87" y="74"/>
                </a:lnTo>
                <a:lnTo>
                  <a:pt x="86" y="73"/>
                </a:lnTo>
                <a:lnTo>
                  <a:pt x="86" y="73"/>
                </a:lnTo>
                <a:lnTo>
                  <a:pt x="86" y="72"/>
                </a:lnTo>
                <a:lnTo>
                  <a:pt x="87" y="71"/>
                </a:lnTo>
                <a:lnTo>
                  <a:pt x="87" y="71"/>
                </a:lnTo>
                <a:lnTo>
                  <a:pt x="88" y="72"/>
                </a:lnTo>
                <a:lnTo>
                  <a:pt x="89" y="72"/>
                </a:lnTo>
                <a:lnTo>
                  <a:pt x="91" y="72"/>
                </a:lnTo>
                <a:lnTo>
                  <a:pt x="92" y="71"/>
                </a:lnTo>
                <a:lnTo>
                  <a:pt x="93" y="71"/>
                </a:lnTo>
                <a:lnTo>
                  <a:pt x="94" y="70"/>
                </a:lnTo>
                <a:lnTo>
                  <a:pt x="93" y="69"/>
                </a:lnTo>
                <a:lnTo>
                  <a:pt x="94" y="68"/>
                </a:lnTo>
                <a:lnTo>
                  <a:pt x="94" y="67"/>
                </a:lnTo>
                <a:lnTo>
                  <a:pt x="94" y="67"/>
                </a:lnTo>
                <a:lnTo>
                  <a:pt x="94" y="66"/>
                </a:lnTo>
                <a:lnTo>
                  <a:pt x="94" y="65"/>
                </a:lnTo>
                <a:lnTo>
                  <a:pt x="93" y="65"/>
                </a:lnTo>
                <a:lnTo>
                  <a:pt x="93" y="63"/>
                </a:lnTo>
                <a:lnTo>
                  <a:pt x="94" y="64"/>
                </a:lnTo>
                <a:lnTo>
                  <a:pt x="93" y="62"/>
                </a:lnTo>
                <a:lnTo>
                  <a:pt x="94" y="62"/>
                </a:lnTo>
                <a:lnTo>
                  <a:pt x="94" y="62"/>
                </a:lnTo>
                <a:lnTo>
                  <a:pt x="95" y="61"/>
                </a:lnTo>
                <a:lnTo>
                  <a:pt x="96" y="61"/>
                </a:lnTo>
                <a:lnTo>
                  <a:pt x="99" y="60"/>
                </a:lnTo>
                <a:lnTo>
                  <a:pt x="98" y="58"/>
                </a:lnTo>
                <a:lnTo>
                  <a:pt x="98" y="57"/>
                </a:lnTo>
                <a:lnTo>
                  <a:pt x="97" y="56"/>
                </a:lnTo>
                <a:lnTo>
                  <a:pt x="97" y="55"/>
                </a:lnTo>
                <a:lnTo>
                  <a:pt x="98" y="56"/>
                </a:lnTo>
                <a:lnTo>
                  <a:pt x="98" y="53"/>
                </a:lnTo>
                <a:lnTo>
                  <a:pt x="96" y="53"/>
                </a:lnTo>
                <a:lnTo>
                  <a:pt x="97" y="50"/>
                </a:lnTo>
                <a:lnTo>
                  <a:pt x="99" y="49"/>
                </a:lnTo>
                <a:lnTo>
                  <a:pt x="101" y="49"/>
                </a:lnTo>
                <a:lnTo>
                  <a:pt x="102" y="50"/>
                </a:lnTo>
                <a:lnTo>
                  <a:pt x="102" y="50"/>
                </a:lnTo>
                <a:lnTo>
                  <a:pt x="102" y="49"/>
                </a:lnTo>
                <a:lnTo>
                  <a:pt x="104" y="50"/>
                </a:lnTo>
                <a:lnTo>
                  <a:pt x="104" y="51"/>
                </a:lnTo>
                <a:lnTo>
                  <a:pt x="104" y="52"/>
                </a:lnTo>
                <a:lnTo>
                  <a:pt x="106" y="53"/>
                </a:lnTo>
                <a:lnTo>
                  <a:pt x="106" y="54"/>
                </a:lnTo>
                <a:lnTo>
                  <a:pt x="106" y="55"/>
                </a:lnTo>
                <a:lnTo>
                  <a:pt x="107" y="54"/>
                </a:lnTo>
                <a:lnTo>
                  <a:pt x="108" y="56"/>
                </a:lnTo>
                <a:lnTo>
                  <a:pt x="110" y="55"/>
                </a:lnTo>
                <a:lnTo>
                  <a:pt x="111" y="54"/>
                </a:lnTo>
                <a:lnTo>
                  <a:pt x="113" y="53"/>
                </a:lnTo>
                <a:lnTo>
                  <a:pt x="113" y="52"/>
                </a:lnTo>
                <a:lnTo>
                  <a:pt x="115" y="51"/>
                </a:lnTo>
                <a:lnTo>
                  <a:pt x="115" y="51"/>
                </a:lnTo>
                <a:lnTo>
                  <a:pt x="116" y="51"/>
                </a:lnTo>
                <a:lnTo>
                  <a:pt x="116" y="49"/>
                </a:lnTo>
                <a:lnTo>
                  <a:pt x="114" y="46"/>
                </a:lnTo>
                <a:lnTo>
                  <a:pt x="114" y="45"/>
                </a:lnTo>
                <a:lnTo>
                  <a:pt x="114" y="44"/>
                </a:lnTo>
                <a:lnTo>
                  <a:pt x="114" y="43"/>
                </a:lnTo>
                <a:lnTo>
                  <a:pt x="114" y="42"/>
                </a:lnTo>
                <a:lnTo>
                  <a:pt x="113" y="42"/>
                </a:lnTo>
                <a:lnTo>
                  <a:pt x="112" y="43"/>
                </a:lnTo>
                <a:lnTo>
                  <a:pt x="110" y="43"/>
                </a:lnTo>
                <a:lnTo>
                  <a:pt x="110" y="42"/>
                </a:lnTo>
                <a:lnTo>
                  <a:pt x="107" y="41"/>
                </a:lnTo>
                <a:lnTo>
                  <a:pt x="107" y="40"/>
                </a:lnTo>
                <a:lnTo>
                  <a:pt x="106" y="39"/>
                </a:lnTo>
                <a:lnTo>
                  <a:pt x="107" y="38"/>
                </a:lnTo>
                <a:lnTo>
                  <a:pt x="106" y="36"/>
                </a:lnTo>
                <a:lnTo>
                  <a:pt x="105" y="37"/>
                </a:lnTo>
                <a:lnTo>
                  <a:pt x="105" y="36"/>
                </a:lnTo>
                <a:lnTo>
                  <a:pt x="103" y="36"/>
                </a:lnTo>
                <a:lnTo>
                  <a:pt x="103" y="36"/>
                </a:lnTo>
                <a:lnTo>
                  <a:pt x="103" y="36"/>
                </a:lnTo>
                <a:lnTo>
                  <a:pt x="100" y="37"/>
                </a:lnTo>
                <a:lnTo>
                  <a:pt x="97" y="37"/>
                </a:lnTo>
                <a:lnTo>
                  <a:pt x="97" y="38"/>
                </a:lnTo>
                <a:lnTo>
                  <a:pt x="94" y="37"/>
                </a:lnTo>
                <a:lnTo>
                  <a:pt x="93" y="36"/>
                </a:lnTo>
                <a:lnTo>
                  <a:pt x="92" y="33"/>
                </a:lnTo>
                <a:lnTo>
                  <a:pt x="90" y="32"/>
                </a:lnTo>
                <a:lnTo>
                  <a:pt x="89" y="32"/>
                </a:lnTo>
                <a:lnTo>
                  <a:pt x="88" y="31"/>
                </a:lnTo>
                <a:lnTo>
                  <a:pt x="88" y="31"/>
                </a:lnTo>
                <a:lnTo>
                  <a:pt x="88" y="31"/>
                </a:lnTo>
                <a:lnTo>
                  <a:pt x="88" y="29"/>
                </a:lnTo>
                <a:lnTo>
                  <a:pt x="87" y="30"/>
                </a:lnTo>
                <a:lnTo>
                  <a:pt x="86" y="29"/>
                </a:lnTo>
                <a:lnTo>
                  <a:pt x="85" y="29"/>
                </a:lnTo>
                <a:lnTo>
                  <a:pt x="84" y="30"/>
                </a:lnTo>
                <a:lnTo>
                  <a:pt x="83" y="29"/>
                </a:lnTo>
                <a:lnTo>
                  <a:pt x="82" y="30"/>
                </a:lnTo>
                <a:lnTo>
                  <a:pt x="81" y="29"/>
                </a:lnTo>
                <a:lnTo>
                  <a:pt x="80" y="29"/>
                </a:lnTo>
                <a:lnTo>
                  <a:pt x="81" y="28"/>
                </a:lnTo>
                <a:lnTo>
                  <a:pt x="80" y="28"/>
                </a:lnTo>
                <a:lnTo>
                  <a:pt x="81" y="27"/>
                </a:lnTo>
                <a:lnTo>
                  <a:pt x="80" y="26"/>
                </a:lnTo>
                <a:lnTo>
                  <a:pt x="81" y="25"/>
                </a:lnTo>
                <a:lnTo>
                  <a:pt x="82" y="25"/>
                </a:lnTo>
                <a:lnTo>
                  <a:pt x="82" y="24"/>
                </a:lnTo>
                <a:lnTo>
                  <a:pt x="84" y="20"/>
                </a:lnTo>
                <a:lnTo>
                  <a:pt x="84" y="20"/>
                </a:lnTo>
                <a:lnTo>
                  <a:pt x="84" y="19"/>
                </a:lnTo>
                <a:lnTo>
                  <a:pt x="85" y="20"/>
                </a:lnTo>
                <a:lnTo>
                  <a:pt x="85" y="19"/>
                </a:lnTo>
                <a:lnTo>
                  <a:pt x="87" y="19"/>
                </a:lnTo>
                <a:lnTo>
                  <a:pt x="88" y="18"/>
                </a:lnTo>
                <a:lnTo>
                  <a:pt x="89" y="17"/>
                </a:lnTo>
                <a:lnTo>
                  <a:pt x="89" y="16"/>
                </a:lnTo>
                <a:lnTo>
                  <a:pt x="89" y="15"/>
                </a:lnTo>
                <a:lnTo>
                  <a:pt x="91" y="12"/>
                </a:lnTo>
                <a:lnTo>
                  <a:pt x="91" y="11"/>
                </a:lnTo>
                <a:lnTo>
                  <a:pt x="94" y="11"/>
                </a:lnTo>
                <a:lnTo>
                  <a:pt x="94" y="10"/>
                </a:lnTo>
                <a:lnTo>
                  <a:pt x="95" y="9"/>
                </a:lnTo>
                <a:lnTo>
                  <a:pt x="96" y="8"/>
                </a:lnTo>
                <a:lnTo>
                  <a:pt x="97" y="8"/>
                </a:lnTo>
                <a:lnTo>
                  <a:pt x="97" y="7"/>
                </a:lnTo>
                <a:lnTo>
                  <a:pt x="97" y="6"/>
                </a:lnTo>
                <a:lnTo>
                  <a:pt x="98" y="6"/>
                </a:lnTo>
                <a:lnTo>
                  <a:pt x="98" y="5"/>
                </a:lnTo>
                <a:lnTo>
                  <a:pt x="100" y="5"/>
                </a:lnTo>
                <a:lnTo>
                  <a:pt x="101" y="2"/>
                </a:lnTo>
                <a:lnTo>
                  <a:pt x="100" y="2"/>
                </a:lnTo>
                <a:lnTo>
                  <a:pt x="99" y="3"/>
                </a:lnTo>
                <a:lnTo>
                  <a:pt x="97" y="5"/>
                </a:lnTo>
                <a:lnTo>
                  <a:pt x="96" y="4"/>
                </a:lnTo>
                <a:lnTo>
                  <a:pt x="95" y="5"/>
                </a:lnTo>
                <a:lnTo>
                  <a:pt x="94" y="6"/>
                </a:lnTo>
                <a:lnTo>
                  <a:pt x="93" y="7"/>
                </a:lnTo>
                <a:lnTo>
                  <a:pt x="92" y="7"/>
                </a:lnTo>
                <a:lnTo>
                  <a:pt x="90" y="8"/>
                </a:lnTo>
                <a:lnTo>
                  <a:pt x="88" y="11"/>
                </a:lnTo>
                <a:lnTo>
                  <a:pt x="88" y="10"/>
                </a:lnTo>
                <a:lnTo>
                  <a:pt x="88" y="8"/>
                </a:lnTo>
                <a:lnTo>
                  <a:pt x="88" y="7"/>
                </a:lnTo>
                <a:lnTo>
                  <a:pt x="88" y="6"/>
                </a:lnTo>
                <a:lnTo>
                  <a:pt x="89" y="5"/>
                </a:lnTo>
                <a:lnTo>
                  <a:pt x="90" y="3"/>
                </a:lnTo>
                <a:lnTo>
                  <a:pt x="89" y="2"/>
                </a:lnTo>
                <a:lnTo>
                  <a:pt x="88" y="3"/>
                </a:lnTo>
                <a:lnTo>
                  <a:pt x="88" y="3"/>
                </a:lnTo>
                <a:lnTo>
                  <a:pt x="87" y="4"/>
                </a:lnTo>
                <a:lnTo>
                  <a:pt x="86" y="3"/>
                </a:lnTo>
                <a:lnTo>
                  <a:pt x="85" y="1"/>
                </a:lnTo>
                <a:lnTo>
                  <a:pt x="84" y="1"/>
                </a:lnTo>
                <a:lnTo>
                  <a:pt x="84" y="2"/>
                </a:lnTo>
                <a:lnTo>
                  <a:pt x="83" y="1"/>
                </a:lnTo>
                <a:lnTo>
                  <a:pt x="83" y="2"/>
                </a:lnTo>
                <a:lnTo>
                  <a:pt x="82" y="2"/>
                </a:lnTo>
                <a:lnTo>
                  <a:pt x="82" y="4"/>
                </a:lnTo>
                <a:lnTo>
                  <a:pt x="81" y="5"/>
                </a:lnTo>
                <a:lnTo>
                  <a:pt x="80" y="5"/>
                </a:lnTo>
                <a:lnTo>
                  <a:pt x="80" y="4"/>
                </a:lnTo>
                <a:lnTo>
                  <a:pt x="79" y="3"/>
                </a:lnTo>
                <a:lnTo>
                  <a:pt x="77" y="4"/>
                </a:lnTo>
                <a:lnTo>
                  <a:pt x="76" y="3"/>
                </a:lnTo>
                <a:lnTo>
                  <a:pt x="74" y="4"/>
                </a:lnTo>
                <a:lnTo>
                  <a:pt x="74" y="4"/>
                </a:lnTo>
                <a:lnTo>
                  <a:pt x="73" y="3"/>
                </a:lnTo>
                <a:lnTo>
                  <a:pt x="69" y="2"/>
                </a:lnTo>
                <a:lnTo>
                  <a:pt x="69" y="2"/>
                </a:lnTo>
                <a:lnTo>
                  <a:pt x="67" y="2"/>
                </a:lnTo>
                <a:lnTo>
                  <a:pt x="67" y="1"/>
                </a:lnTo>
                <a:lnTo>
                  <a:pt x="66" y="2"/>
                </a:lnTo>
                <a:lnTo>
                  <a:pt x="66" y="2"/>
                </a:lnTo>
                <a:lnTo>
                  <a:pt x="66" y="2"/>
                </a:lnTo>
                <a:lnTo>
                  <a:pt x="65" y="1"/>
                </a:lnTo>
                <a:lnTo>
                  <a:pt x="64" y="2"/>
                </a:lnTo>
                <a:lnTo>
                  <a:pt x="64" y="1"/>
                </a:lnTo>
                <a:lnTo>
                  <a:pt x="64" y="0"/>
                </a:lnTo>
                <a:lnTo>
                  <a:pt x="63" y="0"/>
                </a:lnTo>
                <a:lnTo>
                  <a:pt x="62" y="1"/>
                </a:lnTo>
                <a:lnTo>
                  <a:pt x="62" y="0"/>
                </a:lnTo>
                <a:lnTo>
                  <a:pt x="61" y="1"/>
                </a:lnTo>
                <a:lnTo>
                  <a:pt x="61" y="0"/>
                </a:lnTo>
                <a:lnTo>
                  <a:pt x="60" y="0"/>
                </a:lnTo>
                <a:lnTo>
                  <a:pt x="60" y="1"/>
                </a:lnTo>
                <a:lnTo>
                  <a:pt x="58" y="0"/>
                </a:lnTo>
                <a:lnTo>
                  <a:pt x="58" y="3"/>
                </a:lnTo>
                <a:lnTo>
                  <a:pt x="57" y="4"/>
                </a:lnTo>
                <a:lnTo>
                  <a:pt x="58" y="4"/>
                </a:lnTo>
                <a:lnTo>
                  <a:pt x="57" y="5"/>
                </a:lnTo>
                <a:lnTo>
                  <a:pt x="58" y="6"/>
                </a:lnTo>
                <a:lnTo>
                  <a:pt x="57" y="6"/>
                </a:lnTo>
                <a:lnTo>
                  <a:pt x="58" y="7"/>
                </a:lnTo>
                <a:lnTo>
                  <a:pt x="57" y="8"/>
                </a:lnTo>
                <a:lnTo>
                  <a:pt x="58" y="8"/>
                </a:lnTo>
                <a:lnTo>
                  <a:pt x="58" y="9"/>
                </a:lnTo>
                <a:lnTo>
                  <a:pt x="57" y="9"/>
                </a:lnTo>
                <a:lnTo>
                  <a:pt x="57" y="12"/>
                </a:lnTo>
                <a:lnTo>
                  <a:pt x="58" y="12"/>
                </a:lnTo>
                <a:lnTo>
                  <a:pt x="56" y="13"/>
                </a:lnTo>
                <a:lnTo>
                  <a:pt x="57" y="13"/>
                </a:lnTo>
                <a:lnTo>
                  <a:pt x="57" y="16"/>
                </a:lnTo>
                <a:lnTo>
                  <a:pt x="57" y="16"/>
                </a:lnTo>
                <a:lnTo>
                  <a:pt x="57" y="17"/>
                </a:lnTo>
                <a:lnTo>
                  <a:pt x="57" y="17"/>
                </a:lnTo>
                <a:lnTo>
                  <a:pt x="56" y="17"/>
                </a:lnTo>
                <a:lnTo>
                  <a:pt x="56" y="17"/>
                </a:lnTo>
                <a:lnTo>
                  <a:pt x="55" y="19"/>
                </a:lnTo>
                <a:lnTo>
                  <a:pt x="53" y="20"/>
                </a:lnTo>
                <a:lnTo>
                  <a:pt x="53" y="21"/>
                </a:lnTo>
                <a:lnTo>
                  <a:pt x="52" y="21"/>
                </a:lnTo>
                <a:lnTo>
                  <a:pt x="52" y="22"/>
                </a:lnTo>
                <a:lnTo>
                  <a:pt x="50" y="22"/>
                </a:lnTo>
                <a:lnTo>
                  <a:pt x="50" y="23"/>
                </a:lnTo>
                <a:lnTo>
                  <a:pt x="49" y="23"/>
                </a:lnTo>
                <a:lnTo>
                  <a:pt x="49" y="24"/>
                </a:lnTo>
                <a:lnTo>
                  <a:pt x="49" y="25"/>
                </a:lnTo>
                <a:lnTo>
                  <a:pt x="47" y="24"/>
                </a:lnTo>
                <a:lnTo>
                  <a:pt x="47" y="26"/>
                </a:lnTo>
                <a:lnTo>
                  <a:pt x="46" y="26"/>
                </a:lnTo>
                <a:lnTo>
                  <a:pt x="46" y="26"/>
                </a:lnTo>
                <a:lnTo>
                  <a:pt x="45" y="27"/>
                </a:lnTo>
                <a:lnTo>
                  <a:pt x="44" y="27"/>
                </a:lnTo>
                <a:lnTo>
                  <a:pt x="43" y="28"/>
                </a:lnTo>
                <a:lnTo>
                  <a:pt x="42" y="28"/>
                </a:lnTo>
                <a:lnTo>
                  <a:pt x="40" y="27"/>
                </a:lnTo>
                <a:lnTo>
                  <a:pt x="40" y="28"/>
                </a:lnTo>
                <a:lnTo>
                  <a:pt x="38" y="28"/>
                </a:lnTo>
                <a:lnTo>
                  <a:pt x="36" y="28"/>
                </a:lnTo>
                <a:lnTo>
                  <a:pt x="35" y="28"/>
                </a:lnTo>
                <a:lnTo>
                  <a:pt x="34" y="28"/>
                </a:lnTo>
                <a:lnTo>
                  <a:pt x="34" y="28"/>
                </a:lnTo>
                <a:lnTo>
                  <a:pt x="33" y="28"/>
                </a:lnTo>
                <a:lnTo>
                  <a:pt x="30" y="27"/>
                </a:lnTo>
                <a:lnTo>
                  <a:pt x="30" y="29"/>
                </a:lnTo>
                <a:lnTo>
                  <a:pt x="29" y="29"/>
                </a:lnTo>
                <a:lnTo>
                  <a:pt x="30" y="30"/>
                </a:lnTo>
                <a:lnTo>
                  <a:pt x="30" y="32"/>
                </a:lnTo>
                <a:lnTo>
                  <a:pt x="30" y="33"/>
                </a:lnTo>
                <a:lnTo>
                  <a:pt x="29" y="32"/>
                </a:lnTo>
                <a:lnTo>
                  <a:pt x="28" y="32"/>
                </a:lnTo>
                <a:lnTo>
                  <a:pt x="26" y="33"/>
                </a:lnTo>
                <a:lnTo>
                  <a:pt x="26" y="33"/>
                </a:lnTo>
                <a:lnTo>
                  <a:pt x="23" y="34"/>
                </a:lnTo>
                <a:lnTo>
                  <a:pt x="23" y="35"/>
                </a:lnTo>
                <a:lnTo>
                  <a:pt x="23" y="36"/>
                </a:lnTo>
                <a:lnTo>
                  <a:pt x="21" y="38"/>
                </a:lnTo>
                <a:lnTo>
                  <a:pt x="19" y="38"/>
                </a:lnTo>
                <a:lnTo>
                  <a:pt x="18" y="39"/>
                </a:lnTo>
                <a:lnTo>
                  <a:pt x="17" y="38"/>
                </a:lnTo>
                <a:lnTo>
                  <a:pt x="16" y="39"/>
                </a:lnTo>
                <a:lnTo>
                  <a:pt x="16" y="39"/>
                </a:lnTo>
                <a:lnTo>
                  <a:pt x="15" y="39"/>
                </a:lnTo>
                <a:lnTo>
                  <a:pt x="14" y="39"/>
                </a:lnTo>
                <a:lnTo>
                  <a:pt x="13" y="40"/>
                </a:lnTo>
                <a:lnTo>
                  <a:pt x="12" y="41"/>
                </a:lnTo>
                <a:lnTo>
                  <a:pt x="11" y="42"/>
                </a:lnTo>
                <a:lnTo>
                  <a:pt x="10" y="41"/>
                </a:lnTo>
                <a:lnTo>
                  <a:pt x="9" y="43"/>
                </a:lnTo>
                <a:lnTo>
                  <a:pt x="8" y="44"/>
                </a:lnTo>
                <a:lnTo>
                  <a:pt x="8" y="43"/>
                </a:lnTo>
                <a:lnTo>
                  <a:pt x="7" y="43"/>
                </a:lnTo>
                <a:lnTo>
                  <a:pt x="6" y="44"/>
                </a:lnTo>
                <a:lnTo>
                  <a:pt x="4" y="44"/>
                </a:lnTo>
                <a:lnTo>
                  <a:pt x="3" y="45"/>
                </a:lnTo>
                <a:lnTo>
                  <a:pt x="2" y="44"/>
                </a:lnTo>
                <a:lnTo>
                  <a:pt x="1" y="45"/>
                </a:lnTo>
                <a:lnTo>
                  <a:pt x="0" y="45"/>
                </a:lnTo>
                <a:lnTo>
                  <a:pt x="0" y="45"/>
                </a:lnTo>
                <a:lnTo>
                  <a:pt x="1" y="46"/>
                </a:lnTo>
                <a:lnTo>
                  <a:pt x="0" y="46"/>
                </a:lnTo>
                <a:lnTo>
                  <a:pt x="0" y="47"/>
                </a:lnTo>
                <a:lnTo>
                  <a:pt x="1" y="48"/>
                </a:lnTo>
                <a:lnTo>
                  <a:pt x="2" y="49"/>
                </a:lnTo>
                <a:lnTo>
                  <a:pt x="3" y="51"/>
                </a:lnTo>
                <a:lnTo>
                  <a:pt x="1" y="52"/>
                </a:lnTo>
                <a:lnTo>
                  <a:pt x="2" y="53"/>
                </a:lnTo>
                <a:lnTo>
                  <a:pt x="4" y="53"/>
                </a:lnTo>
                <a:lnTo>
                  <a:pt x="4" y="54"/>
                </a:lnTo>
                <a:lnTo>
                  <a:pt x="5" y="54"/>
                </a:lnTo>
                <a:lnTo>
                  <a:pt x="5" y="56"/>
                </a:lnTo>
                <a:lnTo>
                  <a:pt x="5" y="58"/>
                </a:lnTo>
                <a:lnTo>
                  <a:pt x="5" y="57"/>
                </a:lnTo>
                <a:lnTo>
                  <a:pt x="6" y="59"/>
                </a:lnTo>
                <a:lnTo>
                  <a:pt x="6" y="59"/>
                </a:lnTo>
                <a:lnTo>
                  <a:pt x="5" y="61"/>
                </a:lnTo>
                <a:lnTo>
                  <a:pt x="5" y="61"/>
                </a:lnTo>
                <a:lnTo>
                  <a:pt x="6" y="61"/>
                </a:lnTo>
                <a:lnTo>
                  <a:pt x="7" y="62"/>
                </a:lnTo>
                <a:lnTo>
                  <a:pt x="8" y="63"/>
                </a:lnTo>
                <a:lnTo>
                  <a:pt x="8" y="63"/>
                </a:lnTo>
                <a:lnTo>
                  <a:pt x="10" y="64"/>
                </a:lnTo>
                <a:lnTo>
                  <a:pt x="9" y="65"/>
                </a:lnTo>
                <a:lnTo>
                  <a:pt x="11" y="66"/>
                </a:lnTo>
                <a:lnTo>
                  <a:pt x="12" y="67"/>
                </a:lnTo>
                <a:lnTo>
                  <a:pt x="13" y="67"/>
                </a:lnTo>
                <a:lnTo>
                  <a:pt x="13" y="70"/>
                </a:lnTo>
                <a:lnTo>
                  <a:pt x="13" y="71"/>
                </a:lnTo>
                <a:lnTo>
                  <a:pt x="14" y="72"/>
                </a:lnTo>
                <a:lnTo>
                  <a:pt x="14" y="73"/>
                </a:lnTo>
                <a:lnTo>
                  <a:pt x="13" y="75"/>
                </a:lnTo>
                <a:lnTo>
                  <a:pt x="14" y="76"/>
                </a:lnTo>
                <a:lnTo>
                  <a:pt x="14" y="77"/>
                </a:lnTo>
                <a:lnTo>
                  <a:pt x="15" y="76"/>
                </a:lnTo>
                <a:lnTo>
                  <a:pt x="16" y="77"/>
                </a:lnTo>
                <a:lnTo>
                  <a:pt x="17" y="78"/>
                </a:lnTo>
                <a:lnTo>
                  <a:pt x="17" y="79"/>
                </a:lnTo>
                <a:lnTo>
                  <a:pt x="16" y="79"/>
                </a:lnTo>
                <a:lnTo>
                  <a:pt x="18" y="79"/>
                </a:lnTo>
                <a:lnTo>
                  <a:pt x="18" y="80"/>
                </a:lnTo>
                <a:lnTo>
                  <a:pt x="19" y="81"/>
                </a:lnTo>
                <a:lnTo>
                  <a:pt x="18" y="82"/>
                </a:lnTo>
                <a:lnTo>
                  <a:pt x="19" y="83"/>
                </a:lnTo>
                <a:lnTo>
                  <a:pt x="19" y="82"/>
                </a:lnTo>
                <a:lnTo>
                  <a:pt x="19" y="83"/>
                </a:lnTo>
                <a:lnTo>
                  <a:pt x="21" y="84"/>
                </a:lnTo>
                <a:lnTo>
                  <a:pt x="22" y="85"/>
                </a:lnTo>
                <a:lnTo>
                  <a:pt x="23" y="85"/>
                </a:lnTo>
                <a:lnTo>
                  <a:pt x="23" y="86"/>
                </a:lnTo>
                <a:lnTo>
                  <a:pt x="24" y="87"/>
                </a:lnTo>
                <a:lnTo>
                  <a:pt x="24" y="88"/>
                </a:lnTo>
                <a:lnTo>
                  <a:pt x="25" y="89"/>
                </a:lnTo>
                <a:lnTo>
                  <a:pt x="26" y="88"/>
                </a:lnTo>
                <a:lnTo>
                  <a:pt x="26" y="89"/>
                </a:lnTo>
                <a:lnTo>
                  <a:pt x="28" y="89"/>
                </a:lnTo>
                <a:lnTo>
                  <a:pt x="31" y="91"/>
                </a:lnTo>
                <a:lnTo>
                  <a:pt x="32" y="90"/>
                </a:lnTo>
                <a:lnTo>
                  <a:pt x="33" y="91"/>
                </a:lnTo>
                <a:lnTo>
                  <a:pt x="33" y="92"/>
                </a:lnTo>
                <a:lnTo>
                  <a:pt x="34" y="91"/>
                </a:lnTo>
                <a:lnTo>
                  <a:pt x="35" y="92"/>
                </a:lnTo>
                <a:lnTo>
                  <a:pt x="36" y="93"/>
                </a:lnTo>
                <a:lnTo>
                  <a:pt x="36" y="92"/>
                </a:lnTo>
                <a:lnTo>
                  <a:pt x="37" y="93"/>
                </a:lnTo>
                <a:lnTo>
                  <a:pt x="37" y="93"/>
                </a:lnTo>
                <a:lnTo>
                  <a:pt x="40" y="94"/>
                </a:lnTo>
                <a:lnTo>
                  <a:pt x="40" y="93"/>
                </a:lnTo>
                <a:lnTo>
                  <a:pt x="41" y="93"/>
                </a:lnTo>
                <a:lnTo>
                  <a:pt x="42" y="94"/>
                </a:lnTo>
                <a:lnTo>
                  <a:pt x="42" y="93"/>
                </a:lnTo>
                <a:lnTo>
                  <a:pt x="43" y="93"/>
                </a:lnTo>
                <a:lnTo>
                  <a:pt x="44" y="92"/>
                </a:lnTo>
                <a:lnTo>
                  <a:pt x="45" y="93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50720" y="4391294"/>
            <a:ext cx="968363" cy="609235"/>
          </a:xfrm>
          <a:custGeom>
            <a:avLst/>
            <a:gdLst/>
            <a:ahLst/>
            <a:cxnLst/>
            <a:rect l="l" t="t" r="r" b="b"/>
            <a:pathLst>
              <a:path w="151" h="95">
                <a:moveTo>
                  <a:pt x="47" y="2"/>
                </a:moveTo>
                <a:lnTo>
                  <a:pt x="47" y="1"/>
                </a:lnTo>
                <a:lnTo>
                  <a:pt x="46" y="0"/>
                </a:lnTo>
                <a:lnTo>
                  <a:pt x="46" y="0"/>
                </a:lnTo>
                <a:lnTo>
                  <a:pt x="45" y="1"/>
                </a:lnTo>
                <a:lnTo>
                  <a:pt x="43" y="1"/>
                </a:lnTo>
                <a:lnTo>
                  <a:pt x="43" y="2"/>
                </a:lnTo>
                <a:lnTo>
                  <a:pt x="42" y="2"/>
                </a:lnTo>
                <a:lnTo>
                  <a:pt x="41" y="4"/>
                </a:lnTo>
                <a:lnTo>
                  <a:pt x="40" y="2"/>
                </a:lnTo>
                <a:lnTo>
                  <a:pt x="39" y="3"/>
                </a:lnTo>
                <a:lnTo>
                  <a:pt x="39" y="2"/>
                </a:lnTo>
                <a:lnTo>
                  <a:pt x="38" y="0"/>
                </a:lnTo>
                <a:lnTo>
                  <a:pt x="38" y="0"/>
                </a:lnTo>
                <a:lnTo>
                  <a:pt x="37" y="2"/>
                </a:lnTo>
                <a:lnTo>
                  <a:pt x="35" y="2"/>
                </a:lnTo>
                <a:lnTo>
                  <a:pt x="34" y="2"/>
                </a:lnTo>
                <a:lnTo>
                  <a:pt x="32" y="3"/>
                </a:lnTo>
                <a:lnTo>
                  <a:pt x="31" y="2"/>
                </a:lnTo>
                <a:lnTo>
                  <a:pt x="28" y="2"/>
                </a:lnTo>
                <a:lnTo>
                  <a:pt x="25" y="1"/>
                </a:lnTo>
                <a:lnTo>
                  <a:pt x="23" y="1"/>
                </a:lnTo>
                <a:lnTo>
                  <a:pt x="21" y="1"/>
                </a:lnTo>
                <a:lnTo>
                  <a:pt x="20" y="1"/>
                </a:lnTo>
                <a:lnTo>
                  <a:pt x="19" y="1"/>
                </a:lnTo>
                <a:lnTo>
                  <a:pt x="17" y="4"/>
                </a:lnTo>
                <a:lnTo>
                  <a:pt x="20" y="4"/>
                </a:lnTo>
                <a:lnTo>
                  <a:pt x="22" y="4"/>
                </a:lnTo>
                <a:lnTo>
                  <a:pt x="24" y="5"/>
                </a:lnTo>
                <a:lnTo>
                  <a:pt x="24" y="9"/>
                </a:lnTo>
                <a:lnTo>
                  <a:pt x="24" y="9"/>
                </a:lnTo>
                <a:lnTo>
                  <a:pt x="25" y="9"/>
                </a:lnTo>
                <a:lnTo>
                  <a:pt x="25" y="9"/>
                </a:lnTo>
                <a:lnTo>
                  <a:pt x="26" y="9"/>
                </a:lnTo>
                <a:lnTo>
                  <a:pt x="30" y="10"/>
                </a:lnTo>
                <a:lnTo>
                  <a:pt x="31" y="11"/>
                </a:lnTo>
                <a:lnTo>
                  <a:pt x="31" y="11"/>
                </a:lnTo>
                <a:lnTo>
                  <a:pt x="31" y="12"/>
                </a:lnTo>
                <a:lnTo>
                  <a:pt x="31" y="14"/>
                </a:lnTo>
                <a:lnTo>
                  <a:pt x="32" y="15"/>
                </a:lnTo>
                <a:lnTo>
                  <a:pt x="31" y="16"/>
                </a:lnTo>
                <a:lnTo>
                  <a:pt x="30" y="15"/>
                </a:lnTo>
                <a:lnTo>
                  <a:pt x="30" y="16"/>
                </a:lnTo>
                <a:lnTo>
                  <a:pt x="29" y="17"/>
                </a:lnTo>
                <a:lnTo>
                  <a:pt x="27" y="16"/>
                </a:lnTo>
                <a:lnTo>
                  <a:pt x="25" y="16"/>
                </a:lnTo>
                <a:lnTo>
                  <a:pt x="23" y="16"/>
                </a:lnTo>
                <a:lnTo>
                  <a:pt x="21" y="16"/>
                </a:lnTo>
                <a:lnTo>
                  <a:pt x="21" y="17"/>
                </a:lnTo>
                <a:lnTo>
                  <a:pt x="22" y="17"/>
                </a:lnTo>
                <a:lnTo>
                  <a:pt x="21" y="18"/>
                </a:lnTo>
                <a:lnTo>
                  <a:pt x="20" y="20"/>
                </a:lnTo>
                <a:lnTo>
                  <a:pt x="20" y="20"/>
                </a:lnTo>
                <a:lnTo>
                  <a:pt x="19" y="21"/>
                </a:lnTo>
                <a:lnTo>
                  <a:pt x="20" y="22"/>
                </a:lnTo>
                <a:lnTo>
                  <a:pt x="19" y="23"/>
                </a:lnTo>
                <a:lnTo>
                  <a:pt x="20" y="25"/>
                </a:lnTo>
                <a:lnTo>
                  <a:pt x="21" y="25"/>
                </a:lnTo>
                <a:lnTo>
                  <a:pt x="21" y="25"/>
                </a:lnTo>
                <a:lnTo>
                  <a:pt x="21" y="26"/>
                </a:lnTo>
                <a:lnTo>
                  <a:pt x="22" y="27"/>
                </a:lnTo>
                <a:lnTo>
                  <a:pt x="21" y="29"/>
                </a:lnTo>
                <a:lnTo>
                  <a:pt x="22" y="30"/>
                </a:lnTo>
                <a:lnTo>
                  <a:pt x="21" y="32"/>
                </a:lnTo>
                <a:lnTo>
                  <a:pt x="22" y="34"/>
                </a:lnTo>
                <a:lnTo>
                  <a:pt x="22" y="34"/>
                </a:lnTo>
                <a:lnTo>
                  <a:pt x="22" y="36"/>
                </a:lnTo>
                <a:lnTo>
                  <a:pt x="24" y="36"/>
                </a:lnTo>
                <a:lnTo>
                  <a:pt x="25" y="38"/>
                </a:lnTo>
                <a:lnTo>
                  <a:pt x="25" y="38"/>
                </a:lnTo>
                <a:lnTo>
                  <a:pt x="25" y="39"/>
                </a:lnTo>
                <a:lnTo>
                  <a:pt x="24" y="40"/>
                </a:lnTo>
                <a:lnTo>
                  <a:pt x="27" y="39"/>
                </a:lnTo>
                <a:lnTo>
                  <a:pt x="28" y="40"/>
                </a:lnTo>
                <a:lnTo>
                  <a:pt x="29" y="40"/>
                </a:lnTo>
                <a:lnTo>
                  <a:pt x="29" y="41"/>
                </a:lnTo>
                <a:lnTo>
                  <a:pt x="29" y="41"/>
                </a:lnTo>
                <a:lnTo>
                  <a:pt x="31" y="43"/>
                </a:lnTo>
                <a:lnTo>
                  <a:pt x="32" y="43"/>
                </a:lnTo>
                <a:lnTo>
                  <a:pt x="33" y="45"/>
                </a:lnTo>
                <a:lnTo>
                  <a:pt x="33" y="48"/>
                </a:lnTo>
                <a:lnTo>
                  <a:pt x="34" y="48"/>
                </a:lnTo>
                <a:lnTo>
                  <a:pt x="34" y="49"/>
                </a:lnTo>
                <a:lnTo>
                  <a:pt x="32" y="50"/>
                </a:lnTo>
                <a:lnTo>
                  <a:pt x="33" y="52"/>
                </a:lnTo>
                <a:lnTo>
                  <a:pt x="34" y="52"/>
                </a:lnTo>
                <a:lnTo>
                  <a:pt x="32" y="56"/>
                </a:lnTo>
                <a:lnTo>
                  <a:pt x="31" y="56"/>
                </a:lnTo>
                <a:lnTo>
                  <a:pt x="31" y="56"/>
                </a:lnTo>
                <a:lnTo>
                  <a:pt x="31" y="55"/>
                </a:lnTo>
                <a:lnTo>
                  <a:pt x="29" y="55"/>
                </a:lnTo>
                <a:lnTo>
                  <a:pt x="28" y="54"/>
                </a:lnTo>
                <a:lnTo>
                  <a:pt x="26" y="56"/>
                </a:lnTo>
                <a:lnTo>
                  <a:pt x="24" y="58"/>
                </a:lnTo>
                <a:lnTo>
                  <a:pt x="24" y="58"/>
                </a:lnTo>
                <a:lnTo>
                  <a:pt x="23" y="59"/>
                </a:lnTo>
                <a:lnTo>
                  <a:pt x="22" y="60"/>
                </a:lnTo>
                <a:lnTo>
                  <a:pt x="22" y="61"/>
                </a:lnTo>
                <a:lnTo>
                  <a:pt x="22" y="60"/>
                </a:lnTo>
                <a:lnTo>
                  <a:pt x="20" y="62"/>
                </a:lnTo>
                <a:lnTo>
                  <a:pt x="18" y="64"/>
                </a:lnTo>
                <a:lnTo>
                  <a:pt x="18" y="63"/>
                </a:lnTo>
                <a:lnTo>
                  <a:pt x="18" y="63"/>
                </a:lnTo>
                <a:lnTo>
                  <a:pt x="17" y="61"/>
                </a:lnTo>
                <a:lnTo>
                  <a:pt x="14" y="64"/>
                </a:lnTo>
                <a:lnTo>
                  <a:pt x="13" y="62"/>
                </a:lnTo>
                <a:lnTo>
                  <a:pt x="14" y="61"/>
                </a:lnTo>
                <a:lnTo>
                  <a:pt x="12" y="61"/>
                </a:lnTo>
                <a:lnTo>
                  <a:pt x="12" y="61"/>
                </a:lnTo>
                <a:lnTo>
                  <a:pt x="11" y="61"/>
                </a:lnTo>
                <a:lnTo>
                  <a:pt x="8" y="65"/>
                </a:lnTo>
                <a:lnTo>
                  <a:pt x="7" y="64"/>
                </a:lnTo>
                <a:lnTo>
                  <a:pt x="7" y="64"/>
                </a:lnTo>
                <a:lnTo>
                  <a:pt x="6" y="63"/>
                </a:lnTo>
                <a:lnTo>
                  <a:pt x="5" y="62"/>
                </a:lnTo>
                <a:lnTo>
                  <a:pt x="5" y="63"/>
                </a:lnTo>
                <a:lnTo>
                  <a:pt x="5" y="64"/>
                </a:lnTo>
                <a:lnTo>
                  <a:pt x="3" y="65"/>
                </a:lnTo>
                <a:lnTo>
                  <a:pt x="2" y="65"/>
                </a:lnTo>
                <a:lnTo>
                  <a:pt x="1" y="65"/>
                </a:lnTo>
                <a:lnTo>
                  <a:pt x="0" y="66"/>
                </a:lnTo>
                <a:lnTo>
                  <a:pt x="1" y="66"/>
                </a:lnTo>
                <a:lnTo>
                  <a:pt x="0" y="67"/>
                </a:lnTo>
                <a:lnTo>
                  <a:pt x="1" y="68"/>
                </a:lnTo>
                <a:lnTo>
                  <a:pt x="1" y="68"/>
                </a:lnTo>
                <a:lnTo>
                  <a:pt x="3" y="70"/>
                </a:lnTo>
                <a:lnTo>
                  <a:pt x="4" y="70"/>
                </a:lnTo>
                <a:lnTo>
                  <a:pt x="3" y="72"/>
                </a:lnTo>
                <a:lnTo>
                  <a:pt x="4" y="72"/>
                </a:lnTo>
                <a:lnTo>
                  <a:pt x="3" y="75"/>
                </a:lnTo>
                <a:lnTo>
                  <a:pt x="3" y="75"/>
                </a:lnTo>
                <a:lnTo>
                  <a:pt x="3" y="76"/>
                </a:lnTo>
                <a:lnTo>
                  <a:pt x="3" y="78"/>
                </a:lnTo>
                <a:lnTo>
                  <a:pt x="2" y="79"/>
                </a:lnTo>
                <a:lnTo>
                  <a:pt x="1" y="79"/>
                </a:lnTo>
                <a:lnTo>
                  <a:pt x="0" y="80"/>
                </a:lnTo>
                <a:lnTo>
                  <a:pt x="1" y="80"/>
                </a:lnTo>
                <a:lnTo>
                  <a:pt x="1" y="82"/>
                </a:lnTo>
                <a:lnTo>
                  <a:pt x="3" y="83"/>
                </a:lnTo>
                <a:lnTo>
                  <a:pt x="3" y="82"/>
                </a:lnTo>
                <a:lnTo>
                  <a:pt x="3" y="82"/>
                </a:lnTo>
                <a:lnTo>
                  <a:pt x="3" y="81"/>
                </a:lnTo>
                <a:lnTo>
                  <a:pt x="4" y="79"/>
                </a:lnTo>
                <a:lnTo>
                  <a:pt x="6" y="79"/>
                </a:lnTo>
                <a:lnTo>
                  <a:pt x="6" y="83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8" y="84"/>
                </a:lnTo>
                <a:lnTo>
                  <a:pt x="9" y="83"/>
                </a:lnTo>
                <a:lnTo>
                  <a:pt x="10" y="84"/>
                </a:lnTo>
                <a:lnTo>
                  <a:pt x="10" y="85"/>
                </a:lnTo>
                <a:lnTo>
                  <a:pt x="10" y="85"/>
                </a:lnTo>
                <a:lnTo>
                  <a:pt x="11" y="85"/>
                </a:lnTo>
                <a:lnTo>
                  <a:pt x="10" y="86"/>
                </a:lnTo>
                <a:lnTo>
                  <a:pt x="10" y="87"/>
                </a:lnTo>
                <a:lnTo>
                  <a:pt x="10" y="88"/>
                </a:lnTo>
                <a:lnTo>
                  <a:pt x="10" y="88"/>
                </a:lnTo>
                <a:lnTo>
                  <a:pt x="11" y="88"/>
                </a:lnTo>
                <a:lnTo>
                  <a:pt x="11" y="91"/>
                </a:lnTo>
                <a:lnTo>
                  <a:pt x="12" y="91"/>
                </a:lnTo>
                <a:lnTo>
                  <a:pt x="13" y="90"/>
                </a:lnTo>
                <a:lnTo>
                  <a:pt x="13" y="90"/>
                </a:lnTo>
                <a:lnTo>
                  <a:pt x="14" y="89"/>
                </a:lnTo>
                <a:lnTo>
                  <a:pt x="15" y="90"/>
                </a:lnTo>
                <a:lnTo>
                  <a:pt x="15" y="92"/>
                </a:lnTo>
                <a:lnTo>
                  <a:pt x="15" y="92"/>
                </a:lnTo>
                <a:lnTo>
                  <a:pt x="15" y="93"/>
                </a:lnTo>
                <a:lnTo>
                  <a:pt x="16" y="94"/>
                </a:lnTo>
                <a:lnTo>
                  <a:pt x="16" y="94"/>
                </a:lnTo>
                <a:lnTo>
                  <a:pt x="17" y="95"/>
                </a:lnTo>
                <a:lnTo>
                  <a:pt x="18" y="95"/>
                </a:lnTo>
                <a:lnTo>
                  <a:pt x="18" y="94"/>
                </a:lnTo>
                <a:lnTo>
                  <a:pt x="18" y="93"/>
                </a:lnTo>
                <a:lnTo>
                  <a:pt x="18" y="93"/>
                </a:lnTo>
                <a:lnTo>
                  <a:pt x="20" y="91"/>
                </a:lnTo>
                <a:lnTo>
                  <a:pt x="19" y="90"/>
                </a:lnTo>
                <a:lnTo>
                  <a:pt x="20" y="89"/>
                </a:lnTo>
                <a:lnTo>
                  <a:pt x="20" y="89"/>
                </a:lnTo>
                <a:lnTo>
                  <a:pt x="21" y="88"/>
                </a:lnTo>
                <a:lnTo>
                  <a:pt x="21" y="86"/>
                </a:lnTo>
                <a:lnTo>
                  <a:pt x="21" y="86"/>
                </a:lnTo>
                <a:lnTo>
                  <a:pt x="22" y="85"/>
                </a:lnTo>
                <a:lnTo>
                  <a:pt x="22" y="85"/>
                </a:lnTo>
                <a:lnTo>
                  <a:pt x="22" y="84"/>
                </a:lnTo>
                <a:lnTo>
                  <a:pt x="23" y="84"/>
                </a:lnTo>
                <a:lnTo>
                  <a:pt x="24" y="83"/>
                </a:lnTo>
                <a:lnTo>
                  <a:pt x="25" y="83"/>
                </a:lnTo>
                <a:lnTo>
                  <a:pt x="25" y="84"/>
                </a:lnTo>
                <a:lnTo>
                  <a:pt x="26" y="84"/>
                </a:lnTo>
                <a:lnTo>
                  <a:pt x="26" y="83"/>
                </a:lnTo>
                <a:lnTo>
                  <a:pt x="26" y="82"/>
                </a:lnTo>
                <a:lnTo>
                  <a:pt x="27" y="82"/>
                </a:lnTo>
                <a:lnTo>
                  <a:pt x="27" y="81"/>
                </a:lnTo>
                <a:lnTo>
                  <a:pt x="27" y="80"/>
                </a:lnTo>
                <a:lnTo>
                  <a:pt x="34" y="79"/>
                </a:lnTo>
                <a:lnTo>
                  <a:pt x="35" y="80"/>
                </a:lnTo>
                <a:lnTo>
                  <a:pt x="36" y="80"/>
                </a:lnTo>
                <a:lnTo>
                  <a:pt x="37" y="81"/>
                </a:lnTo>
                <a:lnTo>
                  <a:pt x="38" y="82"/>
                </a:lnTo>
                <a:lnTo>
                  <a:pt x="38" y="82"/>
                </a:lnTo>
                <a:lnTo>
                  <a:pt x="39" y="83"/>
                </a:lnTo>
                <a:lnTo>
                  <a:pt x="40" y="82"/>
                </a:lnTo>
                <a:lnTo>
                  <a:pt x="41" y="81"/>
                </a:lnTo>
                <a:lnTo>
                  <a:pt x="42" y="81"/>
                </a:lnTo>
                <a:lnTo>
                  <a:pt x="44" y="79"/>
                </a:lnTo>
                <a:lnTo>
                  <a:pt x="43" y="78"/>
                </a:lnTo>
                <a:lnTo>
                  <a:pt x="42" y="78"/>
                </a:lnTo>
                <a:lnTo>
                  <a:pt x="42" y="76"/>
                </a:lnTo>
                <a:lnTo>
                  <a:pt x="41" y="76"/>
                </a:lnTo>
                <a:lnTo>
                  <a:pt x="41" y="75"/>
                </a:lnTo>
                <a:lnTo>
                  <a:pt x="42" y="74"/>
                </a:lnTo>
                <a:lnTo>
                  <a:pt x="41" y="74"/>
                </a:lnTo>
                <a:lnTo>
                  <a:pt x="41" y="73"/>
                </a:lnTo>
                <a:lnTo>
                  <a:pt x="43" y="73"/>
                </a:lnTo>
                <a:lnTo>
                  <a:pt x="44" y="72"/>
                </a:lnTo>
                <a:lnTo>
                  <a:pt x="45" y="73"/>
                </a:lnTo>
                <a:lnTo>
                  <a:pt x="46" y="73"/>
                </a:lnTo>
                <a:lnTo>
                  <a:pt x="46" y="71"/>
                </a:lnTo>
                <a:lnTo>
                  <a:pt x="48" y="71"/>
                </a:lnTo>
                <a:lnTo>
                  <a:pt x="49" y="71"/>
                </a:lnTo>
                <a:lnTo>
                  <a:pt x="49" y="72"/>
                </a:lnTo>
                <a:lnTo>
                  <a:pt x="55" y="72"/>
                </a:lnTo>
                <a:lnTo>
                  <a:pt x="57" y="74"/>
                </a:lnTo>
                <a:lnTo>
                  <a:pt x="58" y="74"/>
                </a:lnTo>
                <a:lnTo>
                  <a:pt x="59" y="75"/>
                </a:lnTo>
                <a:lnTo>
                  <a:pt x="59" y="75"/>
                </a:lnTo>
                <a:lnTo>
                  <a:pt x="61" y="75"/>
                </a:lnTo>
                <a:lnTo>
                  <a:pt x="62" y="75"/>
                </a:lnTo>
                <a:lnTo>
                  <a:pt x="65" y="75"/>
                </a:lnTo>
                <a:lnTo>
                  <a:pt x="66" y="74"/>
                </a:lnTo>
                <a:lnTo>
                  <a:pt x="67" y="75"/>
                </a:lnTo>
                <a:lnTo>
                  <a:pt x="68" y="76"/>
                </a:lnTo>
                <a:lnTo>
                  <a:pt x="70" y="76"/>
                </a:lnTo>
                <a:lnTo>
                  <a:pt x="70" y="77"/>
                </a:lnTo>
                <a:lnTo>
                  <a:pt x="72" y="78"/>
                </a:lnTo>
                <a:lnTo>
                  <a:pt x="72" y="79"/>
                </a:lnTo>
                <a:lnTo>
                  <a:pt x="74" y="80"/>
                </a:lnTo>
                <a:lnTo>
                  <a:pt x="75" y="80"/>
                </a:lnTo>
                <a:lnTo>
                  <a:pt x="75" y="80"/>
                </a:lnTo>
                <a:lnTo>
                  <a:pt x="75" y="81"/>
                </a:lnTo>
                <a:lnTo>
                  <a:pt x="77" y="81"/>
                </a:lnTo>
                <a:lnTo>
                  <a:pt x="76" y="82"/>
                </a:lnTo>
                <a:lnTo>
                  <a:pt x="77" y="83"/>
                </a:lnTo>
                <a:lnTo>
                  <a:pt x="77" y="82"/>
                </a:lnTo>
                <a:lnTo>
                  <a:pt x="78" y="82"/>
                </a:lnTo>
                <a:lnTo>
                  <a:pt x="79" y="80"/>
                </a:lnTo>
                <a:lnTo>
                  <a:pt x="80" y="80"/>
                </a:lnTo>
                <a:lnTo>
                  <a:pt x="81" y="81"/>
                </a:lnTo>
                <a:lnTo>
                  <a:pt x="82" y="80"/>
                </a:lnTo>
                <a:lnTo>
                  <a:pt x="83" y="81"/>
                </a:lnTo>
                <a:lnTo>
                  <a:pt x="84" y="80"/>
                </a:lnTo>
                <a:lnTo>
                  <a:pt x="85" y="79"/>
                </a:lnTo>
                <a:lnTo>
                  <a:pt x="86" y="78"/>
                </a:lnTo>
                <a:lnTo>
                  <a:pt x="86" y="77"/>
                </a:lnTo>
                <a:lnTo>
                  <a:pt x="87" y="76"/>
                </a:lnTo>
                <a:lnTo>
                  <a:pt x="88" y="76"/>
                </a:lnTo>
                <a:lnTo>
                  <a:pt x="89" y="76"/>
                </a:lnTo>
                <a:lnTo>
                  <a:pt x="89" y="78"/>
                </a:lnTo>
                <a:lnTo>
                  <a:pt x="89" y="78"/>
                </a:lnTo>
                <a:lnTo>
                  <a:pt x="90" y="76"/>
                </a:lnTo>
                <a:lnTo>
                  <a:pt x="90" y="78"/>
                </a:lnTo>
                <a:lnTo>
                  <a:pt x="88" y="80"/>
                </a:lnTo>
                <a:lnTo>
                  <a:pt x="89" y="83"/>
                </a:lnTo>
                <a:lnTo>
                  <a:pt x="91" y="82"/>
                </a:lnTo>
                <a:lnTo>
                  <a:pt x="92" y="83"/>
                </a:lnTo>
                <a:lnTo>
                  <a:pt x="92" y="83"/>
                </a:lnTo>
                <a:lnTo>
                  <a:pt x="93" y="83"/>
                </a:lnTo>
                <a:lnTo>
                  <a:pt x="97" y="77"/>
                </a:lnTo>
                <a:lnTo>
                  <a:pt x="101" y="73"/>
                </a:lnTo>
                <a:lnTo>
                  <a:pt x="101" y="77"/>
                </a:lnTo>
                <a:lnTo>
                  <a:pt x="102" y="77"/>
                </a:lnTo>
                <a:lnTo>
                  <a:pt x="103" y="77"/>
                </a:lnTo>
                <a:lnTo>
                  <a:pt x="105" y="79"/>
                </a:lnTo>
                <a:lnTo>
                  <a:pt x="103" y="81"/>
                </a:lnTo>
                <a:lnTo>
                  <a:pt x="104" y="81"/>
                </a:lnTo>
                <a:lnTo>
                  <a:pt x="105" y="82"/>
                </a:lnTo>
                <a:lnTo>
                  <a:pt x="105" y="83"/>
                </a:lnTo>
                <a:lnTo>
                  <a:pt x="104" y="84"/>
                </a:lnTo>
                <a:lnTo>
                  <a:pt x="103" y="87"/>
                </a:lnTo>
                <a:lnTo>
                  <a:pt x="104" y="87"/>
                </a:lnTo>
                <a:lnTo>
                  <a:pt x="104" y="87"/>
                </a:lnTo>
                <a:lnTo>
                  <a:pt x="104" y="88"/>
                </a:lnTo>
                <a:lnTo>
                  <a:pt x="104" y="88"/>
                </a:lnTo>
                <a:lnTo>
                  <a:pt x="105" y="91"/>
                </a:lnTo>
                <a:lnTo>
                  <a:pt x="105" y="90"/>
                </a:lnTo>
                <a:lnTo>
                  <a:pt x="106" y="91"/>
                </a:lnTo>
                <a:lnTo>
                  <a:pt x="106" y="90"/>
                </a:lnTo>
                <a:lnTo>
                  <a:pt x="107" y="90"/>
                </a:lnTo>
                <a:lnTo>
                  <a:pt x="108" y="91"/>
                </a:lnTo>
                <a:lnTo>
                  <a:pt x="108" y="90"/>
                </a:lnTo>
                <a:lnTo>
                  <a:pt x="108" y="91"/>
                </a:lnTo>
                <a:lnTo>
                  <a:pt x="109" y="91"/>
                </a:lnTo>
                <a:lnTo>
                  <a:pt x="110" y="91"/>
                </a:lnTo>
                <a:lnTo>
                  <a:pt x="110" y="90"/>
                </a:lnTo>
                <a:lnTo>
                  <a:pt x="111" y="88"/>
                </a:lnTo>
                <a:lnTo>
                  <a:pt x="112" y="87"/>
                </a:lnTo>
                <a:lnTo>
                  <a:pt x="115" y="86"/>
                </a:lnTo>
                <a:lnTo>
                  <a:pt x="115" y="83"/>
                </a:lnTo>
                <a:lnTo>
                  <a:pt x="116" y="83"/>
                </a:lnTo>
                <a:lnTo>
                  <a:pt x="117" y="84"/>
                </a:lnTo>
                <a:lnTo>
                  <a:pt x="119" y="83"/>
                </a:lnTo>
                <a:lnTo>
                  <a:pt x="119" y="84"/>
                </a:lnTo>
                <a:lnTo>
                  <a:pt x="120" y="83"/>
                </a:lnTo>
                <a:lnTo>
                  <a:pt x="123" y="82"/>
                </a:lnTo>
                <a:lnTo>
                  <a:pt x="125" y="82"/>
                </a:lnTo>
                <a:lnTo>
                  <a:pt x="125" y="82"/>
                </a:lnTo>
                <a:lnTo>
                  <a:pt x="125" y="82"/>
                </a:lnTo>
                <a:lnTo>
                  <a:pt x="127" y="81"/>
                </a:lnTo>
                <a:lnTo>
                  <a:pt x="128" y="80"/>
                </a:lnTo>
                <a:lnTo>
                  <a:pt x="128" y="79"/>
                </a:lnTo>
                <a:lnTo>
                  <a:pt x="128" y="79"/>
                </a:lnTo>
                <a:lnTo>
                  <a:pt x="128" y="79"/>
                </a:lnTo>
                <a:lnTo>
                  <a:pt x="128" y="80"/>
                </a:lnTo>
                <a:lnTo>
                  <a:pt x="127" y="80"/>
                </a:lnTo>
                <a:lnTo>
                  <a:pt x="127" y="79"/>
                </a:lnTo>
                <a:lnTo>
                  <a:pt x="127" y="79"/>
                </a:lnTo>
                <a:lnTo>
                  <a:pt x="128" y="79"/>
                </a:lnTo>
                <a:lnTo>
                  <a:pt x="129" y="78"/>
                </a:lnTo>
                <a:lnTo>
                  <a:pt x="128" y="78"/>
                </a:lnTo>
                <a:lnTo>
                  <a:pt x="129" y="77"/>
                </a:lnTo>
                <a:lnTo>
                  <a:pt x="130" y="77"/>
                </a:lnTo>
                <a:lnTo>
                  <a:pt x="131" y="77"/>
                </a:lnTo>
                <a:lnTo>
                  <a:pt x="131" y="78"/>
                </a:lnTo>
                <a:lnTo>
                  <a:pt x="132" y="78"/>
                </a:lnTo>
                <a:lnTo>
                  <a:pt x="132" y="76"/>
                </a:lnTo>
                <a:lnTo>
                  <a:pt x="131" y="76"/>
                </a:lnTo>
                <a:lnTo>
                  <a:pt x="132" y="75"/>
                </a:lnTo>
                <a:lnTo>
                  <a:pt x="131" y="75"/>
                </a:lnTo>
                <a:lnTo>
                  <a:pt x="131" y="74"/>
                </a:lnTo>
                <a:lnTo>
                  <a:pt x="132" y="75"/>
                </a:lnTo>
                <a:lnTo>
                  <a:pt x="134" y="74"/>
                </a:lnTo>
                <a:lnTo>
                  <a:pt x="135" y="75"/>
                </a:lnTo>
                <a:lnTo>
                  <a:pt x="136" y="74"/>
                </a:lnTo>
                <a:lnTo>
                  <a:pt x="138" y="72"/>
                </a:lnTo>
                <a:lnTo>
                  <a:pt x="138" y="71"/>
                </a:lnTo>
                <a:lnTo>
                  <a:pt x="138" y="70"/>
                </a:lnTo>
                <a:lnTo>
                  <a:pt x="141" y="69"/>
                </a:lnTo>
                <a:lnTo>
                  <a:pt x="146" y="72"/>
                </a:lnTo>
                <a:lnTo>
                  <a:pt x="147" y="71"/>
                </a:lnTo>
                <a:lnTo>
                  <a:pt x="151" y="69"/>
                </a:lnTo>
                <a:lnTo>
                  <a:pt x="150" y="67"/>
                </a:lnTo>
                <a:lnTo>
                  <a:pt x="149" y="66"/>
                </a:lnTo>
                <a:lnTo>
                  <a:pt x="149" y="64"/>
                </a:lnTo>
                <a:lnTo>
                  <a:pt x="149" y="63"/>
                </a:lnTo>
                <a:lnTo>
                  <a:pt x="148" y="61"/>
                </a:lnTo>
                <a:lnTo>
                  <a:pt x="148" y="60"/>
                </a:lnTo>
                <a:lnTo>
                  <a:pt x="147" y="60"/>
                </a:lnTo>
                <a:lnTo>
                  <a:pt x="146" y="59"/>
                </a:lnTo>
                <a:lnTo>
                  <a:pt x="145" y="58"/>
                </a:lnTo>
                <a:lnTo>
                  <a:pt x="145" y="58"/>
                </a:lnTo>
                <a:lnTo>
                  <a:pt x="144" y="57"/>
                </a:lnTo>
                <a:lnTo>
                  <a:pt x="145" y="56"/>
                </a:lnTo>
                <a:lnTo>
                  <a:pt x="144" y="55"/>
                </a:lnTo>
                <a:lnTo>
                  <a:pt x="144" y="54"/>
                </a:lnTo>
                <a:lnTo>
                  <a:pt x="144" y="52"/>
                </a:lnTo>
                <a:lnTo>
                  <a:pt x="142" y="52"/>
                </a:lnTo>
                <a:lnTo>
                  <a:pt x="142" y="51"/>
                </a:lnTo>
                <a:lnTo>
                  <a:pt x="141" y="50"/>
                </a:lnTo>
                <a:lnTo>
                  <a:pt x="141" y="49"/>
                </a:lnTo>
                <a:lnTo>
                  <a:pt x="143" y="48"/>
                </a:lnTo>
                <a:lnTo>
                  <a:pt x="143" y="46"/>
                </a:lnTo>
                <a:lnTo>
                  <a:pt x="144" y="45"/>
                </a:lnTo>
                <a:lnTo>
                  <a:pt x="145" y="44"/>
                </a:lnTo>
                <a:lnTo>
                  <a:pt x="146" y="43"/>
                </a:lnTo>
                <a:lnTo>
                  <a:pt x="146" y="42"/>
                </a:lnTo>
                <a:lnTo>
                  <a:pt x="145" y="42"/>
                </a:lnTo>
                <a:lnTo>
                  <a:pt x="145" y="42"/>
                </a:lnTo>
                <a:lnTo>
                  <a:pt x="144" y="42"/>
                </a:lnTo>
                <a:lnTo>
                  <a:pt x="144" y="41"/>
                </a:lnTo>
                <a:lnTo>
                  <a:pt x="142" y="40"/>
                </a:lnTo>
                <a:lnTo>
                  <a:pt x="140" y="41"/>
                </a:lnTo>
                <a:lnTo>
                  <a:pt x="139" y="39"/>
                </a:lnTo>
                <a:lnTo>
                  <a:pt x="138" y="39"/>
                </a:lnTo>
                <a:lnTo>
                  <a:pt x="137" y="40"/>
                </a:lnTo>
                <a:lnTo>
                  <a:pt x="135" y="38"/>
                </a:lnTo>
                <a:lnTo>
                  <a:pt x="134" y="38"/>
                </a:lnTo>
                <a:lnTo>
                  <a:pt x="133" y="36"/>
                </a:lnTo>
                <a:lnTo>
                  <a:pt x="132" y="36"/>
                </a:lnTo>
                <a:lnTo>
                  <a:pt x="132" y="35"/>
                </a:lnTo>
                <a:lnTo>
                  <a:pt x="132" y="35"/>
                </a:lnTo>
                <a:lnTo>
                  <a:pt x="131" y="35"/>
                </a:lnTo>
                <a:lnTo>
                  <a:pt x="130" y="35"/>
                </a:lnTo>
                <a:lnTo>
                  <a:pt x="130" y="35"/>
                </a:lnTo>
                <a:lnTo>
                  <a:pt x="129" y="34"/>
                </a:lnTo>
                <a:lnTo>
                  <a:pt x="129" y="32"/>
                </a:lnTo>
                <a:lnTo>
                  <a:pt x="129" y="32"/>
                </a:lnTo>
                <a:lnTo>
                  <a:pt x="128" y="31"/>
                </a:lnTo>
                <a:lnTo>
                  <a:pt x="127" y="31"/>
                </a:lnTo>
                <a:lnTo>
                  <a:pt x="126" y="33"/>
                </a:lnTo>
                <a:lnTo>
                  <a:pt x="125" y="33"/>
                </a:lnTo>
                <a:lnTo>
                  <a:pt x="125" y="34"/>
                </a:lnTo>
                <a:lnTo>
                  <a:pt x="124" y="34"/>
                </a:lnTo>
                <a:lnTo>
                  <a:pt x="122" y="35"/>
                </a:lnTo>
                <a:lnTo>
                  <a:pt x="121" y="34"/>
                </a:lnTo>
                <a:lnTo>
                  <a:pt x="120" y="33"/>
                </a:lnTo>
                <a:lnTo>
                  <a:pt x="119" y="33"/>
                </a:lnTo>
                <a:lnTo>
                  <a:pt x="118" y="32"/>
                </a:lnTo>
                <a:lnTo>
                  <a:pt x="116" y="33"/>
                </a:lnTo>
                <a:lnTo>
                  <a:pt x="116" y="31"/>
                </a:lnTo>
                <a:lnTo>
                  <a:pt x="116" y="31"/>
                </a:lnTo>
                <a:lnTo>
                  <a:pt x="116" y="28"/>
                </a:lnTo>
                <a:lnTo>
                  <a:pt x="116" y="28"/>
                </a:lnTo>
                <a:lnTo>
                  <a:pt x="115" y="29"/>
                </a:lnTo>
                <a:lnTo>
                  <a:pt x="114" y="29"/>
                </a:lnTo>
                <a:lnTo>
                  <a:pt x="112" y="29"/>
                </a:lnTo>
                <a:lnTo>
                  <a:pt x="111" y="29"/>
                </a:lnTo>
                <a:lnTo>
                  <a:pt x="109" y="27"/>
                </a:lnTo>
                <a:lnTo>
                  <a:pt x="109" y="27"/>
                </a:lnTo>
                <a:lnTo>
                  <a:pt x="108" y="27"/>
                </a:lnTo>
                <a:lnTo>
                  <a:pt x="107" y="29"/>
                </a:lnTo>
                <a:lnTo>
                  <a:pt x="105" y="30"/>
                </a:lnTo>
                <a:lnTo>
                  <a:pt x="104" y="29"/>
                </a:lnTo>
                <a:lnTo>
                  <a:pt x="104" y="27"/>
                </a:lnTo>
                <a:lnTo>
                  <a:pt x="103" y="27"/>
                </a:lnTo>
                <a:lnTo>
                  <a:pt x="103" y="28"/>
                </a:lnTo>
                <a:lnTo>
                  <a:pt x="102" y="28"/>
                </a:lnTo>
                <a:lnTo>
                  <a:pt x="102" y="27"/>
                </a:lnTo>
                <a:lnTo>
                  <a:pt x="102" y="26"/>
                </a:lnTo>
                <a:lnTo>
                  <a:pt x="101" y="26"/>
                </a:lnTo>
                <a:lnTo>
                  <a:pt x="101" y="25"/>
                </a:lnTo>
                <a:lnTo>
                  <a:pt x="100" y="25"/>
                </a:lnTo>
                <a:lnTo>
                  <a:pt x="101" y="23"/>
                </a:lnTo>
                <a:lnTo>
                  <a:pt x="99" y="22"/>
                </a:lnTo>
                <a:lnTo>
                  <a:pt x="99" y="22"/>
                </a:lnTo>
                <a:lnTo>
                  <a:pt x="100" y="22"/>
                </a:lnTo>
                <a:lnTo>
                  <a:pt x="100" y="20"/>
                </a:lnTo>
                <a:lnTo>
                  <a:pt x="99" y="18"/>
                </a:lnTo>
                <a:lnTo>
                  <a:pt x="100" y="17"/>
                </a:lnTo>
                <a:lnTo>
                  <a:pt x="99" y="17"/>
                </a:lnTo>
                <a:lnTo>
                  <a:pt x="100" y="16"/>
                </a:lnTo>
                <a:lnTo>
                  <a:pt x="99" y="15"/>
                </a:lnTo>
                <a:lnTo>
                  <a:pt x="97" y="15"/>
                </a:lnTo>
                <a:lnTo>
                  <a:pt x="97" y="16"/>
                </a:lnTo>
                <a:lnTo>
                  <a:pt x="93" y="19"/>
                </a:lnTo>
                <a:lnTo>
                  <a:pt x="92" y="18"/>
                </a:lnTo>
                <a:lnTo>
                  <a:pt x="91" y="18"/>
                </a:lnTo>
                <a:lnTo>
                  <a:pt x="91" y="17"/>
                </a:lnTo>
                <a:lnTo>
                  <a:pt x="89" y="15"/>
                </a:lnTo>
                <a:lnTo>
                  <a:pt x="88" y="16"/>
                </a:lnTo>
                <a:lnTo>
                  <a:pt x="88" y="17"/>
                </a:lnTo>
                <a:lnTo>
                  <a:pt x="87" y="17"/>
                </a:lnTo>
                <a:lnTo>
                  <a:pt x="87" y="16"/>
                </a:lnTo>
                <a:lnTo>
                  <a:pt x="87" y="16"/>
                </a:lnTo>
                <a:lnTo>
                  <a:pt x="86" y="16"/>
                </a:lnTo>
                <a:lnTo>
                  <a:pt x="85" y="16"/>
                </a:lnTo>
                <a:lnTo>
                  <a:pt x="85" y="17"/>
                </a:lnTo>
                <a:lnTo>
                  <a:pt x="83" y="17"/>
                </a:lnTo>
                <a:lnTo>
                  <a:pt x="83" y="17"/>
                </a:lnTo>
                <a:lnTo>
                  <a:pt x="82" y="17"/>
                </a:lnTo>
                <a:lnTo>
                  <a:pt x="80" y="18"/>
                </a:lnTo>
                <a:lnTo>
                  <a:pt x="77" y="17"/>
                </a:lnTo>
                <a:lnTo>
                  <a:pt x="76" y="18"/>
                </a:lnTo>
                <a:lnTo>
                  <a:pt x="75" y="18"/>
                </a:lnTo>
                <a:lnTo>
                  <a:pt x="75" y="19"/>
                </a:lnTo>
                <a:lnTo>
                  <a:pt x="74" y="18"/>
                </a:lnTo>
                <a:lnTo>
                  <a:pt x="73" y="18"/>
                </a:lnTo>
                <a:lnTo>
                  <a:pt x="73" y="19"/>
                </a:lnTo>
                <a:lnTo>
                  <a:pt x="70" y="18"/>
                </a:lnTo>
                <a:lnTo>
                  <a:pt x="70" y="18"/>
                </a:lnTo>
                <a:lnTo>
                  <a:pt x="69" y="17"/>
                </a:lnTo>
                <a:lnTo>
                  <a:pt x="69" y="18"/>
                </a:lnTo>
                <a:lnTo>
                  <a:pt x="68" y="17"/>
                </a:lnTo>
                <a:lnTo>
                  <a:pt x="67" y="16"/>
                </a:lnTo>
                <a:lnTo>
                  <a:pt x="66" y="17"/>
                </a:lnTo>
                <a:lnTo>
                  <a:pt x="66" y="16"/>
                </a:lnTo>
                <a:lnTo>
                  <a:pt x="65" y="15"/>
                </a:lnTo>
                <a:lnTo>
                  <a:pt x="64" y="16"/>
                </a:lnTo>
                <a:lnTo>
                  <a:pt x="61" y="14"/>
                </a:lnTo>
                <a:lnTo>
                  <a:pt x="59" y="14"/>
                </a:lnTo>
                <a:lnTo>
                  <a:pt x="59" y="13"/>
                </a:lnTo>
                <a:lnTo>
                  <a:pt x="58" y="14"/>
                </a:lnTo>
                <a:lnTo>
                  <a:pt x="57" y="13"/>
                </a:lnTo>
                <a:lnTo>
                  <a:pt x="57" y="12"/>
                </a:lnTo>
                <a:lnTo>
                  <a:pt x="56" y="11"/>
                </a:lnTo>
                <a:lnTo>
                  <a:pt x="56" y="10"/>
                </a:lnTo>
                <a:lnTo>
                  <a:pt x="55" y="10"/>
                </a:lnTo>
                <a:lnTo>
                  <a:pt x="54" y="9"/>
                </a:lnTo>
                <a:lnTo>
                  <a:pt x="52" y="8"/>
                </a:lnTo>
                <a:lnTo>
                  <a:pt x="52" y="7"/>
                </a:lnTo>
                <a:lnTo>
                  <a:pt x="52" y="8"/>
                </a:lnTo>
                <a:lnTo>
                  <a:pt x="51" y="7"/>
                </a:lnTo>
                <a:lnTo>
                  <a:pt x="52" y="6"/>
                </a:lnTo>
                <a:lnTo>
                  <a:pt x="51" y="5"/>
                </a:lnTo>
                <a:lnTo>
                  <a:pt x="51" y="4"/>
                </a:lnTo>
                <a:lnTo>
                  <a:pt x="49" y="4"/>
                </a:lnTo>
                <a:lnTo>
                  <a:pt x="50" y="4"/>
                </a:lnTo>
                <a:lnTo>
                  <a:pt x="50" y="3"/>
                </a:lnTo>
                <a:lnTo>
                  <a:pt x="49" y="2"/>
                </a:lnTo>
                <a:lnTo>
                  <a:pt x="48" y="1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414850" y="4846617"/>
            <a:ext cx="718256" cy="788799"/>
          </a:xfrm>
          <a:custGeom>
            <a:avLst/>
            <a:gdLst/>
            <a:ahLst/>
            <a:cxnLst/>
            <a:rect l="l" t="t" r="r" b="b"/>
            <a:pathLst>
              <a:path w="112" h="123">
                <a:moveTo>
                  <a:pt x="69" y="120"/>
                </a:moveTo>
                <a:lnTo>
                  <a:pt x="69" y="119"/>
                </a:lnTo>
                <a:lnTo>
                  <a:pt x="72" y="117"/>
                </a:lnTo>
                <a:lnTo>
                  <a:pt x="72" y="115"/>
                </a:lnTo>
                <a:lnTo>
                  <a:pt x="71" y="115"/>
                </a:lnTo>
                <a:lnTo>
                  <a:pt x="71" y="113"/>
                </a:lnTo>
                <a:lnTo>
                  <a:pt x="72" y="110"/>
                </a:lnTo>
                <a:lnTo>
                  <a:pt x="73" y="109"/>
                </a:lnTo>
                <a:lnTo>
                  <a:pt x="73" y="110"/>
                </a:lnTo>
                <a:lnTo>
                  <a:pt x="74" y="110"/>
                </a:lnTo>
                <a:lnTo>
                  <a:pt x="75" y="109"/>
                </a:lnTo>
                <a:lnTo>
                  <a:pt x="76" y="110"/>
                </a:lnTo>
                <a:lnTo>
                  <a:pt x="77" y="109"/>
                </a:lnTo>
                <a:lnTo>
                  <a:pt x="77" y="110"/>
                </a:lnTo>
                <a:lnTo>
                  <a:pt x="79" y="110"/>
                </a:lnTo>
                <a:lnTo>
                  <a:pt x="81" y="110"/>
                </a:lnTo>
                <a:lnTo>
                  <a:pt x="83" y="111"/>
                </a:lnTo>
                <a:lnTo>
                  <a:pt x="83" y="112"/>
                </a:lnTo>
                <a:lnTo>
                  <a:pt x="83" y="113"/>
                </a:lnTo>
                <a:lnTo>
                  <a:pt x="83" y="114"/>
                </a:lnTo>
                <a:lnTo>
                  <a:pt x="84" y="114"/>
                </a:lnTo>
                <a:lnTo>
                  <a:pt x="84" y="115"/>
                </a:lnTo>
                <a:lnTo>
                  <a:pt x="86" y="115"/>
                </a:lnTo>
                <a:lnTo>
                  <a:pt x="87" y="114"/>
                </a:lnTo>
                <a:lnTo>
                  <a:pt x="89" y="114"/>
                </a:lnTo>
                <a:lnTo>
                  <a:pt x="89" y="113"/>
                </a:lnTo>
                <a:lnTo>
                  <a:pt x="88" y="112"/>
                </a:lnTo>
                <a:lnTo>
                  <a:pt x="89" y="110"/>
                </a:lnTo>
                <a:lnTo>
                  <a:pt x="88" y="109"/>
                </a:lnTo>
                <a:lnTo>
                  <a:pt x="88" y="109"/>
                </a:lnTo>
                <a:lnTo>
                  <a:pt x="89" y="108"/>
                </a:lnTo>
                <a:lnTo>
                  <a:pt x="88" y="107"/>
                </a:lnTo>
                <a:lnTo>
                  <a:pt x="85" y="107"/>
                </a:lnTo>
                <a:lnTo>
                  <a:pt x="85" y="105"/>
                </a:lnTo>
                <a:lnTo>
                  <a:pt x="86" y="105"/>
                </a:lnTo>
                <a:lnTo>
                  <a:pt x="87" y="106"/>
                </a:lnTo>
                <a:lnTo>
                  <a:pt x="87" y="105"/>
                </a:lnTo>
                <a:lnTo>
                  <a:pt x="88" y="104"/>
                </a:lnTo>
                <a:lnTo>
                  <a:pt x="90" y="104"/>
                </a:lnTo>
                <a:lnTo>
                  <a:pt x="90" y="103"/>
                </a:lnTo>
                <a:lnTo>
                  <a:pt x="91" y="103"/>
                </a:lnTo>
                <a:lnTo>
                  <a:pt x="90" y="102"/>
                </a:lnTo>
                <a:lnTo>
                  <a:pt x="92" y="101"/>
                </a:lnTo>
                <a:lnTo>
                  <a:pt x="94" y="101"/>
                </a:lnTo>
                <a:lnTo>
                  <a:pt x="94" y="102"/>
                </a:lnTo>
                <a:lnTo>
                  <a:pt x="95" y="102"/>
                </a:lnTo>
                <a:lnTo>
                  <a:pt x="96" y="103"/>
                </a:lnTo>
                <a:lnTo>
                  <a:pt x="96" y="103"/>
                </a:lnTo>
                <a:lnTo>
                  <a:pt x="97" y="103"/>
                </a:lnTo>
                <a:lnTo>
                  <a:pt x="98" y="103"/>
                </a:lnTo>
                <a:lnTo>
                  <a:pt x="99" y="103"/>
                </a:lnTo>
                <a:lnTo>
                  <a:pt x="100" y="104"/>
                </a:lnTo>
                <a:lnTo>
                  <a:pt x="100" y="104"/>
                </a:lnTo>
                <a:lnTo>
                  <a:pt x="103" y="103"/>
                </a:lnTo>
                <a:lnTo>
                  <a:pt x="104" y="104"/>
                </a:lnTo>
                <a:lnTo>
                  <a:pt x="105" y="104"/>
                </a:lnTo>
                <a:lnTo>
                  <a:pt x="106" y="102"/>
                </a:lnTo>
                <a:lnTo>
                  <a:pt x="106" y="101"/>
                </a:lnTo>
                <a:lnTo>
                  <a:pt x="107" y="101"/>
                </a:lnTo>
                <a:lnTo>
                  <a:pt x="107" y="99"/>
                </a:lnTo>
                <a:lnTo>
                  <a:pt x="108" y="99"/>
                </a:lnTo>
                <a:lnTo>
                  <a:pt x="108" y="97"/>
                </a:lnTo>
                <a:lnTo>
                  <a:pt x="107" y="97"/>
                </a:lnTo>
                <a:lnTo>
                  <a:pt x="106" y="95"/>
                </a:lnTo>
                <a:lnTo>
                  <a:pt x="106" y="94"/>
                </a:lnTo>
                <a:lnTo>
                  <a:pt x="107" y="93"/>
                </a:lnTo>
                <a:lnTo>
                  <a:pt x="107" y="92"/>
                </a:lnTo>
                <a:lnTo>
                  <a:pt x="108" y="91"/>
                </a:lnTo>
                <a:lnTo>
                  <a:pt x="108" y="89"/>
                </a:lnTo>
                <a:lnTo>
                  <a:pt x="107" y="88"/>
                </a:lnTo>
                <a:lnTo>
                  <a:pt x="108" y="86"/>
                </a:lnTo>
                <a:lnTo>
                  <a:pt x="109" y="87"/>
                </a:lnTo>
                <a:lnTo>
                  <a:pt x="109" y="86"/>
                </a:lnTo>
                <a:lnTo>
                  <a:pt x="109" y="86"/>
                </a:lnTo>
                <a:lnTo>
                  <a:pt x="112" y="84"/>
                </a:lnTo>
                <a:lnTo>
                  <a:pt x="111" y="83"/>
                </a:lnTo>
                <a:lnTo>
                  <a:pt x="110" y="83"/>
                </a:lnTo>
                <a:lnTo>
                  <a:pt x="108" y="84"/>
                </a:lnTo>
                <a:lnTo>
                  <a:pt x="107" y="84"/>
                </a:lnTo>
                <a:lnTo>
                  <a:pt x="106" y="85"/>
                </a:lnTo>
                <a:lnTo>
                  <a:pt x="106" y="84"/>
                </a:lnTo>
                <a:lnTo>
                  <a:pt x="106" y="84"/>
                </a:lnTo>
                <a:lnTo>
                  <a:pt x="106" y="83"/>
                </a:lnTo>
                <a:lnTo>
                  <a:pt x="107" y="82"/>
                </a:lnTo>
                <a:lnTo>
                  <a:pt x="107" y="82"/>
                </a:lnTo>
                <a:lnTo>
                  <a:pt x="107" y="81"/>
                </a:lnTo>
                <a:lnTo>
                  <a:pt x="107" y="80"/>
                </a:lnTo>
                <a:lnTo>
                  <a:pt x="108" y="79"/>
                </a:lnTo>
                <a:lnTo>
                  <a:pt x="108" y="77"/>
                </a:lnTo>
                <a:lnTo>
                  <a:pt x="108" y="77"/>
                </a:lnTo>
                <a:lnTo>
                  <a:pt x="108" y="75"/>
                </a:lnTo>
                <a:lnTo>
                  <a:pt x="106" y="75"/>
                </a:lnTo>
                <a:lnTo>
                  <a:pt x="106" y="74"/>
                </a:lnTo>
                <a:lnTo>
                  <a:pt x="104" y="75"/>
                </a:lnTo>
                <a:lnTo>
                  <a:pt x="103" y="74"/>
                </a:lnTo>
                <a:lnTo>
                  <a:pt x="102" y="70"/>
                </a:lnTo>
                <a:lnTo>
                  <a:pt x="104" y="67"/>
                </a:lnTo>
                <a:lnTo>
                  <a:pt x="101" y="65"/>
                </a:lnTo>
                <a:lnTo>
                  <a:pt x="101" y="64"/>
                </a:lnTo>
                <a:lnTo>
                  <a:pt x="100" y="64"/>
                </a:lnTo>
                <a:lnTo>
                  <a:pt x="100" y="63"/>
                </a:lnTo>
                <a:lnTo>
                  <a:pt x="101" y="61"/>
                </a:lnTo>
                <a:lnTo>
                  <a:pt x="102" y="59"/>
                </a:lnTo>
                <a:lnTo>
                  <a:pt x="101" y="59"/>
                </a:lnTo>
                <a:lnTo>
                  <a:pt x="102" y="57"/>
                </a:lnTo>
                <a:lnTo>
                  <a:pt x="98" y="59"/>
                </a:lnTo>
                <a:lnTo>
                  <a:pt x="97" y="59"/>
                </a:lnTo>
                <a:lnTo>
                  <a:pt x="96" y="58"/>
                </a:lnTo>
                <a:lnTo>
                  <a:pt x="97" y="57"/>
                </a:lnTo>
                <a:lnTo>
                  <a:pt x="96" y="57"/>
                </a:lnTo>
                <a:lnTo>
                  <a:pt x="96" y="56"/>
                </a:lnTo>
                <a:lnTo>
                  <a:pt x="97" y="55"/>
                </a:lnTo>
                <a:lnTo>
                  <a:pt x="96" y="55"/>
                </a:lnTo>
                <a:lnTo>
                  <a:pt x="96" y="54"/>
                </a:lnTo>
                <a:lnTo>
                  <a:pt x="96" y="53"/>
                </a:lnTo>
                <a:lnTo>
                  <a:pt x="96" y="52"/>
                </a:lnTo>
                <a:lnTo>
                  <a:pt x="99" y="48"/>
                </a:lnTo>
                <a:lnTo>
                  <a:pt x="98" y="47"/>
                </a:lnTo>
                <a:lnTo>
                  <a:pt x="98" y="47"/>
                </a:lnTo>
                <a:lnTo>
                  <a:pt x="98" y="45"/>
                </a:lnTo>
                <a:lnTo>
                  <a:pt x="99" y="44"/>
                </a:lnTo>
                <a:lnTo>
                  <a:pt x="100" y="44"/>
                </a:lnTo>
                <a:lnTo>
                  <a:pt x="100" y="43"/>
                </a:lnTo>
                <a:lnTo>
                  <a:pt x="101" y="44"/>
                </a:lnTo>
                <a:lnTo>
                  <a:pt x="102" y="43"/>
                </a:lnTo>
                <a:lnTo>
                  <a:pt x="102" y="43"/>
                </a:lnTo>
                <a:lnTo>
                  <a:pt x="102" y="42"/>
                </a:lnTo>
                <a:lnTo>
                  <a:pt x="103" y="42"/>
                </a:lnTo>
                <a:lnTo>
                  <a:pt x="104" y="42"/>
                </a:lnTo>
                <a:lnTo>
                  <a:pt x="102" y="40"/>
                </a:lnTo>
                <a:lnTo>
                  <a:pt x="105" y="39"/>
                </a:lnTo>
                <a:lnTo>
                  <a:pt x="105" y="37"/>
                </a:lnTo>
                <a:lnTo>
                  <a:pt x="106" y="37"/>
                </a:lnTo>
                <a:lnTo>
                  <a:pt x="106" y="36"/>
                </a:lnTo>
                <a:lnTo>
                  <a:pt x="107" y="36"/>
                </a:lnTo>
                <a:lnTo>
                  <a:pt x="107" y="34"/>
                </a:lnTo>
                <a:lnTo>
                  <a:pt x="105" y="33"/>
                </a:lnTo>
                <a:lnTo>
                  <a:pt x="106" y="32"/>
                </a:lnTo>
                <a:lnTo>
                  <a:pt x="103" y="31"/>
                </a:lnTo>
                <a:lnTo>
                  <a:pt x="104" y="29"/>
                </a:lnTo>
                <a:lnTo>
                  <a:pt x="104" y="24"/>
                </a:lnTo>
                <a:lnTo>
                  <a:pt x="104" y="24"/>
                </a:lnTo>
                <a:lnTo>
                  <a:pt x="103" y="24"/>
                </a:lnTo>
                <a:lnTo>
                  <a:pt x="102" y="23"/>
                </a:lnTo>
                <a:lnTo>
                  <a:pt x="102" y="23"/>
                </a:lnTo>
                <a:lnTo>
                  <a:pt x="101" y="23"/>
                </a:lnTo>
                <a:lnTo>
                  <a:pt x="101" y="22"/>
                </a:lnTo>
                <a:lnTo>
                  <a:pt x="101" y="22"/>
                </a:lnTo>
                <a:lnTo>
                  <a:pt x="100" y="20"/>
                </a:lnTo>
                <a:lnTo>
                  <a:pt x="98" y="20"/>
                </a:lnTo>
                <a:lnTo>
                  <a:pt x="98" y="19"/>
                </a:lnTo>
                <a:lnTo>
                  <a:pt x="98" y="20"/>
                </a:lnTo>
                <a:lnTo>
                  <a:pt x="97" y="19"/>
                </a:lnTo>
                <a:lnTo>
                  <a:pt x="96" y="19"/>
                </a:lnTo>
                <a:lnTo>
                  <a:pt x="96" y="20"/>
                </a:lnTo>
                <a:lnTo>
                  <a:pt x="95" y="19"/>
                </a:lnTo>
                <a:lnTo>
                  <a:pt x="95" y="20"/>
                </a:lnTo>
                <a:lnTo>
                  <a:pt x="94" y="17"/>
                </a:lnTo>
                <a:lnTo>
                  <a:pt x="94" y="17"/>
                </a:lnTo>
                <a:lnTo>
                  <a:pt x="94" y="16"/>
                </a:lnTo>
                <a:lnTo>
                  <a:pt x="94" y="16"/>
                </a:lnTo>
                <a:lnTo>
                  <a:pt x="93" y="16"/>
                </a:lnTo>
                <a:lnTo>
                  <a:pt x="94" y="13"/>
                </a:lnTo>
                <a:lnTo>
                  <a:pt x="95" y="12"/>
                </a:lnTo>
                <a:lnTo>
                  <a:pt x="95" y="11"/>
                </a:lnTo>
                <a:lnTo>
                  <a:pt x="94" y="10"/>
                </a:lnTo>
                <a:lnTo>
                  <a:pt x="93" y="10"/>
                </a:lnTo>
                <a:lnTo>
                  <a:pt x="95" y="8"/>
                </a:lnTo>
                <a:lnTo>
                  <a:pt x="93" y="6"/>
                </a:lnTo>
                <a:lnTo>
                  <a:pt x="92" y="6"/>
                </a:lnTo>
                <a:lnTo>
                  <a:pt x="91" y="6"/>
                </a:lnTo>
                <a:lnTo>
                  <a:pt x="91" y="2"/>
                </a:lnTo>
                <a:lnTo>
                  <a:pt x="87" y="6"/>
                </a:lnTo>
                <a:lnTo>
                  <a:pt x="83" y="12"/>
                </a:lnTo>
                <a:lnTo>
                  <a:pt x="82" y="12"/>
                </a:lnTo>
                <a:lnTo>
                  <a:pt x="82" y="12"/>
                </a:lnTo>
                <a:lnTo>
                  <a:pt x="81" y="11"/>
                </a:lnTo>
                <a:lnTo>
                  <a:pt x="79" y="12"/>
                </a:lnTo>
                <a:lnTo>
                  <a:pt x="78" y="9"/>
                </a:lnTo>
                <a:lnTo>
                  <a:pt x="80" y="7"/>
                </a:lnTo>
                <a:lnTo>
                  <a:pt x="80" y="5"/>
                </a:lnTo>
                <a:lnTo>
                  <a:pt x="79" y="7"/>
                </a:lnTo>
                <a:lnTo>
                  <a:pt x="79" y="7"/>
                </a:lnTo>
                <a:lnTo>
                  <a:pt x="78" y="5"/>
                </a:lnTo>
                <a:lnTo>
                  <a:pt x="77" y="5"/>
                </a:lnTo>
                <a:lnTo>
                  <a:pt x="76" y="6"/>
                </a:lnTo>
                <a:lnTo>
                  <a:pt x="76" y="7"/>
                </a:lnTo>
                <a:lnTo>
                  <a:pt x="75" y="8"/>
                </a:lnTo>
                <a:lnTo>
                  <a:pt x="74" y="9"/>
                </a:lnTo>
                <a:lnTo>
                  <a:pt x="73" y="10"/>
                </a:lnTo>
                <a:lnTo>
                  <a:pt x="72" y="9"/>
                </a:lnTo>
                <a:lnTo>
                  <a:pt x="71" y="10"/>
                </a:lnTo>
                <a:lnTo>
                  <a:pt x="70" y="9"/>
                </a:lnTo>
                <a:lnTo>
                  <a:pt x="69" y="9"/>
                </a:lnTo>
                <a:lnTo>
                  <a:pt x="68" y="11"/>
                </a:lnTo>
                <a:lnTo>
                  <a:pt x="67" y="11"/>
                </a:lnTo>
                <a:lnTo>
                  <a:pt x="67" y="12"/>
                </a:lnTo>
                <a:lnTo>
                  <a:pt x="66" y="11"/>
                </a:lnTo>
                <a:lnTo>
                  <a:pt x="67" y="10"/>
                </a:lnTo>
                <a:lnTo>
                  <a:pt x="65" y="10"/>
                </a:lnTo>
                <a:lnTo>
                  <a:pt x="65" y="9"/>
                </a:lnTo>
                <a:lnTo>
                  <a:pt x="65" y="9"/>
                </a:lnTo>
                <a:lnTo>
                  <a:pt x="64" y="9"/>
                </a:lnTo>
                <a:lnTo>
                  <a:pt x="62" y="8"/>
                </a:lnTo>
                <a:lnTo>
                  <a:pt x="62" y="7"/>
                </a:lnTo>
                <a:lnTo>
                  <a:pt x="60" y="6"/>
                </a:lnTo>
                <a:lnTo>
                  <a:pt x="60" y="5"/>
                </a:lnTo>
                <a:lnTo>
                  <a:pt x="58" y="5"/>
                </a:lnTo>
                <a:lnTo>
                  <a:pt x="57" y="4"/>
                </a:lnTo>
                <a:lnTo>
                  <a:pt x="56" y="3"/>
                </a:lnTo>
                <a:lnTo>
                  <a:pt x="55" y="4"/>
                </a:lnTo>
                <a:lnTo>
                  <a:pt x="52" y="4"/>
                </a:lnTo>
                <a:lnTo>
                  <a:pt x="51" y="4"/>
                </a:lnTo>
                <a:lnTo>
                  <a:pt x="49" y="4"/>
                </a:lnTo>
                <a:lnTo>
                  <a:pt x="49" y="4"/>
                </a:lnTo>
                <a:lnTo>
                  <a:pt x="48" y="3"/>
                </a:lnTo>
                <a:lnTo>
                  <a:pt x="47" y="3"/>
                </a:lnTo>
                <a:lnTo>
                  <a:pt x="45" y="1"/>
                </a:lnTo>
                <a:lnTo>
                  <a:pt x="39" y="1"/>
                </a:lnTo>
                <a:lnTo>
                  <a:pt x="39" y="0"/>
                </a:lnTo>
                <a:lnTo>
                  <a:pt x="38" y="0"/>
                </a:lnTo>
                <a:lnTo>
                  <a:pt x="36" y="0"/>
                </a:lnTo>
                <a:lnTo>
                  <a:pt x="36" y="2"/>
                </a:lnTo>
                <a:lnTo>
                  <a:pt x="35" y="2"/>
                </a:lnTo>
                <a:lnTo>
                  <a:pt x="34" y="1"/>
                </a:lnTo>
                <a:lnTo>
                  <a:pt x="33" y="2"/>
                </a:lnTo>
                <a:lnTo>
                  <a:pt x="31" y="2"/>
                </a:lnTo>
                <a:lnTo>
                  <a:pt x="31" y="3"/>
                </a:lnTo>
                <a:lnTo>
                  <a:pt x="32" y="3"/>
                </a:lnTo>
                <a:lnTo>
                  <a:pt x="31" y="4"/>
                </a:lnTo>
                <a:lnTo>
                  <a:pt x="31" y="5"/>
                </a:lnTo>
                <a:lnTo>
                  <a:pt x="32" y="5"/>
                </a:lnTo>
                <a:lnTo>
                  <a:pt x="32" y="7"/>
                </a:lnTo>
                <a:lnTo>
                  <a:pt x="33" y="7"/>
                </a:lnTo>
                <a:lnTo>
                  <a:pt x="34" y="8"/>
                </a:lnTo>
                <a:lnTo>
                  <a:pt x="33" y="10"/>
                </a:lnTo>
                <a:lnTo>
                  <a:pt x="32" y="10"/>
                </a:lnTo>
                <a:lnTo>
                  <a:pt x="31" y="10"/>
                </a:lnTo>
                <a:lnTo>
                  <a:pt x="30" y="11"/>
                </a:lnTo>
                <a:lnTo>
                  <a:pt x="29" y="12"/>
                </a:lnTo>
                <a:lnTo>
                  <a:pt x="28" y="11"/>
                </a:lnTo>
                <a:lnTo>
                  <a:pt x="28" y="11"/>
                </a:lnTo>
                <a:lnTo>
                  <a:pt x="27" y="10"/>
                </a:lnTo>
                <a:lnTo>
                  <a:pt x="26" y="9"/>
                </a:lnTo>
                <a:lnTo>
                  <a:pt x="25" y="9"/>
                </a:lnTo>
                <a:lnTo>
                  <a:pt x="24" y="8"/>
                </a:lnTo>
                <a:lnTo>
                  <a:pt x="17" y="9"/>
                </a:lnTo>
                <a:lnTo>
                  <a:pt x="17" y="10"/>
                </a:lnTo>
                <a:lnTo>
                  <a:pt x="17" y="11"/>
                </a:lnTo>
                <a:lnTo>
                  <a:pt x="16" y="11"/>
                </a:lnTo>
                <a:lnTo>
                  <a:pt x="16" y="12"/>
                </a:lnTo>
                <a:lnTo>
                  <a:pt x="16" y="13"/>
                </a:lnTo>
                <a:lnTo>
                  <a:pt x="15" y="13"/>
                </a:lnTo>
                <a:lnTo>
                  <a:pt x="15" y="12"/>
                </a:lnTo>
                <a:lnTo>
                  <a:pt x="14" y="12"/>
                </a:lnTo>
                <a:lnTo>
                  <a:pt x="13" y="13"/>
                </a:lnTo>
                <a:lnTo>
                  <a:pt x="12" y="13"/>
                </a:lnTo>
                <a:lnTo>
                  <a:pt x="12" y="14"/>
                </a:lnTo>
                <a:lnTo>
                  <a:pt x="12" y="14"/>
                </a:lnTo>
                <a:lnTo>
                  <a:pt x="11" y="15"/>
                </a:lnTo>
                <a:lnTo>
                  <a:pt x="11" y="15"/>
                </a:lnTo>
                <a:lnTo>
                  <a:pt x="11" y="17"/>
                </a:lnTo>
                <a:lnTo>
                  <a:pt x="10" y="18"/>
                </a:lnTo>
                <a:lnTo>
                  <a:pt x="10" y="18"/>
                </a:lnTo>
                <a:lnTo>
                  <a:pt x="9" y="19"/>
                </a:lnTo>
                <a:lnTo>
                  <a:pt x="10" y="20"/>
                </a:lnTo>
                <a:lnTo>
                  <a:pt x="8" y="22"/>
                </a:lnTo>
                <a:lnTo>
                  <a:pt x="8" y="22"/>
                </a:lnTo>
                <a:lnTo>
                  <a:pt x="8" y="23"/>
                </a:lnTo>
                <a:lnTo>
                  <a:pt x="8" y="24"/>
                </a:lnTo>
                <a:lnTo>
                  <a:pt x="7" y="24"/>
                </a:lnTo>
                <a:lnTo>
                  <a:pt x="8" y="25"/>
                </a:lnTo>
                <a:lnTo>
                  <a:pt x="9" y="25"/>
                </a:lnTo>
                <a:lnTo>
                  <a:pt x="9" y="26"/>
                </a:lnTo>
                <a:lnTo>
                  <a:pt x="8" y="30"/>
                </a:lnTo>
                <a:lnTo>
                  <a:pt x="8" y="32"/>
                </a:lnTo>
                <a:lnTo>
                  <a:pt x="9" y="33"/>
                </a:lnTo>
                <a:lnTo>
                  <a:pt x="9" y="33"/>
                </a:lnTo>
                <a:lnTo>
                  <a:pt x="8" y="34"/>
                </a:lnTo>
                <a:lnTo>
                  <a:pt x="9" y="34"/>
                </a:lnTo>
                <a:lnTo>
                  <a:pt x="7" y="35"/>
                </a:lnTo>
                <a:lnTo>
                  <a:pt x="7" y="36"/>
                </a:lnTo>
                <a:lnTo>
                  <a:pt x="8" y="36"/>
                </a:lnTo>
                <a:lnTo>
                  <a:pt x="8" y="36"/>
                </a:lnTo>
                <a:lnTo>
                  <a:pt x="9" y="36"/>
                </a:lnTo>
                <a:lnTo>
                  <a:pt x="10" y="36"/>
                </a:lnTo>
                <a:lnTo>
                  <a:pt x="9" y="37"/>
                </a:lnTo>
                <a:lnTo>
                  <a:pt x="9" y="41"/>
                </a:lnTo>
                <a:lnTo>
                  <a:pt x="9" y="41"/>
                </a:lnTo>
                <a:lnTo>
                  <a:pt x="9" y="42"/>
                </a:lnTo>
                <a:lnTo>
                  <a:pt x="10" y="43"/>
                </a:lnTo>
                <a:lnTo>
                  <a:pt x="10" y="43"/>
                </a:lnTo>
                <a:lnTo>
                  <a:pt x="11" y="43"/>
                </a:lnTo>
                <a:lnTo>
                  <a:pt x="10" y="45"/>
                </a:lnTo>
                <a:lnTo>
                  <a:pt x="10" y="49"/>
                </a:lnTo>
                <a:lnTo>
                  <a:pt x="10" y="48"/>
                </a:lnTo>
                <a:lnTo>
                  <a:pt x="11" y="49"/>
                </a:lnTo>
                <a:lnTo>
                  <a:pt x="10" y="51"/>
                </a:lnTo>
                <a:lnTo>
                  <a:pt x="10" y="52"/>
                </a:lnTo>
                <a:lnTo>
                  <a:pt x="11" y="53"/>
                </a:lnTo>
                <a:lnTo>
                  <a:pt x="11" y="54"/>
                </a:lnTo>
                <a:lnTo>
                  <a:pt x="12" y="55"/>
                </a:lnTo>
                <a:lnTo>
                  <a:pt x="11" y="56"/>
                </a:lnTo>
                <a:lnTo>
                  <a:pt x="12" y="56"/>
                </a:lnTo>
                <a:lnTo>
                  <a:pt x="14" y="57"/>
                </a:lnTo>
                <a:lnTo>
                  <a:pt x="13" y="57"/>
                </a:lnTo>
                <a:lnTo>
                  <a:pt x="13" y="59"/>
                </a:lnTo>
                <a:lnTo>
                  <a:pt x="12" y="60"/>
                </a:lnTo>
                <a:lnTo>
                  <a:pt x="10" y="61"/>
                </a:lnTo>
                <a:lnTo>
                  <a:pt x="10" y="63"/>
                </a:lnTo>
                <a:lnTo>
                  <a:pt x="9" y="63"/>
                </a:lnTo>
                <a:lnTo>
                  <a:pt x="8" y="62"/>
                </a:lnTo>
                <a:lnTo>
                  <a:pt x="8" y="63"/>
                </a:lnTo>
                <a:lnTo>
                  <a:pt x="7" y="62"/>
                </a:lnTo>
                <a:lnTo>
                  <a:pt x="7" y="65"/>
                </a:lnTo>
                <a:lnTo>
                  <a:pt x="5" y="65"/>
                </a:lnTo>
                <a:lnTo>
                  <a:pt x="6" y="66"/>
                </a:lnTo>
                <a:lnTo>
                  <a:pt x="4" y="66"/>
                </a:lnTo>
                <a:lnTo>
                  <a:pt x="3" y="68"/>
                </a:lnTo>
                <a:lnTo>
                  <a:pt x="3" y="69"/>
                </a:lnTo>
                <a:lnTo>
                  <a:pt x="2" y="70"/>
                </a:lnTo>
                <a:lnTo>
                  <a:pt x="0" y="71"/>
                </a:lnTo>
                <a:lnTo>
                  <a:pt x="2" y="72"/>
                </a:lnTo>
                <a:lnTo>
                  <a:pt x="4" y="72"/>
                </a:lnTo>
                <a:lnTo>
                  <a:pt x="4" y="71"/>
                </a:lnTo>
                <a:lnTo>
                  <a:pt x="5" y="70"/>
                </a:lnTo>
                <a:lnTo>
                  <a:pt x="7" y="69"/>
                </a:lnTo>
                <a:lnTo>
                  <a:pt x="7" y="71"/>
                </a:lnTo>
                <a:lnTo>
                  <a:pt x="8" y="71"/>
                </a:lnTo>
                <a:lnTo>
                  <a:pt x="9" y="69"/>
                </a:lnTo>
                <a:lnTo>
                  <a:pt x="10" y="69"/>
                </a:lnTo>
                <a:lnTo>
                  <a:pt x="13" y="69"/>
                </a:lnTo>
                <a:lnTo>
                  <a:pt x="13" y="69"/>
                </a:lnTo>
                <a:lnTo>
                  <a:pt x="14" y="69"/>
                </a:lnTo>
                <a:lnTo>
                  <a:pt x="14" y="70"/>
                </a:lnTo>
                <a:lnTo>
                  <a:pt x="14" y="71"/>
                </a:lnTo>
                <a:lnTo>
                  <a:pt x="15" y="70"/>
                </a:lnTo>
                <a:lnTo>
                  <a:pt x="15" y="71"/>
                </a:lnTo>
                <a:lnTo>
                  <a:pt x="16" y="73"/>
                </a:lnTo>
                <a:lnTo>
                  <a:pt x="14" y="74"/>
                </a:lnTo>
                <a:lnTo>
                  <a:pt x="14" y="75"/>
                </a:lnTo>
                <a:lnTo>
                  <a:pt x="15" y="74"/>
                </a:lnTo>
                <a:lnTo>
                  <a:pt x="15" y="75"/>
                </a:lnTo>
                <a:lnTo>
                  <a:pt x="15" y="76"/>
                </a:lnTo>
                <a:lnTo>
                  <a:pt x="16" y="78"/>
                </a:lnTo>
                <a:lnTo>
                  <a:pt x="16" y="78"/>
                </a:lnTo>
                <a:lnTo>
                  <a:pt x="17" y="77"/>
                </a:lnTo>
                <a:lnTo>
                  <a:pt x="16" y="78"/>
                </a:lnTo>
                <a:lnTo>
                  <a:pt x="14" y="77"/>
                </a:lnTo>
                <a:lnTo>
                  <a:pt x="12" y="79"/>
                </a:lnTo>
                <a:lnTo>
                  <a:pt x="11" y="79"/>
                </a:lnTo>
                <a:lnTo>
                  <a:pt x="11" y="80"/>
                </a:lnTo>
                <a:lnTo>
                  <a:pt x="12" y="80"/>
                </a:lnTo>
                <a:lnTo>
                  <a:pt x="12" y="80"/>
                </a:lnTo>
                <a:lnTo>
                  <a:pt x="13" y="83"/>
                </a:lnTo>
                <a:lnTo>
                  <a:pt x="13" y="83"/>
                </a:lnTo>
                <a:lnTo>
                  <a:pt x="13" y="83"/>
                </a:lnTo>
                <a:lnTo>
                  <a:pt x="13" y="84"/>
                </a:lnTo>
                <a:lnTo>
                  <a:pt x="13" y="84"/>
                </a:lnTo>
                <a:lnTo>
                  <a:pt x="12" y="85"/>
                </a:lnTo>
                <a:lnTo>
                  <a:pt x="11" y="87"/>
                </a:lnTo>
                <a:lnTo>
                  <a:pt x="11" y="88"/>
                </a:lnTo>
                <a:lnTo>
                  <a:pt x="12" y="88"/>
                </a:lnTo>
                <a:lnTo>
                  <a:pt x="13" y="89"/>
                </a:lnTo>
                <a:lnTo>
                  <a:pt x="14" y="88"/>
                </a:lnTo>
                <a:lnTo>
                  <a:pt x="15" y="87"/>
                </a:lnTo>
                <a:lnTo>
                  <a:pt x="14" y="89"/>
                </a:lnTo>
                <a:lnTo>
                  <a:pt x="15" y="91"/>
                </a:lnTo>
                <a:lnTo>
                  <a:pt x="16" y="92"/>
                </a:lnTo>
                <a:lnTo>
                  <a:pt x="16" y="92"/>
                </a:lnTo>
                <a:lnTo>
                  <a:pt x="15" y="92"/>
                </a:lnTo>
                <a:lnTo>
                  <a:pt x="15" y="93"/>
                </a:lnTo>
                <a:lnTo>
                  <a:pt x="16" y="94"/>
                </a:lnTo>
                <a:lnTo>
                  <a:pt x="19" y="93"/>
                </a:lnTo>
                <a:lnTo>
                  <a:pt x="19" y="94"/>
                </a:lnTo>
                <a:lnTo>
                  <a:pt x="21" y="94"/>
                </a:lnTo>
                <a:lnTo>
                  <a:pt x="20" y="95"/>
                </a:lnTo>
                <a:lnTo>
                  <a:pt x="20" y="95"/>
                </a:lnTo>
                <a:lnTo>
                  <a:pt x="20" y="97"/>
                </a:lnTo>
                <a:lnTo>
                  <a:pt x="21" y="97"/>
                </a:lnTo>
                <a:lnTo>
                  <a:pt x="22" y="97"/>
                </a:lnTo>
                <a:lnTo>
                  <a:pt x="22" y="97"/>
                </a:lnTo>
                <a:lnTo>
                  <a:pt x="23" y="96"/>
                </a:lnTo>
                <a:lnTo>
                  <a:pt x="22" y="94"/>
                </a:lnTo>
                <a:lnTo>
                  <a:pt x="22" y="93"/>
                </a:lnTo>
                <a:lnTo>
                  <a:pt x="23" y="93"/>
                </a:lnTo>
                <a:lnTo>
                  <a:pt x="24" y="91"/>
                </a:lnTo>
                <a:lnTo>
                  <a:pt x="25" y="90"/>
                </a:lnTo>
                <a:lnTo>
                  <a:pt x="26" y="90"/>
                </a:lnTo>
                <a:lnTo>
                  <a:pt x="28" y="90"/>
                </a:lnTo>
                <a:lnTo>
                  <a:pt x="27" y="93"/>
                </a:lnTo>
                <a:lnTo>
                  <a:pt x="28" y="93"/>
                </a:lnTo>
                <a:lnTo>
                  <a:pt x="29" y="93"/>
                </a:lnTo>
                <a:lnTo>
                  <a:pt x="30" y="92"/>
                </a:lnTo>
                <a:lnTo>
                  <a:pt x="31" y="93"/>
                </a:lnTo>
                <a:lnTo>
                  <a:pt x="31" y="95"/>
                </a:lnTo>
                <a:lnTo>
                  <a:pt x="33" y="94"/>
                </a:lnTo>
                <a:lnTo>
                  <a:pt x="33" y="92"/>
                </a:lnTo>
                <a:lnTo>
                  <a:pt x="35" y="89"/>
                </a:lnTo>
                <a:lnTo>
                  <a:pt x="36" y="90"/>
                </a:lnTo>
                <a:lnTo>
                  <a:pt x="37" y="88"/>
                </a:lnTo>
                <a:lnTo>
                  <a:pt x="37" y="87"/>
                </a:lnTo>
                <a:lnTo>
                  <a:pt x="38" y="86"/>
                </a:lnTo>
                <a:lnTo>
                  <a:pt x="39" y="86"/>
                </a:lnTo>
                <a:lnTo>
                  <a:pt x="39" y="86"/>
                </a:lnTo>
                <a:lnTo>
                  <a:pt x="40" y="87"/>
                </a:lnTo>
                <a:lnTo>
                  <a:pt x="41" y="86"/>
                </a:lnTo>
                <a:lnTo>
                  <a:pt x="41" y="87"/>
                </a:lnTo>
                <a:lnTo>
                  <a:pt x="41" y="88"/>
                </a:lnTo>
                <a:lnTo>
                  <a:pt x="43" y="87"/>
                </a:lnTo>
                <a:lnTo>
                  <a:pt x="45" y="86"/>
                </a:lnTo>
                <a:lnTo>
                  <a:pt x="44" y="86"/>
                </a:lnTo>
                <a:lnTo>
                  <a:pt x="45" y="86"/>
                </a:lnTo>
                <a:lnTo>
                  <a:pt x="45" y="84"/>
                </a:lnTo>
                <a:lnTo>
                  <a:pt x="45" y="84"/>
                </a:lnTo>
                <a:lnTo>
                  <a:pt x="46" y="85"/>
                </a:lnTo>
                <a:lnTo>
                  <a:pt x="46" y="85"/>
                </a:lnTo>
                <a:lnTo>
                  <a:pt x="48" y="86"/>
                </a:lnTo>
                <a:lnTo>
                  <a:pt x="50" y="86"/>
                </a:lnTo>
                <a:lnTo>
                  <a:pt x="50" y="86"/>
                </a:lnTo>
                <a:lnTo>
                  <a:pt x="51" y="87"/>
                </a:lnTo>
                <a:lnTo>
                  <a:pt x="52" y="86"/>
                </a:lnTo>
                <a:lnTo>
                  <a:pt x="52" y="87"/>
                </a:lnTo>
                <a:lnTo>
                  <a:pt x="51" y="88"/>
                </a:lnTo>
                <a:lnTo>
                  <a:pt x="52" y="90"/>
                </a:lnTo>
                <a:lnTo>
                  <a:pt x="51" y="91"/>
                </a:lnTo>
                <a:lnTo>
                  <a:pt x="52" y="91"/>
                </a:lnTo>
                <a:lnTo>
                  <a:pt x="51" y="91"/>
                </a:lnTo>
                <a:lnTo>
                  <a:pt x="50" y="94"/>
                </a:lnTo>
                <a:lnTo>
                  <a:pt x="51" y="94"/>
                </a:lnTo>
                <a:lnTo>
                  <a:pt x="52" y="96"/>
                </a:lnTo>
                <a:lnTo>
                  <a:pt x="52" y="96"/>
                </a:lnTo>
                <a:lnTo>
                  <a:pt x="53" y="94"/>
                </a:lnTo>
                <a:lnTo>
                  <a:pt x="54" y="94"/>
                </a:lnTo>
                <a:lnTo>
                  <a:pt x="54" y="95"/>
                </a:lnTo>
                <a:lnTo>
                  <a:pt x="56" y="95"/>
                </a:lnTo>
                <a:lnTo>
                  <a:pt x="56" y="95"/>
                </a:lnTo>
                <a:lnTo>
                  <a:pt x="55" y="96"/>
                </a:lnTo>
                <a:lnTo>
                  <a:pt x="56" y="97"/>
                </a:lnTo>
                <a:lnTo>
                  <a:pt x="53" y="99"/>
                </a:lnTo>
                <a:lnTo>
                  <a:pt x="53" y="100"/>
                </a:lnTo>
                <a:lnTo>
                  <a:pt x="54" y="101"/>
                </a:lnTo>
                <a:lnTo>
                  <a:pt x="54" y="103"/>
                </a:lnTo>
                <a:lnTo>
                  <a:pt x="53" y="105"/>
                </a:lnTo>
                <a:lnTo>
                  <a:pt x="51" y="107"/>
                </a:lnTo>
                <a:lnTo>
                  <a:pt x="51" y="107"/>
                </a:lnTo>
                <a:lnTo>
                  <a:pt x="49" y="109"/>
                </a:lnTo>
                <a:lnTo>
                  <a:pt x="50" y="110"/>
                </a:lnTo>
                <a:lnTo>
                  <a:pt x="47" y="112"/>
                </a:lnTo>
                <a:lnTo>
                  <a:pt x="47" y="114"/>
                </a:lnTo>
                <a:lnTo>
                  <a:pt x="47" y="116"/>
                </a:lnTo>
                <a:lnTo>
                  <a:pt x="48" y="117"/>
                </a:lnTo>
                <a:lnTo>
                  <a:pt x="50" y="116"/>
                </a:lnTo>
                <a:lnTo>
                  <a:pt x="50" y="114"/>
                </a:lnTo>
                <a:lnTo>
                  <a:pt x="52" y="113"/>
                </a:lnTo>
                <a:lnTo>
                  <a:pt x="53" y="111"/>
                </a:lnTo>
                <a:lnTo>
                  <a:pt x="54" y="112"/>
                </a:lnTo>
                <a:lnTo>
                  <a:pt x="55" y="112"/>
                </a:lnTo>
                <a:lnTo>
                  <a:pt x="55" y="112"/>
                </a:lnTo>
                <a:lnTo>
                  <a:pt x="56" y="113"/>
                </a:lnTo>
                <a:lnTo>
                  <a:pt x="56" y="114"/>
                </a:lnTo>
                <a:lnTo>
                  <a:pt x="57" y="114"/>
                </a:lnTo>
                <a:lnTo>
                  <a:pt x="57" y="115"/>
                </a:lnTo>
                <a:lnTo>
                  <a:pt x="57" y="115"/>
                </a:lnTo>
                <a:lnTo>
                  <a:pt x="57" y="116"/>
                </a:lnTo>
                <a:lnTo>
                  <a:pt x="57" y="116"/>
                </a:lnTo>
                <a:lnTo>
                  <a:pt x="57" y="118"/>
                </a:lnTo>
                <a:lnTo>
                  <a:pt x="58" y="119"/>
                </a:lnTo>
                <a:lnTo>
                  <a:pt x="57" y="122"/>
                </a:lnTo>
                <a:lnTo>
                  <a:pt x="57" y="122"/>
                </a:lnTo>
                <a:lnTo>
                  <a:pt x="58" y="122"/>
                </a:lnTo>
                <a:lnTo>
                  <a:pt x="59" y="123"/>
                </a:lnTo>
                <a:lnTo>
                  <a:pt x="60" y="122"/>
                </a:lnTo>
                <a:lnTo>
                  <a:pt x="60" y="121"/>
                </a:lnTo>
                <a:lnTo>
                  <a:pt x="61" y="121"/>
                </a:lnTo>
                <a:lnTo>
                  <a:pt x="61" y="121"/>
                </a:lnTo>
                <a:lnTo>
                  <a:pt x="62" y="120"/>
                </a:lnTo>
                <a:lnTo>
                  <a:pt x="62" y="119"/>
                </a:lnTo>
                <a:lnTo>
                  <a:pt x="66" y="119"/>
                </a:lnTo>
                <a:lnTo>
                  <a:pt x="66" y="119"/>
                </a:lnTo>
                <a:lnTo>
                  <a:pt x="67" y="119"/>
                </a:lnTo>
                <a:close/>
              </a:path>
            </a:pathLst>
          </a:custGeom>
          <a:solidFill>
            <a:srgbClr val="7FA8D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568762" y="5487917"/>
            <a:ext cx="987602" cy="788799"/>
          </a:xfrm>
          <a:custGeom>
            <a:avLst/>
            <a:gdLst/>
            <a:ahLst/>
            <a:cxnLst/>
            <a:rect l="l" t="t" r="r" b="b"/>
            <a:pathLst>
              <a:path w="154" h="123">
                <a:moveTo>
                  <a:pt x="81" y="73"/>
                </a:moveTo>
                <a:lnTo>
                  <a:pt x="82" y="73"/>
                </a:lnTo>
                <a:lnTo>
                  <a:pt x="82" y="71"/>
                </a:lnTo>
                <a:lnTo>
                  <a:pt x="83" y="71"/>
                </a:lnTo>
                <a:lnTo>
                  <a:pt x="82" y="70"/>
                </a:lnTo>
                <a:lnTo>
                  <a:pt x="83" y="69"/>
                </a:lnTo>
                <a:lnTo>
                  <a:pt x="83" y="68"/>
                </a:lnTo>
                <a:lnTo>
                  <a:pt x="82" y="68"/>
                </a:lnTo>
                <a:lnTo>
                  <a:pt x="82" y="69"/>
                </a:lnTo>
                <a:lnTo>
                  <a:pt x="81" y="69"/>
                </a:lnTo>
                <a:lnTo>
                  <a:pt x="82" y="67"/>
                </a:lnTo>
                <a:lnTo>
                  <a:pt x="83" y="67"/>
                </a:lnTo>
                <a:lnTo>
                  <a:pt x="84" y="66"/>
                </a:lnTo>
                <a:lnTo>
                  <a:pt x="85" y="66"/>
                </a:lnTo>
                <a:lnTo>
                  <a:pt x="84" y="63"/>
                </a:lnTo>
                <a:lnTo>
                  <a:pt x="83" y="62"/>
                </a:lnTo>
                <a:lnTo>
                  <a:pt x="84" y="61"/>
                </a:lnTo>
                <a:lnTo>
                  <a:pt x="86" y="64"/>
                </a:lnTo>
                <a:lnTo>
                  <a:pt x="87" y="66"/>
                </a:lnTo>
                <a:lnTo>
                  <a:pt x="88" y="67"/>
                </a:lnTo>
                <a:lnTo>
                  <a:pt x="88" y="68"/>
                </a:lnTo>
                <a:lnTo>
                  <a:pt x="90" y="66"/>
                </a:lnTo>
                <a:lnTo>
                  <a:pt x="92" y="66"/>
                </a:lnTo>
                <a:lnTo>
                  <a:pt x="92" y="65"/>
                </a:lnTo>
                <a:lnTo>
                  <a:pt x="94" y="65"/>
                </a:lnTo>
                <a:lnTo>
                  <a:pt x="95" y="65"/>
                </a:lnTo>
                <a:lnTo>
                  <a:pt x="98" y="63"/>
                </a:lnTo>
                <a:lnTo>
                  <a:pt x="99" y="63"/>
                </a:lnTo>
                <a:lnTo>
                  <a:pt x="100" y="65"/>
                </a:lnTo>
                <a:lnTo>
                  <a:pt x="100" y="66"/>
                </a:lnTo>
                <a:lnTo>
                  <a:pt x="101" y="67"/>
                </a:lnTo>
                <a:lnTo>
                  <a:pt x="103" y="65"/>
                </a:lnTo>
                <a:lnTo>
                  <a:pt x="103" y="65"/>
                </a:lnTo>
                <a:lnTo>
                  <a:pt x="103" y="64"/>
                </a:lnTo>
                <a:lnTo>
                  <a:pt x="102" y="64"/>
                </a:lnTo>
                <a:lnTo>
                  <a:pt x="102" y="63"/>
                </a:lnTo>
                <a:lnTo>
                  <a:pt x="103" y="62"/>
                </a:lnTo>
                <a:lnTo>
                  <a:pt x="102" y="61"/>
                </a:lnTo>
                <a:lnTo>
                  <a:pt x="101" y="62"/>
                </a:lnTo>
                <a:lnTo>
                  <a:pt x="102" y="61"/>
                </a:lnTo>
                <a:lnTo>
                  <a:pt x="102" y="60"/>
                </a:lnTo>
                <a:lnTo>
                  <a:pt x="104" y="58"/>
                </a:lnTo>
                <a:lnTo>
                  <a:pt x="105" y="59"/>
                </a:lnTo>
                <a:lnTo>
                  <a:pt x="105" y="61"/>
                </a:lnTo>
                <a:lnTo>
                  <a:pt x="106" y="63"/>
                </a:lnTo>
                <a:lnTo>
                  <a:pt x="108" y="62"/>
                </a:lnTo>
                <a:lnTo>
                  <a:pt x="109" y="64"/>
                </a:lnTo>
                <a:lnTo>
                  <a:pt x="109" y="63"/>
                </a:lnTo>
                <a:lnTo>
                  <a:pt x="109" y="62"/>
                </a:lnTo>
                <a:lnTo>
                  <a:pt x="112" y="59"/>
                </a:lnTo>
                <a:lnTo>
                  <a:pt x="111" y="59"/>
                </a:lnTo>
                <a:lnTo>
                  <a:pt x="112" y="58"/>
                </a:lnTo>
                <a:lnTo>
                  <a:pt x="114" y="57"/>
                </a:lnTo>
                <a:lnTo>
                  <a:pt x="115" y="58"/>
                </a:lnTo>
                <a:lnTo>
                  <a:pt x="114" y="57"/>
                </a:lnTo>
                <a:lnTo>
                  <a:pt x="115" y="56"/>
                </a:lnTo>
                <a:lnTo>
                  <a:pt x="115" y="58"/>
                </a:lnTo>
                <a:lnTo>
                  <a:pt x="118" y="57"/>
                </a:lnTo>
                <a:lnTo>
                  <a:pt x="118" y="59"/>
                </a:lnTo>
                <a:lnTo>
                  <a:pt x="119" y="59"/>
                </a:lnTo>
                <a:lnTo>
                  <a:pt x="121" y="59"/>
                </a:lnTo>
                <a:lnTo>
                  <a:pt x="123" y="60"/>
                </a:lnTo>
                <a:lnTo>
                  <a:pt x="123" y="59"/>
                </a:lnTo>
                <a:lnTo>
                  <a:pt x="123" y="57"/>
                </a:lnTo>
                <a:lnTo>
                  <a:pt x="122" y="57"/>
                </a:lnTo>
                <a:lnTo>
                  <a:pt x="123" y="56"/>
                </a:lnTo>
                <a:lnTo>
                  <a:pt x="124" y="55"/>
                </a:lnTo>
                <a:lnTo>
                  <a:pt x="126" y="55"/>
                </a:lnTo>
                <a:lnTo>
                  <a:pt x="127" y="56"/>
                </a:lnTo>
                <a:lnTo>
                  <a:pt x="127" y="57"/>
                </a:lnTo>
                <a:lnTo>
                  <a:pt x="128" y="57"/>
                </a:lnTo>
                <a:lnTo>
                  <a:pt x="129" y="56"/>
                </a:lnTo>
                <a:lnTo>
                  <a:pt x="131" y="55"/>
                </a:lnTo>
                <a:lnTo>
                  <a:pt x="133" y="54"/>
                </a:lnTo>
                <a:lnTo>
                  <a:pt x="134" y="55"/>
                </a:lnTo>
                <a:lnTo>
                  <a:pt x="137" y="51"/>
                </a:lnTo>
                <a:lnTo>
                  <a:pt x="139" y="52"/>
                </a:lnTo>
                <a:lnTo>
                  <a:pt x="142" y="51"/>
                </a:lnTo>
                <a:lnTo>
                  <a:pt x="142" y="50"/>
                </a:lnTo>
                <a:lnTo>
                  <a:pt x="143" y="49"/>
                </a:lnTo>
                <a:lnTo>
                  <a:pt x="142" y="47"/>
                </a:lnTo>
                <a:lnTo>
                  <a:pt x="142" y="46"/>
                </a:lnTo>
                <a:lnTo>
                  <a:pt x="144" y="46"/>
                </a:lnTo>
                <a:lnTo>
                  <a:pt x="146" y="44"/>
                </a:lnTo>
                <a:lnTo>
                  <a:pt x="147" y="44"/>
                </a:lnTo>
                <a:lnTo>
                  <a:pt x="147" y="44"/>
                </a:lnTo>
                <a:lnTo>
                  <a:pt x="147" y="43"/>
                </a:lnTo>
                <a:lnTo>
                  <a:pt x="146" y="42"/>
                </a:lnTo>
                <a:lnTo>
                  <a:pt x="148" y="39"/>
                </a:lnTo>
                <a:lnTo>
                  <a:pt x="148" y="38"/>
                </a:lnTo>
                <a:lnTo>
                  <a:pt x="148" y="38"/>
                </a:lnTo>
                <a:lnTo>
                  <a:pt x="149" y="37"/>
                </a:lnTo>
                <a:lnTo>
                  <a:pt x="151" y="37"/>
                </a:lnTo>
                <a:lnTo>
                  <a:pt x="151" y="36"/>
                </a:lnTo>
                <a:lnTo>
                  <a:pt x="154" y="35"/>
                </a:lnTo>
                <a:lnTo>
                  <a:pt x="154" y="34"/>
                </a:lnTo>
                <a:lnTo>
                  <a:pt x="153" y="34"/>
                </a:lnTo>
                <a:lnTo>
                  <a:pt x="153" y="34"/>
                </a:lnTo>
                <a:lnTo>
                  <a:pt x="151" y="33"/>
                </a:lnTo>
                <a:lnTo>
                  <a:pt x="150" y="29"/>
                </a:lnTo>
                <a:lnTo>
                  <a:pt x="149" y="29"/>
                </a:lnTo>
                <a:lnTo>
                  <a:pt x="148" y="28"/>
                </a:lnTo>
                <a:lnTo>
                  <a:pt x="149" y="28"/>
                </a:lnTo>
                <a:lnTo>
                  <a:pt x="149" y="26"/>
                </a:lnTo>
                <a:lnTo>
                  <a:pt x="148" y="26"/>
                </a:lnTo>
                <a:lnTo>
                  <a:pt x="148" y="25"/>
                </a:lnTo>
                <a:lnTo>
                  <a:pt x="147" y="24"/>
                </a:lnTo>
                <a:lnTo>
                  <a:pt x="149" y="22"/>
                </a:lnTo>
                <a:lnTo>
                  <a:pt x="147" y="21"/>
                </a:lnTo>
                <a:lnTo>
                  <a:pt x="147" y="20"/>
                </a:lnTo>
                <a:lnTo>
                  <a:pt x="147" y="20"/>
                </a:lnTo>
                <a:lnTo>
                  <a:pt x="146" y="18"/>
                </a:lnTo>
                <a:lnTo>
                  <a:pt x="145" y="17"/>
                </a:lnTo>
                <a:lnTo>
                  <a:pt x="145" y="16"/>
                </a:lnTo>
                <a:lnTo>
                  <a:pt x="143" y="15"/>
                </a:lnTo>
                <a:lnTo>
                  <a:pt x="143" y="14"/>
                </a:lnTo>
                <a:lnTo>
                  <a:pt x="144" y="12"/>
                </a:lnTo>
                <a:lnTo>
                  <a:pt x="143" y="12"/>
                </a:lnTo>
                <a:lnTo>
                  <a:pt x="140" y="13"/>
                </a:lnTo>
                <a:lnTo>
                  <a:pt x="139" y="13"/>
                </a:lnTo>
                <a:lnTo>
                  <a:pt x="138" y="14"/>
                </a:lnTo>
                <a:lnTo>
                  <a:pt x="137" y="14"/>
                </a:lnTo>
                <a:lnTo>
                  <a:pt x="137" y="13"/>
                </a:lnTo>
                <a:lnTo>
                  <a:pt x="137" y="11"/>
                </a:lnTo>
                <a:lnTo>
                  <a:pt x="136" y="12"/>
                </a:lnTo>
                <a:lnTo>
                  <a:pt x="134" y="10"/>
                </a:lnTo>
                <a:lnTo>
                  <a:pt x="135" y="9"/>
                </a:lnTo>
                <a:lnTo>
                  <a:pt x="134" y="8"/>
                </a:lnTo>
                <a:lnTo>
                  <a:pt x="134" y="8"/>
                </a:lnTo>
                <a:lnTo>
                  <a:pt x="133" y="9"/>
                </a:lnTo>
                <a:lnTo>
                  <a:pt x="133" y="10"/>
                </a:lnTo>
                <a:lnTo>
                  <a:pt x="131" y="10"/>
                </a:lnTo>
                <a:lnTo>
                  <a:pt x="132" y="10"/>
                </a:lnTo>
                <a:lnTo>
                  <a:pt x="131" y="10"/>
                </a:lnTo>
                <a:lnTo>
                  <a:pt x="130" y="9"/>
                </a:lnTo>
                <a:lnTo>
                  <a:pt x="129" y="9"/>
                </a:lnTo>
                <a:lnTo>
                  <a:pt x="128" y="10"/>
                </a:lnTo>
                <a:lnTo>
                  <a:pt x="127" y="8"/>
                </a:lnTo>
                <a:lnTo>
                  <a:pt x="126" y="9"/>
                </a:lnTo>
                <a:lnTo>
                  <a:pt x="124" y="8"/>
                </a:lnTo>
                <a:lnTo>
                  <a:pt x="124" y="9"/>
                </a:lnTo>
                <a:lnTo>
                  <a:pt x="124" y="9"/>
                </a:lnTo>
                <a:lnTo>
                  <a:pt x="123" y="10"/>
                </a:lnTo>
                <a:lnTo>
                  <a:pt x="123" y="9"/>
                </a:lnTo>
                <a:lnTo>
                  <a:pt x="123" y="9"/>
                </a:lnTo>
                <a:lnTo>
                  <a:pt x="122" y="13"/>
                </a:lnTo>
                <a:lnTo>
                  <a:pt x="122" y="13"/>
                </a:lnTo>
                <a:lnTo>
                  <a:pt x="123" y="13"/>
                </a:lnTo>
                <a:lnTo>
                  <a:pt x="122" y="14"/>
                </a:lnTo>
                <a:lnTo>
                  <a:pt x="124" y="16"/>
                </a:lnTo>
                <a:lnTo>
                  <a:pt x="121" y="17"/>
                </a:lnTo>
                <a:lnTo>
                  <a:pt x="120" y="16"/>
                </a:lnTo>
                <a:lnTo>
                  <a:pt x="118" y="16"/>
                </a:lnTo>
                <a:lnTo>
                  <a:pt x="118" y="14"/>
                </a:lnTo>
                <a:lnTo>
                  <a:pt x="116" y="13"/>
                </a:lnTo>
                <a:lnTo>
                  <a:pt x="114" y="12"/>
                </a:lnTo>
                <a:lnTo>
                  <a:pt x="114" y="13"/>
                </a:lnTo>
                <a:lnTo>
                  <a:pt x="114" y="14"/>
                </a:lnTo>
                <a:lnTo>
                  <a:pt x="112" y="13"/>
                </a:lnTo>
                <a:lnTo>
                  <a:pt x="112" y="14"/>
                </a:lnTo>
                <a:lnTo>
                  <a:pt x="111" y="14"/>
                </a:lnTo>
                <a:lnTo>
                  <a:pt x="108" y="16"/>
                </a:lnTo>
                <a:lnTo>
                  <a:pt x="108" y="15"/>
                </a:lnTo>
                <a:lnTo>
                  <a:pt x="107" y="15"/>
                </a:lnTo>
                <a:lnTo>
                  <a:pt x="107" y="16"/>
                </a:lnTo>
                <a:lnTo>
                  <a:pt x="106" y="16"/>
                </a:lnTo>
                <a:lnTo>
                  <a:pt x="105" y="16"/>
                </a:lnTo>
                <a:lnTo>
                  <a:pt x="104" y="16"/>
                </a:lnTo>
                <a:lnTo>
                  <a:pt x="104" y="18"/>
                </a:lnTo>
                <a:lnTo>
                  <a:pt x="104" y="19"/>
                </a:lnTo>
                <a:lnTo>
                  <a:pt x="103" y="18"/>
                </a:lnTo>
                <a:lnTo>
                  <a:pt x="103" y="18"/>
                </a:lnTo>
                <a:lnTo>
                  <a:pt x="102" y="18"/>
                </a:lnTo>
                <a:lnTo>
                  <a:pt x="101" y="18"/>
                </a:lnTo>
                <a:lnTo>
                  <a:pt x="101" y="19"/>
                </a:lnTo>
                <a:lnTo>
                  <a:pt x="101" y="20"/>
                </a:lnTo>
                <a:lnTo>
                  <a:pt x="100" y="19"/>
                </a:lnTo>
                <a:lnTo>
                  <a:pt x="99" y="19"/>
                </a:lnTo>
                <a:lnTo>
                  <a:pt x="98" y="20"/>
                </a:lnTo>
                <a:lnTo>
                  <a:pt x="97" y="19"/>
                </a:lnTo>
                <a:lnTo>
                  <a:pt x="95" y="21"/>
                </a:lnTo>
                <a:lnTo>
                  <a:pt x="94" y="21"/>
                </a:lnTo>
                <a:lnTo>
                  <a:pt x="94" y="20"/>
                </a:lnTo>
                <a:lnTo>
                  <a:pt x="93" y="19"/>
                </a:lnTo>
                <a:lnTo>
                  <a:pt x="92" y="19"/>
                </a:lnTo>
                <a:lnTo>
                  <a:pt x="92" y="18"/>
                </a:lnTo>
                <a:lnTo>
                  <a:pt x="90" y="18"/>
                </a:lnTo>
                <a:lnTo>
                  <a:pt x="89" y="17"/>
                </a:lnTo>
                <a:lnTo>
                  <a:pt x="91" y="17"/>
                </a:lnTo>
                <a:lnTo>
                  <a:pt x="91" y="16"/>
                </a:lnTo>
                <a:lnTo>
                  <a:pt x="93" y="15"/>
                </a:lnTo>
                <a:lnTo>
                  <a:pt x="93" y="14"/>
                </a:lnTo>
                <a:lnTo>
                  <a:pt x="94" y="12"/>
                </a:lnTo>
                <a:lnTo>
                  <a:pt x="93" y="11"/>
                </a:lnTo>
                <a:lnTo>
                  <a:pt x="94" y="10"/>
                </a:lnTo>
                <a:lnTo>
                  <a:pt x="94" y="10"/>
                </a:lnTo>
                <a:lnTo>
                  <a:pt x="95" y="10"/>
                </a:lnTo>
                <a:lnTo>
                  <a:pt x="96" y="8"/>
                </a:lnTo>
                <a:lnTo>
                  <a:pt x="98" y="8"/>
                </a:lnTo>
                <a:lnTo>
                  <a:pt x="98" y="7"/>
                </a:lnTo>
                <a:lnTo>
                  <a:pt x="100" y="6"/>
                </a:lnTo>
                <a:lnTo>
                  <a:pt x="100" y="6"/>
                </a:lnTo>
                <a:lnTo>
                  <a:pt x="99" y="5"/>
                </a:lnTo>
                <a:lnTo>
                  <a:pt x="99" y="4"/>
                </a:lnTo>
                <a:lnTo>
                  <a:pt x="100" y="4"/>
                </a:lnTo>
                <a:lnTo>
                  <a:pt x="100" y="3"/>
                </a:lnTo>
                <a:lnTo>
                  <a:pt x="99" y="2"/>
                </a:lnTo>
                <a:lnTo>
                  <a:pt x="97" y="2"/>
                </a:lnTo>
                <a:lnTo>
                  <a:pt x="97" y="1"/>
                </a:lnTo>
                <a:lnTo>
                  <a:pt x="95" y="0"/>
                </a:lnTo>
                <a:lnTo>
                  <a:pt x="94" y="1"/>
                </a:lnTo>
                <a:lnTo>
                  <a:pt x="93" y="1"/>
                </a:lnTo>
                <a:lnTo>
                  <a:pt x="93" y="2"/>
                </a:lnTo>
                <a:lnTo>
                  <a:pt x="92" y="3"/>
                </a:lnTo>
                <a:lnTo>
                  <a:pt x="91" y="2"/>
                </a:lnTo>
                <a:lnTo>
                  <a:pt x="91" y="3"/>
                </a:lnTo>
                <a:lnTo>
                  <a:pt x="90" y="4"/>
                </a:lnTo>
                <a:lnTo>
                  <a:pt x="88" y="3"/>
                </a:lnTo>
                <a:lnTo>
                  <a:pt x="86" y="4"/>
                </a:lnTo>
                <a:lnTo>
                  <a:pt x="85" y="5"/>
                </a:lnTo>
                <a:lnTo>
                  <a:pt x="85" y="4"/>
                </a:lnTo>
                <a:lnTo>
                  <a:pt x="85" y="2"/>
                </a:lnTo>
                <a:lnTo>
                  <a:pt x="84" y="1"/>
                </a:lnTo>
                <a:lnTo>
                  <a:pt x="84" y="1"/>
                </a:lnTo>
                <a:lnTo>
                  <a:pt x="82" y="1"/>
                </a:lnTo>
                <a:lnTo>
                  <a:pt x="82" y="2"/>
                </a:lnTo>
                <a:lnTo>
                  <a:pt x="81" y="4"/>
                </a:lnTo>
                <a:lnTo>
                  <a:pt x="80" y="4"/>
                </a:lnTo>
                <a:lnTo>
                  <a:pt x="79" y="3"/>
                </a:lnTo>
                <a:lnTo>
                  <a:pt x="76" y="4"/>
                </a:lnTo>
                <a:lnTo>
                  <a:pt x="76" y="4"/>
                </a:lnTo>
                <a:lnTo>
                  <a:pt x="75" y="3"/>
                </a:lnTo>
                <a:lnTo>
                  <a:pt x="74" y="3"/>
                </a:lnTo>
                <a:lnTo>
                  <a:pt x="73" y="3"/>
                </a:lnTo>
                <a:lnTo>
                  <a:pt x="72" y="3"/>
                </a:lnTo>
                <a:lnTo>
                  <a:pt x="72" y="3"/>
                </a:lnTo>
                <a:lnTo>
                  <a:pt x="71" y="2"/>
                </a:lnTo>
                <a:lnTo>
                  <a:pt x="70" y="2"/>
                </a:lnTo>
                <a:lnTo>
                  <a:pt x="70" y="1"/>
                </a:lnTo>
                <a:lnTo>
                  <a:pt x="69" y="0"/>
                </a:lnTo>
                <a:lnTo>
                  <a:pt x="66" y="2"/>
                </a:lnTo>
                <a:lnTo>
                  <a:pt x="67" y="3"/>
                </a:lnTo>
                <a:lnTo>
                  <a:pt x="66" y="3"/>
                </a:lnTo>
                <a:lnTo>
                  <a:pt x="66" y="4"/>
                </a:lnTo>
                <a:lnTo>
                  <a:pt x="63" y="5"/>
                </a:lnTo>
                <a:lnTo>
                  <a:pt x="63" y="6"/>
                </a:lnTo>
                <a:lnTo>
                  <a:pt x="62" y="5"/>
                </a:lnTo>
                <a:lnTo>
                  <a:pt x="61" y="5"/>
                </a:lnTo>
                <a:lnTo>
                  <a:pt x="61" y="7"/>
                </a:lnTo>
                <a:lnTo>
                  <a:pt x="64" y="7"/>
                </a:lnTo>
                <a:lnTo>
                  <a:pt x="65" y="8"/>
                </a:lnTo>
                <a:lnTo>
                  <a:pt x="64" y="9"/>
                </a:lnTo>
                <a:lnTo>
                  <a:pt x="64" y="9"/>
                </a:lnTo>
                <a:lnTo>
                  <a:pt x="65" y="10"/>
                </a:lnTo>
                <a:lnTo>
                  <a:pt x="64" y="12"/>
                </a:lnTo>
                <a:lnTo>
                  <a:pt x="65" y="13"/>
                </a:lnTo>
                <a:lnTo>
                  <a:pt x="65" y="14"/>
                </a:lnTo>
                <a:lnTo>
                  <a:pt x="63" y="14"/>
                </a:lnTo>
                <a:lnTo>
                  <a:pt x="62" y="15"/>
                </a:lnTo>
                <a:lnTo>
                  <a:pt x="60" y="15"/>
                </a:lnTo>
                <a:lnTo>
                  <a:pt x="60" y="14"/>
                </a:lnTo>
                <a:lnTo>
                  <a:pt x="59" y="14"/>
                </a:lnTo>
                <a:lnTo>
                  <a:pt x="59" y="13"/>
                </a:lnTo>
                <a:lnTo>
                  <a:pt x="59" y="12"/>
                </a:lnTo>
                <a:lnTo>
                  <a:pt x="59" y="11"/>
                </a:lnTo>
                <a:lnTo>
                  <a:pt x="57" y="10"/>
                </a:lnTo>
                <a:lnTo>
                  <a:pt x="55" y="10"/>
                </a:lnTo>
                <a:lnTo>
                  <a:pt x="53" y="10"/>
                </a:lnTo>
                <a:lnTo>
                  <a:pt x="53" y="9"/>
                </a:lnTo>
                <a:lnTo>
                  <a:pt x="52" y="10"/>
                </a:lnTo>
                <a:lnTo>
                  <a:pt x="51" y="9"/>
                </a:lnTo>
                <a:lnTo>
                  <a:pt x="50" y="10"/>
                </a:lnTo>
                <a:lnTo>
                  <a:pt x="49" y="10"/>
                </a:lnTo>
                <a:lnTo>
                  <a:pt x="49" y="9"/>
                </a:lnTo>
                <a:lnTo>
                  <a:pt x="48" y="10"/>
                </a:lnTo>
                <a:lnTo>
                  <a:pt x="47" y="13"/>
                </a:lnTo>
                <a:lnTo>
                  <a:pt x="47" y="15"/>
                </a:lnTo>
                <a:lnTo>
                  <a:pt x="48" y="15"/>
                </a:lnTo>
                <a:lnTo>
                  <a:pt x="48" y="17"/>
                </a:lnTo>
                <a:lnTo>
                  <a:pt x="45" y="19"/>
                </a:lnTo>
                <a:lnTo>
                  <a:pt x="45" y="20"/>
                </a:lnTo>
                <a:lnTo>
                  <a:pt x="44" y="20"/>
                </a:lnTo>
                <a:lnTo>
                  <a:pt x="43" y="21"/>
                </a:lnTo>
                <a:lnTo>
                  <a:pt x="44" y="22"/>
                </a:lnTo>
                <a:lnTo>
                  <a:pt x="43" y="22"/>
                </a:lnTo>
                <a:lnTo>
                  <a:pt x="43" y="23"/>
                </a:lnTo>
                <a:lnTo>
                  <a:pt x="45" y="24"/>
                </a:lnTo>
                <a:lnTo>
                  <a:pt x="45" y="25"/>
                </a:lnTo>
                <a:lnTo>
                  <a:pt x="45" y="26"/>
                </a:lnTo>
                <a:lnTo>
                  <a:pt x="46" y="27"/>
                </a:lnTo>
                <a:lnTo>
                  <a:pt x="46" y="29"/>
                </a:lnTo>
                <a:lnTo>
                  <a:pt x="45" y="30"/>
                </a:lnTo>
                <a:lnTo>
                  <a:pt x="44" y="30"/>
                </a:lnTo>
                <a:lnTo>
                  <a:pt x="44" y="31"/>
                </a:lnTo>
                <a:lnTo>
                  <a:pt x="43" y="31"/>
                </a:lnTo>
                <a:lnTo>
                  <a:pt x="43" y="34"/>
                </a:lnTo>
                <a:lnTo>
                  <a:pt x="45" y="37"/>
                </a:lnTo>
                <a:lnTo>
                  <a:pt x="44" y="38"/>
                </a:lnTo>
                <a:lnTo>
                  <a:pt x="43" y="38"/>
                </a:lnTo>
                <a:lnTo>
                  <a:pt x="43" y="39"/>
                </a:lnTo>
                <a:lnTo>
                  <a:pt x="42" y="39"/>
                </a:lnTo>
                <a:lnTo>
                  <a:pt x="42" y="40"/>
                </a:lnTo>
                <a:lnTo>
                  <a:pt x="42" y="41"/>
                </a:lnTo>
                <a:lnTo>
                  <a:pt x="39" y="40"/>
                </a:lnTo>
                <a:lnTo>
                  <a:pt x="38" y="41"/>
                </a:lnTo>
                <a:lnTo>
                  <a:pt x="38" y="43"/>
                </a:lnTo>
                <a:lnTo>
                  <a:pt x="39" y="43"/>
                </a:lnTo>
                <a:lnTo>
                  <a:pt x="38" y="45"/>
                </a:lnTo>
                <a:lnTo>
                  <a:pt x="36" y="45"/>
                </a:lnTo>
                <a:lnTo>
                  <a:pt x="36" y="47"/>
                </a:lnTo>
                <a:lnTo>
                  <a:pt x="35" y="49"/>
                </a:lnTo>
                <a:lnTo>
                  <a:pt x="34" y="49"/>
                </a:lnTo>
                <a:lnTo>
                  <a:pt x="34" y="51"/>
                </a:lnTo>
                <a:lnTo>
                  <a:pt x="33" y="52"/>
                </a:lnTo>
                <a:lnTo>
                  <a:pt x="34" y="53"/>
                </a:lnTo>
                <a:lnTo>
                  <a:pt x="33" y="53"/>
                </a:lnTo>
                <a:lnTo>
                  <a:pt x="34" y="55"/>
                </a:lnTo>
                <a:lnTo>
                  <a:pt x="34" y="56"/>
                </a:lnTo>
                <a:lnTo>
                  <a:pt x="34" y="58"/>
                </a:lnTo>
                <a:lnTo>
                  <a:pt x="35" y="58"/>
                </a:lnTo>
                <a:lnTo>
                  <a:pt x="35" y="58"/>
                </a:lnTo>
                <a:lnTo>
                  <a:pt x="34" y="60"/>
                </a:lnTo>
                <a:lnTo>
                  <a:pt x="34" y="61"/>
                </a:lnTo>
                <a:lnTo>
                  <a:pt x="34" y="62"/>
                </a:lnTo>
                <a:lnTo>
                  <a:pt x="31" y="65"/>
                </a:lnTo>
                <a:lnTo>
                  <a:pt x="28" y="66"/>
                </a:lnTo>
                <a:lnTo>
                  <a:pt x="29" y="67"/>
                </a:lnTo>
                <a:lnTo>
                  <a:pt x="28" y="68"/>
                </a:lnTo>
                <a:lnTo>
                  <a:pt x="26" y="68"/>
                </a:lnTo>
                <a:lnTo>
                  <a:pt x="26" y="69"/>
                </a:lnTo>
                <a:lnTo>
                  <a:pt x="25" y="69"/>
                </a:lnTo>
                <a:lnTo>
                  <a:pt x="25" y="69"/>
                </a:lnTo>
                <a:lnTo>
                  <a:pt x="22" y="69"/>
                </a:lnTo>
                <a:lnTo>
                  <a:pt x="22" y="70"/>
                </a:lnTo>
                <a:lnTo>
                  <a:pt x="22" y="71"/>
                </a:lnTo>
                <a:lnTo>
                  <a:pt x="22" y="71"/>
                </a:lnTo>
                <a:lnTo>
                  <a:pt x="22" y="72"/>
                </a:lnTo>
                <a:lnTo>
                  <a:pt x="20" y="72"/>
                </a:lnTo>
                <a:lnTo>
                  <a:pt x="21" y="73"/>
                </a:lnTo>
                <a:lnTo>
                  <a:pt x="21" y="74"/>
                </a:lnTo>
                <a:lnTo>
                  <a:pt x="22" y="74"/>
                </a:lnTo>
                <a:lnTo>
                  <a:pt x="23" y="76"/>
                </a:lnTo>
                <a:lnTo>
                  <a:pt x="22" y="76"/>
                </a:lnTo>
                <a:lnTo>
                  <a:pt x="22" y="76"/>
                </a:lnTo>
                <a:lnTo>
                  <a:pt x="20" y="78"/>
                </a:lnTo>
                <a:lnTo>
                  <a:pt x="21" y="79"/>
                </a:lnTo>
                <a:lnTo>
                  <a:pt x="20" y="79"/>
                </a:lnTo>
                <a:lnTo>
                  <a:pt x="19" y="79"/>
                </a:lnTo>
                <a:lnTo>
                  <a:pt x="19" y="78"/>
                </a:lnTo>
                <a:lnTo>
                  <a:pt x="18" y="78"/>
                </a:lnTo>
                <a:lnTo>
                  <a:pt x="17" y="80"/>
                </a:lnTo>
                <a:lnTo>
                  <a:pt x="15" y="78"/>
                </a:lnTo>
                <a:lnTo>
                  <a:pt x="14" y="79"/>
                </a:lnTo>
                <a:lnTo>
                  <a:pt x="14" y="79"/>
                </a:lnTo>
                <a:lnTo>
                  <a:pt x="13" y="80"/>
                </a:lnTo>
                <a:lnTo>
                  <a:pt x="14" y="80"/>
                </a:lnTo>
                <a:lnTo>
                  <a:pt x="14" y="83"/>
                </a:lnTo>
                <a:lnTo>
                  <a:pt x="14" y="84"/>
                </a:lnTo>
                <a:lnTo>
                  <a:pt x="15" y="85"/>
                </a:lnTo>
                <a:lnTo>
                  <a:pt x="14" y="85"/>
                </a:lnTo>
                <a:lnTo>
                  <a:pt x="13" y="85"/>
                </a:lnTo>
                <a:lnTo>
                  <a:pt x="13" y="85"/>
                </a:lnTo>
                <a:lnTo>
                  <a:pt x="11" y="86"/>
                </a:lnTo>
                <a:lnTo>
                  <a:pt x="9" y="85"/>
                </a:lnTo>
                <a:lnTo>
                  <a:pt x="9" y="86"/>
                </a:lnTo>
                <a:lnTo>
                  <a:pt x="8" y="86"/>
                </a:lnTo>
                <a:lnTo>
                  <a:pt x="7" y="86"/>
                </a:lnTo>
                <a:lnTo>
                  <a:pt x="6" y="87"/>
                </a:lnTo>
                <a:lnTo>
                  <a:pt x="5" y="91"/>
                </a:lnTo>
                <a:lnTo>
                  <a:pt x="4" y="91"/>
                </a:lnTo>
                <a:lnTo>
                  <a:pt x="2" y="92"/>
                </a:lnTo>
                <a:lnTo>
                  <a:pt x="2" y="91"/>
                </a:lnTo>
                <a:lnTo>
                  <a:pt x="1" y="92"/>
                </a:lnTo>
                <a:lnTo>
                  <a:pt x="3" y="96"/>
                </a:lnTo>
                <a:lnTo>
                  <a:pt x="5" y="96"/>
                </a:lnTo>
                <a:lnTo>
                  <a:pt x="4" y="97"/>
                </a:lnTo>
                <a:lnTo>
                  <a:pt x="2" y="98"/>
                </a:lnTo>
                <a:lnTo>
                  <a:pt x="2" y="101"/>
                </a:lnTo>
                <a:lnTo>
                  <a:pt x="1" y="103"/>
                </a:lnTo>
                <a:lnTo>
                  <a:pt x="0" y="107"/>
                </a:lnTo>
                <a:lnTo>
                  <a:pt x="1" y="109"/>
                </a:lnTo>
                <a:lnTo>
                  <a:pt x="2" y="112"/>
                </a:lnTo>
                <a:lnTo>
                  <a:pt x="3" y="114"/>
                </a:lnTo>
                <a:lnTo>
                  <a:pt x="4" y="114"/>
                </a:lnTo>
                <a:lnTo>
                  <a:pt x="5" y="117"/>
                </a:lnTo>
                <a:lnTo>
                  <a:pt x="6" y="117"/>
                </a:lnTo>
                <a:lnTo>
                  <a:pt x="6" y="118"/>
                </a:lnTo>
                <a:lnTo>
                  <a:pt x="5" y="119"/>
                </a:lnTo>
                <a:lnTo>
                  <a:pt x="7" y="121"/>
                </a:lnTo>
                <a:lnTo>
                  <a:pt x="7" y="122"/>
                </a:lnTo>
                <a:lnTo>
                  <a:pt x="7" y="123"/>
                </a:lnTo>
                <a:lnTo>
                  <a:pt x="8" y="122"/>
                </a:lnTo>
                <a:lnTo>
                  <a:pt x="10" y="122"/>
                </a:lnTo>
                <a:lnTo>
                  <a:pt x="11" y="122"/>
                </a:lnTo>
                <a:lnTo>
                  <a:pt x="12" y="122"/>
                </a:lnTo>
                <a:lnTo>
                  <a:pt x="13" y="122"/>
                </a:lnTo>
                <a:lnTo>
                  <a:pt x="16" y="121"/>
                </a:lnTo>
                <a:lnTo>
                  <a:pt x="17" y="121"/>
                </a:lnTo>
                <a:lnTo>
                  <a:pt x="18" y="121"/>
                </a:lnTo>
                <a:lnTo>
                  <a:pt x="18" y="120"/>
                </a:lnTo>
                <a:lnTo>
                  <a:pt x="20" y="118"/>
                </a:lnTo>
                <a:lnTo>
                  <a:pt x="20" y="116"/>
                </a:lnTo>
                <a:lnTo>
                  <a:pt x="18" y="112"/>
                </a:lnTo>
                <a:lnTo>
                  <a:pt x="16" y="112"/>
                </a:lnTo>
                <a:lnTo>
                  <a:pt x="17" y="111"/>
                </a:lnTo>
                <a:lnTo>
                  <a:pt x="16" y="109"/>
                </a:lnTo>
                <a:lnTo>
                  <a:pt x="15" y="108"/>
                </a:lnTo>
                <a:lnTo>
                  <a:pt x="14" y="109"/>
                </a:lnTo>
                <a:lnTo>
                  <a:pt x="12" y="108"/>
                </a:lnTo>
                <a:lnTo>
                  <a:pt x="12" y="108"/>
                </a:lnTo>
                <a:lnTo>
                  <a:pt x="12" y="106"/>
                </a:lnTo>
                <a:lnTo>
                  <a:pt x="12" y="105"/>
                </a:lnTo>
                <a:lnTo>
                  <a:pt x="12" y="104"/>
                </a:lnTo>
                <a:lnTo>
                  <a:pt x="13" y="105"/>
                </a:lnTo>
                <a:lnTo>
                  <a:pt x="14" y="103"/>
                </a:lnTo>
                <a:lnTo>
                  <a:pt x="16" y="102"/>
                </a:lnTo>
                <a:lnTo>
                  <a:pt x="16" y="101"/>
                </a:lnTo>
                <a:lnTo>
                  <a:pt x="17" y="101"/>
                </a:lnTo>
                <a:lnTo>
                  <a:pt x="18" y="100"/>
                </a:lnTo>
                <a:lnTo>
                  <a:pt x="19" y="100"/>
                </a:lnTo>
                <a:lnTo>
                  <a:pt x="21" y="100"/>
                </a:lnTo>
                <a:lnTo>
                  <a:pt x="24" y="96"/>
                </a:lnTo>
                <a:lnTo>
                  <a:pt x="27" y="96"/>
                </a:lnTo>
                <a:lnTo>
                  <a:pt x="29" y="94"/>
                </a:lnTo>
                <a:lnTo>
                  <a:pt x="34" y="93"/>
                </a:lnTo>
                <a:lnTo>
                  <a:pt x="34" y="94"/>
                </a:lnTo>
                <a:lnTo>
                  <a:pt x="34" y="94"/>
                </a:lnTo>
                <a:lnTo>
                  <a:pt x="34" y="95"/>
                </a:lnTo>
                <a:lnTo>
                  <a:pt x="35" y="95"/>
                </a:lnTo>
                <a:lnTo>
                  <a:pt x="37" y="93"/>
                </a:lnTo>
                <a:lnTo>
                  <a:pt x="38" y="92"/>
                </a:lnTo>
                <a:lnTo>
                  <a:pt x="40" y="92"/>
                </a:lnTo>
                <a:lnTo>
                  <a:pt x="41" y="92"/>
                </a:lnTo>
                <a:lnTo>
                  <a:pt x="42" y="92"/>
                </a:lnTo>
                <a:lnTo>
                  <a:pt x="43" y="92"/>
                </a:lnTo>
                <a:lnTo>
                  <a:pt x="43" y="90"/>
                </a:lnTo>
                <a:lnTo>
                  <a:pt x="44" y="90"/>
                </a:lnTo>
                <a:lnTo>
                  <a:pt x="45" y="90"/>
                </a:lnTo>
                <a:lnTo>
                  <a:pt x="46" y="90"/>
                </a:lnTo>
                <a:lnTo>
                  <a:pt x="46" y="91"/>
                </a:lnTo>
                <a:lnTo>
                  <a:pt x="48" y="89"/>
                </a:lnTo>
                <a:lnTo>
                  <a:pt x="49" y="89"/>
                </a:lnTo>
                <a:lnTo>
                  <a:pt x="50" y="89"/>
                </a:lnTo>
                <a:lnTo>
                  <a:pt x="48" y="88"/>
                </a:lnTo>
                <a:lnTo>
                  <a:pt x="48" y="87"/>
                </a:lnTo>
                <a:lnTo>
                  <a:pt x="50" y="86"/>
                </a:lnTo>
                <a:lnTo>
                  <a:pt x="52" y="85"/>
                </a:lnTo>
                <a:lnTo>
                  <a:pt x="53" y="85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7" y="87"/>
                </a:lnTo>
                <a:lnTo>
                  <a:pt x="58" y="86"/>
                </a:lnTo>
                <a:lnTo>
                  <a:pt x="59" y="84"/>
                </a:lnTo>
                <a:lnTo>
                  <a:pt x="61" y="85"/>
                </a:lnTo>
                <a:lnTo>
                  <a:pt x="63" y="85"/>
                </a:lnTo>
                <a:lnTo>
                  <a:pt x="66" y="81"/>
                </a:lnTo>
                <a:lnTo>
                  <a:pt x="67" y="81"/>
                </a:lnTo>
                <a:lnTo>
                  <a:pt x="68" y="83"/>
                </a:lnTo>
                <a:lnTo>
                  <a:pt x="69" y="83"/>
                </a:lnTo>
                <a:lnTo>
                  <a:pt x="70" y="82"/>
                </a:lnTo>
                <a:lnTo>
                  <a:pt x="71" y="80"/>
                </a:lnTo>
                <a:lnTo>
                  <a:pt x="71" y="79"/>
                </a:lnTo>
                <a:lnTo>
                  <a:pt x="71" y="78"/>
                </a:lnTo>
                <a:lnTo>
                  <a:pt x="71" y="77"/>
                </a:lnTo>
                <a:lnTo>
                  <a:pt x="72" y="76"/>
                </a:lnTo>
                <a:lnTo>
                  <a:pt x="72" y="77"/>
                </a:lnTo>
                <a:lnTo>
                  <a:pt x="73" y="79"/>
                </a:lnTo>
                <a:lnTo>
                  <a:pt x="76" y="81"/>
                </a:lnTo>
                <a:lnTo>
                  <a:pt x="77" y="81"/>
                </a:lnTo>
                <a:lnTo>
                  <a:pt x="77" y="79"/>
                </a:lnTo>
                <a:lnTo>
                  <a:pt x="79" y="78"/>
                </a:lnTo>
                <a:lnTo>
                  <a:pt x="80" y="77"/>
                </a:lnTo>
                <a:lnTo>
                  <a:pt x="82" y="76"/>
                </a:lnTo>
                <a:lnTo>
                  <a:pt x="81" y="73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79194" y="6026609"/>
            <a:ext cx="25652" cy="32065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3" y="1"/>
                </a:moveTo>
                <a:lnTo>
                  <a:pt x="4" y="0"/>
                </a:lnTo>
                <a:lnTo>
                  <a:pt x="3" y="0"/>
                </a:lnTo>
                <a:lnTo>
                  <a:pt x="1" y="2"/>
                </a:lnTo>
                <a:lnTo>
                  <a:pt x="0" y="3"/>
                </a:lnTo>
                <a:lnTo>
                  <a:pt x="2" y="3"/>
                </a:lnTo>
                <a:lnTo>
                  <a:pt x="1" y="4"/>
                </a:lnTo>
                <a:lnTo>
                  <a:pt x="2" y="5"/>
                </a:lnTo>
                <a:lnTo>
                  <a:pt x="3" y="4"/>
                </a:lnTo>
                <a:lnTo>
                  <a:pt x="2" y="4"/>
                </a:lnTo>
                <a:lnTo>
                  <a:pt x="3" y="3"/>
                </a:lnTo>
                <a:lnTo>
                  <a:pt x="2" y="2"/>
                </a:lnTo>
                <a:lnTo>
                  <a:pt x="3" y="1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4645718" y="6148456"/>
            <a:ext cx="51304" cy="25652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7" y="0"/>
                </a:move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0" y="2"/>
                </a:lnTo>
                <a:lnTo>
                  <a:pt x="0" y="4"/>
                </a:lnTo>
                <a:lnTo>
                  <a:pt x="4" y="2"/>
                </a:lnTo>
                <a:lnTo>
                  <a:pt x="6" y="2"/>
                </a:lnTo>
                <a:lnTo>
                  <a:pt x="7" y="4"/>
                </a:lnTo>
                <a:lnTo>
                  <a:pt x="7" y="3"/>
                </a:lnTo>
                <a:lnTo>
                  <a:pt x="8" y="0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49951" y="6116391"/>
            <a:ext cx="25652" cy="25652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0" y="0"/>
                </a:moveTo>
                <a:lnTo>
                  <a:pt x="0" y="1"/>
                </a:lnTo>
                <a:lnTo>
                  <a:pt x="2" y="1"/>
                </a:lnTo>
                <a:lnTo>
                  <a:pt x="3" y="2"/>
                </a:lnTo>
                <a:lnTo>
                  <a:pt x="2" y="3"/>
                </a:lnTo>
                <a:lnTo>
                  <a:pt x="0" y="4"/>
                </a:lnTo>
                <a:lnTo>
                  <a:pt x="1" y="4"/>
                </a:lnTo>
                <a:lnTo>
                  <a:pt x="2" y="4"/>
                </a:lnTo>
                <a:lnTo>
                  <a:pt x="3" y="3"/>
                </a:lnTo>
                <a:lnTo>
                  <a:pt x="4" y="2"/>
                </a:lnTo>
                <a:lnTo>
                  <a:pt x="3" y="1"/>
                </a:lnTo>
                <a:lnTo>
                  <a:pt x="2" y="0"/>
                </a:lnTo>
                <a:lnTo>
                  <a:pt x="1" y="0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3863332" y="5385309"/>
            <a:ext cx="1000428" cy="731082"/>
          </a:xfrm>
          <a:custGeom>
            <a:avLst/>
            <a:gdLst/>
            <a:ahLst/>
            <a:cxnLst/>
            <a:rect l="l" t="t" r="r" b="b"/>
            <a:pathLst>
              <a:path w="156" h="114">
                <a:moveTo>
                  <a:pt x="101" y="10"/>
                </a:moveTo>
                <a:lnTo>
                  <a:pt x="100" y="11"/>
                </a:lnTo>
                <a:lnTo>
                  <a:pt x="101" y="12"/>
                </a:lnTo>
                <a:lnTo>
                  <a:pt x="99" y="14"/>
                </a:lnTo>
                <a:lnTo>
                  <a:pt x="99" y="14"/>
                </a:lnTo>
                <a:lnTo>
                  <a:pt x="99" y="16"/>
                </a:lnTo>
                <a:lnTo>
                  <a:pt x="99" y="17"/>
                </a:lnTo>
                <a:lnTo>
                  <a:pt x="98" y="17"/>
                </a:lnTo>
                <a:lnTo>
                  <a:pt x="96" y="17"/>
                </a:lnTo>
                <a:lnTo>
                  <a:pt x="96" y="15"/>
                </a:lnTo>
                <a:lnTo>
                  <a:pt x="95" y="17"/>
                </a:lnTo>
                <a:lnTo>
                  <a:pt x="95" y="16"/>
                </a:lnTo>
                <a:lnTo>
                  <a:pt x="95" y="15"/>
                </a:lnTo>
                <a:lnTo>
                  <a:pt x="94" y="15"/>
                </a:lnTo>
                <a:lnTo>
                  <a:pt x="93" y="16"/>
                </a:lnTo>
                <a:lnTo>
                  <a:pt x="93" y="16"/>
                </a:lnTo>
                <a:lnTo>
                  <a:pt x="92" y="16"/>
                </a:lnTo>
                <a:lnTo>
                  <a:pt x="92" y="16"/>
                </a:lnTo>
                <a:lnTo>
                  <a:pt x="91" y="17"/>
                </a:lnTo>
                <a:lnTo>
                  <a:pt x="91" y="17"/>
                </a:lnTo>
                <a:lnTo>
                  <a:pt x="90" y="17"/>
                </a:lnTo>
                <a:lnTo>
                  <a:pt x="90" y="18"/>
                </a:lnTo>
                <a:lnTo>
                  <a:pt x="91" y="18"/>
                </a:lnTo>
                <a:lnTo>
                  <a:pt x="92" y="17"/>
                </a:lnTo>
                <a:lnTo>
                  <a:pt x="94" y="17"/>
                </a:lnTo>
                <a:lnTo>
                  <a:pt x="93" y="19"/>
                </a:lnTo>
                <a:lnTo>
                  <a:pt x="93" y="21"/>
                </a:lnTo>
                <a:lnTo>
                  <a:pt x="94" y="21"/>
                </a:lnTo>
                <a:lnTo>
                  <a:pt x="93" y="22"/>
                </a:lnTo>
                <a:lnTo>
                  <a:pt x="91" y="21"/>
                </a:lnTo>
                <a:lnTo>
                  <a:pt x="89" y="21"/>
                </a:lnTo>
                <a:lnTo>
                  <a:pt x="88" y="22"/>
                </a:lnTo>
                <a:lnTo>
                  <a:pt x="88" y="21"/>
                </a:lnTo>
                <a:lnTo>
                  <a:pt x="88" y="21"/>
                </a:lnTo>
                <a:lnTo>
                  <a:pt x="88" y="19"/>
                </a:lnTo>
                <a:lnTo>
                  <a:pt x="86" y="20"/>
                </a:lnTo>
                <a:lnTo>
                  <a:pt x="85" y="21"/>
                </a:lnTo>
                <a:lnTo>
                  <a:pt x="86" y="22"/>
                </a:lnTo>
                <a:lnTo>
                  <a:pt x="85" y="22"/>
                </a:lnTo>
                <a:lnTo>
                  <a:pt x="84" y="23"/>
                </a:lnTo>
                <a:lnTo>
                  <a:pt x="84" y="24"/>
                </a:lnTo>
                <a:lnTo>
                  <a:pt x="85" y="27"/>
                </a:lnTo>
                <a:lnTo>
                  <a:pt x="84" y="26"/>
                </a:lnTo>
                <a:lnTo>
                  <a:pt x="84" y="25"/>
                </a:lnTo>
                <a:lnTo>
                  <a:pt x="81" y="23"/>
                </a:lnTo>
                <a:lnTo>
                  <a:pt x="80" y="24"/>
                </a:lnTo>
                <a:lnTo>
                  <a:pt x="80" y="23"/>
                </a:lnTo>
                <a:lnTo>
                  <a:pt x="79" y="22"/>
                </a:lnTo>
                <a:lnTo>
                  <a:pt x="78" y="22"/>
                </a:lnTo>
                <a:lnTo>
                  <a:pt x="77" y="23"/>
                </a:lnTo>
                <a:lnTo>
                  <a:pt x="77" y="24"/>
                </a:lnTo>
                <a:lnTo>
                  <a:pt x="77" y="24"/>
                </a:lnTo>
                <a:lnTo>
                  <a:pt x="76" y="24"/>
                </a:lnTo>
                <a:lnTo>
                  <a:pt x="75" y="24"/>
                </a:lnTo>
                <a:lnTo>
                  <a:pt x="76" y="25"/>
                </a:lnTo>
                <a:lnTo>
                  <a:pt x="75" y="25"/>
                </a:lnTo>
                <a:lnTo>
                  <a:pt x="75" y="27"/>
                </a:lnTo>
                <a:lnTo>
                  <a:pt x="74" y="29"/>
                </a:lnTo>
                <a:lnTo>
                  <a:pt x="74" y="30"/>
                </a:lnTo>
                <a:lnTo>
                  <a:pt x="72" y="30"/>
                </a:lnTo>
                <a:lnTo>
                  <a:pt x="69" y="32"/>
                </a:lnTo>
                <a:lnTo>
                  <a:pt x="67" y="31"/>
                </a:lnTo>
                <a:lnTo>
                  <a:pt x="68" y="31"/>
                </a:lnTo>
                <a:lnTo>
                  <a:pt x="67" y="30"/>
                </a:lnTo>
                <a:lnTo>
                  <a:pt x="67" y="29"/>
                </a:lnTo>
                <a:lnTo>
                  <a:pt x="67" y="29"/>
                </a:lnTo>
                <a:lnTo>
                  <a:pt x="66" y="30"/>
                </a:lnTo>
                <a:lnTo>
                  <a:pt x="65" y="28"/>
                </a:lnTo>
                <a:lnTo>
                  <a:pt x="65" y="27"/>
                </a:lnTo>
                <a:lnTo>
                  <a:pt x="64" y="27"/>
                </a:lnTo>
                <a:lnTo>
                  <a:pt x="64" y="29"/>
                </a:lnTo>
                <a:lnTo>
                  <a:pt x="63" y="29"/>
                </a:lnTo>
                <a:lnTo>
                  <a:pt x="62" y="30"/>
                </a:lnTo>
                <a:lnTo>
                  <a:pt x="61" y="30"/>
                </a:lnTo>
                <a:lnTo>
                  <a:pt x="61" y="28"/>
                </a:lnTo>
                <a:lnTo>
                  <a:pt x="61" y="28"/>
                </a:lnTo>
                <a:lnTo>
                  <a:pt x="60" y="28"/>
                </a:lnTo>
                <a:lnTo>
                  <a:pt x="60" y="27"/>
                </a:lnTo>
                <a:lnTo>
                  <a:pt x="60" y="26"/>
                </a:lnTo>
                <a:lnTo>
                  <a:pt x="59" y="25"/>
                </a:lnTo>
                <a:lnTo>
                  <a:pt x="59" y="26"/>
                </a:lnTo>
                <a:lnTo>
                  <a:pt x="58" y="25"/>
                </a:lnTo>
                <a:lnTo>
                  <a:pt x="58" y="25"/>
                </a:lnTo>
                <a:lnTo>
                  <a:pt x="58" y="24"/>
                </a:lnTo>
                <a:lnTo>
                  <a:pt x="56" y="22"/>
                </a:lnTo>
                <a:lnTo>
                  <a:pt x="56" y="21"/>
                </a:lnTo>
                <a:lnTo>
                  <a:pt x="55" y="21"/>
                </a:lnTo>
                <a:lnTo>
                  <a:pt x="55" y="21"/>
                </a:lnTo>
                <a:lnTo>
                  <a:pt x="53" y="22"/>
                </a:lnTo>
                <a:lnTo>
                  <a:pt x="53" y="23"/>
                </a:lnTo>
                <a:lnTo>
                  <a:pt x="52" y="23"/>
                </a:lnTo>
                <a:lnTo>
                  <a:pt x="51" y="25"/>
                </a:lnTo>
                <a:lnTo>
                  <a:pt x="51" y="25"/>
                </a:lnTo>
                <a:lnTo>
                  <a:pt x="51" y="26"/>
                </a:lnTo>
                <a:lnTo>
                  <a:pt x="52" y="27"/>
                </a:lnTo>
                <a:lnTo>
                  <a:pt x="52" y="28"/>
                </a:lnTo>
                <a:lnTo>
                  <a:pt x="51" y="29"/>
                </a:lnTo>
                <a:lnTo>
                  <a:pt x="50" y="29"/>
                </a:lnTo>
                <a:lnTo>
                  <a:pt x="49" y="29"/>
                </a:lnTo>
                <a:lnTo>
                  <a:pt x="49" y="31"/>
                </a:lnTo>
                <a:lnTo>
                  <a:pt x="44" y="31"/>
                </a:lnTo>
                <a:lnTo>
                  <a:pt x="44" y="32"/>
                </a:lnTo>
                <a:lnTo>
                  <a:pt x="43" y="33"/>
                </a:lnTo>
                <a:lnTo>
                  <a:pt x="42" y="33"/>
                </a:lnTo>
                <a:lnTo>
                  <a:pt x="40" y="34"/>
                </a:lnTo>
                <a:lnTo>
                  <a:pt x="37" y="35"/>
                </a:lnTo>
                <a:lnTo>
                  <a:pt x="35" y="35"/>
                </a:lnTo>
                <a:lnTo>
                  <a:pt x="35" y="36"/>
                </a:lnTo>
                <a:lnTo>
                  <a:pt x="34" y="36"/>
                </a:lnTo>
                <a:lnTo>
                  <a:pt x="35" y="38"/>
                </a:lnTo>
                <a:lnTo>
                  <a:pt x="35" y="40"/>
                </a:lnTo>
                <a:lnTo>
                  <a:pt x="34" y="40"/>
                </a:lnTo>
                <a:lnTo>
                  <a:pt x="33" y="41"/>
                </a:lnTo>
                <a:lnTo>
                  <a:pt x="32" y="42"/>
                </a:lnTo>
                <a:lnTo>
                  <a:pt x="32" y="43"/>
                </a:lnTo>
                <a:lnTo>
                  <a:pt x="30" y="42"/>
                </a:lnTo>
                <a:lnTo>
                  <a:pt x="30" y="41"/>
                </a:lnTo>
                <a:lnTo>
                  <a:pt x="28" y="41"/>
                </a:lnTo>
                <a:lnTo>
                  <a:pt x="27" y="42"/>
                </a:lnTo>
                <a:lnTo>
                  <a:pt x="26" y="41"/>
                </a:lnTo>
                <a:lnTo>
                  <a:pt x="25" y="40"/>
                </a:lnTo>
                <a:lnTo>
                  <a:pt x="23" y="40"/>
                </a:lnTo>
                <a:lnTo>
                  <a:pt x="23" y="39"/>
                </a:lnTo>
                <a:lnTo>
                  <a:pt x="21" y="39"/>
                </a:lnTo>
                <a:lnTo>
                  <a:pt x="19" y="36"/>
                </a:lnTo>
                <a:lnTo>
                  <a:pt x="18" y="36"/>
                </a:lnTo>
                <a:lnTo>
                  <a:pt x="17" y="37"/>
                </a:lnTo>
                <a:lnTo>
                  <a:pt x="16" y="37"/>
                </a:lnTo>
                <a:lnTo>
                  <a:pt x="15" y="35"/>
                </a:lnTo>
                <a:lnTo>
                  <a:pt x="12" y="37"/>
                </a:lnTo>
                <a:lnTo>
                  <a:pt x="11" y="38"/>
                </a:lnTo>
                <a:lnTo>
                  <a:pt x="11" y="40"/>
                </a:lnTo>
                <a:lnTo>
                  <a:pt x="8" y="41"/>
                </a:lnTo>
                <a:lnTo>
                  <a:pt x="8" y="41"/>
                </a:lnTo>
                <a:lnTo>
                  <a:pt x="7" y="42"/>
                </a:lnTo>
                <a:lnTo>
                  <a:pt x="6" y="43"/>
                </a:lnTo>
                <a:lnTo>
                  <a:pt x="5" y="44"/>
                </a:lnTo>
                <a:lnTo>
                  <a:pt x="4" y="43"/>
                </a:lnTo>
                <a:lnTo>
                  <a:pt x="3" y="43"/>
                </a:lnTo>
                <a:lnTo>
                  <a:pt x="2" y="41"/>
                </a:lnTo>
                <a:lnTo>
                  <a:pt x="1" y="41"/>
                </a:lnTo>
                <a:lnTo>
                  <a:pt x="0" y="43"/>
                </a:lnTo>
                <a:lnTo>
                  <a:pt x="1" y="45"/>
                </a:lnTo>
                <a:lnTo>
                  <a:pt x="1" y="46"/>
                </a:lnTo>
                <a:lnTo>
                  <a:pt x="2" y="48"/>
                </a:lnTo>
                <a:lnTo>
                  <a:pt x="2" y="48"/>
                </a:lnTo>
                <a:lnTo>
                  <a:pt x="3" y="48"/>
                </a:lnTo>
                <a:lnTo>
                  <a:pt x="2" y="49"/>
                </a:lnTo>
                <a:lnTo>
                  <a:pt x="4" y="50"/>
                </a:lnTo>
                <a:lnTo>
                  <a:pt x="5" y="47"/>
                </a:lnTo>
                <a:lnTo>
                  <a:pt x="5" y="48"/>
                </a:lnTo>
                <a:lnTo>
                  <a:pt x="6" y="47"/>
                </a:lnTo>
                <a:lnTo>
                  <a:pt x="9" y="48"/>
                </a:lnTo>
                <a:lnTo>
                  <a:pt x="11" y="47"/>
                </a:lnTo>
                <a:lnTo>
                  <a:pt x="13" y="48"/>
                </a:lnTo>
                <a:lnTo>
                  <a:pt x="13" y="49"/>
                </a:lnTo>
                <a:lnTo>
                  <a:pt x="13" y="49"/>
                </a:lnTo>
                <a:lnTo>
                  <a:pt x="14" y="50"/>
                </a:lnTo>
                <a:lnTo>
                  <a:pt x="14" y="50"/>
                </a:lnTo>
                <a:lnTo>
                  <a:pt x="14" y="51"/>
                </a:lnTo>
                <a:lnTo>
                  <a:pt x="15" y="53"/>
                </a:lnTo>
                <a:lnTo>
                  <a:pt x="15" y="53"/>
                </a:lnTo>
                <a:lnTo>
                  <a:pt x="15" y="54"/>
                </a:lnTo>
                <a:lnTo>
                  <a:pt x="14" y="54"/>
                </a:lnTo>
                <a:lnTo>
                  <a:pt x="15" y="55"/>
                </a:lnTo>
                <a:lnTo>
                  <a:pt x="16" y="56"/>
                </a:lnTo>
                <a:lnTo>
                  <a:pt x="16" y="56"/>
                </a:lnTo>
                <a:lnTo>
                  <a:pt x="16" y="55"/>
                </a:lnTo>
                <a:lnTo>
                  <a:pt x="17" y="55"/>
                </a:lnTo>
                <a:lnTo>
                  <a:pt x="19" y="56"/>
                </a:lnTo>
                <a:lnTo>
                  <a:pt x="21" y="57"/>
                </a:lnTo>
                <a:lnTo>
                  <a:pt x="21" y="54"/>
                </a:lnTo>
                <a:lnTo>
                  <a:pt x="23" y="54"/>
                </a:lnTo>
                <a:lnTo>
                  <a:pt x="23" y="54"/>
                </a:lnTo>
                <a:lnTo>
                  <a:pt x="24" y="57"/>
                </a:lnTo>
                <a:lnTo>
                  <a:pt x="25" y="56"/>
                </a:lnTo>
                <a:lnTo>
                  <a:pt x="26" y="56"/>
                </a:lnTo>
                <a:lnTo>
                  <a:pt x="27" y="56"/>
                </a:lnTo>
                <a:lnTo>
                  <a:pt x="27" y="57"/>
                </a:lnTo>
                <a:lnTo>
                  <a:pt x="28" y="57"/>
                </a:lnTo>
                <a:lnTo>
                  <a:pt x="28" y="56"/>
                </a:lnTo>
                <a:lnTo>
                  <a:pt x="29" y="56"/>
                </a:lnTo>
                <a:lnTo>
                  <a:pt x="29" y="55"/>
                </a:lnTo>
                <a:lnTo>
                  <a:pt x="31" y="55"/>
                </a:lnTo>
                <a:lnTo>
                  <a:pt x="32" y="55"/>
                </a:lnTo>
                <a:lnTo>
                  <a:pt x="32" y="56"/>
                </a:lnTo>
                <a:lnTo>
                  <a:pt x="33" y="57"/>
                </a:lnTo>
                <a:lnTo>
                  <a:pt x="33" y="57"/>
                </a:lnTo>
                <a:lnTo>
                  <a:pt x="34" y="60"/>
                </a:lnTo>
                <a:lnTo>
                  <a:pt x="35" y="60"/>
                </a:lnTo>
                <a:lnTo>
                  <a:pt x="35" y="60"/>
                </a:lnTo>
                <a:lnTo>
                  <a:pt x="35" y="61"/>
                </a:lnTo>
                <a:lnTo>
                  <a:pt x="34" y="62"/>
                </a:lnTo>
                <a:lnTo>
                  <a:pt x="35" y="63"/>
                </a:lnTo>
                <a:lnTo>
                  <a:pt x="34" y="66"/>
                </a:lnTo>
                <a:lnTo>
                  <a:pt x="34" y="67"/>
                </a:lnTo>
                <a:lnTo>
                  <a:pt x="33" y="69"/>
                </a:lnTo>
                <a:lnTo>
                  <a:pt x="31" y="70"/>
                </a:lnTo>
                <a:lnTo>
                  <a:pt x="31" y="69"/>
                </a:lnTo>
                <a:lnTo>
                  <a:pt x="28" y="68"/>
                </a:lnTo>
                <a:lnTo>
                  <a:pt x="27" y="68"/>
                </a:lnTo>
                <a:lnTo>
                  <a:pt x="27" y="69"/>
                </a:lnTo>
                <a:lnTo>
                  <a:pt x="26" y="69"/>
                </a:lnTo>
                <a:lnTo>
                  <a:pt x="25" y="71"/>
                </a:lnTo>
                <a:lnTo>
                  <a:pt x="24" y="71"/>
                </a:lnTo>
                <a:lnTo>
                  <a:pt x="25" y="72"/>
                </a:lnTo>
                <a:lnTo>
                  <a:pt x="25" y="72"/>
                </a:lnTo>
                <a:lnTo>
                  <a:pt x="24" y="72"/>
                </a:lnTo>
                <a:lnTo>
                  <a:pt x="23" y="73"/>
                </a:lnTo>
                <a:lnTo>
                  <a:pt x="21" y="74"/>
                </a:lnTo>
                <a:lnTo>
                  <a:pt x="22" y="76"/>
                </a:lnTo>
                <a:lnTo>
                  <a:pt x="22" y="78"/>
                </a:lnTo>
                <a:lnTo>
                  <a:pt x="24" y="78"/>
                </a:lnTo>
                <a:lnTo>
                  <a:pt x="26" y="78"/>
                </a:lnTo>
                <a:lnTo>
                  <a:pt x="26" y="79"/>
                </a:lnTo>
                <a:lnTo>
                  <a:pt x="28" y="80"/>
                </a:lnTo>
                <a:lnTo>
                  <a:pt x="29" y="81"/>
                </a:lnTo>
                <a:lnTo>
                  <a:pt x="29" y="81"/>
                </a:lnTo>
                <a:lnTo>
                  <a:pt x="31" y="81"/>
                </a:lnTo>
                <a:lnTo>
                  <a:pt x="31" y="81"/>
                </a:lnTo>
                <a:lnTo>
                  <a:pt x="32" y="80"/>
                </a:lnTo>
                <a:lnTo>
                  <a:pt x="35" y="80"/>
                </a:lnTo>
                <a:lnTo>
                  <a:pt x="36" y="80"/>
                </a:lnTo>
                <a:lnTo>
                  <a:pt x="37" y="82"/>
                </a:lnTo>
                <a:lnTo>
                  <a:pt x="39" y="83"/>
                </a:lnTo>
                <a:lnTo>
                  <a:pt x="39" y="82"/>
                </a:lnTo>
                <a:lnTo>
                  <a:pt x="42" y="81"/>
                </a:lnTo>
                <a:lnTo>
                  <a:pt x="42" y="81"/>
                </a:lnTo>
                <a:lnTo>
                  <a:pt x="43" y="81"/>
                </a:lnTo>
                <a:lnTo>
                  <a:pt x="44" y="81"/>
                </a:lnTo>
                <a:lnTo>
                  <a:pt x="45" y="82"/>
                </a:lnTo>
                <a:lnTo>
                  <a:pt x="46" y="82"/>
                </a:lnTo>
                <a:lnTo>
                  <a:pt x="47" y="82"/>
                </a:lnTo>
                <a:lnTo>
                  <a:pt x="46" y="82"/>
                </a:lnTo>
                <a:lnTo>
                  <a:pt x="48" y="84"/>
                </a:lnTo>
                <a:lnTo>
                  <a:pt x="49" y="84"/>
                </a:lnTo>
                <a:lnTo>
                  <a:pt x="49" y="84"/>
                </a:lnTo>
                <a:lnTo>
                  <a:pt x="48" y="85"/>
                </a:lnTo>
                <a:lnTo>
                  <a:pt x="48" y="86"/>
                </a:lnTo>
                <a:lnTo>
                  <a:pt x="47" y="86"/>
                </a:lnTo>
                <a:lnTo>
                  <a:pt x="47" y="89"/>
                </a:lnTo>
                <a:lnTo>
                  <a:pt x="45" y="89"/>
                </a:lnTo>
                <a:lnTo>
                  <a:pt x="44" y="88"/>
                </a:lnTo>
                <a:lnTo>
                  <a:pt x="44" y="91"/>
                </a:lnTo>
                <a:lnTo>
                  <a:pt x="43" y="92"/>
                </a:lnTo>
                <a:lnTo>
                  <a:pt x="44" y="93"/>
                </a:lnTo>
                <a:lnTo>
                  <a:pt x="43" y="94"/>
                </a:lnTo>
                <a:lnTo>
                  <a:pt x="46" y="94"/>
                </a:lnTo>
                <a:lnTo>
                  <a:pt x="46" y="96"/>
                </a:lnTo>
                <a:lnTo>
                  <a:pt x="46" y="97"/>
                </a:lnTo>
                <a:lnTo>
                  <a:pt x="46" y="98"/>
                </a:lnTo>
                <a:lnTo>
                  <a:pt x="47" y="98"/>
                </a:lnTo>
                <a:lnTo>
                  <a:pt x="46" y="99"/>
                </a:lnTo>
                <a:lnTo>
                  <a:pt x="47" y="100"/>
                </a:lnTo>
                <a:lnTo>
                  <a:pt x="47" y="101"/>
                </a:lnTo>
                <a:lnTo>
                  <a:pt x="46" y="102"/>
                </a:lnTo>
                <a:lnTo>
                  <a:pt x="46" y="103"/>
                </a:lnTo>
                <a:lnTo>
                  <a:pt x="47" y="101"/>
                </a:lnTo>
                <a:lnTo>
                  <a:pt x="48" y="101"/>
                </a:lnTo>
                <a:lnTo>
                  <a:pt x="49" y="102"/>
                </a:lnTo>
                <a:lnTo>
                  <a:pt x="51" y="102"/>
                </a:lnTo>
                <a:lnTo>
                  <a:pt x="52" y="103"/>
                </a:lnTo>
                <a:lnTo>
                  <a:pt x="52" y="103"/>
                </a:lnTo>
                <a:lnTo>
                  <a:pt x="53" y="103"/>
                </a:lnTo>
                <a:lnTo>
                  <a:pt x="54" y="103"/>
                </a:lnTo>
                <a:lnTo>
                  <a:pt x="54" y="104"/>
                </a:lnTo>
                <a:lnTo>
                  <a:pt x="53" y="105"/>
                </a:lnTo>
                <a:lnTo>
                  <a:pt x="53" y="106"/>
                </a:lnTo>
                <a:lnTo>
                  <a:pt x="55" y="106"/>
                </a:lnTo>
                <a:lnTo>
                  <a:pt x="58" y="108"/>
                </a:lnTo>
                <a:lnTo>
                  <a:pt x="60" y="107"/>
                </a:lnTo>
                <a:lnTo>
                  <a:pt x="61" y="109"/>
                </a:lnTo>
                <a:lnTo>
                  <a:pt x="61" y="110"/>
                </a:lnTo>
                <a:lnTo>
                  <a:pt x="61" y="110"/>
                </a:lnTo>
                <a:lnTo>
                  <a:pt x="62" y="109"/>
                </a:lnTo>
                <a:lnTo>
                  <a:pt x="63" y="109"/>
                </a:lnTo>
                <a:lnTo>
                  <a:pt x="64" y="110"/>
                </a:lnTo>
                <a:lnTo>
                  <a:pt x="63" y="110"/>
                </a:lnTo>
                <a:lnTo>
                  <a:pt x="65" y="110"/>
                </a:lnTo>
                <a:lnTo>
                  <a:pt x="65" y="110"/>
                </a:lnTo>
                <a:lnTo>
                  <a:pt x="66" y="110"/>
                </a:lnTo>
                <a:lnTo>
                  <a:pt x="70" y="109"/>
                </a:lnTo>
                <a:lnTo>
                  <a:pt x="71" y="109"/>
                </a:lnTo>
                <a:lnTo>
                  <a:pt x="71" y="109"/>
                </a:lnTo>
                <a:lnTo>
                  <a:pt x="74" y="111"/>
                </a:lnTo>
                <a:lnTo>
                  <a:pt x="75" y="111"/>
                </a:lnTo>
                <a:lnTo>
                  <a:pt x="77" y="112"/>
                </a:lnTo>
                <a:lnTo>
                  <a:pt x="79" y="111"/>
                </a:lnTo>
                <a:lnTo>
                  <a:pt x="78" y="111"/>
                </a:lnTo>
                <a:lnTo>
                  <a:pt x="79" y="110"/>
                </a:lnTo>
                <a:lnTo>
                  <a:pt x="79" y="110"/>
                </a:lnTo>
                <a:lnTo>
                  <a:pt x="80" y="111"/>
                </a:lnTo>
                <a:lnTo>
                  <a:pt x="79" y="112"/>
                </a:lnTo>
                <a:lnTo>
                  <a:pt x="79" y="112"/>
                </a:lnTo>
                <a:lnTo>
                  <a:pt x="81" y="111"/>
                </a:lnTo>
                <a:lnTo>
                  <a:pt x="83" y="111"/>
                </a:lnTo>
                <a:lnTo>
                  <a:pt x="85" y="111"/>
                </a:lnTo>
                <a:lnTo>
                  <a:pt x="87" y="108"/>
                </a:lnTo>
                <a:lnTo>
                  <a:pt x="88" y="108"/>
                </a:lnTo>
                <a:lnTo>
                  <a:pt x="88" y="108"/>
                </a:lnTo>
                <a:lnTo>
                  <a:pt x="89" y="108"/>
                </a:lnTo>
                <a:lnTo>
                  <a:pt x="90" y="109"/>
                </a:lnTo>
                <a:lnTo>
                  <a:pt x="90" y="109"/>
                </a:lnTo>
                <a:lnTo>
                  <a:pt x="91" y="109"/>
                </a:lnTo>
                <a:lnTo>
                  <a:pt x="92" y="109"/>
                </a:lnTo>
                <a:lnTo>
                  <a:pt x="93" y="109"/>
                </a:lnTo>
                <a:lnTo>
                  <a:pt x="94" y="109"/>
                </a:lnTo>
                <a:lnTo>
                  <a:pt x="99" y="110"/>
                </a:lnTo>
                <a:lnTo>
                  <a:pt x="99" y="111"/>
                </a:lnTo>
                <a:lnTo>
                  <a:pt x="97" y="112"/>
                </a:lnTo>
                <a:lnTo>
                  <a:pt x="97" y="113"/>
                </a:lnTo>
                <a:lnTo>
                  <a:pt x="98" y="113"/>
                </a:lnTo>
                <a:lnTo>
                  <a:pt x="99" y="114"/>
                </a:lnTo>
                <a:lnTo>
                  <a:pt x="100" y="114"/>
                </a:lnTo>
                <a:lnTo>
                  <a:pt x="101" y="113"/>
                </a:lnTo>
                <a:lnTo>
                  <a:pt x="106" y="112"/>
                </a:lnTo>
                <a:lnTo>
                  <a:pt x="107" y="112"/>
                </a:lnTo>
                <a:lnTo>
                  <a:pt x="109" y="110"/>
                </a:lnTo>
                <a:lnTo>
                  <a:pt x="109" y="109"/>
                </a:lnTo>
                <a:lnTo>
                  <a:pt x="110" y="111"/>
                </a:lnTo>
                <a:lnTo>
                  <a:pt x="111" y="111"/>
                </a:lnTo>
                <a:lnTo>
                  <a:pt x="113" y="112"/>
                </a:lnTo>
                <a:lnTo>
                  <a:pt x="111" y="108"/>
                </a:lnTo>
                <a:lnTo>
                  <a:pt x="112" y="107"/>
                </a:lnTo>
                <a:lnTo>
                  <a:pt x="112" y="108"/>
                </a:lnTo>
                <a:lnTo>
                  <a:pt x="114" y="107"/>
                </a:lnTo>
                <a:lnTo>
                  <a:pt x="115" y="107"/>
                </a:lnTo>
                <a:lnTo>
                  <a:pt x="116" y="103"/>
                </a:lnTo>
                <a:lnTo>
                  <a:pt x="117" y="102"/>
                </a:lnTo>
                <a:lnTo>
                  <a:pt x="118" y="102"/>
                </a:lnTo>
                <a:lnTo>
                  <a:pt x="119" y="102"/>
                </a:lnTo>
                <a:lnTo>
                  <a:pt x="119" y="101"/>
                </a:lnTo>
                <a:lnTo>
                  <a:pt x="121" y="102"/>
                </a:lnTo>
                <a:lnTo>
                  <a:pt x="123" y="101"/>
                </a:lnTo>
                <a:lnTo>
                  <a:pt x="123" y="101"/>
                </a:lnTo>
                <a:lnTo>
                  <a:pt x="124" y="101"/>
                </a:lnTo>
                <a:lnTo>
                  <a:pt x="125" y="101"/>
                </a:lnTo>
                <a:lnTo>
                  <a:pt x="124" y="100"/>
                </a:lnTo>
                <a:lnTo>
                  <a:pt x="124" y="99"/>
                </a:lnTo>
                <a:lnTo>
                  <a:pt x="124" y="96"/>
                </a:lnTo>
                <a:lnTo>
                  <a:pt x="123" y="96"/>
                </a:lnTo>
                <a:lnTo>
                  <a:pt x="124" y="95"/>
                </a:lnTo>
                <a:lnTo>
                  <a:pt x="124" y="95"/>
                </a:lnTo>
                <a:lnTo>
                  <a:pt x="125" y="94"/>
                </a:lnTo>
                <a:lnTo>
                  <a:pt x="127" y="96"/>
                </a:lnTo>
                <a:lnTo>
                  <a:pt x="128" y="94"/>
                </a:lnTo>
                <a:lnTo>
                  <a:pt x="129" y="94"/>
                </a:lnTo>
                <a:lnTo>
                  <a:pt x="129" y="95"/>
                </a:lnTo>
                <a:lnTo>
                  <a:pt x="130" y="95"/>
                </a:lnTo>
                <a:lnTo>
                  <a:pt x="131" y="95"/>
                </a:lnTo>
                <a:lnTo>
                  <a:pt x="130" y="94"/>
                </a:lnTo>
                <a:lnTo>
                  <a:pt x="132" y="92"/>
                </a:lnTo>
                <a:lnTo>
                  <a:pt x="132" y="92"/>
                </a:lnTo>
                <a:lnTo>
                  <a:pt x="133" y="92"/>
                </a:lnTo>
                <a:lnTo>
                  <a:pt x="132" y="90"/>
                </a:lnTo>
                <a:lnTo>
                  <a:pt x="131" y="90"/>
                </a:lnTo>
                <a:lnTo>
                  <a:pt x="131" y="89"/>
                </a:lnTo>
                <a:lnTo>
                  <a:pt x="130" y="88"/>
                </a:lnTo>
                <a:lnTo>
                  <a:pt x="132" y="88"/>
                </a:lnTo>
                <a:lnTo>
                  <a:pt x="132" y="87"/>
                </a:lnTo>
                <a:lnTo>
                  <a:pt x="132" y="87"/>
                </a:lnTo>
                <a:lnTo>
                  <a:pt x="132" y="86"/>
                </a:lnTo>
                <a:lnTo>
                  <a:pt x="132" y="85"/>
                </a:lnTo>
                <a:lnTo>
                  <a:pt x="135" y="85"/>
                </a:lnTo>
                <a:lnTo>
                  <a:pt x="135" y="85"/>
                </a:lnTo>
                <a:lnTo>
                  <a:pt x="136" y="85"/>
                </a:lnTo>
                <a:lnTo>
                  <a:pt x="136" y="84"/>
                </a:lnTo>
                <a:lnTo>
                  <a:pt x="138" y="84"/>
                </a:lnTo>
                <a:lnTo>
                  <a:pt x="139" y="83"/>
                </a:lnTo>
                <a:lnTo>
                  <a:pt x="138" y="82"/>
                </a:lnTo>
                <a:lnTo>
                  <a:pt x="141" y="81"/>
                </a:lnTo>
                <a:lnTo>
                  <a:pt x="144" y="78"/>
                </a:lnTo>
                <a:lnTo>
                  <a:pt x="144" y="77"/>
                </a:lnTo>
                <a:lnTo>
                  <a:pt x="144" y="76"/>
                </a:lnTo>
                <a:lnTo>
                  <a:pt x="145" y="74"/>
                </a:lnTo>
                <a:lnTo>
                  <a:pt x="145" y="74"/>
                </a:lnTo>
                <a:lnTo>
                  <a:pt x="144" y="74"/>
                </a:lnTo>
                <a:lnTo>
                  <a:pt x="144" y="72"/>
                </a:lnTo>
                <a:lnTo>
                  <a:pt x="144" y="71"/>
                </a:lnTo>
                <a:lnTo>
                  <a:pt x="143" y="69"/>
                </a:lnTo>
                <a:lnTo>
                  <a:pt x="144" y="69"/>
                </a:lnTo>
                <a:lnTo>
                  <a:pt x="143" y="68"/>
                </a:lnTo>
                <a:lnTo>
                  <a:pt x="144" y="67"/>
                </a:lnTo>
                <a:lnTo>
                  <a:pt x="144" y="65"/>
                </a:lnTo>
                <a:lnTo>
                  <a:pt x="145" y="65"/>
                </a:lnTo>
                <a:lnTo>
                  <a:pt x="146" y="63"/>
                </a:lnTo>
                <a:lnTo>
                  <a:pt x="146" y="61"/>
                </a:lnTo>
                <a:lnTo>
                  <a:pt x="148" y="61"/>
                </a:lnTo>
                <a:lnTo>
                  <a:pt x="149" y="59"/>
                </a:lnTo>
                <a:lnTo>
                  <a:pt x="148" y="59"/>
                </a:lnTo>
                <a:lnTo>
                  <a:pt x="148" y="57"/>
                </a:lnTo>
                <a:lnTo>
                  <a:pt x="149" y="56"/>
                </a:lnTo>
                <a:lnTo>
                  <a:pt x="152" y="57"/>
                </a:lnTo>
                <a:lnTo>
                  <a:pt x="152" y="56"/>
                </a:lnTo>
                <a:lnTo>
                  <a:pt x="152" y="55"/>
                </a:lnTo>
                <a:lnTo>
                  <a:pt x="153" y="55"/>
                </a:lnTo>
                <a:lnTo>
                  <a:pt x="153" y="54"/>
                </a:lnTo>
                <a:lnTo>
                  <a:pt x="154" y="54"/>
                </a:lnTo>
                <a:lnTo>
                  <a:pt x="155" y="53"/>
                </a:lnTo>
                <a:lnTo>
                  <a:pt x="153" y="50"/>
                </a:lnTo>
                <a:lnTo>
                  <a:pt x="153" y="49"/>
                </a:lnTo>
                <a:lnTo>
                  <a:pt x="153" y="48"/>
                </a:lnTo>
                <a:lnTo>
                  <a:pt x="153" y="47"/>
                </a:lnTo>
                <a:lnTo>
                  <a:pt x="154" y="47"/>
                </a:lnTo>
                <a:lnTo>
                  <a:pt x="154" y="46"/>
                </a:lnTo>
                <a:lnTo>
                  <a:pt x="155" y="46"/>
                </a:lnTo>
                <a:lnTo>
                  <a:pt x="156" y="45"/>
                </a:lnTo>
                <a:lnTo>
                  <a:pt x="156" y="43"/>
                </a:lnTo>
                <a:lnTo>
                  <a:pt x="155" y="42"/>
                </a:lnTo>
                <a:lnTo>
                  <a:pt x="155" y="41"/>
                </a:lnTo>
                <a:lnTo>
                  <a:pt x="155" y="40"/>
                </a:lnTo>
                <a:lnTo>
                  <a:pt x="153" y="39"/>
                </a:lnTo>
                <a:lnTo>
                  <a:pt x="153" y="38"/>
                </a:lnTo>
                <a:lnTo>
                  <a:pt x="154" y="38"/>
                </a:lnTo>
                <a:lnTo>
                  <a:pt x="153" y="37"/>
                </a:lnTo>
                <a:lnTo>
                  <a:pt x="154" y="36"/>
                </a:lnTo>
                <a:lnTo>
                  <a:pt x="155" y="36"/>
                </a:lnTo>
                <a:lnTo>
                  <a:pt x="153" y="35"/>
                </a:lnTo>
                <a:lnTo>
                  <a:pt x="152" y="35"/>
                </a:lnTo>
                <a:lnTo>
                  <a:pt x="152" y="35"/>
                </a:lnTo>
                <a:lnTo>
                  <a:pt x="148" y="35"/>
                </a:lnTo>
                <a:lnTo>
                  <a:pt x="148" y="36"/>
                </a:lnTo>
                <a:lnTo>
                  <a:pt x="147" y="37"/>
                </a:lnTo>
                <a:lnTo>
                  <a:pt x="147" y="37"/>
                </a:lnTo>
                <a:lnTo>
                  <a:pt x="146" y="37"/>
                </a:lnTo>
                <a:lnTo>
                  <a:pt x="146" y="38"/>
                </a:lnTo>
                <a:lnTo>
                  <a:pt x="145" y="39"/>
                </a:lnTo>
                <a:lnTo>
                  <a:pt x="144" y="38"/>
                </a:lnTo>
                <a:lnTo>
                  <a:pt x="143" y="38"/>
                </a:lnTo>
                <a:lnTo>
                  <a:pt x="143" y="38"/>
                </a:lnTo>
                <a:lnTo>
                  <a:pt x="144" y="35"/>
                </a:lnTo>
                <a:lnTo>
                  <a:pt x="143" y="34"/>
                </a:lnTo>
                <a:lnTo>
                  <a:pt x="143" y="32"/>
                </a:lnTo>
                <a:lnTo>
                  <a:pt x="143" y="32"/>
                </a:lnTo>
                <a:lnTo>
                  <a:pt x="143" y="31"/>
                </a:lnTo>
                <a:lnTo>
                  <a:pt x="143" y="31"/>
                </a:lnTo>
                <a:lnTo>
                  <a:pt x="143" y="30"/>
                </a:lnTo>
                <a:lnTo>
                  <a:pt x="142" y="30"/>
                </a:lnTo>
                <a:lnTo>
                  <a:pt x="142" y="29"/>
                </a:lnTo>
                <a:lnTo>
                  <a:pt x="141" y="28"/>
                </a:lnTo>
                <a:lnTo>
                  <a:pt x="141" y="28"/>
                </a:lnTo>
                <a:lnTo>
                  <a:pt x="140" y="28"/>
                </a:lnTo>
                <a:lnTo>
                  <a:pt x="139" y="27"/>
                </a:lnTo>
                <a:lnTo>
                  <a:pt x="138" y="29"/>
                </a:lnTo>
                <a:lnTo>
                  <a:pt x="136" y="30"/>
                </a:lnTo>
                <a:lnTo>
                  <a:pt x="136" y="32"/>
                </a:lnTo>
                <a:lnTo>
                  <a:pt x="134" y="33"/>
                </a:lnTo>
                <a:lnTo>
                  <a:pt x="133" y="32"/>
                </a:lnTo>
                <a:lnTo>
                  <a:pt x="133" y="30"/>
                </a:lnTo>
                <a:lnTo>
                  <a:pt x="133" y="28"/>
                </a:lnTo>
                <a:lnTo>
                  <a:pt x="136" y="26"/>
                </a:lnTo>
                <a:lnTo>
                  <a:pt x="135" y="25"/>
                </a:lnTo>
                <a:lnTo>
                  <a:pt x="137" y="23"/>
                </a:lnTo>
                <a:lnTo>
                  <a:pt x="137" y="23"/>
                </a:lnTo>
                <a:lnTo>
                  <a:pt x="139" y="21"/>
                </a:lnTo>
                <a:lnTo>
                  <a:pt x="140" y="19"/>
                </a:lnTo>
                <a:lnTo>
                  <a:pt x="140" y="17"/>
                </a:lnTo>
                <a:lnTo>
                  <a:pt x="139" y="16"/>
                </a:lnTo>
                <a:lnTo>
                  <a:pt x="139" y="15"/>
                </a:lnTo>
                <a:lnTo>
                  <a:pt x="142" y="13"/>
                </a:lnTo>
                <a:lnTo>
                  <a:pt x="141" y="12"/>
                </a:lnTo>
                <a:lnTo>
                  <a:pt x="142" y="11"/>
                </a:lnTo>
                <a:lnTo>
                  <a:pt x="142" y="11"/>
                </a:lnTo>
                <a:lnTo>
                  <a:pt x="140" y="11"/>
                </a:lnTo>
                <a:lnTo>
                  <a:pt x="140" y="10"/>
                </a:lnTo>
                <a:lnTo>
                  <a:pt x="139" y="10"/>
                </a:lnTo>
                <a:lnTo>
                  <a:pt x="138" y="12"/>
                </a:lnTo>
                <a:lnTo>
                  <a:pt x="138" y="12"/>
                </a:lnTo>
                <a:lnTo>
                  <a:pt x="137" y="10"/>
                </a:lnTo>
                <a:lnTo>
                  <a:pt x="136" y="10"/>
                </a:lnTo>
                <a:lnTo>
                  <a:pt x="137" y="7"/>
                </a:lnTo>
                <a:lnTo>
                  <a:pt x="138" y="7"/>
                </a:lnTo>
                <a:lnTo>
                  <a:pt x="137" y="7"/>
                </a:lnTo>
                <a:lnTo>
                  <a:pt x="138" y="6"/>
                </a:lnTo>
                <a:lnTo>
                  <a:pt x="137" y="4"/>
                </a:lnTo>
                <a:lnTo>
                  <a:pt x="138" y="3"/>
                </a:lnTo>
                <a:lnTo>
                  <a:pt x="138" y="2"/>
                </a:lnTo>
                <a:lnTo>
                  <a:pt x="137" y="3"/>
                </a:lnTo>
                <a:lnTo>
                  <a:pt x="136" y="2"/>
                </a:lnTo>
                <a:lnTo>
                  <a:pt x="136" y="2"/>
                </a:lnTo>
                <a:lnTo>
                  <a:pt x="134" y="2"/>
                </a:lnTo>
                <a:lnTo>
                  <a:pt x="132" y="1"/>
                </a:lnTo>
                <a:lnTo>
                  <a:pt x="132" y="1"/>
                </a:lnTo>
                <a:lnTo>
                  <a:pt x="131" y="0"/>
                </a:lnTo>
                <a:lnTo>
                  <a:pt x="131" y="0"/>
                </a:lnTo>
                <a:lnTo>
                  <a:pt x="131" y="2"/>
                </a:lnTo>
                <a:lnTo>
                  <a:pt x="130" y="2"/>
                </a:lnTo>
                <a:lnTo>
                  <a:pt x="131" y="2"/>
                </a:lnTo>
                <a:lnTo>
                  <a:pt x="129" y="3"/>
                </a:lnTo>
                <a:lnTo>
                  <a:pt x="127" y="4"/>
                </a:lnTo>
                <a:lnTo>
                  <a:pt x="127" y="3"/>
                </a:lnTo>
                <a:lnTo>
                  <a:pt x="127" y="2"/>
                </a:lnTo>
                <a:lnTo>
                  <a:pt x="126" y="3"/>
                </a:lnTo>
                <a:lnTo>
                  <a:pt x="125" y="2"/>
                </a:lnTo>
                <a:lnTo>
                  <a:pt x="125" y="2"/>
                </a:lnTo>
                <a:lnTo>
                  <a:pt x="124" y="2"/>
                </a:lnTo>
                <a:lnTo>
                  <a:pt x="123" y="3"/>
                </a:lnTo>
                <a:lnTo>
                  <a:pt x="123" y="4"/>
                </a:lnTo>
                <a:lnTo>
                  <a:pt x="122" y="6"/>
                </a:lnTo>
                <a:lnTo>
                  <a:pt x="121" y="5"/>
                </a:lnTo>
                <a:lnTo>
                  <a:pt x="119" y="8"/>
                </a:lnTo>
                <a:lnTo>
                  <a:pt x="119" y="10"/>
                </a:lnTo>
                <a:lnTo>
                  <a:pt x="117" y="11"/>
                </a:lnTo>
                <a:lnTo>
                  <a:pt x="117" y="9"/>
                </a:lnTo>
                <a:lnTo>
                  <a:pt x="116" y="8"/>
                </a:lnTo>
                <a:lnTo>
                  <a:pt x="115" y="9"/>
                </a:lnTo>
                <a:lnTo>
                  <a:pt x="114" y="9"/>
                </a:lnTo>
                <a:lnTo>
                  <a:pt x="113" y="9"/>
                </a:lnTo>
                <a:lnTo>
                  <a:pt x="114" y="6"/>
                </a:lnTo>
                <a:lnTo>
                  <a:pt x="112" y="6"/>
                </a:lnTo>
                <a:lnTo>
                  <a:pt x="111" y="6"/>
                </a:lnTo>
                <a:lnTo>
                  <a:pt x="110" y="7"/>
                </a:lnTo>
                <a:lnTo>
                  <a:pt x="109" y="9"/>
                </a:lnTo>
                <a:lnTo>
                  <a:pt x="108" y="9"/>
                </a:lnTo>
                <a:lnTo>
                  <a:pt x="108" y="10"/>
                </a:lnTo>
                <a:lnTo>
                  <a:pt x="109" y="12"/>
                </a:lnTo>
                <a:lnTo>
                  <a:pt x="108" y="13"/>
                </a:lnTo>
                <a:lnTo>
                  <a:pt x="108" y="13"/>
                </a:lnTo>
                <a:lnTo>
                  <a:pt x="107" y="13"/>
                </a:lnTo>
                <a:lnTo>
                  <a:pt x="106" y="13"/>
                </a:lnTo>
                <a:lnTo>
                  <a:pt x="106" y="11"/>
                </a:lnTo>
                <a:lnTo>
                  <a:pt x="106" y="11"/>
                </a:lnTo>
                <a:lnTo>
                  <a:pt x="107" y="10"/>
                </a:lnTo>
                <a:lnTo>
                  <a:pt x="105" y="10"/>
                </a:lnTo>
                <a:lnTo>
                  <a:pt x="105" y="9"/>
                </a:lnTo>
                <a:lnTo>
                  <a:pt x="102" y="10"/>
                </a:lnTo>
                <a:close/>
              </a:path>
            </a:pathLst>
          </a:custGeom>
          <a:solidFill>
            <a:srgbClr val="D9E6F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4434089" y="6276716"/>
            <a:ext cx="339889" cy="294998"/>
          </a:xfrm>
          <a:custGeom>
            <a:avLst/>
            <a:gdLst/>
            <a:ahLst/>
            <a:cxnLst/>
            <a:rect l="l" t="t" r="r" b="b"/>
            <a:pathLst>
              <a:path w="53" h="46">
                <a:moveTo>
                  <a:pt x="32" y="4"/>
                </a:moveTo>
                <a:lnTo>
                  <a:pt x="30" y="5"/>
                </a:lnTo>
                <a:lnTo>
                  <a:pt x="28" y="5"/>
                </a:lnTo>
                <a:lnTo>
                  <a:pt x="25" y="5"/>
                </a:lnTo>
                <a:lnTo>
                  <a:pt x="23" y="4"/>
                </a:lnTo>
                <a:lnTo>
                  <a:pt x="22" y="5"/>
                </a:lnTo>
                <a:lnTo>
                  <a:pt x="21" y="5"/>
                </a:lnTo>
                <a:lnTo>
                  <a:pt x="20" y="6"/>
                </a:lnTo>
                <a:lnTo>
                  <a:pt x="19" y="8"/>
                </a:lnTo>
                <a:lnTo>
                  <a:pt x="15" y="7"/>
                </a:lnTo>
                <a:lnTo>
                  <a:pt x="14" y="7"/>
                </a:lnTo>
                <a:lnTo>
                  <a:pt x="14" y="8"/>
                </a:lnTo>
                <a:lnTo>
                  <a:pt x="13" y="8"/>
                </a:lnTo>
                <a:lnTo>
                  <a:pt x="12" y="10"/>
                </a:lnTo>
                <a:lnTo>
                  <a:pt x="12" y="11"/>
                </a:lnTo>
                <a:lnTo>
                  <a:pt x="12" y="12"/>
                </a:lnTo>
                <a:lnTo>
                  <a:pt x="10" y="12"/>
                </a:lnTo>
                <a:lnTo>
                  <a:pt x="9" y="14"/>
                </a:lnTo>
                <a:lnTo>
                  <a:pt x="5" y="17"/>
                </a:lnTo>
                <a:lnTo>
                  <a:pt x="4" y="18"/>
                </a:lnTo>
                <a:lnTo>
                  <a:pt x="4" y="19"/>
                </a:lnTo>
                <a:lnTo>
                  <a:pt x="2" y="19"/>
                </a:lnTo>
                <a:lnTo>
                  <a:pt x="1" y="20"/>
                </a:lnTo>
                <a:lnTo>
                  <a:pt x="0" y="22"/>
                </a:lnTo>
                <a:lnTo>
                  <a:pt x="0" y="25"/>
                </a:lnTo>
                <a:lnTo>
                  <a:pt x="1" y="29"/>
                </a:lnTo>
                <a:lnTo>
                  <a:pt x="0" y="31"/>
                </a:lnTo>
                <a:lnTo>
                  <a:pt x="0" y="32"/>
                </a:lnTo>
                <a:lnTo>
                  <a:pt x="2" y="33"/>
                </a:lnTo>
                <a:lnTo>
                  <a:pt x="2" y="35"/>
                </a:lnTo>
                <a:lnTo>
                  <a:pt x="2" y="39"/>
                </a:lnTo>
                <a:lnTo>
                  <a:pt x="3" y="40"/>
                </a:lnTo>
                <a:lnTo>
                  <a:pt x="7" y="40"/>
                </a:lnTo>
                <a:lnTo>
                  <a:pt x="8" y="43"/>
                </a:lnTo>
                <a:lnTo>
                  <a:pt x="12" y="42"/>
                </a:lnTo>
                <a:lnTo>
                  <a:pt x="13" y="43"/>
                </a:lnTo>
                <a:lnTo>
                  <a:pt x="16" y="43"/>
                </a:lnTo>
                <a:lnTo>
                  <a:pt x="18" y="44"/>
                </a:lnTo>
                <a:lnTo>
                  <a:pt x="23" y="46"/>
                </a:lnTo>
                <a:lnTo>
                  <a:pt x="26" y="44"/>
                </a:lnTo>
                <a:lnTo>
                  <a:pt x="27" y="41"/>
                </a:lnTo>
                <a:lnTo>
                  <a:pt x="30" y="40"/>
                </a:lnTo>
                <a:lnTo>
                  <a:pt x="32" y="40"/>
                </a:lnTo>
                <a:lnTo>
                  <a:pt x="33" y="40"/>
                </a:lnTo>
                <a:lnTo>
                  <a:pt x="34" y="37"/>
                </a:lnTo>
                <a:lnTo>
                  <a:pt x="37" y="35"/>
                </a:lnTo>
                <a:lnTo>
                  <a:pt x="38" y="34"/>
                </a:lnTo>
                <a:lnTo>
                  <a:pt x="39" y="34"/>
                </a:lnTo>
                <a:lnTo>
                  <a:pt x="42" y="33"/>
                </a:lnTo>
                <a:lnTo>
                  <a:pt x="42" y="31"/>
                </a:lnTo>
                <a:lnTo>
                  <a:pt x="44" y="30"/>
                </a:lnTo>
                <a:lnTo>
                  <a:pt x="44" y="22"/>
                </a:lnTo>
                <a:lnTo>
                  <a:pt x="45" y="19"/>
                </a:lnTo>
                <a:lnTo>
                  <a:pt x="46" y="17"/>
                </a:lnTo>
                <a:lnTo>
                  <a:pt x="48" y="17"/>
                </a:lnTo>
                <a:lnTo>
                  <a:pt x="49" y="16"/>
                </a:lnTo>
                <a:lnTo>
                  <a:pt x="50" y="13"/>
                </a:lnTo>
                <a:lnTo>
                  <a:pt x="52" y="12"/>
                </a:lnTo>
                <a:lnTo>
                  <a:pt x="53" y="12"/>
                </a:lnTo>
                <a:lnTo>
                  <a:pt x="53" y="8"/>
                </a:lnTo>
                <a:lnTo>
                  <a:pt x="51" y="3"/>
                </a:lnTo>
                <a:lnTo>
                  <a:pt x="49" y="3"/>
                </a:lnTo>
                <a:lnTo>
                  <a:pt x="47" y="3"/>
                </a:lnTo>
                <a:lnTo>
                  <a:pt x="47" y="2"/>
                </a:lnTo>
                <a:lnTo>
                  <a:pt x="46" y="2"/>
                </a:lnTo>
                <a:lnTo>
                  <a:pt x="45" y="0"/>
                </a:lnTo>
                <a:lnTo>
                  <a:pt x="44" y="0"/>
                </a:lnTo>
                <a:lnTo>
                  <a:pt x="44" y="1"/>
                </a:lnTo>
                <a:lnTo>
                  <a:pt x="42" y="1"/>
                </a:lnTo>
                <a:lnTo>
                  <a:pt x="41" y="2"/>
                </a:lnTo>
                <a:lnTo>
                  <a:pt x="38" y="2"/>
                </a:lnTo>
                <a:lnTo>
                  <a:pt x="37" y="2"/>
                </a:lnTo>
                <a:lnTo>
                  <a:pt x="36" y="3"/>
                </a:lnTo>
                <a:lnTo>
                  <a:pt x="35" y="2"/>
                </a:lnTo>
                <a:lnTo>
                  <a:pt x="33" y="3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3965940" y="4558032"/>
            <a:ext cx="602822" cy="583583"/>
          </a:xfrm>
          <a:custGeom>
            <a:avLst/>
            <a:gdLst/>
            <a:ahLst/>
            <a:cxnLst/>
            <a:rect l="l" t="t" r="r" b="b"/>
            <a:pathLst>
              <a:path w="94" h="91">
                <a:moveTo>
                  <a:pt x="22" y="84"/>
                </a:moveTo>
                <a:lnTo>
                  <a:pt x="22" y="83"/>
                </a:lnTo>
                <a:lnTo>
                  <a:pt x="24" y="84"/>
                </a:lnTo>
                <a:lnTo>
                  <a:pt x="24" y="84"/>
                </a:lnTo>
                <a:lnTo>
                  <a:pt x="23" y="83"/>
                </a:lnTo>
                <a:lnTo>
                  <a:pt x="24" y="83"/>
                </a:lnTo>
                <a:lnTo>
                  <a:pt x="24" y="81"/>
                </a:lnTo>
                <a:lnTo>
                  <a:pt x="25" y="81"/>
                </a:lnTo>
                <a:lnTo>
                  <a:pt x="23" y="79"/>
                </a:lnTo>
                <a:lnTo>
                  <a:pt x="23" y="78"/>
                </a:lnTo>
                <a:lnTo>
                  <a:pt x="23" y="77"/>
                </a:lnTo>
                <a:lnTo>
                  <a:pt x="25" y="79"/>
                </a:lnTo>
                <a:lnTo>
                  <a:pt x="25" y="80"/>
                </a:lnTo>
                <a:lnTo>
                  <a:pt x="26" y="80"/>
                </a:lnTo>
                <a:lnTo>
                  <a:pt x="26" y="81"/>
                </a:lnTo>
                <a:lnTo>
                  <a:pt x="26" y="81"/>
                </a:lnTo>
                <a:lnTo>
                  <a:pt x="27" y="81"/>
                </a:lnTo>
                <a:lnTo>
                  <a:pt x="26" y="82"/>
                </a:lnTo>
                <a:lnTo>
                  <a:pt x="27" y="82"/>
                </a:lnTo>
                <a:lnTo>
                  <a:pt x="26" y="83"/>
                </a:lnTo>
                <a:lnTo>
                  <a:pt x="26" y="84"/>
                </a:lnTo>
                <a:lnTo>
                  <a:pt x="25" y="84"/>
                </a:lnTo>
                <a:lnTo>
                  <a:pt x="25" y="85"/>
                </a:lnTo>
                <a:lnTo>
                  <a:pt x="27" y="85"/>
                </a:lnTo>
                <a:lnTo>
                  <a:pt x="28" y="85"/>
                </a:lnTo>
                <a:lnTo>
                  <a:pt x="28" y="86"/>
                </a:lnTo>
                <a:lnTo>
                  <a:pt x="29" y="86"/>
                </a:lnTo>
                <a:lnTo>
                  <a:pt x="28" y="84"/>
                </a:lnTo>
                <a:lnTo>
                  <a:pt x="29" y="84"/>
                </a:lnTo>
                <a:lnTo>
                  <a:pt x="29" y="83"/>
                </a:lnTo>
                <a:lnTo>
                  <a:pt x="29" y="82"/>
                </a:lnTo>
                <a:lnTo>
                  <a:pt x="30" y="82"/>
                </a:lnTo>
                <a:lnTo>
                  <a:pt x="30" y="83"/>
                </a:lnTo>
                <a:lnTo>
                  <a:pt x="31" y="82"/>
                </a:lnTo>
                <a:lnTo>
                  <a:pt x="31" y="82"/>
                </a:lnTo>
                <a:lnTo>
                  <a:pt x="32" y="80"/>
                </a:lnTo>
                <a:lnTo>
                  <a:pt x="31" y="80"/>
                </a:lnTo>
                <a:lnTo>
                  <a:pt x="30" y="79"/>
                </a:lnTo>
                <a:lnTo>
                  <a:pt x="32" y="78"/>
                </a:lnTo>
                <a:lnTo>
                  <a:pt x="33" y="79"/>
                </a:lnTo>
                <a:lnTo>
                  <a:pt x="34" y="78"/>
                </a:lnTo>
                <a:lnTo>
                  <a:pt x="33" y="77"/>
                </a:lnTo>
                <a:lnTo>
                  <a:pt x="34" y="76"/>
                </a:lnTo>
                <a:lnTo>
                  <a:pt x="34" y="76"/>
                </a:lnTo>
                <a:lnTo>
                  <a:pt x="37" y="76"/>
                </a:lnTo>
                <a:lnTo>
                  <a:pt x="38" y="76"/>
                </a:lnTo>
                <a:lnTo>
                  <a:pt x="38" y="77"/>
                </a:lnTo>
                <a:lnTo>
                  <a:pt x="38" y="77"/>
                </a:lnTo>
                <a:lnTo>
                  <a:pt x="38" y="77"/>
                </a:lnTo>
                <a:lnTo>
                  <a:pt x="38" y="78"/>
                </a:lnTo>
                <a:lnTo>
                  <a:pt x="39" y="79"/>
                </a:lnTo>
                <a:lnTo>
                  <a:pt x="39" y="78"/>
                </a:lnTo>
                <a:lnTo>
                  <a:pt x="40" y="78"/>
                </a:lnTo>
                <a:lnTo>
                  <a:pt x="40" y="77"/>
                </a:lnTo>
                <a:lnTo>
                  <a:pt x="41" y="77"/>
                </a:lnTo>
                <a:lnTo>
                  <a:pt x="42" y="74"/>
                </a:lnTo>
                <a:lnTo>
                  <a:pt x="41" y="73"/>
                </a:lnTo>
                <a:lnTo>
                  <a:pt x="41" y="72"/>
                </a:lnTo>
                <a:lnTo>
                  <a:pt x="41" y="71"/>
                </a:lnTo>
                <a:lnTo>
                  <a:pt x="42" y="71"/>
                </a:lnTo>
                <a:lnTo>
                  <a:pt x="42" y="70"/>
                </a:lnTo>
                <a:lnTo>
                  <a:pt x="42" y="70"/>
                </a:lnTo>
                <a:lnTo>
                  <a:pt x="41" y="69"/>
                </a:lnTo>
                <a:lnTo>
                  <a:pt x="42" y="69"/>
                </a:lnTo>
                <a:lnTo>
                  <a:pt x="43" y="69"/>
                </a:lnTo>
                <a:lnTo>
                  <a:pt x="45" y="68"/>
                </a:lnTo>
                <a:lnTo>
                  <a:pt x="45" y="70"/>
                </a:lnTo>
                <a:lnTo>
                  <a:pt x="47" y="69"/>
                </a:lnTo>
                <a:lnTo>
                  <a:pt x="47" y="70"/>
                </a:lnTo>
                <a:lnTo>
                  <a:pt x="48" y="68"/>
                </a:lnTo>
                <a:lnTo>
                  <a:pt x="50" y="70"/>
                </a:lnTo>
                <a:lnTo>
                  <a:pt x="49" y="72"/>
                </a:lnTo>
                <a:lnTo>
                  <a:pt x="50" y="72"/>
                </a:lnTo>
                <a:lnTo>
                  <a:pt x="50" y="73"/>
                </a:lnTo>
                <a:lnTo>
                  <a:pt x="51" y="74"/>
                </a:lnTo>
                <a:lnTo>
                  <a:pt x="51" y="73"/>
                </a:lnTo>
                <a:lnTo>
                  <a:pt x="52" y="73"/>
                </a:lnTo>
                <a:lnTo>
                  <a:pt x="52" y="72"/>
                </a:lnTo>
                <a:lnTo>
                  <a:pt x="54" y="72"/>
                </a:lnTo>
                <a:lnTo>
                  <a:pt x="55" y="71"/>
                </a:lnTo>
                <a:lnTo>
                  <a:pt x="56" y="72"/>
                </a:lnTo>
                <a:lnTo>
                  <a:pt x="57" y="71"/>
                </a:lnTo>
                <a:lnTo>
                  <a:pt x="58" y="72"/>
                </a:lnTo>
                <a:lnTo>
                  <a:pt x="59" y="71"/>
                </a:lnTo>
                <a:lnTo>
                  <a:pt x="59" y="71"/>
                </a:lnTo>
                <a:lnTo>
                  <a:pt x="59" y="72"/>
                </a:lnTo>
                <a:lnTo>
                  <a:pt x="60" y="74"/>
                </a:lnTo>
                <a:lnTo>
                  <a:pt x="60" y="74"/>
                </a:lnTo>
                <a:lnTo>
                  <a:pt x="60" y="75"/>
                </a:lnTo>
                <a:lnTo>
                  <a:pt x="60" y="77"/>
                </a:lnTo>
                <a:lnTo>
                  <a:pt x="61" y="77"/>
                </a:lnTo>
                <a:lnTo>
                  <a:pt x="60" y="80"/>
                </a:lnTo>
                <a:lnTo>
                  <a:pt x="63" y="81"/>
                </a:lnTo>
                <a:lnTo>
                  <a:pt x="65" y="80"/>
                </a:lnTo>
                <a:lnTo>
                  <a:pt x="66" y="81"/>
                </a:lnTo>
                <a:lnTo>
                  <a:pt x="66" y="82"/>
                </a:lnTo>
                <a:lnTo>
                  <a:pt x="66" y="83"/>
                </a:lnTo>
                <a:lnTo>
                  <a:pt x="65" y="83"/>
                </a:lnTo>
                <a:lnTo>
                  <a:pt x="66" y="85"/>
                </a:lnTo>
                <a:lnTo>
                  <a:pt x="66" y="86"/>
                </a:lnTo>
                <a:lnTo>
                  <a:pt x="65" y="86"/>
                </a:lnTo>
                <a:lnTo>
                  <a:pt x="65" y="87"/>
                </a:lnTo>
                <a:lnTo>
                  <a:pt x="66" y="88"/>
                </a:lnTo>
                <a:lnTo>
                  <a:pt x="67" y="87"/>
                </a:lnTo>
                <a:lnTo>
                  <a:pt x="67" y="87"/>
                </a:lnTo>
                <a:lnTo>
                  <a:pt x="67" y="86"/>
                </a:lnTo>
                <a:lnTo>
                  <a:pt x="66" y="85"/>
                </a:lnTo>
                <a:lnTo>
                  <a:pt x="68" y="84"/>
                </a:lnTo>
                <a:lnTo>
                  <a:pt x="69" y="85"/>
                </a:lnTo>
                <a:lnTo>
                  <a:pt x="69" y="86"/>
                </a:lnTo>
                <a:lnTo>
                  <a:pt x="69" y="86"/>
                </a:lnTo>
                <a:lnTo>
                  <a:pt x="69" y="88"/>
                </a:lnTo>
                <a:lnTo>
                  <a:pt x="68" y="89"/>
                </a:lnTo>
                <a:lnTo>
                  <a:pt x="68" y="90"/>
                </a:lnTo>
                <a:lnTo>
                  <a:pt x="69" y="90"/>
                </a:lnTo>
                <a:lnTo>
                  <a:pt x="70" y="89"/>
                </a:lnTo>
                <a:lnTo>
                  <a:pt x="71" y="90"/>
                </a:lnTo>
                <a:lnTo>
                  <a:pt x="72" y="90"/>
                </a:lnTo>
                <a:lnTo>
                  <a:pt x="72" y="91"/>
                </a:lnTo>
                <a:lnTo>
                  <a:pt x="74" y="91"/>
                </a:lnTo>
                <a:lnTo>
                  <a:pt x="74" y="90"/>
                </a:lnTo>
                <a:lnTo>
                  <a:pt x="75" y="91"/>
                </a:lnTo>
                <a:lnTo>
                  <a:pt x="76" y="90"/>
                </a:lnTo>
                <a:lnTo>
                  <a:pt x="75" y="89"/>
                </a:lnTo>
                <a:lnTo>
                  <a:pt x="76" y="88"/>
                </a:lnTo>
                <a:lnTo>
                  <a:pt x="77" y="87"/>
                </a:lnTo>
                <a:lnTo>
                  <a:pt x="76" y="85"/>
                </a:lnTo>
                <a:lnTo>
                  <a:pt x="77" y="84"/>
                </a:lnTo>
                <a:lnTo>
                  <a:pt x="79" y="83"/>
                </a:lnTo>
                <a:lnTo>
                  <a:pt x="79" y="82"/>
                </a:lnTo>
                <a:lnTo>
                  <a:pt x="80" y="81"/>
                </a:lnTo>
                <a:lnTo>
                  <a:pt x="79" y="81"/>
                </a:lnTo>
                <a:lnTo>
                  <a:pt x="78" y="81"/>
                </a:lnTo>
                <a:lnTo>
                  <a:pt x="78" y="81"/>
                </a:lnTo>
                <a:lnTo>
                  <a:pt x="77" y="81"/>
                </a:lnTo>
                <a:lnTo>
                  <a:pt x="77" y="80"/>
                </a:lnTo>
                <a:lnTo>
                  <a:pt x="79" y="79"/>
                </a:lnTo>
                <a:lnTo>
                  <a:pt x="78" y="79"/>
                </a:lnTo>
                <a:lnTo>
                  <a:pt x="79" y="78"/>
                </a:lnTo>
                <a:lnTo>
                  <a:pt x="79" y="78"/>
                </a:lnTo>
                <a:lnTo>
                  <a:pt x="78" y="77"/>
                </a:lnTo>
                <a:lnTo>
                  <a:pt x="78" y="75"/>
                </a:lnTo>
                <a:lnTo>
                  <a:pt x="79" y="71"/>
                </a:lnTo>
                <a:lnTo>
                  <a:pt x="79" y="70"/>
                </a:lnTo>
                <a:lnTo>
                  <a:pt x="78" y="70"/>
                </a:lnTo>
                <a:lnTo>
                  <a:pt x="77" y="69"/>
                </a:lnTo>
                <a:lnTo>
                  <a:pt x="76" y="68"/>
                </a:lnTo>
                <a:lnTo>
                  <a:pt x="76" y="68"/>
                </a:lnTo>
                <a:lnTo>
                  <a:pt x="75" y="67"/>
                </a:lnTo>
                <a:lnTo>
                  <a:pt x="75" y="66"/>
                </a:lnTo>
                <a:lnTo>
                  <a:pt x="75" y="66"/>
                </a:lnTo>
                <a:lnTo>
                  <a:pt x="75" y="64"/>
                </a:lnTo>
                <a:lnTo>
                  <a:pt x="74" y="63"/>
                </a:lnTo>
                <a:lnTo>
                  <a:pt x="73" y="64"/>
                </a:lnTo>
                <a:lnTo>
                  <a:pt x="73" y="64"/>
                </a:lnTo>
                <a:lnTo>
                  <a:pt x="72" y="65"/>
                </a:lnTo>
                <a:lnTo>
                  <a:pt x="71" y="65"/>
                </a:lnTo>
                <a:lnTo>
                  <a:pt x="71" y="62"/>
                </a:lnTo>
                <a:lnTo>
                  <a:pt x="70" y="62"/>
                </a:lnTo>
                <a:lnTo>
                  <a:pt x="70" y="62"/>
                </a:lnTo>
                <a:lnTo>
                  <a:pt x="70" y="61"/>
                </a:lnTo>
                <a:lnTo>
                  <a:pt x="70" y="60"/>
                </a:lnTo>
                <a:lnTo>
                  <a:pt x="71" y="59"/>
                </a:lnTo>
                <a:lnTo>
                  <a:pt x="70" y="59"/>
                </a:lnTo>
                <a:lnTo>
                  <a:pt x="70" y="59"/>
                </a:lnTo>
                <a:lnTo>
                  <a:pt x="70" y="58"/>
                </a:lnTo>
                <a:lnTo>
                  <a:pt x="69" y="57"/>
                </a:lnTo>
                <a:lnTo>
                  <a:pt x="68" y="58"/>
                </a:lnTo>
                <a:lnTo>
                  <a:pt x="68" y="57"/>
                </a:lnTo>
                <a:lnTo>
                  <a:pt x="68" y="57"/>
                </a:lnTo>
                <a:lnTo>
                  <a:pt x="68" y="58"/>
                </a:lnTo>
                <a:lnTo>
                  <a:pt x="66" y="57"/>
                </a:lnTo>
                <a:lnTo>
                  <a:pt x="66" y="53"/>
                </a:lnTo>
                <a:lnTo>
                  <a:pt x="64" y="53"/>
                </a:lnTo>
                <a:lnTo>
                  <a:pt x="63" y="55"/>
                </a:lnTo>
                <a:lnTo>
                  <a:pt x="63" y="56"/>
                </a:lnTo>
                <a:lnTo>
                  <a:pt x="63" y="56"/>
                </a:lnTo>
                <a:lnTo>
                  <a:pt x="63" y="57"/>
                </a:lnTo>
                <a:lnTo>
                  <a:pt x="61" y="56"/>
                </a:lnTo>
                <a:lnTo>
                  <a:pt x="61" y="54"/>
                </a:lnTo>
                <a:lnTo>
                  <a:pt x="60" y="54"/>
                </a:lnTo>
                <a:lnTo>
                  <a:pt x="61" y="53"/>
                </a:lnTo>
                <a:lnTo>
                  <a:pt x="62" y="53"/>
                </a:lnTo>
                <a:lnTo>
                  <a:pt x="63" y="52"/>
                </a:lnTo>
                <a:lnTo>
                  <a:pt x="63" y="50"/>
                </a:lnTo>
                <a:lnTo>
                  <a:pt x="63" y="49"/>
                </a:lnTo>
                <a:lnTo>
                  <a:pt x="63" y="49"/>
                </a:lnTo>
                <a:lnTo>
                  <a:pt x="64" y="46"/>
                </a:lnTo>
                <a:lnTo>
                  <a:pt x="63" y="46"/>
                </a:lnTo>
                <a:lnTo>
                  <a:pt x="64" y="44"/>
                </a:lnTo>
                <a:lnTo>
                  <a:pt x="63" y="44"/>
                </a:lnTo>
                <a:lnTo>
                  <a:pt x="61" y="42"/>
                </a:lnTo>
                <a:lnTo>
                  <a:pt x="61" y="42"/>
                </a:lnTo>
                <a:lnTo>
                  <a:pt x="60" y="41"/>
                </a:lnTo>
                <a:lnTo>
                  <a:pt x="61" y="40"/>
                </a:lnTo>
                <a:lnTo>
                  <a:pt x="60" y="40"/>
                </a:lnTo>
                <a:lnTo>
                  <a:pt x="61" y="39"/>
                </a:lnTo>
                <a:lnTo>
                  <a:pt x="62" y="39"/>
                </a:lnTo>
                <a:lnTo>
                  <a:pt x="63" y="39"/>
                </a:lnTo>
                <a:lnTo>
                  <a:pt x="65" y="38"/>
                </a:lnTo>
                <a:lnTo>
                  <a:pt x="65" y="37"/>
                </a:lnTo>
                <a:lnTo>
                  <a:pt x="65" y="36"/>
                </a:lnTo>
                <a:lnTo>
                  <a:pt x="66" y="37"/>
                </a:lnTo>
                <a:lnTo>
                  <a:pt x="67" y="38"/>
                </a:lnTo>
                <a:lnTo>
                  <a:pt x="67" y="38"/>
                </a:lnTo>
                <a:lnTo>
                  <a:pt x="68" y="39"/>
                </a:lnTo>
                <a:lnTo>
                  <a:pt x="71" y="35"/>
                </a:lnTo>
                <a:lnTo>
                  <a:pt x="72" y="35"/>
                </a:lnTo>
                <a:lnTo>
                  <a:pt x="72" y="35"/>
                </a:lnTo>
                <a:lnTo>
                  <a:pt x="74" y="35"/>
                </a:lnTo>
                <a:lnTo>
                  <a:pt x="73" y="37"/>
                </a:lnTo>
                <a:lnTo>
                  <a:pt x="74" y="38"/>
                </a:lnTo>
                <a:lnTo>
                  <a:pt x="77" y="35"/>
                </a:lnTo>
                <a:lnTo>
                  <a:pt x="78" y="37"/>
                </a:lnTo>
                <a:lnTo>
                  <a:pt x="78" y="37"/>
                </a:lnTo>
                <a:lnTo>
                  <a:pt x="78" y="38"/>
                </a:lnTo>
                <a:lnTo>
                  <a:pt x="80" y="36"/>
                </a:lnTo>
                <a:lnTo>
                  <a:pt x="82" y="34"/>
                </a:lnTo>
                <a:lnTo>
                  <a:pt x="82" y="35"/>
                </a:lnTo>
                <a:lnTo>
                  <a:pt x="82" y="34"/>
                </a:lnTo>
                <a:lnTo>
                  <a:pt x="83" y="33"/>
                </a:lnTo>
                <a:lnTo>
                  <a:pt x="84" y="32"/>
                </a:lnTo>
                <a:lnTo>
                  <a:pt x="84" y="32"/>
                </a:lnTo>
                <a:lnTo>
                  <a:pt x="86" y="30"/>
                </a:lnTo>
                <a:lnTo>
                  <a:pt x="88" y="28"/>
                </a:lnTo>
                <a:lnTo>
                  <a:pt x="89" y="29"/>
                </a:lnTo>
                <a:lnTo>
                  <a:pt x="91" y="29"/>
                </a:lnTo>
                <a:lnTo>
                  <a:pt x="91" y="30"/>
                </a:lnTo>
                <a:lnTo>
                  <a:pt x="91" y="30"/>
                </a:lnTo>
                <a:lnTo>
                  <a:pt x="92" y="30"/>
                </a:lnTo>
                <a:lnTo>
                  <a:pt x="94" y="26"/>
                </a:lnTo>
                <a:lnTo>
                  <a:pt x="93" y="26"/>
                </a:lnTo>
                <a:lnTo>
                  <a:pt x="93" y="25"/>
                </a:lnTo>
                <a:lnTo>
                  <a:pt x="93" y="25"/>
                </a:lnTo>
                <a:lnTo>
                  <a:pt x="92" y="24"/>
                </a:lnTo>
                <a:lnTo>
                  <a:pt x="94" y="23"/>
                </a:lnTo>
                <a:lnTo>
                  <a:pt x="94" y="22"/>
                </a:lnTo>
                <a:lnTo>
                  <a:pt x="93" y="19"/>
                </a:lnTo>
                <a:lnTo>
                  <a:pt x="93" y="19"/>
                </a:lnTo>
                <a:lnTo>
                  <a:pt x="92" y="17"/>
                </a:lnTo>
                <a:lnTo>
                  <a:pt x="91" y="17"/>
                </a:lnTo>
                <a:lnTo>
                  <a:pt x="89" y="15"/>
                </a:lnTo>
                <a:lnTo>
                  <a:pt x="89" y="15"/>
                </a:lnTo>
                <a:lnTo>
                  <a:pt x="89" y="14"/>
                </a:lnTo>
                <a:lnTo>
                  <a:pt x="88" y="14"/>
                </a:lnTo>
                <a:lnTo>
                  <a:pt x="87" y="13"/>
                </a:lnTo>
                <a:lnTo>
                  <a:pt x="84" y="14"/>
                </a:lnTo>
                <a:lnTo>
                  <a:pt x="85" y="13"/>
                </a:lnTo>
                <a:lnTo>
                  <a:pt x="85" y="12"/>
                </a:lnTo>
                <a:lnTo>
                  <a:pt x="85" y="12"/>
                </a:lnTo>
                <a:lnTo>
                  <a:pt x="84" y="10"/>
                </a:lnTo>
                <a:lnTo>
                  <a:pt x="81" y="10"/>
                </a:lnTo>
                <a:lnTo>
                  <a:pt x="78" y="10"/>
                </a:lnTo>
                <a:lnTo>
                  <a:pt x="76" y="10"/>
                </a:lnTo>
                <a:lnTo>
                  <a:pt x="76" y="10"/>
                </a:lnTo>
                <a:lnTo>
                  <a:pt x="75" y="9"/>
                </a:lnTo>
                <a:lnTo>
                  <a:pt x="76" y="9"/>
                </a:lnTo>
                <a:lnTo>
                  <a:pt x="76" y="8"/>
                </a:lnTo>
                <a:lnTo>
                  <a:pt x="74" y="8"/>
                </a:lnTo>
                <a:lnTo>
                  <a:pt x="74" y="7"/>
                </a:lnTo>
                <a:lnTo>
                  <a:pt x="72" y="6"/>
                </a:lnTo>
                <a:lnTo>
                  <a:pt x="70" y="5"/>
                </a:lnTo>
                <a:lnTo>
                  <a:pt x="68" y="5"/>
                </a:lnTo>
                <a:lnTo>
                  <a:pt x="67" y="3"/>
                </a:lnTo>
                <a:lnTo>
                  <a:pt x="66" y="3"/>
                </a:lnTo>
                <a:lnTo>
                  <a:pt x="65" y="2"/>
                </a:lnTo>
                <a:lnTo>
                  <a:pt x="64" y="2"/>
                </a:lnTo>
                <a:lnTo>
                  <a:pt x="62" y="0"/>
                </a:lnTo>
                <a:lnTo>
                  <a:pt x="61" y="0"/>
                </a:lnTo>
                <a:lnTo>
                  <a:pt x="60" y="0"/>
                </a:lnTo>
                <a:lnTo>
                  <a:pt x="59" y="0"/>
                </a:lnTo>
                <a:lnTo>
                  <a:pt x="58" y="1"/>
                </a:lnTo>
                <a:lnTo>
                  <a:pt x="58" y="1"/>
                </a:lnTo>
                <a:lnTo>
                  <a:pt x="60" y="2"/>
                </a:lnTo>
                <a:lnTo>
                  <a:pt x="59" y="3"/>
                </a:lnTo>
                <a:lnTo>
                  <a:pt x="58" y="3"/>
                </a:lnTo>
                <a:lnTo>
                  <a:pt x="58" y="4"/>
                </a:lnTo>
                <a:lnTo>
                  <a:pt x="57" y="4"/>
                </a:lnTo>
                <a:lnTo>
                  <a:pt x="58" y="5"/>
                </a:lnTo>
                <a:lnTo>
                  <a:pt x="58" y="5"/>
                </a:lnTo>
                <a:lnTo>
                  <a:pt x="57" y="5"/>
                </a:lnTo>
                <a:lnTo>
                  <a:pt x="56" y="5"/>
                </a:lnTo>
                <a:lnTo>
                  <a:pt x="58" y="8"/>
                </a:lnTo>
                <a:lnTo>
                  <a:pt x="59" y="8"/>
                </a:lnTo>
                <a:lnTo>
                  <a:pt x="59" y="8"/>
                </a:lnTo>
                <a:lnTo>
                  <a:pt x="60" y="9"/>
                </a:lnTo>
                <a:lnTo>
                  <a:pt x="60" y="9"/>
                </a:lnTo>
                <a:lnTo>
                  <a:pt x="62" y="10"/>
                </a:lnTo>
                <a:lnTo>
                  <a:pt x="61" y="10"/>
                </a:lnTo>
                <a:lnTo>
                  <a:pt x="61" y="11"/>
                </a:lnTo>
                <a:lnTo>
                  <a:pt x="62" y="12"/>
                </a:lnTo>
                <a:lnTo>
                  <a:pt x="60" y="13"/>
                </a:lnTo>
                <a:lnTo>
                  <a:pt x="59" y="14"/>
                </a:lnTo>
                <a:lnTo>
                  <a:pt x="59" y="15"/>
                </a:lnTo>
                <a:lnTo>
                  <a:pt x="58" y="15"/>
                </a:lnTo>
                <a:lnTo>
                  <a:pt x="58" y="16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6" y="18"/>
                </a:lnTo>
                <a:lnTo>
                  <a:pt x="55" y="19"/>
                </a:lnTo>
                <a:lnTo>
                  <a:pt x="55" y="20"/>
                </a:lnTo>
                <a:lnTo>
                  <a:pt x="54" y="21"/>
                </a:lnTo>
                <a:lnTo>
                  <a:pt x="52" y="22"/>
                </a:lnTo>
                <a:lnTo>
                  <a:pt x="52" y="23"/>
                </a:lnTo>
                <a:lnTo>
                  <a:pt x="53" y="22"/>
                </a:lnTo>
                <a:lnTo>
                  <a:pt x="54" y="23"/>
                </a:lnTo>
                <a:lnTo>
                  <a:pt x="52" y="25"/>
                </a:lnTo>
                <a:lnTo>
                  <a:pt x="52" y="26"/>
                </a:lnTo>
                <a:lnTo>
                  <a:pt x="53" y="26"/>
                </a:lnTo>
                <a:lnTo>
                  <a:pt x="52" y="27"/>
                </a:lnTo>
                <a:lnTo>
                  <a:pt x="52" y="28"/>
                </a:lnTo>
                <a:lnTo>
                  <a:pt x="51" y="28"/>
                </a:lnTo>
                <a:lnTo>
                  <a:pt x="51" y="29"/>
                </a:lnTo>
                <a:lnTo>
                  <a:pt x="52" y="30"/>
                </a:lnTo>
                <a:lnTo>
                  <a:pt x="49" y="32"/>
                </a:lnTo>
                <a:lnTo>
                  <a:pt x="48" y="32"/>
                </a:lnTo>
                <a:lnTo>
                  <a:pt x="47" y="31"/>
                </a:lnTo>
                <a:lnTo>
                  <a:pt x="47" y="30"/>
                </a:lnTo>
                <a:lnTo>
                  <a:pt x="46" y="30"/>
                </a:lnTo>
                <a:lnTo>
                  <a:pt x="45" y="32"/>
                </a:lnTo>
                <a:lnTo>
                  <a:pt x="43" y="31"/>
                </a:lnTo>
                <a:lnTo>
                  <a:pt x="42" y="31"/>
                </a:lnTo>
                <a:lnTo>
                  <a:pt x="42" y="32"/>
                </a:lnTo>
                <a:lnTo>
                  <a:pt x="41" y="34"/>
                </a:lnTo>
                <a:lnTo>
                  <a:pt x="42" y="35"/>
                </a:lnTo>
                <a:lnTo>
                  <a:pt x="43" y="36"/>
                </a:lnTo>
                <a:lnTo>
                  <a:pt x="41" y="38"/>
                </a:lnTo>
                <a:lnTo>
                  <a:pt x="42" y="38"/>
                </a:lnTo>
                <a:lnTo>
                  <a:pt x="41" y="39"/>
                </a:lnTo>
                <a:lnTo>
                  <a:pt x="40" y="40"/>
                </a:lnTo>
                <a:lnTo>
                  <a:pt x="40" y="42"/>
                </a:lnTo>
                <a:lnTo>
                  <a:pt x="39" y="43"/>
                </a:lnTo>
                <a:lnTo>
                  <a:pt x="37" y="46"/>
                </a:lnTo>
                <a:lnTo>
                  <a:pt x="35" y="49"/>
                </a:lnTo>
                <a:lnTo>
                  <a:pt x="35" y="49"/>
                </a:lnTo>
                <a:lnTo>
                  <a:pt x="35" y="49"/>
                </a:lnTo>
                <a:lnTo>
                  <a:pt x="34" y="50"/>
                </a:lnTo>
                <a:lnTo>
                  <a:pt x="34" y="50"/>
                </a:lnTo>
                <a:lnTo>
                  <a:pt x="33" y="49"/>
                </a:lnTo>
                <a:lnTo>
                  <a:pt x="32" y="50"/>
                </a:lnTo>
                <a:lnTo>
                  <a:pt x="30" y="50"/>
                </a:lnTo>
                <a:lnTo>
                  <a:pt x="29" y="50"/>
                </a:lnTo>
                <a:lnTo>
                  <a:pt x="28" y="50"/>
                </a:lnTo>
                <a:lnTo>
                  <a:pt x="27" y="49"/>
                </a:lnTo>
                <a:lnTo>
                  <a:pt x="27" y="48"/>
                </a:lnTo>
                <a:lnTo>
                  <a:pt x="27" y="48"/>
                </a:lnTo>
                <a:lnTo>
                  <a:pt x="27" y="47"/>
                </a:lnTo>
                <a:lnTo>
                  <a:pt x="26" y="47"/>
                </a:lnTo>
                <a:lnTo>
                  <a:pt x="26" y="45"/>
                </a:lnTo>
                <a:lnTo>
                  <a:pt x="26" y="45"/>
                </a:lnTo>
                <a:lnTo>
                  <a:pt x="26" y="44"/>
                </a:lnTo>
                <a:lnTo>
                  <a:pt x="25" y="44"/>
                </a:lnTo>
                <a:lnTo>
                  <a:pt x="24" y="44"/>
                </a:lnTo>
                <a:lnTo>
                  <a:pt x="22" y="44"/>
                </a:lnTo>
                <a:lnTo>
                  <a:pt x="22" y="45"/>
                </a:lnTo>
                <a:lnTo>
                  <a:pt x="21" y="45"/>
                </a:lnTo>
                <a:lnTo>
                  <a:pt x="20" y="46"/>
                </a:lnTo>
                <a:lnTo>
                  <a:pt x="20" y="46"/>
                </a:lnTo>
                <a:lnTo>
                  <a:pt x="20" y="46"/>
                </a:lnTo>
                <a:lnTo>
                  <a:pt x="19" y="46"/>
                </a:lnTo>
                <a:lnTo>
                  <a:pt x="18" y="47"/>
                </a:lnTo>
                <a:lnTo>
                  <a:pt x="17" y="46"/>
                </a:lnTo>
                <a:lnTo>
                  <a:pt x="17" y="44"/>
                </a:lnTo>
                <a:lnTo>
                  <a:pt x="16" y="44"/>
                </a:lnTo>
                <a:lnTo>
                  <a:pt x="16" y="44"/>
                </a:lnTo>
                <a:lnTo>
                  <a:pt x="14" y="43"/>
                </a:lnTo>
                <a:lnTo>
                  <a:pt x="13" y="43"/>
                </a:lnTo>
                <a:lnTo>
                  <a:pt x="12" y="42"/>
                </a:lnTo>
                <a:lnTo>
                  <a:pt x="11" y="42"/>
                </a:lnTo>
                <a:lnTo>
                  <a:pt x="10" y="41"/>
                </a:lnTo>
                <a:lnTo>
                  <a:pt x="10" y="41"/>
                </a:lnTo>
                <a:lnTo>
                  <a:pt x="9" y="43"/>
                </a:lnTo>
                <a:lnTo>
                  <a:pt x="8" y="44"/>
                </a:lnTo>
                <a:lnTo>
                  <a:pt x="8" y="45"/>
                </a:lnTo>
                <a:lnTo>
                  <a:pt x="6" y="45"/>
                </a:lnTo>
                <a:lnTo>
                  <a:pt x="6" y="46"/>
                </a:lnTo>
                <a:lnTo>
                  <a:pt x="7" y="46"/>
                </a:lnTo>
                <a:lnTo>
                  <a:pt x="7" y="47"/>
                </a:lnTo>
                <a:lnTo>
                  <a:pt x="5" y="47"/>
                </a:lnTo>
                <a:lnTo>
                  <a:pt x="5" y="48"/>
                </a:lnTo>
                <a:lnTo>
                  <a:pt x="6" y="47"/>
                </a:lnTo>
                <a:lnTo>
                  <a:pt x="6" y="48"/>
                </a:lnTo>
                <a:lnTo>
                  <a:pt x="7" y="49"/>
                </a:lnTo>
                <a:lnTo>
                  <a:pt x="7" y="49"/>
                </a:lnTo>
                <a:lnTo>
                  <a:pt x="8" y="50"/>
                </a:lnTo>
                <a:lnTo>
                  <a:pt x="8" y="50"/>
                </a:lnTo>
                <a:lnTo>
                  <a:pt x="8" y="50"/>
                </a:lnTo>
                <a:lnTo>
                  <a:pt x="9" y="51"/>
                </a:lnTo>
                <a:lnTo>
                  <a:pt x="8" y="53"/>
                </a:lnTo>
                <a:lnTo>
                  <a:pt x="8" y="53"/>
                </a:lnTo>
                <a:lnTo>
                  <a:pt x="9" y="54"/>
                </a:lnTo>
                <a:lnTo>
                  <a:pt x="8" y="55"/>
                </a:lnTo>
                <a:lnTo>
                  <a:pt x="6" y="55"/>
                </a:lnTo>
                <a:lnTo>
                  <a:pt x="6" y="55"/>
                </a:lnTo>
                <a:lnTo>
                  <a:pt x="6" y="57"/>
                </a:lnTo>
                <a:lnTo>
                  <a:pt x="5" y="58"/>
                </a:lnTo>
                <a:lnTo>
                  <a:pt x="4" y="57"/>
                </a:lnTo>
                <a:lnTo>
                  <a:pt x="4" y="58"/>
                </a:lnTo>
                <a:lnTo>
                  <a:pt x="3" y="58"/>
                </a:lnTo>
                <a:lnTo>
                  <a:pt x="2" y="60"/>
                </a:lnTo>
                <a:lnTo>
                  <a:pt x="1" y="60"/>
                </a:lnTo>
                <a:lnTo>
                  <a:pt x="0" y="61"/>
                </a:lnTo>
                <a:lnTo>
                  <a:pt x="1" y="64"/>
                </a:lnTo>
                <a:lnTo>
                  <a:pt x="2" y="63"/>
                </a:lnTo>
                <a:lnTo>
                  <a:pt x="2" y="64"/>
                </a:lnTo>
                <a:lnTo>
                  <a:pt x="2" y="64"/>
                </a:lnTo>
                <a:lnTo>
                  <a:pt x="3" y="64"/>
                </a:lnTo>
                <a:lnTo>
                  <a:pt x="3" y="65"/>
                </a:lnTo>
                <a:lnTo>
                  <a:pt x="3" y="67"/>
                </a:lnTo>
                <a:lnTo>
                  <a:pt x="4" y="66"/>
                </a:lnTo>
                <a:lnTo>
                  <a:pt x="3" y="67"/>
                </a:lnTo>
                <a:lnTo>
                  <a:pt x="4" y="67"/>
                </a:lnTo>
                <a:lnTo>
                  <a:pt x="5" y="68"/>
                </a:lnTo>
                <a:lnTo>
                  <a:pt x="7" y="67"/>
                </a:lnTo>
                <a:lnTo>
                  <a:pt x="7" y="68"/>
                </a:lnTo>
                <a:lnTo>
                  <a:pt x="8" y="67"/>
                </a:lnTo>
                <a:lnTo>
                  <a:pt x="8" y="70"/>
                </a:lnTo>
                <a:lnTo>
                  <a:pt x="9" y="71"/>
                </a:lnTo>
                <a:lnTo>
                  <a:pt x="9" y="71"/>
                </a:lnTo>
                <a:lnTo>
                  <a:pt x="9" y="71"/>
                </a:lnTo>
                <a:lnTo>
                  <a:pt x="9" y="72"/>
                </a:lnTo>
                <a:lnTo>
                  <a:pt x="9" y="73"/>
                </a:lnTo>
                <a:lnTo>
                  <a:pt x="9" y="73"/>
                </a:lnTo>
                <a:lnTo>
                  <a:pt x="9" y="74"/>
                </a:lnTo>
                <a:lnTo>
                  <a:pt x="10" y="75"/>
                </a:lnTo>
                <a:lnTo>
                  <a:pt x="10" y="75"/>
                </a:lnTo>
                <a:lnTo>
                  <a:pt x="11" y="75"/>
                </a:lnTo>
                <a:lnTo>
                  <a:pt x="12" y="75"/>
                </a:lnTo>
                <a:lnTo>
                  <a:pt x="14" y="74"/>
                </a:lnTo>
                <a:lnTo>
                  <a:pt x="15" y="75"/>
                </a:lnTo>
                <a:lnTo>
                  <a:pt x="15" y="76"/>
                </a:lnTo>
                <a:lnTo>
                  <a:pt x="15" y="75"/>
                </a:lnTo>
                <a:lnTo>
                  <a:pt x="16" y="76"/>
                </a:lnTo>
                <a:lnTo>
                  <a:pt x="17" y="76"/>
                </a:lnTo>
                <a:lnTo>
                  <a:pt x="17" y="75"/>
                </a:lnTo>
                <a:lnTo>
                  <a:pt x="18" y="76"/>
                </a:lnTo>
                <a:lnTo>
                  <a:pt x="19" y="77"/>
                </a:lnTo>
                <a:lnTo>
                  <a:pt x="19" y="78"/>
                </a:lnTo>
                <a:lnTo>
                  <a:pt x="20" y="80"/>
                </a:lnTo>
                <a:lnTo>
                  <a:pt x="20" y="82"/>
                </a:lnTo>
                <a:lnTo>
                  <a:pt x="21" y="83"/>
                </a:lnTo>
                <a:lnTo>
                  <a:pt x="21" y="84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3010403" y="4237382"/>
            <a:ext cx="1353143" cy="1212057"/>
          </a:xfrm>
          <a:custGeom>
            <a:avLst/>
            <a:gdLst/>
            <a:ahLst/>
            <a:cxnLst/>
            <a:rect l="l" t="t" r="r" b="b"/>
            <a:pathLst>
              <a:path w="211" h="189">
                <a:moveTo>
                  <a:pt x="67" y="163"/>
                </a:moveTo>
                <a:lnTo>
                  <a:pt x="66" y="167"/>
                </a:lnTo>
                <a:lnTo>
                  <a:pt x="68" y="168"/>
                </a:lnTo>
                <a:lnTo>
                  <a:pt x="68" y="168"/>
                </a:lnTo>
                <a:lnTo>
                  <a:pt x="68" y="169"/>
                </a:lnTo>
                <a:lnTo>
                  <a:pt x="68" y="170"/>
                </a:lnTo>
                <a:lnTo>
                  <a:pt x="70" y="170"/>
                </a:lnTo>
                <a:lnTo>
                  <a:pt x="71" y="171"/>
                </a:lnTo>
                <a:lnTo>
                  <a:pt x="70" y="173"/>
                </a:lnTo>
                <a:lnTo>
                  <a:pt x="71" y="173"/>
                </a:lnTo>
                <a:lnTo>
                  <a:pt x="71" y="174"/>
                </a:lnTo>
                <a:lnTo>
                  <a:pt x="72" y="174"/>
                </a:lnTo>
                <a:lnTo>
                  <a:pt x="72" y="174"/>
                </a:lnTo>
                <a:lnTo>
                  <a:pt x="72" y="173"/>
                </a:lnTo>
                <a:lnTo>
                  <a:pt x="72" y="173"/>
                </a:lnTo>
                <a:lnTo>
                  <a:pt x="73" y="173"/>
                </a:lnTo>
                <a:lnTo>
                  <a:pt x="72" y="175"/>
                </a:lnTo>
                <a:lnTo>
                  <a:pt x="72" y="175"/>
                </a:lnTo>
                <a:lnTo>
                  <a:pt x="72" y="177"/>
                </a:lnTo>
                <a:lnTo>
                  <a:pt x="71" y="177"/>
                </a:lnTo>
                <a:lnTo>
                  <a:pt x="72" y="179"/>
                </a:lnTo>
                <a:lnTo>
                  <a:pt x="73" y="179"/>
                </a:lnTo>
                <a:lnTo>
                  <a:pt x="75" y="182"/>
                </a:lnTo>
                <a:lnTo>
                  <a:pt x="75" y="182"/>
                </a:lnTo>
                <a:lnTo>
                  <a:pt x="76" y="183"/>
                </a:lnTo>
                <a:lnTo>
                  <a:pt x="74" y="184"/>
                </a:lnTo>
                <a:lnTo>
                  <a:pt x="75" y="185"/>
                </a:lnTo>
                <a:lnTo>
                  <a:pt x="76" y="185"/>
                </a:lnTo>
                <a:lnTo>
                  <a:pt x="79" y="187"/>
                </a:lnTo>
                <a:lnTo>
                  <a:pt x="78" y="188"/>
                </a:lnTo>
                <a:lnTo>
                  <a:pt x="79" y="189"/>
                </a:lnTo>
                <a:lnTo>
                  <a:pt x="79" y="189"/>
                </a:lnTo>
                <a:lnTo>
                  <a:pt x="81" y="188"/>
                </a:lnTo>
                <a:lnTo>
                  <a:pt x="82" y="189"/>
                </a:lnTo>
                <a:lnTo>
                  <a:pt x="83" y="188"/>
                </a:lnTo>
                <a:lnTo>
                  <a:pt x="84" y="189"/>
                </a:lnTo>
                <a:lnTo>
                  <a:pt x="85" y="189"/>
                </a:lnTo>
                <a:lnTo>
                  <a:pt x="86" y="187"/>
                </a:lnTo>
                <a:lnTo>
                  <a:pt x="88" y="186"/>
                </a:lnTo>
                <a:lnTo>
                  <a:pt x="88" y="186"/>
                </a:lnTo>
                <a:lnTo>
                  <a:pt x="90" y="185"/>
                </a:lnTo>
                <a:lnTo>
                  <a:pt x="91" y="184"/>
                </a:lnTo>
                <a:lnTo>
                  <a:pt x="92" y="184"/>
                </a:lnTo>
                <a:lnTo>
                  <a:pt x="94" y="183"/>
                </a:lnTo>
                <a:lnTo>
                  <a:pt x="95" y="183"/>
                </a:lnTo>
                <a:lnTo>
                  <a:pt x="96" y="184"/>
                </a:lnTo>
                <a:lnTo>
                  <a:pt x="95" y="185"/>
                </a:lnTo>
                <a:lnTo>
                  <a:pt x="97" y="186"/>
                </a:lnTo>
                <a:lnTo>
                  <a:pt x="98" y="185"/>
                </a:lnTo>
                <a:lnTo>
                  <a:pt x="100" y="184"/>
                </a:lnTo>
                <a:lnTo>
                  <a:pt x="100" y="183"/>
                </a:lnTo>
                <a:lnTo>
                  <a:pt x="101" y="183"/>
                </a:lnTo>
                <a:lnTo>
                  <a:pt x="102" y="183"/>
                </a:lnTo>
                <a:lnTo>
                  <a:pt x="103" y="183"/>
                </a:lnTo>
                <a:lnTo>
                  <a:pt x="103" y="180"/>
                </a:lnTo>
                <a:lnTo>
                  <a:pt x="104" y="180"/>
                </a:lnTo>
                <a:lnTo>
                  <a:pt x="104" y="180"/>
                </a:lnTo>
                <a:lnTo>
                  <a:pt x="104" y="179"/>
                </a:lnTo>
                <a:lnTo>
                  <a:pt x="104" y="179"/>
                </a:lnTo>
                <a:lnTo>
                  <a:pt x="104" y="176"/>
                </a:lnTo>
                <a:lnTo>
                  <a:pt x="103" y="176"/>
                </a:lnTo>
                <a:lnTo>
                  <a:pt x="102" y="172"/>
                </a:lnTo>
                <a:lnTo>
                  <a:pt x="101" y="170"/>
                </a:lnTo>
                <a:lnTo>
                  <a:pt x="101" y="168"/>
                </a:lnTo>
                <a:lnTo>
                  <a:pt x="101" y="168"/>
                </a:lnTo>
                <a:lnTo>
                  <a:pt x="102" y="166"/>
                </a:lnTo>
                <a:lnTo>
                  <a:pt x="101" y="162"/>
                </a:lnTo>
                <a:lnTo>
                  <a:pt x="102" y="159"/>
                </a:lnTo>
                <a:lnTo>
                  <a:pt x="103" y="160"/>
                </a:lnTo>
                <a:lnTo>
                  <a:pt x="105" y="159"/>
                </a:lnTo>
                <a:lnTo>
                  <a:pt x="105" y="160"/>
                </a:lnTo>
                <a:lnTo>
                  <a:pt x="106" y="159"/>
                </a:lnTo>
                <a:lnTo>
                  <a:pt x="106" y="158"/>
                </a:lnTo>
                <a:lnTo>
                  <a:pt x="108" y="156"/>
                </a:lnTo>
                <a:lnTo>
                  <a:pt x="109" y="156"/>
                </a:lnTo>
                <a:lnTo>
                  <a:pt x="109" y="154"/>
                </a:lnTo>
                <a:lnTo>
                  <a:pt x="113" y="151"/>
                </a:lnTo>
                <a:lnTo>
                  <a:pt x="114" y="150"/>
                </a:lnTo>
                <a:lnTo>
                  <a:pt x="114" y="148"/>
                </a:lnTo>
                <a:lnTo>
                  <a:pt x="115" y="147"/>
                </a:lnTo>
                <a:lnTo>
                  <a:pt x="114" y="147"/>
                </a:lnTo>
                <a:lnTo>
                  <a:pt x="113" y="145"/>
                </a:lnTo>
                <a:lnTo>
                  <a:pt x="113" y="146"/>
                </a:lnTo>
                <a:lnTo>
                  <a:pt x="112" y="145"/>
                </a:lnTo>
                <a:lnTo>
                  <a:pt x="113" y="143"/>
                </a:lnTo>
                <a:lnTo>
                  <a:pt x="114" y="142"/>
                </a:lnTo>
                <a:lnTo>
                  <a:pt x="115" y="141"/>
                </a:lnTo>
                <a:lnTo>
                  <a:pt x="117" y="140"/>
                </a:lnTo>
                <a:lnTo>
                  <a:pt x="117" y="141"/>
                </a:lnTo>
                <a:lnTo>
                  <a:pt x="118" y="142"/>
                </a:lnTo>
                <a:lnTo>
                  <a:pt x="121" y="139"/>
                </a:lnTo>
                <a:lnTo>
                  <a:pt x="120" y="136"/>
                </a:lnTo>
                <a:lnTo>
                  <a:pt x="119" y="134"/>
                </a:lnTo>
                <a:lnTo>
                  <a:pt x="120" y="133"/>
                </a:lnTo>
                <a:lnTo>
                  <a:pt x="121" y="131"/>
                </a:lnTo>
                <a:lnTo>
                  <a:pt x="121" y="132"/>
                </a:lnTo>
                <a:lnTo>
                  <a:pt x="122" y="132"/>
                </a:lnTo>
                <a:lnTo>
                  <a:pt x="123" y="133"/>
                </a:lnTo>
                <a:lnTo>
                  <a:pt x="125" y="132"/>
                </a:lnTo>
                <a:lnTo>
                  <a:pt x="126" y="133"/>
                </a:lnTo>
                <a:lnTo>
                  <a:pt x="126" y="132"/>
                </a:lnTo>
                <a:lnTo>
                  <a:pt x="128" y="132"/>
                </a:lnTo>
                <a:lnTo>
                  <a:pt x="129" y="131"/>
                </a:lnTo>
                <a:lnTo>
                  <a:pt x="130" y="132"/>
                </a:lnTo>
                <a:lnTo>
                  <a:pt x="131" y="132"/>
                </a:lnTo>
                <a:lnTo>
                  <a:pt x="132" y="132"/>
                </a:lnTo>
                <a:lnTo>
                  <a:pt x="132" y="133"/>
                </a:lnTo>
                <a:lnTo>
                  <a:pt x="131" y="133"/>
                </a:lnTo>
                <a:lnTo>
                  <a:pt x="131" y="134"/>
                </a:lnTo>
                <a:lnTo>
                  <a:pt x="129" y="134"/>
                </a:lnTo>
                <a:lnTo>
                  <a:pt x="129" y="137"/>
                </a:lnTo>
                <a:lnTo>
                  <a:pt x="129" y="139"/>
                </a:lnTo>
                <a:lnTo>
                  <a:pt x="130" y="139"/>
                </a:lnTo>
                <a:lnTo>
                  <a:pt x="130" y="139"/>
                </a:lnTo>
                <a:lnTo>
                  <a:pt x="131" y="139"/>
                </a:lnTo>
                <a:lnTo>
                  <a:pt x="131" y="140"/>
                </a:lnTo>
                <a:lnTo>
                  <a:pt x="133" y="140"/>
                </a:lnTo>
                <a:lnTo>
                  <a:pt x="133" y="141"/>
                </a:lnTo>
                <a:lnTo>
                  <a:pt x="132" y="142"/>
                </a:lnTo>
                <a:lnTo>
                  <a:pt x="132" y="142"/>
                </a:lnTo>
                <a:lnTo>
                  <a:pt x="132" y="142"/>
                </a:lnTo>
                <a:lnTo>
                  <a:pt x="132" y="143"/>
                </a:lnTo>
                <a:lnTo>
                  <a:pt x="132" y="144"/>
                </a:lnTo>
                <a:lnTo>
                  <a:pt x="132" y="144"/>
                </a:lnTo>
                <a:lnTo>
                  <a:pt x="131" y="145"/>
                </a:lnTo>
                <a:lnTo>
                  <a:pt x="130" y="145"/>
                </a:lnTo>
                <a:lnTo>
                  <a:pt x="131" y="146"/>
                </a:lnTo>
                <a:lnTo>
                  <a:pt x="132" y="147"/>
                </a:lnTo>
                <a:lnTo>
                  <a:pt x="134" y="149"/>
                </a:lnTo>
                <a:lnTo>
                  <a:pt x="134" y="149"/>
                </a:lnTo>
                <a:lnTo>
                  <a:pt x="135" y="150"/>
                </a:lnTo>
                <a:lnTo>
                  <a:pt x="138" y="149"/>
                </a:lnTo>
                <a:lnTo>
                  <a:pt x="139" y="149"/>
                </a:lnTo>
                <a:lnTo>
                  <a:pt x="141" y="148"/>
                </a:lnTo>
                <a:lnTo>
                  <a:pt x="142" y="148"/>
                </a:lnTo>
                <a:lnTo>
                  <a:pt x="141" y="147"/>
                </a:lnTo>
                <a:lnTo>
                  <a:pt x="143" y="146"/>
                </a:lnTo>
                <a:lnTo>
                  <a:pt x="143" y="145"/>
                </a:lnTo>
                <a:lnTo>
                  <a:pt x="145" y="144"/>
                </a:lnTo>
                <a:lnTo>
                  <a:pt x="147" y="145"/>
                </a:lnTo>
                <a:lnTo>
                  <a:pt x="147" y="145"/>
                </a:lnTo>
                <a:lnTo>
                  <a:pt x="147" y="146"/>
                </a:lnTo>
                <a:lnTo>
                  <a:pt x="147" y="146"/>
                </a:lnTo>
                <a:lnTo>
                  <a:pt x="148" y="146"/>
                </a:lnTo>
                <a:lnTo>
                  <a:pt x="149" y="146"/>
                </a:lnTo>
                <a:lnTo>
                  <a:pt x="149" y="148"/>
                </a:lnTo>
                <a:lnTo>
                  <a:pt x="148" y="149"/>
                </a:lnTo>
                <a:lnTo>
                  <a:pt x="149" y="150"/>
                </a:lnTo>
                <a:lnTo>
                  <a:pt x="150" y="151"/>
                </a:lnTo>
                <a:lnTo>
                  <a:pt x="149" y="151"/>
                </a:lnTo>
                <a:lnTo>
                  <a:pt x="149" y="152"/>
                </a:lnTo>
                <a:lnTo>
                  <a:pt x="149" y="153"/>
                </a:lnTo>
                <a:lnTo>
                  <a:pt x="150" y="153"/>
                </a:lnTo>
                <a:lnTo>
                  <a:pt x="150" y="152"/>
                </a:lnTo>
                <a:lnTo>
                  <a:pt x="152" y="151"/>
                </a:lnTo>
                <a:lnTo>
                  <a:pt x="154" y="152"/>
                </a:lnTo>
                <a:lnTo>
                  <a:pt x="155" y="153"/>
                </a:lnTo>
                <a:lnTo>
                  <a:pt x="155" y="153"/>
                </a:lnTo>
                <a:lnTo>
                  <a:pt x="156" y="154"/>
                </a:lnTo>
                <a:lnTo>
                  <a:pt x="158" y="153"/>
                </a:lnTo>
                <a:lnTo>
                  <a:pt x="158" y="153"/>
                </a:lnTo>
                <a:lnTo>
                  <a:pt x="159" y="153"/>
                </a:lnTo>
                <a:lnTo>
                  <a:pt x="160" y="153"/>
                </a:lnTo>
                <a:lnTo>
                  <a:pt x="161" y="152"/>
                </a:lnTo>
                <a:lnTo>
                  <a:pt x="162" y="152"/>
                </a:lnTo>
                <a:lnTo>
                  <a:pt x="162" y="152"/>
                </a:lnTo>
                <a:lnTo>
                  <a:pt x="164" y="152"/>
                </a:lnTo>
                <a:lnTo>
                  <a:pt x="165" y="151"/>
                </a:lnTo>
                <a:lnTo>
                  <a:pt x="166" y="151"/>
                </a:lnTo>
                <a:lnTo>
                  <a:pt x="167" y="152"/>
                </a:lnTo>
                <a:lnTo>
                  <a:pt x="168" y="151"/>
                </a:lnTo>
                <a:lnTo>
                  <a:pt x="169" y="151"/>
                </a:lnTo>
                <a:lnTo>
                  <a:pt x="170" y="149"/>
                </a:lnTo>
                <a:lnTo>
                  <a:pt x="170" y="149"/>
                </a:lnTo>
                <a:lnTo>
                  <a:pt x="169" y="149"/>
                </a:lnTo>
                <a:lnTo>
                  <a:pt x="169" y="148"/>
                </a:lnTo>
                <a:lnTo>
                  <a:pt x="170" y="147"/>
                </a:lnTo>
                <a:lnTo>
                  <a:pt x="169" y="146"/>
                </a:lnTo>
                <a:lnTo>
                  <a:pt x="168" y="146"/>
                </a:lnTo>
                <a:lnTo>
                  <a:pt x="169" y="145"/>
                </a:lnTo>
                <a:lnTo>
                  <a:pt x="167" y="143"/>
                </a:lnTo>
                <a:lnTo>
                  <a:pt x="166" y="143"/>
                </a:lnTo>
                <a:lnTo>
                  <a:pt x="165" y="143"/>
                </a:lnTo>
                <a:lnTo>
                  <a:pt x="163" y="144"/>
                </a:lnTo>
                <a:lnTo>
                  <a:pt x="162" y="143"/>
                </a:lnTo>
                <a:lnTo>
                  <a:pt x="161" y="144"/>
                </a:lnTo>
                <a:lnTo>
                  <a:pt x="160" y="143"/>
                </a:lnTo>
                <a:lnTo>
                  <a:pt x="161" y="141"/>
                </a:lnTo>
                <a:lnTo>
                  <a:pt x="160" y="141"/>
                </a:lnTo>
                <a:lnTo>
                  <a:pt x="160" y="139"/>
                </a:lnTo>
                <a:lnTo>
                  <a:pt x="159" y="139"/>
                </a:lnTo>
                <a:lnTo>
                  <a:pt x="158" y="139"/>
                </a:lnTo>
                <a:lnTo>
                  <a:pt x="158" y="140"/>
                </a:lnTo>
                <a:lnTo>
                  <a:pt x="156" y="139"/>
                </a:lnTo>
                <a:lnTo>
                  <a:pt x="156" y="138"/>
                </a:lnTo>
                <a:lnTo>
                  <a:pt x="156" y="137"/>
                </a:lnTo>
                <a:lnTo>
                  <a:pt x="156" y="136"/>
                </a:lnTo>
                <a:lnTo>
                  <a:pt x="156" y="135"/>
                </a:lnTo>
                <a:lnTo>
                  <a:pt x="157" y="134"/>
                </a:lnTo>
                <a:lnTo>
                  <a:pt x="157" y="133"/>
                </a:lnTo>
                <a:lnTo>
                  <a:pt x="158" y="132"/>
                </a:lnTo>
                <a:lnTo>
                  <a:pt x="158" y="133"/>
                </a:lnTo>
                <a:lnTo>
                  <a:pt x="159" y="133"/>
                </a:lnTo>
                <a:lnTo>
                  <a:pt x="161" y="133"/>
                </a:lnTo>
                <a:lnTo>
                  <a:pt x="161" y="131"/>
                </a:lnTo>
                <a:lnTo>
                  <a:pt x="162" y="131"/>
                </a:lnTo>
                <a:lnTo>
                  <a:pt x="162" y="129"/>
                </a:lnTo>
                <a:lnTo>
                  <a:pt x="163" y="129"/>
                </a:lnTo>
                <a:lnTo>
                  <a:pt x="164" y="131"/>
                </a:lnTo>
                <a:lnTo>
                  <a:pt x="165" y="131"/>
                </a:lnTo>
                <a:lnTo>
                  <a:pt x="165" y="132"/>
                </a:lnTo>
                <a:lnTo>
                  <a:pt x="166" y="132"/>
                </a:lnTo>
                <a:lnTo>
                  <a:pt x="167" y="133"/>
                </a:lnTo>
                <a:lnTo>
                  <a:pt x="168" y="134"/>
                </a:lnTo>
                <a:lnTo>
                  <a:pt x="169" y="134"/>
                </a:lnTo>
                <a:lnTo>
                  <a:pt x="169" y="135"/>
                </a:lnTo>
                <a:lnTo>
                  <a:pt x="170" y="136"/>
                </a:lnTo>
                <a:lnTo>
                  <a:pt x="171" y="135"/>
                </a:lnTo>
                <a:lnTo>
                  <a:pt x="171" y="134"/>
                </a:lnTo>
                <a:lnTo>
                  <a:pt x="170" y="134"/>
                </a:lnTo>
                <a:lnTo>
                  <a:pt x="170" y="133"/>
                </a:lnTo>
                <a:lnTo>
                  <a:pt x="169" y="132"/>
                </a:lnTo>
                <a:lnTo>
                  <a:pt x="169" y="130"/>
                </a:lnTo>
                <a:lnTo>
                  <a:pt x="168" y="128"/>
                </a:lnTo>
                <a:lnTo>
                  <a:pt x="168" y="127"/>
                </a:lnTo>
                <a:lnTo>
                  <a:pt x="167" y="126"/>
                </a:lnTo>
                <a:lnTo>
                  <a:pt x="166" y="125"/>
                </a:lnTo>
                <a:lnTo>
                  <a:pt x="166" y="126"/>
                </a:lnTo>
                <a:lnTo>
                  <a:pt x="165" y="126"/>
                </a:lnTo>
                <a:lnTo>
                  <a:pt x="164" y="125"/>
                </a:lnTo>
                <a:lnTo>
                  <a:pt x="164" y="126"/>
                </a:lnTo>
                <a:lnTo>
                  <a:pt x="164" y="125"/>
                </a:lnTo>
                <a:lnTo>
                  <a:pt x="163" y="124"/>
                </a:lnTo>
                <a:lnTo>
                  <a:pt x="161" y="125"/>
                </a:lnTo>
                <a:lnTo>
                  <a:pt x="160" y="125"/>
                </a:lnTo>
                <a:lnTo>
                  <a:pt x="159" y="125"/>
                </a:lnTo>
                <a:lnTo>
                  <a:pt x="159" y="125"/>
                </a:lnTo>
                <a:lnTo>
                  <a:pt x="158" y="124"/>
                </a:lnTo>
                <a:lnTo>
                  <a:pt x="158" y="123"/>
                </a:lnTo>
                <a:lnTo>
                  <a:pt x="158" y="123"/>
                </a:lnTo>
                <a:lnTo>
                  <a:pt x="158" y="122"/>
                </a:lnTo>
                <a:lnTo>
                  <a:pt x="158" y="121"/>
                </a:lnTo>
                <a:lnTo>
                  <a:pt x="158" y="121"/>
                </a:lnTo>
                <a:lnTo>
                  <a:pt x="158" y="121"/>
                </a:lnTo>
                <a:lnTo>
                  <a:pt x="157" y="120"/>
                </a:lnTo>
                <a:lnTo>
                  <a:pt x="157" y="117"/>
                </a:lnTo>
                <a:lnTo>
                  <a:pt x="156" y="118"/>
                </a:lnTo>
                <a:lnTo>
                  <a:pt x="156" y="117"/>
                </a:lnTo>
                <a:lnTo>
                  <a:pt x="154" y="118"/>
                </a:lnTo>
                <a:lnTo>
                  <a:pt x="153" y="117"/>
                </a:lnTo>
                <a:lnTo>
                  <a:pt x="152" y="117"/>
                </a:lnTo>
                <a:lnTo>
                  <a:pt x="153" y="116"/>
                </a:lnTo>
                <a:lnTo>
                  <a:pt x="152" y="117"/>
                </a:lnTo>
                <a:lnTo>
                  <a:pt x="152" y="115"/>
                </a:lnTo>
                <a:lnTo>
                  <a:pt x="152" y="114"/>
                </a:lnTo>
                <a:lnTo>
                  <a:pt x="151" y="114"/>
                </a:lnTo>
                <a:lnTo>
                  <a:pt x="151" y="114"/>
                </a:lnTo>
                <a:lnTo>
                  <a:pt x="151" y="113"/>
                </a:lnTo>
                <a:lnTo>
                  <a:pt x="150" y="114"/>
                </a:lnTo>
                <a:lnTo>
                  <a:pt x="149" y="111"/>
                </a:lnTo>
                <a:lnTo>
                  <a:pt x="150" y="110"/>
                </a:lnTo>
                <a:lnTo>
                  <a:pt x="151" y="110"/>
                </a:lnTo>
                <a:lnTo>
                  <a:pt x="152" y="108"/>
                </a:lnTo>
                <a:lnTo>
                  <a:pt x="153" y="108"/>
                </a:lnTo>
                <a:lnTo>
                  <a:pt x="153" y="107"/>
                </a:lnTo>
                <a:lnTo>
                  <a:pt x="154" y="108"/>
                </a:lnTo>
                <a:lnTo>
                  <a:pt x="155" y="107"/>
                </a:lnTo>
                <a:lnTo>
                  <a:pt x="155" y="105"/>
                </a:lnTo>
                <a:lnTo>
                  <a:pt x="155" y="105"/>
                </a:lnTo>
                <a:lnTo>
                  <a:pt x="157" y="105"/>
                </a:lnTo>
                <a:lnTo>
                  <a:pt x="158" y="104"/>
                </a:lnTo>
                <a:lnTo>
                  <a:pt x="157" y="103"/>
                </a:lnTo>
                <a:lnTo>
                  <a:pt x="157" y="103"/>
                </a:lnTo>
                <a:lnTo>
                  <a:pt x="158" y="101"/>
                </a:lnTo>
                <a:lnTo>
                  <a:pt x="157" y="100"/>
                </a:lnTo>
                <a:lnTo>
                  <a:pt x="157" y="100"/>
                </a:lnTo>
                <a:lnTo>
                  <a:pt x="157" y="100"/>
                </a:lnTo>
                <a:lnTo>
                  <a:pt x="156" y="99"/>
                </a:lnTo>
                <a:lnTo>
                  <a:pt x="156" y="99"/>
                </a:lnTo>
                <a:lnTo>
                  <a:pt x="155" y="98"/>
                </a:lnTo>
                <a:lnTo>
                  <a:pt x="155" y="97"/>
                </a:lnTo>
                <a:lnTo>
                  <a:pt x="154" y="98"/>
                </a:lnTo>
                <a:lnTo>
                  <a:pt x="154" y="97"/>
                </a:lnTo>
                <a:lnTo>
                  <a:pt x="156" y="97"/>
                </a:lnTo>
                <a:lnTo>
                  <a:pt x="156" y="96"/>
                </a:lnTo>
                <a:lnTo>
                  <a:pt x="155" y="96"/>
                </a:lnTo>
                <a:lnTo>
                  <a:pt x="155" y="95"/>
                </a:lnTo>
                <a:lnTo>
                  <a:pt x="157" y="95"/>
                </a:lnTo>
                <a:lnTo>
                  <a:pt x="157" y="94"/>
                </a:lnTo>
                <a:lnTo>
                  <a:pt x="158" y="93"/>
                </a:lnTo>
                <a:lnTo>
                  <a:pt x="159" y="91"/>
                </a:lnTo>
                <a:lnTo>
                  <a:pt x="159" y="91"/>
                </a:lnTo>
                <a:lnTo>
                  <a:pt x="160" y="92"/>
                </a:lnTo>
                <a:lnTo>
                  <a:pt x="161" y="92"/>
                </a:lnTo>
                <a:lnTo>
                  <a:pt x="162" y="93"/>
                </a:lnTo>
                <a:lnTo>
                  <a:pt x="163" y="93"/>
                </a:lnTo>
                <a:lnTo>
                  <a:pt x="165" y="94"/>
                </a:lnTo>
                <a:lnTo>
                  <a:pt x="165" y="94"/>
                </a:lnTo>
                <a:lnTo>
                  <a:pt x="166" y="94"/>
                </a:lnTo>
                <a:lnTo>
                  <a:pt x="166" y="96"/>
                </a:lnTo>
                <a:lnTo>
                  <a:pt x="167" y="97"/>
                </a:lnTo>
                <a:lnTo>
                  <a:pt x="168" y="96"/>
                </a:lnTo>
                <a:lnTo>
                  <a:pt x="169" y="96"/>
                </a:lnTo>
                <a:lnTo>
                  <a:pt x="169" y="96"/>
                </a:lnTo>
                <a:lnTo>
                  <a:pt x="169" y="96"/>
                </a:lnTo>
                <a:lnTo>
                  <a:pt x="170" y="95"/>
                </a:lnTo>
                <a:lnTo>
                  <a:pt x="171" y="95"/>
                </a:lnTo>
                <a:lnTo>
                  <a:pt x="171" y="94"/>
                </a:lnTo>
                <a:lnTo>
                  <a:pt x="173" y="94"/>
                </a:lnTo>
                <a:lnTo>
                  <a:pt x="174" y="94"/>
                </a:lnTo>
                <a:lnTo>
                  <a:pt x="175" y="94"/>
                </a:lnTo>
                <a:lnTo>
                  <a:pt x="175" y="95"/>
                </a:lnTo>
                <a:lnTo>
                  <a:pt x="175" y="95"/>
                </a:lnTo>
                <a:lnTo>
                  <a:pt x="175" y="97"/>
                </a:lnTo>
                <a:lnTo>
                  <a:pt x="176" y="97"/>
                </a:lnTo>
                <a:lnTo>
                  <a:pt x="176" y="98"/>
                </a:lnTo>
                <a:lnTo>
                  <a:pt x="176" y="98"/>
                </a:lnTo>
                <a:lnTo>
                  <a:pt x="176" y="99"/>
                </a:lnTo>
                <a:lnTo>
                  <a:pt x="177" y="100"/>
                </a:lnTo>
                <a:lnTo>
                  <a:pt x="178" y="100"/>
                </a:lnTo>
                <a:lnTo>
                  <a:pt x="179" y="100"/>
                </a:lnTo>
                <a:lnTo>
                  <a:pt x="181" y="100"/>
                </a:lnTo>
                <a:lnTo>
                  <a:pt x="181" y="100"/>
                </a:lnTo>
                <a:lnTo>
                  <a:pt x="182" y="99"/>
                </a:lnTo>
                <a:lnTo>
                  <a:pt x="183" y="100"/>
                </a:lnTo>
                <a:lnTo>
                  <a:pt x="183" y="100"/>
                </a:lnTo>
                <a:lnTo>
                  <a:pt x="184" y="99"/>
                </a:lnTo>
                <a:lnTo>
                  <a:pt x="184" y="99"/>
                </a:lnTo>
                <a:lnTo>
                  <a:pt x="184" y="99"/>
                </a:lnTo>
                <a:lnTo>
                  <a:pt x="186" y="96"/>
                </a:lnTo>
                <a:lnTo>
                  <a:pt x="188" y="93"/>
                </a:lnTo>
                <a:lnTo>
                  <a:pt x="189" y="92"/>
                </a:lnTo>
                <a:lnTo>
                  <a:pt x="189" y="90"/>
                </a:lnTo>
                <a:lnTo>
                  <a:pt x="190" y="89"/>
                </a:lnTo>
                <a:lnTo>
                  <a:pt x="191" y="88"/>
                </a:lnTo>
                <a:lnTo>
                  <a:pt x="190" y="88"/>
                </a:lnTo>
                <a:lnTo>
                  <a:pt x="192" y="86"/>
                </a:lnTo>
                <a:lnTo>
                  <a:pt x="191" y="85"/>
                </a:lnTo>
                <a:lnTo>
                  <a:pt x="190" y="84"/>
                </a:lnTo>
                <a:lnTo>
                  <a:pt x="191" y="82"/>
                </a:lnTo>
                <a:lnTo>
                  <a:pt x="191" y="81"/>
                </a:lnTo>
                <a:lnTo>
                  <a:pt x="192" y="81"/>
                </a:lnTo>
                <a:lnTo>
                  <a:pt x="194" y="82"/>
                </a:lnTo>
                <a:lnTo>
                  <a:pt x="195" y="80"/>
                </a:lnTo>
                <a:lnTo>
                  <a:pt x="196" y="80"/>
                </a:lnTo>
                <a:lnTo>
                  <a:pt x="196" y="81"/>
                </a:lnTo>
                <a:lnTo>
                  <a:pt x="197" y="82"/>
                </a:lnTo>
                <a:lnTo>
                  <a:pt x="198" y="82"/>
                </a:lnTo>
                <a:lnTo>
                  <a:pt x="201" y="80"/>
                </a:lnTo>
                <a:lnTo>
                  <a:pt x="200" y="79"/>
                </a:lnTo>
                <a:lnTo>
                  <a:pt x="200" y="78"/>
                </a:lnTo>
                <a:lnTo>
                  <a:pt x="201" y="78"/>
                </a:lnTo>
                <a:lnTo>
                  <a:pt x="201" y="77"/>
                </a:lnTo>
                <a:lnTo>
                  <a:pt x="202" y="76"/>
                </a:lnTo>
                <a:lnTo>
                  <a:pt x="201" y="76"/>
                </a:lnTo>
                <a:lnTo>
                  <a:pt x="201" y="75"/>
                </a:lnTo>
                <a:lnTo>
                  <a:pt x="203" y="73"/>
                </a:lnTo>
                <a:lnTo>
                  <a:pt x="202" y="72"/>
                </a:lnTo>
                <a:lnTo>
                  <a:pt x="201" y="73"/>
                </a:lnTo>
                <a:lnTo>
                  <a:pt x="201" y="72"/>
                </a:lnTo>
                <a:lnTo>
                  <a:pt x="203" y="71"/>
                </a:lnTo>
                <a:lnTo>
                  <a:pt x="204" y="70"/>
                </a:lnTo>
                <a:lnTo>
                  <a:pt x="204" y="69"/>
                </a:lnTo>
                <a:lnTo>
                  <a:pt x="205" y="68"/>
                </a:lnTo>
                <a:lnTo>
                  <a:pt x="205" y="67"/>
                </a:lnTo>
                <a:lnTo>
                  <a:pt x="204" y="67"/>
                </a:lnTo>
                <a:lnTo>
                  <a:pt x="204" y="66"/>
                </a:lnTo>
                <a:lnTo>
                  <a:pt x="207" y="66"/>
                </a:lnTo>
                <a:lnTo>
                  <a:pt x="207" y="65"/>
                </a:lnTo>
                <a:lnTo>
                  <a:pt x="208" y="65"/>
                </a:lnTo>
                <a:lnTo>
                  <a:pt x="208" y="64"/>
                </a:lnTo>
                <a:lnTo>
                  <a:pt x="209" y="63"/>
                </a:lnTo>
                <a:lnTo>
                  <a:pt x="211" y="62"/>
                </a:lnTo>
                <a:lnTo>
                  <a:pt x="210" y="61"/>
                </a:lnTo>
                <a:lnTo>
                  <a:pt x="210" y="60"/>
                </a:lnTo>
                <a:lnTo>
                  <a:pt x="211" y="60"/>
                </a:lnTo>
                <a:lnTo>
                  <a:pt x="209" y="59"/>
                </a:lnTo>
                <a:lnTo>
                  <a:pt x="209" y="59"/>
                </a:lnTo>
                <a:lnTo>
                  <a:pt x="208" y="58"/>
                </a:lnTo>
                <a:lnTo>
                  <a:pt x="208" y="58"/>
                </a:lnTo>
                <a:lnTo>
                  <a:pt x="207" y="58"/>
                </a:lnTo>
                <a:lnTo>
                  <a:pt x="205" y="55"/>
                </a:lnTo>
                <a:lnTo>
                  <a:pt x="206" y="55"/>
                </a:lnTo>
                <a:lnTo>
                  <a:pt x="207" y="55"/>
                </a:lnTo>
                <a:lnTo>
                  <a:pt x="207" y="55"/>
                </a:lnTo>
                <a:lnTo>
                  <a:pt x="206" y="54"/>
                </a:lnTo>
                <a:lnTo>
                  <a:pt x="207" y="54"/>
                </a:lnTo>
                <a:lnTo>
                  <a:pt x="207" y="53"/>
                </a:lnTo>
                <a:lnTo>
                  <a:pt x="208" y="53"/>
                </a:lnTo>
                <a:lnTo>
                  <a:pt x="209" y="52"/>
                </a:lnTo>
                <a:lnTo>
                  <a:pt x="207" y="51"/>
                </a:lnTo>
                <a:lnTo>
                  <a:pt x="208" y="50"/>
                </a:lnTo>
                <a:lnTo>
                  <a:pt x="209" y="50"/>
                </a:lnTo>
                <a:lnTo>
                  <a:pt x="210" y="50"/>
                </a:lnTo>
                <a:lnTo>
                  <a:pt x="210" y="49"/>
                </a:lnTo>
                <a:lnTo>
                  <a:pt x="209" y="48"/>
                </a:lnTo>
                <a:lnTo>
                  <a:pt x="206" y="49"/>
                </a:lnTo>
                <a:lnTo>
                  <a:pt x="205" y="48"/>
                </a:lnTo>
                <a:lnTo>
                  <a:pt x="203" y="50"/>
                </a:lnTo>
                <a:lnTo>
                  <a:pt x="203" y="49"/>
                </a:lnTo>
                <a:lnTo>
                  <a:pt x="203" y="50"/>
                </a:lnTo>
                <a:lnTo>
                  <a:pt x="202" y="49"/>
                </a:lnTo>
                <a:lnTo>
                  <a:pt x="200" y="50"/>
                </a:lnTo>
                <a:lnTo>
                  <a:pt x="201" y="51"/>
                </a:lnTo>
                <a:lnTo>
                  <a:pt x="200" y="51"/>
                </a:lnTo>
                <a:lnTo>
                  <a:pt x="198" y="50"/>
                </a:lnTo>
                <a:lnTo>
                  <a:pt x="198" y="50"/>
                </a:lnTo>
                <a:lnTo>
                  <a:pt x="195" y="47"/>
                </a:lnTo>
                <a:lnTo>
                  <a:pt x="194" y="47"/>
                </a:lnTo>
                <a:lnTo>
                  <a:pt x="194" y="46"/>
                </a:lnTo>
                <a:lnTo>
                  <a:pt x="192" y="46"/>
                </a:lnTo>
                <a:lnTo>
                  <a:pt x="191" y="46"/>
                </a:lnTo>
                <a:lnTo>
                  <a:pt x="190" y="45"/>
                </a:lnTo>
                <a:lnTo>
                  <a:pt x="190" y="46"/>
                </a:lnTo>
                <a:lnTo>
                  <a:pt x="189" y="43"/>
                </a:lnTo>
                <a:lnTo>
                  <a:pt x="188" y="43"/>
                </a:lnTo>
                <a:lnTo>
                  <a:pt x="188" y="44"/>
                </a:lnTo>
                <a:lnTo>
                  <a:pt x="187" y="44"/>
                </a:lnTo>
                <a:lnTo>
                  <a:pt x="186" y="46"/>
                </a:lnTo>
                <a:lnTo>
                  <a:pt x="185" y="45"/>
                </a:lnTo>
                <a:lnTo>
                  <a:pt x="185" y="45"/>
                </a:lnTo>
                <a:lnTo>
                  <a:pt x="183" y="44"/>
                </a:lnTo>
                <a:lnTo>
                  <a:pt x="183" y="43"/>
                </a:lnTo>
                <a:lnTo>
                  <a:pt x="183" y="42"/>
                </a:lnTo>
                <a:lnTo>
                  <a:pt x="183" y="40"/>
                </a:lnTo>
                <a:lnTo>
                  <a:pt x="182" y="40"/>
                </a:lnTo>
                <a:lnTo>
                  <a:pt x="182" y="39"/>
                </a:lnTo>
                <a:lnTo>
                  <a:pt x="181" y="39"/>
                </a:lnTo>
                <a:lnTo>
                  <a:pt x="179" y="39"/>
                </a:lnTo>
                <a:lnTo>
                  <a:pt x="179" y="39"/>
                </a:lnTo>
                <a:lnTo>
                  <a:pt x="178" y="39"/>
                </a:lnTo>
                <a:lnTo>
                  <a:pt x="178" y="39"/>
                </a:lnTo>
                <a:lnTo>
                  <a:pt x="177" y="39"/>
                </a:lnTo>
                <a:lnTo>
                  <a:pt x="177" y="39"/>
                </a:lnTo>
                <a:lnTo>
                  <a:pt x="176" y="39"/>
                </a:lnTo>
                <a:lnTo>
                  <a:pt x="174" y="40"/>
                </a:lnTo>
                <a:lnTo>
                  <a:pt x="173" y="40"/>
                </a:lnTo>
                <a:lnTo>
                  <a:pt x="172" y="41"/>
                </a:lnTo>
                <a:lnTo>
                  <a:pt x="171" y="40"/>
                </a:lnTo>
                <a:lnTo>
                  <a:pt x="170" y="41"/>
                </a:lnTo>
                <a:lnTo>
                  <a:pt x="169" y="40"/>
                </a:lnTo>
                <a:lnTo>
                  <a:pt x="167" y="40"/>
                </a:lnTo>
                <a:lnTo>
                  <a:pt x="167" y="40"/>
                </a:lnTo>
                <a:lnTo>
                  <a:pt x="164" y="39"/>
                </a:lnTo>
                <a:lnTo>
                  <a:pt x="164" y="38"/>
                </a:lnTo>
                <a:lnTo>
                  <a:pt x="164" y="37"/>
                </a:lnTo>
                <a:lnTo>
                  <a:pt x="163" y="36"/>
                </a:lnTo>
                <a:lnTo>
                  <a:pt x="162" y="37"/>
                </a:lnTo>
                <a:lnTo>
                  <a:pt x="162" y="36"/>
                </a:lnTo>
                <a:lnTo>
                  <a:pt x="161" y="37"/>
                </a:lnTo>
                <a:lnTo>
                  <a:pt x="160" y="36"/>
                </a:lnTo>
                <a:lnTo>
                  <a:pt x="159" y="37"/>
                </a:lnTo>
                <a:lnTo>
                  <a:pt x="159" y="38"/>
                </a:lnTo>
                <a:lnTo>
                  <a:pt x="158" y="38"/>
                </a:lnTo>
                <a:lnTo>
                  <a:pt x="158" y="38"/>
                </a:lnTo>
                <a:lnTo>
                  <a:pt x="157" y="38"/>
                </a:lnTo>
                <a:lnTo>
                  <a:pt x="155" y="40"/>
                </a:lnTo>
                <a:lnTo>
                  <a:pt x="154" y="39"/>
                </a:lnTo>
                <a:lnTo>
                  <a:pt x="154" y="39"/>
                </a:lnTo>
                <a:lnTo>
                  <a:pt x="154" y="38"/>
                </a:lnTo>
                <a:lnTo>
                  <a:pt x="153" y="38"/>
                </a:lnTo>
                <a:lnTo>
                  <a:pt x="153" y="36"/>
                </a:lnTo>
                <a:lnTo>
                  <a:pt x="153" y="36"/>
                </a:lnTo>
                <a:lnTo>
                  <a:pt x="153" y="35"/>
                </a:lnTo>
                <a:lnTo>
                  <a:pt x="152" y="34"/>
                </a:lnTo>
                <a:lnTo>
                  <a:pt x="151" y="35"/>
                </a:lnTo>
                <a:lnTo>
                  <a:pt x="151" y="35"/>
                </a:lnTo>
                <a:lnTo>
                  <a:pt x="151" y="36"/>
                </a:lnTo>
                <a:lnTo>
                  <a:pt x="151" y="38"/>
                </a:lnTo>
                <a:lnTo>
                  <a:pt x="152" y="38"/>
                </a:lnTo>
                <a:lnTo>
                  <a:pt x="152" y="39"/>
                </a:lnTo>
                <a:lnTo>
                  <a:pt x="150" y="39"/>
                </a:lnTo>
                <a:lnTo>
                  <a:pt x="149" y="41"/>
                </a:lnTo>
                <a:lnTo>
                  <a:pt x="148" y="40"/>
                </a:lnTo>
                <a:lnTo>
                  <a:pt x="147" y="41"/>
                </a:lnTo>
                <a:lnTo>
                  <a:pt x="147" y="42"/>
                </a:lnTo>
                <a:lnTo>
                  <a:pt x="146" y="42"/>
                </a:lnTo>
                <a:lnTo>
                  <a:pt x="145" y="41"/>
                </a:lnTo>
                <a:lnTo>
                  <a:pt x="144" y="41"/>
                </a:lnTo>
                <a:lnTo>
                  <a:pt x="141" y="42"/>
                </a:lnTo>
                <a:lnTo>
                  <a:pt x="140" y="41"/>
                </a:lnTo>
                <a:lnTo>
                  <a:pt x="139" y="41"/>
                </a:lnTo>
                <a:lnTo>
                  <a:pt x="138" y="40"/>
                </a:lnTo>
                <a:lnTo>
                  <a:pt x="137" y="41"/>
                </a:lnTo>
                <a:lnTo>
                  <a:pt x="136" y="39"/>
                </a:lnTo>
                <a:lnTo>
                  <a:pt x="135" y="39"/>
                </a:lnTo>
                <a:lnTo>
                  <a:pt x="134" y="38"/>
                </a:lnTo>
                <a:lnTo>
                  <a:pt x="133" y="39"/>
                </a:lnTo>
                <a:lnTo>
                  <a:pt x="131" y="37"/>
                </a:lnTo>
                <a:lnTo>
                  <a:pt x="130" y="37"/>
                </a:lnTo>
                <a:lnTo>
                  <a:pt x="130" y="35"/>
                </a:lnTo>
                <a:lnTo>
                  <a:pt x="130" y="34"/>
                </a:lnTo>
                <a:lnTo>
                  <a:pt x="132" y="34"/>
                </a:lnTo>
                <a:lnTo>
                  <a:pt x="132" y="33"/>
                </a:lnTo>
                <a:lnTo>
                  <a:pt x="133" y="33"/>
                </a:lnTo>
                <a:lnTo>
                  <a:pt x="132" y="32"/>
                </a:lnTo>
                <a:lnTo>
                  <a:pt x="131" y="32"/>
                </a:lnTo>
                <a:lnTo>
                  <a:pt x="132" y="30"/>
                </a:lnTo>
                <a:lnTo>
                  <a:pt x="130" y="26"/>
                </a:lnTo>
                <a:lnTo>
                  <a:pt x="131" y="26"/>
                </a:lnTo>
                <a:lnTo>
                  <a:pt x="132" y="26"/>
                </a:lnTo>
                <a:lnTo>
                  <a:pt x="133" y="25"/>
                </a:lnTo>
                <a:lnTo>
                  <a:pt x="132" y="25"/>
                </a:lnTo>
                <a:lnTo>
                  <a:pt x="130" y="25"/>
                </a:lnTo>
                <a:lnTo>
                  <a:pt x="130" y="24"/>
                </a:lnTo>
                <a:lnTo>
                  <a:pt x="129" y="24"/>
                </a:lnTo>
                <a:lnTo>
                  <a:pt x="128" y="20"/>
                </a:lnTo>
                <a:lnTo>
                  <a:pt x="128" y="19"/>
                </a:lnTo>
                <a:lnTo>
                  <a:pt x="127" y="18"/>
                </a:lnTo>
                <a:lnTo>
                  <a:pt x="126" y="17"/>
                </a:lnTo>
                <a:lnTo>
                  <a:pt x="124" y="17"/>
                </a:lnTo>
                <a:lnTo>
                  <a:pt x="122" y="17"/>
                </a:lnTo>
                <a:lnTo>
                  <a:pt x="121" y="18"/>
                </a:lnTo>
                <a:lnTo>
                  <a:pt x="117" y="16"/>
                </a:lnTo>
                <a:lnTo>
                  <a:pt x="117" y="17"/>
                </a:lnTo>
                <a:lnTo>
                  <a:pt x="116" y="17"/>
                </a:lnTo>
                <a:lnTo>
                  <a:pt x="116" y="16"/>
                </a:lnTo>
                <a:lnTo>
                  <a:pt x="116" y="14"/>
                </a:lnTo>
                <a:lnTo>
                  <a:pt x="115" y="14"/>
                </a:lnTo>
                <a:lnTo>
                  <a:pt x="114" y="15"/>
                </a:lnTo>
                <a:lnTo>
                  <a:pt x="113" y="16"/>
                </a:lnTo>
                <a:lnTo>
                  <a:pt x="112" y="15"/>
                </a:lnTo>
                <a:lnTo>
                  <a:pt x="112" y="14"/>
                </a:lnTo>
                <a:lnTo>
                  <a:pt x="111" y="14"/>
                </a:lnTo>
                <a:lnTo>
                  <a:pt x="111" y="14"/>
                </a:lnTo>
                <a:lnTo>
                  <a:pt x="109" y="14"/>
                </a:lnTo>
                <a:lnTo>
                  <a:pt x="109" y="14"/>
                </a:lnTo>
                <a:lnTo>
                  <a:pt x="110" y="12"/>
                </a:lnTo>
                <a:lnTo>
                  <a:pt x="109" y="11"/>
                </a:lnTo>
                <a:lnTo>
                  <a:pt x="109" y="10"/>
                </a:lnTo>
                <a:lnTo>
                  <a:pt x="109" y="9"/>
                </a:lnTo>
                <a:lnTo>
                  <a:pt x="109" y="9"/>
                </a:lnTo>
                <a:lnTo>
                  <a:pt x="109" y="8"/>
                </a:lnTo>
                <a:lnTo>
                  <a:pt x="110" y="8"/>
                </a:lnTo>
                <a:lnTo>
                  <a:pt x="109" y="7"/>
                </a:lnTo>
                <a:lnTo>
                  <a:pt x="109" y="6"/>
                </a:lnTo>
                <a:lnTo>
                  <a:pt x="108" y="6"/>
                </a:lnTo>
                <a:lnTo>
                  <a:pt x="107" y="5"/>
                </a:lnTo>
                <a:lnTo>
                  <a:pt x="106" y="5"/>
                </a:lnTo>
                <a:lnTo>
                  <a:pt x="106" y="4"/>
                </a:lnTo>
                <a:lnTo>
                  <a:pt x="105" y="3"/>
                </a:lnTo>
                <a:lnTo>
                  <a:pt x="104" y="3"/>
                </a:lnTo>
                <a:lnTo>
                  <a:pt x="104" y="3"/>
                </a:lnTo>
                <a:lnTo>
                  <a:pt x="103" y="3"/>
                </a:lnTo>
                <a:lnTo>
                  <a:pt x="102" y="4"/>
                </a:lnTo>
                <a:lnTo>
                  <a:pt x="102" y="4"/>
                </a:lnTo>
                <a:lnTo>
                  <a:pt x="100" y="6"/>
                </a:lnTo>
                <a:lnTo>
                  <a:pt x="99" y="6"/>
                </a:lnTo>
                <a:lnTo>
                  <a:pt x="100" y="7"/>
                </a:lnTo>
                <a:lnTo>
                  <a:pt x="100" y="8"/>
                </a:lnTo>
                <a:lnTo>
                  <a:pt x="99" y="7"/>
                </a:lnTo>
                <a:lnTo>
                  <a:pt x="97" y="8"/>
                </a:lnTo>
                <a:lnTo>
                  <a:pt x="96" y="7"/>
                </a:lnTo>
                <a:lnTo>
                  <a:pt x="95" y="10"/>
                </a:lnTo>
                <a:lnTo>
                  <a:pt x="94" y="10"/>
                </a:lnTo>
                <a:lnTo>
                  <a:pt x="94" y="10"/>
                </a:lnTo>
                <a:lnTo>
                  <a:pt x="93" y="10"/>
                </a:lnTo>
                <a:lnTo>
                  <a:pt x="93" y="10"/>
                </a:lnTo>
                <a:lnTo>
                  <a:pt x="92" y="10"/>
                </a:lnTo>
                <a:lnTo>
                  <a:pt x="91" y="10"/>
                </a:lnTo>
                <a:lnTo>
                  <a:pt x="90" y="10"/>
                </a:lnTo>
                <a:lnTo>
                  <a:pt x="93" y="13"/>
                </a:lnTo>
                <a:lnTo>
                  <a:pt x="93" y="13"/>
                </a:lnTo>
                <a:lnTo>
                  <a:pt x="92" y="14"/>
                </a:lnTo>
                <a:lnTo>
                  <a:pt x="93" y="14"/>
                </a:lnTo>
                <a:lnTo>
                  <a:pt x="94" y="15"/>
                </a:lnTo>
                <a:lnTo>
                  <a:pt x="93" y="16"/>
                </a:lnTo>
                <a:lnTo>
                  <a:pt x="94" y="16"/>
                </a:lnTo>
                <a:lnTo>
                  <a:pt x="94" y="17"/>
                </a:lnTo>
                <a:lnTo>
                  <a:pt x="94" y="18"/>
                </a:lnTo>
                <a:lnTo>
                  <a:pt x="96" y="19"/>
                </a:lnTo>
                <a:lnTo>
                  <a:pt x="97" y="20"/>
                </a:lnTo>
                <a:lnTo>
                  <a:pt x="96" y="20"/>
                </a:lnTo>
                <a:lnTo>
                  <a:pt x="96" y="22"/>
                </a:lnTo>
                <a:lnTo>
                  <a:pt x="96" y="22"/>
                </a:lnTo>
                <a:lnTo>
                  <a:pt x="95" y="23"/>
                </a:lnTo>
                <a:lnTo>
                  <a:pt x="92" y="23"/>
                </a:lnTo>
                <a:lnTo>
                  <a:pt x="91" y="24"/>
                </a:lnTo>
                <a:lnTo>
                  <a:pt x="92" y="26"/>
                </a:lnTo>
                <a:lnTo>
                  <a:pt x="91" y="27"/>
                </a:lnTo>
                <a:lnTo>
                  <a:pt x="90" y="25"/>
                </a:lnTo>
                <a:lnTo>
                  <a:pt x="89" y="27"/>
                </a:lnTo>
                <a:lnTo>
                  <a:pt x="86" y="28"/>
                </a:lnTo>
                <a:lnTo>
                  <a:pt x="85" y="30"/>
                </a:lnTo>
                <a:lnTo>
                  <a:pt x="84" y="29"/>
                </a:lnTo>
                <a:lnTo>
                  <a:pt x="84" y="28"/>
                </a:lnTo>
                <a:lnTo>
                  <a:pt x="84" y="27"/>
                </a:lnTo>
                <a:lnTo>
                  <a:pt x="83" y="26"/>
                </a:lnTo>
                <a:lnTo>
                  <a:pt x="83" y="26"/>
                </a:lnTo>
                <a:lnTo>
                  <a:pt x="85" y="25"/>
                </a:lnTo>
                <a:lnTo>
                  <a:pt x="85" y="23"/>
                </a:lnTo>
                <a:lnTo>
                  <a:pt x="87" y="22"/>
                </a:lnTo>
                <a:lnTo>
                  <a:pt x="86" y="21"/>
                </a:lnTo>
                <a:lnTo>
                  <a:pt x="86" y="20"/>
                </a:lnTo>
                <a:lnTo>
                  <a:pt x="86" y="19"/>
                </a:lnTo>
                <a:lnTo>
                  <a:pt x="85" y="18"/>
                </a:lnTo>
                <a:lnTo>
                  <a:pt x="85" y="19"/>
                </a:lnTo>
                <a:lnTo>
                  <a:pt x="84" y="19"/>
                </a:lnTo>
                <a:lnTo>
                  <a:pt x="83" y="20"/>
                </a:lnTo>
                <a:lnTo>
                  <a:pt x="83" y="21"/>
                </a:lnTo>
                <a:lnTo>
                  <a:pt x="82" y="22"/>
                </a:lnTo>
                <a:lnTo>
                  <a:pt x="81" y="23"/>
                </a:lnTo>
                <a:lnTo>
                  <a:pt x="81" y="24"/>
                </a:lnTo>
                <a:lnTo>
                  <a:pt x="83" y="25"/>
                </a:lnTo>
                <a:lnTo>
                  <a:pt x="82" y="27"/>
                </a:lnTo>
                <a:lnTo>
                  <a:pt x="81" y="28"/>
                </a:lnTo>
                <a:lnTo>
                  <a:pt x="81" y="29"/>
                </a:lnTo>
                <a:lnTo>
                  <a:pt x="81" y="29"/>
                </a:lnTo>
                <a:lnTo>
                  <a:pt x="78" y="27"/>
                </a:lnTo>
                <a:lnTo>
                  <a:pt x="76" y="26"/>
                </a:lnTo>
                <a:lnTo>
                  <a:pt x="76" y="28"/>
                </a:lnTo>
                <a:lnTo>
                  <a:pt x="74" y="26"/>
                </a:lnTo>
                <a:lnTo>
                  <a:pt x="72" y="25"/>
                </a:lnTo>
                <a:lnTo>
                  <a:pt x="71" y="26"/>
                </a:lnTo>
                <a:lnTo>
                  <a:pt x="71" y="27"/>
                </a:lnTo>
                <a:lnTo>
                  <a:pt x="72" y="29"/>
                </a:lnTo>
                <a:lnTo>
                  <a:pt x="71" y="29"/>
                </a:lnTo>
                <a:lnTo>
                  <a:pt x="71" y="30"/>
                </a:lnTo>
                <a:lnTo>
                  <a:pt x="72" y="31"/>
                </a:lnTo>
                <a:lnTo>
                  <a:pt x="72" y="31"/>
                </a:lnTo>
                <a:lnTo>
                  <a:pt x="72" y="32"/>
                </a:lnTo>
                <a:lnTo>
                  <a:pt x="71" y="32"/>
                </a:lnTo>
                <a:lnTo>
                  <a:pt x="71" y="33"/>
                </a:lnTo>
                <a:lnTo>
                  <a:pt x="72" y="34"/>
                </a:lnTo>
                <a:lnTo>
                  <a:pt x="73" y="35"/>
                </a:lnTo>
                <a:lnTo>
                  <a:pt x="73" y="38"/>
                </a:lnTo>
                <a:lnTo>
                  <a:pt x="71" y="39"/>
                </a:lnTo>
                <a:lnTo>
                  <a:pt x="70" y="39"/>
                </a:lnTo>
                <a:lnTo>
                  <a:pt x="67" y="40"/>
                </a:lnTo>
                <a:lnTo>
                  <a:pt x="66" y="40"/>
                </a:lnTo>
                <a:lnTo>
                  <a:pt x="64" y="39"/>
                </a:lnTo>
                <a:lnTo>
                  <a:pt x="62" y="38"/>
                </a:lnTo>
                <a:lnTo>
                  <a:pt x="63" y="40"/>
                </a:lnTo>
                <a:lnTo>
                  <a:pt x="62" y="40"/>
                </a:lnTo>
                <a:lnTo>
                  <a:pt x="62" y="40"/>
                </a:lnTo>
                <a:lnTo>
                  <a:pt x="61" y="42"/>
                </a:lnTo>
                <a:lnTo>
                  <a:pt x="60" y="41"/>
                </a:lnTo>
                <a:lnTo>
                  <a:pt x="58" y="38"/>
                </a:lnTo>
                <a:lnTo>
                  <a:pt x="57" y="37"/>
                </a:lnTo>
                <a:lnTo>
                  <a:pt x="57" y="38"/>
                </a:lnTo>
                <a:lnTo>
                  <a:pt x="57" y="36"/>
                </a:lnTo>
                <a:lnTo>
                  <a:pt x="56" y="37"/>
                </a:lnTo>
                <a:lnTo>
                  <a:pt x="54" y="37"/>
                </a:lnTo>
                <a:lnTo>
                  <a:pt x="53" y="40"/>
                </a:lnTo>
                <a:lnTo>
                  <a:pt x="53" y="39"/>
                </a:lnTo>
                <a:lnTo>
                  <a:pt x="52" y="39"/>
                </a:lnTo>
                <a:lnTo>
                  <a:pt x="51" y="38"/>
                </a:lnTo>
                <a:lnTo>
                  <a:pt x="52" y="37"/>
                </a:lnTo>
                <a:lnTo>
                  <a:pt x="52" y="34"/>
                </a:lnTo>
                <a:lnTo>
                  <a:pt x="51" y="33"/>
                </a:lnTo>
                <a:lnTo>
                  <a:pt x="50" y="33"/>
                </a:lnTo>
                <a:lnTo>
                  <a:pt x="51" y="32"/>
                </a:lnTo>
                <a:lnTo>
                  <a:pt x="49" y="32"/>
                </a:lnTo>
                <a:lnTo>
                  <a:pt x="49" y="31"/>
                </a:lnTo>
                <a:lnTo>
                  <a:pt x="48" y="29"/>
                </a:lnTo>
                <a:lnTo>
                  <a:pt x="48" y="31"/>
                </a:lnTo>
                <a:lnTo>
                  <a:pt x="47" y="32"/>
                </a:lnTo>
                <a:lnTo>
                  <a:pt x="46" y="31"/>
                </a:lnTo>
                <a:lnTo>
                  <a:pt x="45" y="32"/>
                </a:lnTo>
                <a:lnTo>
                  <a:pt x="46" y="33"/>
                </a:lnTo>
                <a:lnTo>
                  <a:pt x="45" y="35"/>
                </a:lnTo>
                <a:lnTo>
                  <a:pt x="44" y="36"/>
                </a:lnTo>
                <a:lnTo>
                  <a:pt x="44" y="35"/>
                </a:lnTo>
                <a:lnTo>
                  <a:pt x="42" y="35"/>
                </a:lnTo>
                <a:lnTo>
                  <a:pt x="41" y="34"/>
                </a:lnTo>
                <a:lnTo>
                  <a:pt x="38" y="32"/>
                </a:lnTo>
                <a:lnTo>
                  <a:pt x="36" y="33"/>
                </a:lnTo>
                <a:lnTo>
                  <a:pt x="36" y="30"/>
                </a:lnTo>
                <a:lnTo>
                  <a:pt x="35" y="29"/>
                </a:lnTo>
                <a:lnTo>
                  <a:pt x="34" y="29"/>
                </a:lnTo>
                <a:lnTo>
                  <a:pt x="33" y="28"/>
                </a:lnTo>
                <a:lnTo>
                  <a:pt x="32" y="27"/>
                </a:lnTo>
                <a:lnTo>
                  <a:pt x="32" y="28"/>
                </a:lnTo>
                <a:lnTo>
                  <a:pt x="29" y="26"/>
                </a:lnTo>
                <a:lnTo>
                  <a:pt x="28" y="24"/>
                </a:lnTo>
                <a:lnTo>
                  <a:pt x="28" y="23"/>
                </a:lnTo>
                <a:lnTo>
                  <a:pt x="27" y="23"/>
                </a:lnTo>
                <a:lnTo>
                  <a:pt x="28" y="21"/>
                </a:lnTo>
                <a:lnTo>
                  <a:pt x="27" y="20"/>
                </a:lnTo>
                <a:lnTo>
                  <a:pt x="27" y="18"/>
                </a:lnTo>
                <a:lnTo>
                  <a:pt x="25" y="17"/>
                </a:lnTo>
                <a:lnTo>
                  <a:pt x="26" y="15"/>
                </a:lnTo>
                <a:lnTo>
                  <a:pt x="25" y="15"/>
                </a:lnTo>
                <a:lnTo>
                  <a:pt x="25" y="14"/>
                </a:lnTo>
                <a:lnTo>
                  <a:pt x="26" y="14"/>
                </a:lnTo>
                <a:lnTo>
                  <a:pt x="24" y="12"/>
                </a:lnTo>
                <a:lnTo>
                  <a:pt x="23" y="11"/>
                </a:lnTo>
                <a:lnTo>
                  <a:pt x="23" y="11"/>
                </a:lnTo>
                <a:lnTo>
                  <a:pt x="22" y="9"/>
                </a:lnTo>
                <a:lnTo>
                  <a:pt x="22" y="10"/>
                </a:lnTo>
                <a:lnTo>
                  <a:pt x="21" y="9"/>
                </a:lnTo>
                <a:lnTo>
                  <a:pt x="22" y="8"/>
                </a:lnTo>
                <a:lnTo>
                  <a:pt x="22" y="7"/>
                </a:lnTo>
                <a:lnTo>
                  <a:pt x="22" y="6"/>
                </a:lnTo>
                <a:lnTo>
                  <a:pt x="22" y="5"/>
                </a:lnTo>
                <a:lnTo>
                  <a:pt x="22" y="5"/>
                </a:lnTo>
                <a:lnTo>
                  <a:pt x="22" y="4"/>
                </a:lnTo>
                <a:lnTo>
                  <a:pt x="18" y="4"/>
                </a:lnTo>
                <a:lnTo>
                  <a:pt x="16" y="3"/>
                </a:lnTo>
                <a:lnTo>
                  <a:pt x="15" y="3"/>
                </a:lnTo>
                <a:lnTo>
                  <a:pt x="14" y="1"/>
                </a:lnTo>
                <a:lnTo>
                  <a:pt x="13" y="1"/>
                </a:lnTo>
                <a:lnTo>
                  <a:pt x="11" y="0"/>
                </a:lnTo>
                <a:lnTo>
                  <a:pt x="10" y="2"/>
                </a:lnTo>
                <a:lnTo>
                  <a:pt x="8" y="2"/>
                </a:lnTo>
                <a:lnTo>
                  <a:pt x="9" y="4"/>
                </a:lnTo>
                <a:lnTo>
                  <a:pt x="8" y="5"/>
                </a:lnTo>
                <a:lnTo>
                  <a:pt x="8" y="6"/>
                </a:lnTo>
                <a:lnTo>
                  <a:pt x="7" y="7"/>
                </a:lnTo>
                <a:lnTo>
                  <a:pt x="7" y="7"/>
                </a:lnTo>
                <a:lnTo>
                  <a:pt x="4" y="7"/>
                </a:lnTo>
                <a:lnTo>
                  <a:pt x="3" y="7"/>
                </a:lnTo>
                <a:lnTo>
                  <a:pt x="3" y="8"/>
                </a:lnTo>
                <a:lnTo>
                  <a:pt x="2" y="8"/>
                </a:lnTo>
                <a:lnTo>
                  <a:pt x="3" y="10"/>
                </a:lnTo>
                <a:lnTo>
                  <a:pt x="3" y="12"/>
                </a:lnTo>
                <a:lnTo>
                  <a:pt x="3" y="14"/>
                </a:lnTo>
                <a:lnTo>
                  <a:pt x="3" y="14"/>
                </a:lnTo>
                <a:lnTo>
                  <a:pt x="5" y="14"/>
                </a:lnTo>
                <a:lnTo>
                  <a:pt x="4" y="16"/>
                </a:lnTo>
                <a:lnTo>
                  <a:pt x="5" y="17"/>
                </a:lnTo>
                <a:lnTo>
                  <a:pt x="6" y="17"/>
                </a:lnTo>
                <a:lnTo>
                  <a:pt x="9" y="19"/>
                </a:lnTo>
                <a:lnTo>
                  <a:pt x="7" y="20"/>
                </a:lnTo>
                <a:lnTo>
                  <a:pt x="6" y="20"/>
                </a:lnTo>
                <a:lnTo>
                  <a:pt x="6" y="22"/>
                </a:lnTo>
                <a:lnTo>
                  <a:pt x="3" y="24"/>
                </a:lnTo>
                <a:lnTo>
                  <a:pt x="3" y="25"/>
                </a:lnTo>
                <a:lnTo>
                  <a:pt x="4" y="25"/>
                </a:lnTo>
                <a:lnTo>
                  <a:pt x="4" y="27"/>
                </a:lnTo>
                <a:lnTo>
                  <a:pt x="3" y="27"/>
                </a:lnTo>
                <a:lnTo>
                  <a:pt x="4" y="28"/>
                </a:lnTo>
                <a:lnTo>
                  <a:pt x="1" y="28"/>
                </a:lnTo>
                <a:lnTo>
                  <a:pt x="0" y="30"/>
                </a:lnTo>
                <a:lnTo>
                  <a:pt x="1" y="30"/>
                </a:lnTo>
                <a:lnTo>
                  <a:pt x="1" y="32"/>
                </a:lnTo>
                <a:lnTo>
                  <a:pt x="1" y="34"/>
                </a:lnTo>
                <a:lnTo>
                  <a:pt x="3" y="36"/>
                </a:lnTo>
                <a:lnTo>
                  <a:pt x="5" y="36"/>
                </a:lnTo>
                <a:lnTo>
                  <a:pt x="5" y="37"/>
                </a:lnTo>
                <a:lnTo>
                  <a:pt x="6" y="38"/>
                </a:lnTo>
                <a:lnTo>
                  <a:pt x="11" y="40"/>
                </a:lnTo>
                <a:lnTo>
                  <a:pt x="16" y="43"/>
                </a:lnTo>
                <a:lnTo>
                  <a:pt x="15" y="46"/>
                </a:lnTo>
                <a:lnTo>
                  <a:pt x="16" y="47"/>
                </a:lnTo>
                <a:lnTo>
                  <a:pt x="17" y="49"/>
                </a:lnTo>
                <a:lnTo>
                  <a:pt x="19" y="51"/>
                </a:lnTo>
                <a:lnTo>
                  <a:pt x="19" y="53"/>
                </a:lnTo>
                <a:lnTo>
                  <a:pt x="18" y="54"/>
                </a:lnTo>
                <a:lnTo>
                  <a:pt x="19" y="55"/>
                </a:lnTo>
                <a:lnTo>
                  <a:pt x="18" y="55"/>
                </a:lnTo>
                <a:lnTo>
                  <a:pt x="20" y="57"/>
                </a:lnTo>
                <a:lnTo>
                  <a:pt x="20" y="58"/>
                </a:lnTo>
                <a:lnTo>
                  <a:pt x="21" y="58"/>
                </a:lnTo>
                <a:lnTo>
                  <a:pt x="21" y="59"/>
                </a:lnTo>
                <a:lnTo>
                  <a:pt x="22" y="61"/>
                </a:lnTo>
                <a:lnTo>
                  <a:pt x="26" y="65"/>
                </a:lnTo>
                <a:lnTo>
                  <a:pt x="27" y="66"/>
                </a:lnTo>
                <a:lnTo>
                  <a:pt x="24" y="69"/>
                </a:lnTo>
                <a:lnTo>
                  <a:pt x="23" y="67"/>
                </a:lnTo>
                <a:lnTo>
                  <a:pt x="22" y="67"/>
                </a:lnTo>
                <a:lnTo>
                  <a:pt x="22" y="68"/>
                </a:lnTo>
                <a:lnTo>
                  <a:pt x="21" y="69"/>
                </a:lnTo>
                <a:lnTo>
                  <a:pt x="22" y="69"/>
                </a:lnTo>
                <a:lnTo>
                  <a:pt x="21" y="70"/>
                </a:lnTo>
                <a:lnTo>
                  <a:pt x="22" y="71"/>
                </a:lnTo>
                <a:lnTo>
                  <a:pt x="23" y="73"/>
                </a:lnTo>
                <a:lnTo>
                  <a:pt x="25" y="75"/>
                </a:lnTo>
                <a:lnTo>
                  <a:pt x="24" y="77"/>
                </a:lnTo>
                <a:lnTo>
                  <a:pt x="24" y="77"/>
                </a:lnTo>
                <a:lnTo>
                  <a:pt x="25" y="78"/>
                </a:lnTo>
                <a:lnTo>
                  <a:pt x="26" y="80"/>
                </a:lnTo>
                <a:lnTo>
                  <a:pt x="27" y="80"/>
                </a:lnTo>
                <a:lnTo>
                  <a:pt x="27" y="81"/>
                </a:lnTo>
                <a:lnTo>
                  <a:pt x="26" y="82"/>
                </a:lnTo>
                <a:lnTo>
                  <a:pt x="26" y="84"/>
                </a:lnTo>
                <a:lnTo>
                  <a:pt x="27" y="84"/>
                </a:lnTo>
                <a:lnTo>
                  <a:pt x="26" y="86"/>
                </a:lnTo>
                <a:lnTo>
                  <a:pt x="27" y="87"/>
                </a:lnTo>
                <a:lnTo>
                  <a:pt x="27" y="90"/>
                </a:lnTo>
                <a:lnTo>
                  <a:pt x="27" y="91"/>
                </a:lnTo>
                <a:lnTo>
                  <a:pt x="27" y="92"/>
                </a:lnTo>
                <a:lnTo>
                  <a:pt x="27" y="93"/>
                </a:lnTo>
                <a:lnTo>
                  <a:pt x="27" y="93"/>
                </a:lnTo>
                <a:lnTo>
                  <a:pt x="28" y="96"/>
                </a:lnTo>
                <a:lnTo>
                  <a:pt x="28" y="99"/>
                </a:lnTo>
                <a:lnTo>
                  <a:pt x="27" y="101"/>
                </a:lnTo>
                <a:lnTo>
                  <a:pt x="26" y="105"/>
                </a:lnTo>
                <a:lnTo>
                  <a:pt x="27" y="106"/>
                </a:lnTo>
                <a:lnTo>
                  <a:pt x="27" y="107"/>
                </a:lnTo>
                <a:lnTo>
                  <a:pt x="28" y="113"/>
                </a:lnTo>
                <a:lnTo>
                  <a:pt x="28" y="115"/>
                </a:lnTo>
                <a:lnTo>
                  <a:pt x="28" y="117"/>
                </a:lnTo>
                <a:lnTo>
                  <a:pt x="28" y="122"/>
                </a:lnTo>
                <a:lnTo>
                  <a:pt x="27" y="124"/>
                </a:lnTo>
                <a:lnTo>
                  <a:pt x="28" y="126"/>
                </a:lnTo>
                <a:lnTo>
                  <a:pt x="28" y="127"/>
                </a:lnTo>
                <a:lnTo>
                  <a:pt x="29" y="130"/>
                </a:lnTo>
                <a:lnTo>
                  <a:pt x="28" y="130"/>
                </a:lnTo>
                <a:lnTo>
                  <a:pt x="29" y="132"/>
                </a:lnTo>
                <a:lnTo>
                  <a:pt x="29" y="133"/>
                </a:lnTo>
                <a:lnTo>
                  <a:pt x="28" y="133"/>
                </a:lnTo>
                <a:lnTo>
                  <a:pt x="29" y="136"/>
                </a:lnTo>
                <a:lnTo>
                  <a:pt x="30" y="137"/>
                </a:lnTo>
                <a:lnTo>
                  <a:pt x="31" y="138"/>
                </a:lnTo>
                <a:lnTo>
                  <a:pt x="32" y="139"/>
                </a:lnTo>
                <a:lnTo>
                  <a:pt x="33" y="137"/>
                </a:lnTo>
                <a:lnTo>
                  <a:pt x="32" y="136"/>
                </a:lnTo>
                <a:lnTo>
                  <a:pt x="33" y="134"/>
                </a:lnTo>
                <a:lnTo>
                  <a:pt x="33" y="133"/>
                </a:lnTo>
                <a:lnTo>
                  <a:pt x="33" y="133"/>
                </a:lnTo>
                <a:lnTo>
                  <a:pt x="33" y="132"/>
                </a:lnTo>
                <a:lnTo>
                  <a:pt x="33" y="131"/>
                </a:lnTo>
                <a:lnTo>
                  <a:pt x="34" y="131"/>
                </a:lnTo>
                <a:lnTo>
                  <a:pt x="34" y="130"/>
                </a:lnTo>
                <a:lnTo>
                  <a:pt x="35" y="129"/>
                </a:lnTo>
                <a:lnTo>
                  <a:pt x="36" y="129"/>
                </a:lnTo>
                <a:lnTo>
                  <a:pt x="36" y="128"/>
                </a:lnTo>
                <a:lnTo>
                  <a:pt x="36" y="127"/>
                </a:lnTo>
                <a:lnTo>
                  <a:pt x="37" y="127"/>
                </a:lnTo>
                <a:lnTo>
                  <a:pt x="38" y="125"/>
                </a:lnTo>
                <a:lnTo>
                  <a:pt x="39" y="125"/>
                </a:lnTo>
                <a:lnTo>
                  <a:pt x="40" y="124"/>
                </a:lnTo>
                <a:lnTo>
                  <a:pt x="40" y="126"/>
                </a:lnTo>
                <a:lnTo>
                  <a:pt x="40" y="128"/>
                </a:lnTo>
                <a:lnTo>
                  <a:pt x="41" y="128"/>
                </a:lnTo>
                <a:lnTo>
                  <a:pt x="42" y="129"/>
                </a:lnTo>
                <a:lnTo>
                  <a:pt x="42" y="130"/>
                </a:lnTo>
                <a:lnTo>
                  <a:pt x="42" y="129"/>
                </a:lnTo>
                <a:lnTo>
                  <a:pt x="42" y="130"/>
                </a:lnTo>
                <a:lnTo>
                  <a:pt x="43" y="130"/>
                </a:lnTo>
                <a:lnTo>
                  <a:pt x="44" y="132"/>
                </a:lnTo>
                <a:lnTo>
                  <a:pt x="44" y="133"/>
                </a:lnTo>
                <a:lnTo>
                  <a:pt x="46" y="134"/>
                </a:lnTo>
                <a:lnTo>
                  <a:pt x="46" y="136"/>
                </a:lnTo>
                <a:lnTo>
                  <a:pt x="48" y="137"/>
                </a:lnTo>
                <a:lnTo>
                  <a:pt x="47" y="138"/>
                </a:lnTo>
                <a:lnTo>
                  <a:pt x="48" y="138"/>
                </a:lnTo>
                <a:lnTo>
                  <a:pt x="47" y="139"/>
                </a:lnTo>
                <a:lnTo>
                  <a:pt x="46" y="139"/>
                </a:lnTo>
                <a:lnTo>
                  <a:pt x="46" y="140"/>
                </a:lnTo>
                <a:lnTo>
                  <a:pt x="45" y="140"/>
                </a:lnTo>
                <a:lnTo>
                  <a:pt x="45" y="141"/>
                </a:lnTo>
                <a:lnTo>
                  <a:pt x="46" y="143"/>
                </a:lnTo>
                <a:lnTo>
                  <a:pt x="47" y="144"/>
                </a:lnTo>
                <a:lnTo>
                  <a:pt x="48" y="146"/>
                </a:lnTo>
                <a:lnTo>
                  <a:pt x="47" y="146"/>
                </a:lnTo>
                <a:lnTo>
                  <a:pt x="48" y="147"/>
                </a:lnTo>
                <a:lnTo>
                  <a:pt x="50" y="147"/>
                </a:lnTo>
                <a:lnTo>
                  <a:pt x="50" y="149"/>
                </a:lnTo>
                <a:lnTo>
                  <a:pt x="50" y="149"/>
                </a:lnTo>
                <a:lnTo>
                  <a:pt x="50" y="150"/>
                </a:lnTo>
                <a:lnTo>
                  <a:pt x="50" y="151"/>
                </a:lnTo>
                <a:lnTo>
                  <a:pt x="53" y="147"/>
                </a:lnTo>
                <a:lnTo>
                  <a:pt x="54" y="148"/>
                </a:lnTo>
                <a:lnTo>
                  <a:pt x="55" y="149"/>
                </a:lnTo>
                <a:lnTo>
                  <a:pt x="56" y="148"/>
                </a:lnTo>
                <a:lnTo>
                  <a:pt x="57" y="146"/>
                </a:lnTo>
                <a:lnTo>
                  <a:pt x="58" y="146"/>
                </a:lnTo>
                <a:lnTo>
                  <a:pt x="58" y="148"/>
                </a:lnTo>
                <a:lnTo>
                  <a:pt x="58" y="149"/>
                </a:lnTo>
                <a:lnTo>
                  <a:pt x="59" y="150"/>
                </a:lnTo>
                <a:lnTo>
                  <a:pt x="59" y="152"/>
                </a:lnTo>
                <a:lnTo>
                  <a:pt x="61" y="152"/>
                </a:lnTo>
                <a:lnTo>
                  <a:pt x="60" y="153"/>
                </a:lnTo>
                <a:lnTo>
                  <a:pt x="61" y="153"/>
                </a:lnTo>
                <a:lnTo>
                  <a:pt x="62" y="156"/>
                </a:lnTo>
                <a:lnTo>
                  <a:pt x="61" y="157"/>
                </a:lnTo>
                <a:lnTo>
                  <a:pt x="62" y="157"/>
                </a:lnTo>
                <a:lnTo>
                  <a:pt x="64" y="160"/>
                </a:lnTo>
                <a:lnTo>
                  <a:pt x="64" y="162"/>
                </a:lnTo>
                <a:lnTo>
                  <a:pt x="65" y="163"/>
                </a:lnTo>
                <a:lnTo>
                  <a:pt x="66" y="163"/>
                </a:lnTo>
                <a:close/>
              </a:path>
            </a:pathLst>
          </a:custGeom>
          <a:solidFill>
            <a:srgbClr val="4A80C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3747898" y="4994116"/>
            <a:ext cx="769560" cy="673365"/>
          </a:xfrm>
          <a:custGeom>
            <a:avLst/>
            <a:gdLst/>
            <a:ahLst/>
            <a:cxnLst/>
            <a:rect l="l" t="t" r="r" b="b"/>
            <a:pathLst>
              <a:path w="120" h="105">
                <a:moveTo>
                  <a:pt x="113" y="15"/>
                </a:moveTo>
                <a:lnTo>
                  <a:pt x="111" y="16"/>
                </a:lnTo>
                <a:lnTo>
                  <a:pt x="110" y="17"/>
                </a:lnTo>
                <a:lnTo>
                  <a:pt x="111" y="19"/>
                </a:lnTo>
                <a:lnTo>
                  <a:pt x="110" y="20"/>
                </a:lnTo>
                <a:lnTo>
                  <a:pt x="109" y="21"/>
                </a:lnTo>
                <a:lnTo>
                  <a:pt x="110" y="22"/>
                </a:lnTo>
                <a:lnTo>
                  <a:pt x="109" y="23"/>
                </a:lnTo>
                <a:lnTo>
                  <a:pt x="108" y="22"/>
                </a:lnTo>
                <a:lnTo>
                  <a:pt x="108" y="23"/>
                </a:lnTo>
                <a:lnTo>
                  <a:pt x="106" y="23"/>
                </a:lnTo>
                <a:lnTo>
                  <a:pt x="106" y="22"/>
                </a:lnTo>
                <a:lnTo>
                  <a:pt x="105" y="22"/>
                </a:lnTo>
                <a:lnTo>
                  <a:pt x="104" y="21"/>
                </a:lnTo>
                <a:lnTo>
                  <a:pt x="103" y="22"/>
                </a:lnTo>
                <a:lnTo>
                  <a:pt x="102" y="22"/>
                </a:lnTo>
                <a:lnTo>
                  <a:pt x="102" y="21"/>
                </a:lnTo>
                <a:lnTo>
                  <a:pt x="103" y="20"/>
                </a:lnTo>
                <a:lnTo>
                  <a:pt x="103" y="18"/>
                </a:lnTo>
                <a:lnTo>
                  <a:pt x="103" y="18"/>
                </a:lnTo>
                <a:lnTo>
                  <a:pt x="103" y="17"/>
                </a:lnTo>
                <a:lnTo>
                  <a:pt x="102" y="16"/>
                </a:lnTo>
                <a:lnTo>
                  <a:pt x="100" y="17"/>
                </a:lnTo>
                <a:lnTo>
                  <a:pt x="101" y="18"/>
                </a:lnTo>
                <a:lnTo>
                  <a:pt x="101" y="19"/>
                </a:lnTo>
                <a:lnTo>
                  <a:pt x="101" y="19"/>
                </a:lnTo>
                <a:lnTo>
                  <a:pt x="100" y="20"/>
                </a:lnTo>
                <a:lnTo>
                  <a:pt x="99" y="19"/>
                </a:lnTo>
                <a:lnTo>
                  <a:pt x="99" y="18"/>
                </a:lnTo>
                <a:lnTo>
                  <a:pt x="100" y="18"/>
                </a:lnTo>
                <a:lnTo>
                  <a:pt x="100" y="17"/>
                </a:lnTo>
                <a:lnTo>
                  <a:pt x="99" y="15"/>
                </a:lnTo>
                <a:lnTo>
                  <a:pt x="100" y="15"/>
                </a:lnTo>
                <a:lnTo>
                  <a:pt x="100" y="14"/>
                </a:lnTo>
                <a:lnTo>
                  <a:pt x="100" y="13"/>
                </a:lnTo>
                <a:lnTo>
                  <a:pt x="99" y="12"/>
                </a:lnTo>
                <a:lnTo>
                  <a:pt x="97" y="13"/>
                </a:lnTo>
                <a:lnTo>
                  <a:pt x="94" y="12"/>
                </a:lnTo>
                <a:lnTo>
                  <a:pt x="95" y="9"/>
                </a:lnTo>
                <a:lnTo>
                  <a:pt x="94" y="9"/>
                </a:lnTo>
                <a:lnTo>
                  <a:pt x="94" y="7"/>
                </a:lnTo>
                <a:lnTo>
                  <a:pt x="94" y="6"/>
                </a:lnTo>
                <a:lnTo>
                  <a:pt x="94" y="6"/>
                </a:lnTo>
                <a:lnTo>
                  <a:pt x="93" y="4"/>
                </a:lnTo>
                <a:lnTo>
                  <a:pt x="93" y="3"/>
                </a:lnTo>
                <a:lnTo>
                  <a:pt x="93" y="3"/>
                </a:lnTo>
                <a:lnTo>
                  <a:pt x="92" y="4"/>
                </a:lnTo>
                <a:lnTo>
                  <a:pt x="91" y="3"/>
                </a:lnTo>
                <a:lnTo>
                  <a:pt x="90" y="4"/>
                </a:lnTo>
                <a:lnTo>
                  <a:pt x="89" y="3"/>
                </a:lnTo>
                <a:lnTo>
                  <a:pt x="88" y="4"/>
                </a:lnTo>
                <a:lnTo>
                  <a:pt x="86" y="4"/>
                </a:lnTo>
                <a:lnTo>
                  <a:pt x="86" y="5"/>
                </a:lnTo>
                <a:lnTo>
                  <a:pt x="85" y="5"/>
                </a:lnTo>
                <a:lnTo>
                  <a:pt x="85" y="6"/>
                </a:lnTo>
                <a:lnTo>
                  <a:pt x="84" y="5"/>
                </a:lnTo>
                <a:lnTo>
                  <a:pt x="84" y="4"/>
                </a:lnTo>
                <a:lnTo>
                  <a:pt x="83" y="4"/>
                </a:lnTo>
                <a:lnTo>
                  <a:pt x="84" y="2"/>
                </a:lnTo>
                <a:lnTo>
                  <a:pt x="82" y="0"/>
                </a:lnTo>
                <a:lnTo>
                  <a:pt x="81" y="2"/>
                </a:lnTo>
                <a:lnTo>
                  <a:pt x="81" y="1"/>
                </a:lnTo>
                <a:lnTo>
                  <a:pt x="79" y="2"/>
                </a:lnTo>
                <a:lnTo>
                  <a:pt x="79" y="0"/>
                </a:lnTo>
                <a:lnTo>
                  <a:pt x="77" y="1"/>
                </a:lnTo>
                <a:lnTo>
                  <a:pt x="76" y="1"/>
                </a:lnTo>
                <a:lnTo>
                  <a:pt x="75" y="1"/>
                </a:lnTo>
                <a:lnTo>
                  <a:pt x="76" y="2"/>
                </a:lnTo>
                <a:lnTo>
                  <a:pt x="76" y="2"/>
                </a:lnTo>
                <a:lnTo>
                  <a:pt x="76" y="3"/>
                </a:lnTo>
                <a:lnTo>
                  <a:pt x="75" y="3"/>
                </a:lnTo>
                <a:lnTo>
                  <a:pt x="75" y="4"/>
                </a:lnTo>
                <a:lnTo>
                  <a:pt x="75" y="5"/>
                </a:lnTo>
                <a:lnTo>
                  <a:pt x="76" y="6"/>
                </a:lnTo>
                <a:lnTo>
                  <a:pt x="75" y="9"/>
                </a:lnTo>
                <a:lnTo>
                  <a:pt x="74" y="9"/>
                </a:lnTo>
                <a:lnTo>
                  <a:pt x="74" y="10"/>
                </a:lnTo>
                <a:lnTo>
                  <a:pt x="73" y="10"/>
                </a:lnTo>
                <a:lnTo>
                  <a:pt x="73" y="11"/>
                </a:lnTo>
                <a:lnTo>
                  <a:pt x="72" y="10"/>
                </a:lnTo>
                <a:lnTo>
                  <a:pt x="72" y="9"/>
                </a:lnTo>
                <a:lnTo>
                  <a:pt x="72" y="9"/>
                </a:lnTo>
                <a:lnTo>
                  <a:pt x="72" y="9"/>
                </a:lnTo>
                <a:lnTo>
                  <a:pt x="72" y="8"/>
                </a:lnTo>
                <a:lnTo>
                  <a:pt x="71" y="8"/>
                </a:lnTo>
                <a:lnTo>
                  <a:pt x="68" y="8"/>
                </a:lnTo>
                <a:lnTo>
                  <a:pt x="68" y="8"/>
                </a:lnTo>
                <a:lnTo>
                  <a:pt x="67" y="9"/>
                </a:lnTo>
                <a:lnTo>
                  <a:pt x="68" y="10"/>
                </a:lnTo>
                <a:lnTo>
                  <a:pt x="67" y="11"/>
                </a:lnTo>
                <a:lnTo>
                  <a:pt x="66" y="10"/>
                </a:lnTo>
                <a:lnTo>
                  <a:pt x="64" y="11"/>
                </a:lnTo>
                <a:lnTo>
                  <a:pt x="65" y="12"/>
                </a:lnTo>
                <a:lnTo>
                  <a:pt x="66" y="12"/>
                </a:lnTo>
                <a:lnTo>
                  <a:pt x="65" y="14"/>
                </a:lnTo>
                <a:lnTo>
                  <a:pt x="65" y="14"/>
                </a:lnTo>
                <a:lnTo>
                  <a:pt x="64" y="15"/>
                </a:lnTo>
                <a:lnTo>
                  <a:pt x="64" y="14"/>
                </a:lnTo>
                <a:lnTo>
                  <a:pt x="63" y="14"/>
                </a:lnTo>
                <a:lnTo>
                  <a:pt x="63" y="15"/>
                </a:lnTo>
                <a:lnTo>
                  <a:pt x="63" y="16"/>
                </a:lnTo>
                <a:lnTo>
                  <a:pt x="62" y="16"/>
                </a:lnTo>
                <a:lnTo>
                  <a:pt x="63" y="18"/>
                </a:lnTo>
                <a:lnTo>
                  <a:pt x="62" y="18"/>
                </a:lnTo>
                <a:lnTo>
                  <a:pt x="62" y="17"/>
                </a:lnTo>
                <a:lnTo>
                  <a:pt x="61" y="17"/>
                </a:lnTo>
                <a:lnTo>
                  <a:pt x="59" y="17"/>
                </a:lnTo>
                <a:lnTo>
                  <a:pt x="59" y="16"/>
                </a:lnTo>
                <a:lnTo>
                  <a:pt x="60" y="16"/>
                </a:lnTo>
                <a:lnTo>
                  <a:pt x="60" y="15"/>
                </a:lnTo>
                <a:lnTo>
                  <a:pt x="61" y="14"/>
                </a:lnTo>
                <a:lnTo>
                  <a:pt x="60" y="14"/>
                </a:lnTo>
                <a:lnTo>
                  <a:pt x="61" y="13"/>
                </a:lnTo>
                <a:lnTo>
                  <a:pt x="60" y="13"/>
                </a:lnTo>
                <a:lnTo>
                  <a:pt x="60" y="13"/>
                </a:lnTo>
                <a:lnTo>
                  <a:pt x="60" y="12"/>
                </a:lnTo>
                <a:lnTo>
                  <a:pt x="59" y="12"/>
                </a:lnTo>
                <a:lnTo>
                  <a:pt x="59" y="11"/>
                </a:lnTo>
                <a:lnTo>
                  <a:pt x="57" y="9"/>
                </a:lnTo>
                <a:lnTo>
                  <a:pt x="57" y="10"/>
                </a:lnTo>
                <a:lnTo>
                  <a:pt x="57" y="11"/>
                </a:lnTo>
                <a:lnTo>
                  <a:pt x="59" y="13"/>
                </a:lnTo>
                <a:lnTo>
                  <a:pt x="58" y="13"/>
                </a:lnTo>
                <a:lnTo>
                  <a:pt x="58" y="15"/>
                </a:lnTo>
                <a:lnTo>
                  <a:pt x="57" y="15"/>
                </a:lnTo>
                <a:lnTo>
                  <a:pt x="58" y="16"/>
                </a:lnTo>
                <a:lnTo>
                  <a:pt x="58" y="16"/>
                </a:lnTo>
                <a:lnTo>
                  <a:pt x="56" y="15"/>
                </a:lnTo>
                <a:lnTo>
                  <a:pt x="56" y="16"/>
                </a:lnTo>
                <a:lnTo>
                  <a:pt x="56" y="17"/>
                </a:lnTo>
                <a:lnTo>
                  <a:pt x="55" y="18"/>
                </a:lnTo>
                <a:lnTo>
                  <a:pt x="54" y="17"/>
                </a:lnTo>
                <a:lnTo>
                  <a:pt x="54" y="16"/>
                </a:lnTo>
                <a:lnTo>
                  <a:pt x="53" y="16"/>
                </a:lnTo>
                <a:lnTo>
                  <a:pt x="52" y="15"/>
                </a:lnTo>
                <a:lnTo>
                  <a:pt x="51" y="14"/>
                </a:lnTo>
                <a:lnTo>
                  <a:pt x="50" y="14"/>
                </a:lnTo>
                <a:lnTo>
                  <a:pt x="50" y="13"/>
                </a:lnTo>
                <a:lnTo>
                  <a:pt x="49" y="13"/>
                </a:lnTo>
                <a:lnTo>
                  <a:pt x="48" y="11"/>
                </a:lnTo>
                <a:lnTo>
                  <a:pt x="47" y="11"/>
                </a:lnTo>
                <a:lnTo>
                  <a:pt x="47" y="13"/>
                </a:lnTo>
                <a:lnTo>
                  <a:pt x="46" y="13"/>
                </a:lnTo>
                <a:lnTo>
                  <a:pt x="46" y="15"/>
                </a:lnTo>
                <a:lnTo>
                  <a:pt x="44" y="15"/>
                </a:lnTo>
                <a:lnTo>
                  <a:pt x="43" y="15"/>
                </a:lnTo>
                <a:lnTo>
                  <a:pt x="43" y="14"/>
                </a:lnTo>
                <a:lnTo>
                  <a:pt x="42" y="15"/>
                </a:lnTo>
                <a:lnTo>
                  <a:pt x="42" y="16"/>
                </a:lnTo>
                <a:lnTo>
                  <a:pt x="41" y="17"/>
                </a:lnTo>
                <a:lnTo>
                  <a:pt x="41" y="18"/>
                </a:lnTo>
                <a:lnTo>
                  <a:pt x="41" y="19"/>
                </a:lnTo>
                <a:lnTo>
                  <a:pt x="41" y="20"/>
                </a:lnTo>
                <a:lnTo>
                  <a:pt x="41" y="21"/>
                </a:lnTo>
                <a:lnTo>
                  <a:pt x="43" y="22"/>
                </a:lnTo>
                <a:lnTo>
                  <a:pt x="43" y="21"/>
                </a:lnTo>
                <a:lnTo>
                  <a:pt x="44" y="21"/>
                </a:lnTo>
                <a:lnTo>
                  <a:pt x="45" y="21"/>
                </a:lnTo>
                <a:lnTo>
                  <a:pt x="45" y="23"/>
                </a:lnTo>
                <a:lnTo>
                  <a:pt x="46" y="23"/>
                </a:lnTo>
                <a:lnTo>
                  <a:pt x="45" y="25"/>
                </a:lnTo>
                <a:lnTo>
                  <a:pt x="46" y="26"/>
                </a:lnTo>
                <a:lnTo>
                  <a:pt x="47" y="25"/>
                </a:lnTo>
                <a:lnTo>
                  <a:pt x="48" y="26"/>
                </a:lnTo>
                <a:lnTo>
                  <a:pt x="50" y="25"/>
                </a:lnTo>
                <a:lnTo>
                  <a:pt x="51" y="25"/>
                </a:lnTo>
                <a:lnTo>
                  <a:pt x="52" y="25"/>
                </a:lnTo>
                <a:lnTo>
                  <a:pt x="54" y="27"/>
                </a:lnTo>
                <a:lnTo>
                  <a:pt x="53" y="28"/>
                </a:lnTo>
                <a:lnTo>
                  <a:pt x="54" y="28"/>
                </a:lnTo>
                <a:lnTo>
                  <a:pt x="55" y="29"/>
                </a:lnTo>
                <a:lnTo>
                  <a:pt x="54" y="30"/>
                </a:lnTo>
                <a:lnTo>
                  <a:pt x="54" y="31"/>
                </a:lnTo>
                <a:lnTo>
                  <a:pt x="55" y="31"/>
                </a:lnTo>
                <a:lnTo>
                  <a:pt x="55" y="31"/>
                </a:lnTo>
                <a:lnTo>
                  <a:pt x="54" y="33"/>
                </a:lnTo>
                <a:lnTo>
                  <a:pt x="53" y="33"/>
                </a:lnTo>
                <a:lnTo>
                  <a:pt x="52" y="34"/>
                </a:lnTo>
                <a:lnTo>
                  <a:pt x="51" y="33"/>
                </a:lnTo>
                <a:lnTo>
                  <a:pt x="50" y="33"/>
                </a:lnTo>
                <a:lnTo>
                  <a:pt x="49" y="34"/>
                </a:lnTo>
                <a:lnTo>
                  <a:pt x="47" y="34"/>
                </a:lnTo>
                <a:lnTo>
                  <a:pt x="47" y="34"/>
                </a:lnTo>
                <a:lnTo>
                  <a:pt x="46" y="34"/>
                </a:lnTo>
                <a:lnTo>
                  <a:pt x="45" y="35"/>
                </a:lnTo>
                <a:lnTo>
                  <a:pt x="44" y="35"/>
                </a:lnTo>
                <a:lnTo>
                  <a:pt x="43" y="35"/>
                </a:lnTo>
                <a:lnTo>
                  <a:pt x="43" y="35"/>
                </a:lnTo>
                <a:lnTo>
                  <a:pt x="41" y="36"/>
                </a:lnTo>
                <a:lnTo>
                  <a:pt x="40" y="35"/>
                </a:lnTo>
                <a:lnTo>
                  <a:pt x="40" y="35"/>
                </a:lnTo>
                <a:lnTo>
                  <a:pt x="39" y="34"/>
                </a:lnTo>
                <a:lnTo>
                  <a:pt x="37" y="33"/>
                </a:lnTo>
                <a:lnTo>
                  <a:pt x="35" y="34"/>
                </a:lnTo>
                <a:lnTo>
                  <a:pt x="35" y="35"/>
                </a:lnTo>
                <a:lnTo>
                  <a:pt x="34" y="37"/>
                </a:lnTo>
                <a:lnTo>
                  <a:pt x="33" y="39"/>
                </a:lnTo>
                <a:lnTo>
                  <a:pt x="34" y="39"/>
                </a:lnTo>
                <a:lnTo>
                  <a:pt x="33" y="40"/>
                </a:lnTo>
                <a:lnTo>
                  <a:pt x="33" y="41"/>
                </a:lnTo>
                <a:lnTo>
                  <a:pt x="32" y="43"/>
                </a:lnTo>
                <a:lnTo>
                  <a:pt x="32" y="42"/>
                </a:lnTo>
                <a:lnTo>
                  <a:pt x="30" y="42"/>
                </a:lnTo>
                <a:lnTo>
                  <a:pt x="26" y="44"/>
                </a:lnTo>
                <a:lnTo>
                  <a:pt x="25" y="44"/>
                </a:lnTo>
                <a:lnTo>
                  <a:pt x="26" y="43"/>
                </a:lnTo>
                <a:lnTo>
                  <a:pt x="25" y="43"/>
                </a:lnTo>
                <a:lnTo>
                  <a:pt x="24" y="44"/>
                </a:lnTo>
                <a:lnTo>
                  <a:pt x="23" y="43"/>
                </a:lnTo>
                <a:lnTo>
                  <a:pt x="21" y="44"/>
                </a:lnTo>
                <a:lnTo>
                  <a:pt x="20" y="43"/>
                </a:lnTo>
                <a:lnTo>
                  <a:pt x="19" y="44"/>
                </a:lnTo>
                <a:lnTo>
                  <a:pt x="18" y="42"/>
                </a:lnTo>
                <a:lnTo>
                  <a:pt x="16" y="40"/>
                </a:lnTo>
                <a:lnTo>
                  <a:pt x="13" y="43"/>
                </a:lnTo>
                <a:lnTo>
                  <a:pt x="13" y="44"/>
                </a:lnTo>
                <a:lnTo>
                  <a:pt x="13" y="44"/>
                </a:lnTo>
                <a:lnTo>
                  <a:pt x="12" y="45"/>
                </a:lnTo>
                <a:lnTo>
                  <a:pt x="11" y="43"/>
                </a:lnTo>
                <a:lnTo>
                  <a:pt x="10" y="43"/>
                </a:lnTo>
                <a:lnTo>
                  <a:pt x="9" y="42"/>
                </a:lnTo>
                <a:lnTo>
                  <a:pt x="9" y="41"/>
                </a:lnTo>
                <a:lnTo>
                  <a:pt x="8" y="41"/>
                </a:lnTo>
                <a:lnTo>
                  <a:pt x="7" y="41"/>
                </a:lnTo>
                <a:lnTo>
                  <a:pt x="6" y="44"/>
                </a:lnTo>
                <a:lnTo>
                  <a:pt x="4" y="45"/>
                </a:lnTo>
                <a:lnTo>
                  <a:pt x="2" y="48"/>
                </a:lnTo>
                <a:lnTo>
                  <a:pt x="1" y="48"/>
                </a:lnTo>
                <a:lnTo>
                  <a:pt x="1" y="49"/>
                </a:lnTo>
                <a:lnTo>
                  <a:pt x="1" y="49"/>
                </a:lnTo>
                <a:lnTo>
                  <a:pt x="2" y="49"/>
                </a:lnTo>
                <a:lnTo>
                  <a:pt x="1" y="49"/>
                </a:lnTo>
                <a:lnTo>
                  <a:pt x="0" y="49"/>
                </a:lnTo>
                <a:lnTo>
                  <a:pt x="1" y="51"/>
                </a:lnTo>
                <a:lnTo>
                  <a:pt x="2" y="50"/>
                </a:lnTo>
                <a:lnTo>
                  <a:pt x="2" y="50"/>
                </a:lnTo>
                <a:lnTo>
                  <a:pt x="4" y="52"/>
                </a:lnTo>
                <a:lnTo>
                  <a:pt x="4" y="53"/>
                </a:lnTo>
                <a:lnTo>
                  <a:pt x="4" y="54"/>
                </a:lnTo>
                <a:lnTo>
                  <a:pt x="3" y="54"/>
                </a:lnTo>
                <a:lnTo>
                  <a:pt x="2" y="55"/>
                </a:lnTo>
                <a:lnTo>
                  <a:pt x="3" y="57"/>
                </a:lnTo>
                <a:lnTo>
                  <a:pt x="4" y="57"/>
                </a:lnTo>
                <a:lnTo>
                  <a:pt x="3" y="59"/>
                </a:lnTo>
                <a:lnTo>
                  <a:pt x="5" y="61"/>
                </a:lnTo>
                <a:lnTo>
                  <a:pt x="5" y="62"/>
                </a:lnTo>
                <a:lnTo>
                  <a:pt x="10" y="62"/>
                </a:lnTo>
                <a:lnTo>
                  <a:pt x="10" y="61"/>
                </a:lnTo>
                <a:lnTo>
                  <a:pt x="11" y="59"/>
                </a:lnTo>
                <a:lnTo>
                  <a:pt x="15" y="59"/>
                </a:lnTo>
                <a:lnTo>
                  <a:pt x="17" y="58"/>
                </a:lnTo>
                <a:lnTo>
                  <a:pt x="18" y="59"/>
                </a:lnTo>
                <a:lnTo>
                  <a:pt x="17" y="60"/>
                </a:lnTo>
                <a:lnTo>
                  <a:pt x="18" y="60"/>
                </a:lnTo>
                <a:lnTo>
                  <a:pt x="19" y="60"/>
                </a:lnTo>
                <a:lnTo>
                  <a:pt x="20" y="61"/>
                </a:lnTo>
                <a:lnTo>
                  <a:pt x="20" y="62"/>
                </a:lnTo>
                <a:lnTo>
                  <a:pt x="20" y="62"/>
                </a:lnTo>
                <a:lnTo>
                  <a:pt x="21" y="63"/>
                </a:lnTo>
                <a:lnTo>
                  <a:pt x="21" y="63"/>
                </a:lnTo>
                <a:lnTo>
                  <a:pt x="22" y="64"/>
                </a:lnTo>
                <a:lnTo>
                  <a:pt x="22" y="65"/>
                </a:lnTo>
                <a:lnTo>
                  <a:pt x="22" y="65"/>
                </a:lnTo>
                <a:lnTo>
                  <a:pt x="22" y="66"/>
                </a:lnTo>
                <a:lnTo>
                  <a:pt x="20" y="66"/>
                </a:lnTo>
                <a:lnTo>
                  <a:pt x="19" y="68"/>
                </a:lnTo>
                <a:lnTo>
                  <a:pt x="19" y="68"/>
                </a:lnTo>
                <a:lnTo>
                  <a:pt x="19" y="70"/>
                </a:lnTo>
                <a:lnTo>
                  <a:pt x="19" y="71"/>
                </a:lnTo>
                <a:lnTo>
                  <a:pt x="18" y="72"/>
                </a:lnTo>
                <a:lnTo>
                  <a:pt x="17" y="72"/>
                </a:lnTo>
                <a:lnTo>
                  <a:pt x="18" y="73"/>
                </a:lnTo>
                <a:lnTo>
                  <a:pt x="17" y="75"/>
                </a:lnTo>
                <a:lnTo>
                  <a:pt x="16" y="75"/>
                </a:lnTo>
                <a:lnTo>
                  <a:pt x="17" y="76"/>
                </a:lnTo>
                <a:lnTo>
                  <a:pt x="16" y="80"/>
                </a:lnTo>
                <a:lnTo>
                  <a:pt x="15" y="79"/>
                </a:lnTo>
                <a:lnTo>
                  <a:pt x="14" y="81"/>
                </a:lnTo>
                <a:lnTo>
                  <a:pt x="15" y="82"/>
                </a:lnTo>
                <a:lnTo>
                  <a:pt x="17" y="83"/>
                </a:lnTo>
                <a:lnTo>
                  <a:pt x="17" y="84"/>
                </a:lnTo>
                <a:lnTo>
                  <a:pt x="17" y="85"/>
                </a:lnTo>
                <a:lnTo>
                  <a:pt x="17" y="85"/>
                </a:lnTo>
                <a:lnTo>
                  <a:pt x="17" y="85"/>
                </a:lnTo>
                <a:lnTo>
                  <a:pt x="19" y="84"/>
                </a:lnTo>
                <a:lnTo>
                  <a:pt x="19" y="87"/>
                </a:lnTo>
                <a:lnTo>
                  <a:pt x="21" y="88"/>
                </a:lnTo>
                <a:lnTo>
                  <a:pt x="21" y="89"/>
                </a:lnTo>
                <a:lnTo>
                  <a:pt x="25" y="90"/>
                </a:lnTo>
                <a:lnTo>
                  <a:pt x="25" y="91"/>
                </a:lnTo>
                <a:lnTo>
                  <a:pt x="24" y="91"/>
                </a:lnTo>
                <a:lnTo>
                  <a:pt x="25" y="92"/>
                </a:lnTo>
                <a:lnTo>
                  <a:pt x="24" y="92"/>
                </a:lnTo>
                <a:lnTo>
                  <a:pt x="23" y="91"/>
                </a:lnTo>
                <a:lnTo>
                  <a:pt x="23" y="92"/>
                </a:lnTo>
                <a:lnTo>
                  <a:pt x="23" y="92"/>
                </a:lnTo>
                <a:lnTo>
                  <a:pt x="22" y="94"/>
                </a:lnTo>
                <a:lnTo>
                  <a:pt x="21" y="95"/>
                </a:lnTo>
                <a:lnTo>
                  <a:pt x="22" y="95"/>
                </a:lnTo>
                <a:lnTo>
                  <a:pt x="23" y="96"/>
                </a:lnTo>
                <a:lnTo>
                  <a:pt x="22" y="97"/>
                </a:lnTo>
                <a:lnTo>
                  <a:pt x="21" y="98"/>
                </a:lnTo>
                <a:lnTo>
                  <a:pt x="19" y="100"/>
                </a:lnTo>
                <a:lnTo>
                  <a:pt x="19" y="102"/>
                </a:lnTo>
                <a:lnTo>
                  <a:pt x="20" y="102"/>
                </a:lnTo>
                <a:lnTo>
                  <a:pt x="21" y="104"/>
                </a:lnTo>
                <a:lnTo>
                  <a:pt x="22" y="104"/>
                </a:lnTo>
                <a:lnTo>
                  <a:pt x="23" y="105"/>
                </a:lnTo>
                <a:lnTo>
                  <a:pt x="24" y="104"/>
                </a:lnTo>
                <a:lnTo>
                  <a:pt x="25" y="103"/>
                </a:lnTo>
                <a:lnTo>
                  <a:pt x="26" y="102"/>
                </a:lnTo>
                <a:lnTo>
                  <a:pt x="26" y="102"/>
                </a:lnTo>
                <a:lnTo>
                  <a:pt x="29" y="101"/>
                </a:lnTo>
                <a:lnTo>
                  <a:pt x="29" y="99"/>
                </a:lnTo>
                <a:lnTo>
                  <a:pt x="30" y="98"/>
                </a:lnTo>
                <a:lnTo>
                  <a:pt x="33" y="96"/>
                </a:lnTo>
                <a:lnTo>
                  <a:pt x="34" y="98"/>
                </a:lnTo>
                <a:lnTo>
                  <a:pt x="35" y="98"/>
                </a:lnTo>
                <a:lnTo>
                  <a:pt x="36" y="97"/>
                </a:lnTo>
                <a:lnTo>
                  <a:pt x="37" y="97"/>
                </a:lnTo>
                <a:lnTo>
                  <a:pt x="39" y="100"/>
                </a:lnTo>
                <a:lnTo>
                  <a:pt x="41" y="100"/>
                </a:lnTo>
                <a:lnTo>
                  <a:pt x="41" y="101"/>
                </a:lnTo>
                <a:lnTo>
                  <a:pt x="43" y="101"/>
                </a:lnTo>
                <a:lnTo>
                  <a:pt x="44" y="102"/>
                </a:lnTo>
                <a:lnTo>
                  <a:pt x="45" y="103"/>
                </a:lnTo>
                <a:lnTo>
                  <a:pt x="46" y="102"/>
                </a:lnTo>
                <a:lnTo>
                  <a:pt x="48" y="102"/>
                </a:lnTo>
                <a:lnTo>
                  <a:pt x="48" y="103"/>
                </a:lnTo>
                <a:lnTo>
                  <a:pt x="50" y="104"/>
                </a:lnTo>
                <a:lnTo>
                  <a:pt x="50" y="103"/>
                </a:lnTo>
                <a:lnTo>
                  <a:pt x="51" y="102"/>
                </a:lnTo>
                <a:lnTo>
                  <a:pt x="52" y="101"/>
                </a:lnTo>
                <a:lnTo>
                  <a:pt x="53" y="101"/>
                </a:lnTo>
                <a:lnTo>
                  <a:pt x="53" y="99"/>
                </a:lnTo>
                <a:lnTo>
                  <a:pt x="52" y="97"/>
                </a:lnTo>
                <a:lnTo>
                  <a:pt x="53" y="97"/>
                </a:lnTo>
                <a:lnTo>
                  <a:pt x="53" y="96"/>
                </a:lnTo>
                <a:lnTo>
                  <a:pt x="55" y="96"/>
                </a:lnTo>
                <a:lnTo>
                  <a:pt x="58" y="95"/>
                </a:lnTo>
                <a:lnTo>
                  <a:pt x="60" y="94"/>
                </a:lnTo>
                <a:lnTo>
                  <a:pt x="61" y="94"/>
                </a:lnTo>
                <a:lnTo>
                  <a:pt x="62" y="93"/>
                </a:lnTo>
                <a:lnTo>
                  <a:pt x="62" y="92"/>
                </a:lnTo>
                <a:lnTo>
                  <a:pt x="67" y="92"/>
                </a:lnTo>
                <a:lnTo>
                  <a:pt x="67" y="90"/>
                </a:lnTo>
                <a:lnTo>
                  <a:pt x="68" y="90"/>
                </a:lnTo>
                <a:lnTo>
                  <a:pt x="69" y="90"/>
                </a:lnTo>
                <a:lnTo>
                  <a:pt x="70" y="89"/>
                </a:lnTo>
                <a:lnTo>
                  <a:pt x="70" y="88"/>
                </a:lnTo>
                <a:lnTo>
                  <a:pt x="69" y="87"/>
                </a:lnTo>
                <a:lnTo>
                  <a:pt x="69" y="86"/>
                </a:lnTo>
                <a:lnTo>
                  <a:pt x="69" y="86"/>
                </a:lnTo>
                <a:lnTo>
                  <a:pt x="70" y="84"/>
                </a:lnTo>
                <a:lnTo>
                  <a:pt x="71" y="84"/>
                </a:lnTo>
                <a:lnTo>
                  <a:pt x="71" y="83"/>
                </a:lnTo>
                <a:lnTo>
                  <a:pt x="73" y="82"/>
                </a:lnTo>
                <a:lnTo>
                  <a:pt x="73" y="82"/>
                </a:lnTo>
                <a:lnTo>
                  <a:pt x="74" y="82"/>
                </a:lnTo>
                <a:lnTo>
                  <a:pt x="74" y="83"/>
                </a:lnTo>
                <a:lnTo>
                  <a:pt x="76" y="85"/>
                </a:lnTo>
                <a:lnTo>
                  <a:pt x="76" y="86"/>
                </a:lnTo>
                <a:lnTo>
                  <a:pt x="76" y="86"/>
                </a:lnTo>
                <a:lnTo>
                  <a:pt x="77" y="87"/>
                </a:lnTo>
                <a:lnTo>
                  <a:pt x="77" y="86"/>
                </a:lnTo>
                <a:lnTo>
                  <a:pt x="78" y="87"/>
                </a:lnTo>
                <a:lnTo>
                  <a:pt x="78" y="88"/>
                </a:lnTo>
                <a:lnTo>
                  <a:pt x="78" y="89"/>
                </a:lnTo>
                <a:lnTo>
                  <a:pt x="79" y="89"/>
                </a:lnTo>
                <a:lnTo>
                  <a:pt x="79" y="89"/>
                </a:lnTo>
                <a:lnTo>
                  <a:pt x="79" y="91"/>
                </a:lnTo>
                <a:lnTo>
                  <a:pt x="80" y="91"/>
                </a:lnTo>
                <a:lnTo>
                  <a:pt x="81" y="90"/>
                </a:lnTo>
                <a:lnTo>
                  <a:pt x="82" y="90"/>
                </a:lnTo>
                <a:lnTo>
                  <a:pt x="82" y="88"/>
                </a:lnTo>
                <a:lnTo>
                  <a:pt x="83" y="88"/>
                </a:lnTo>
                <a:lnTo>
                  <a:pt x="83" y="89"/>
                </a:lnTo>
                <a:lnTo>
                  <a:pt x="84" y="91"/>
                </a:lnTo>
                <a:lnTo>
                  <a:pt x="85" y="90"/>
                </a:lnTo>
                <a:lnTo>
                  <a:pt x="85" y="90"/>
                </a:lnTo>
                <a:lnTo>
                  <a:pt x="85" y="91"/>
                </a:lnTo>
                <a:lnTo>
                  <a:pt x="86" y="92"/>
                </a:lnTo>
                <a:lnTo>
                  <a:pt x="85" y="92"/>
                </a:lnTo>
                <a:lnTo>
                  <a:pt x="87" y="93"/>
                </a:lnTo>
                <a:lnTo>
                  <a:pt x="90" y="91"/>
                </a:lnTo>
                <a:lnTo>
                  <a:pt x="92" y="91"/>
                </a:lnTo>
                <a:lnTo>
                  <a:pt x="92" y="90"/>
                </a:lnTo>
                <a:lnTo>
                  <a:pt x="93" y="88"/>
                </a:lnTo>
                <a:lnTo>
                  <a:pt x="93" y="86"/>
                </a:lnTo>
                <a:lnTo>
                  <a:pt x="94" y="86"/>
                </a:lnTo>
                <a:lnTo>
                  <a:pt x="93" y="85"/>
                </a:lnTo>
                <a:lnTo>
                  <a:pt x="94" y="85"/>
                </a:lnTo>
                <a:lnTo>
                  <a:pt x="95" y="85"/>
                </a:lnTo>
                <a:lnTo>
                  <a:pt x="95" y="85"/>
                </a:lnTo>
                <a:lnTo>
                  <a:pt x="95" y="84"/>
                </a:lnTo>
                <a:lnTo>
                  <a:pt x="96" y="83"/>
                </a:lnTo>
                <a:lnTo>
                  <a:pt x="97" y="83"/>
                </a:lnTo>
                <a:lnTo>
                  <a:pt x="98" y="84"/>
                </a:lnTo>
                <a:lnTo>
                  <a:pt x="98" y="85"/>
                </a:lnTo>
                <a:lnTo>
                  <a:pt x="99" y="84"/>
                </a:lnTo>
                <a:lnTo>
                  <a:pt x="102" y="86"/>
                </a:lnTo>
                <a:lnTo>
                  <a:pt x="102" y="87"/>
                </a:lnTo>
                <a:lnTo>
                  <a:pt x="103" y="88"/>
                </a:lnTo>
                <a:lnTo>
                  <a:pt x="102" y="85"/>
                </a:lnTo>
                <a:lnTo>
                  <a:pt x="102" y="84"/>
                </a:lnTo>
                <a:lnTo>
                  <a:pt x="103" y="83"/>
                </a:lnTo>
                <a:lnTo>
                  <a:pt x="104" y="83"/>
                </a:lnTo>
                <a:lnTo>
                  <a:pt x="103" y="82"/>
                </a:lnTo>
                <a:lnTo>
                  <a:pt x="104" y="81"/>
                </a:lnTo>
                <a:lnTo>
                  <a:pt x="106" y="80"/>
                </a:lnTo>
                <a:lnTo>
                  <a:pt x="106" y="82"/>
                </a:lnTo>
                <a:lnTo>
                  <a:pt x="106" y="82"/>
                </a:lnTo>
                <a:lnTo>
                  <a:pt x="106" y="83"/>
                </a:lnTo>
                <a:lnTo>
                  <a:pt x="107" y="82"/>
                </a:lnTo>
                <a:lnTo>
                  <a:pt x="109" y="82"/>
                </a:lnTo>
                <a:lnTo>
                  <a:pt x="111" y="83"/>
                </a:lnTo>
                <a:lnTo>
                  <a:pt x="112" y="82"/>
                </a:lnTo>
                <a:lnTo>
                  <a:pt x="111" y="82"/>
                </a:lnTo>
                <a:lnTo>
                  <a:pt x="111" y="80"/>
                </a:lnTo>
                <a:lnTo>
                  <a:pt x="112" y="78"/>
                </a:lnTo>
                <a:lnTo>
                  <a:pt x="110" y="78"/>
                </a:lnTo>
                <a:lnTo>
                  <a:pt x="109" y="79"/>
                </a:lnTo>
                <a:lnTo>
                  <a:pt x="108" y="79"/>
                </a:lnTo>
                <a:lnTo>
                  <a:pt x="108" y="78"/>
                </a:lnTo>
                <a:lnTo>
                  <a:pt x="109" y="78"/>
                </a:lnTo>
                <a:lnTo>
                  <a:pt x="109" y="78"/>
                </a:lnTo>
                <a:lnTo>
                  <a:pt x="110" y="77"/>
                </a:lnTo>
                <a:lnTo>
                  <a:pt x="110" y="77"/>
                </a:lnTo>
                <a:lnTo>
                  <a:pt x="111" y="77"/>
                </a:lnTo>
                <a:lnTo>
                  <a:pt x="111" y="77"/>
                </a:lnTo>
                <a:lnTo>
                  <a:pt x="112" y="76"/>
                </a:lnTo>
                <a:lnTo>
                  <a:pt x="113" y="76"/>
                </a:lnTo>
                <a:lnTo>
                  <a:pt x="113" y="77"/>
                </a:lnTo>
                <a:lnTo>
                  <a:pt x="113" y="78"/>
                </a:lnTo>
                <a:lnTo>
                  <a:pt x="114" y="76"/>
                </a:lnTo>
                <a:lnTo>
                  <a:pt x="114" y="78"/>
                </a:lnTo>
                <a:lnTo>
                  <a:pt x="116" y="78"/>
                </a:lnTo>
                <a:lnTo>
                  <a:pt x="117" y="78"/>
                </a:lnTo>
                <a:lnTo>
                  <a:pt x="117" y="77"/>
                </a:lnTo>
                <a:lnTo>
                  <a:pt x="117" y="75"/>
                </a:lnTo>
                <a:lnTo>
                  <a:pt x="117" y="75"/>
                </a:lnTo>
                <a:lnTo>
                  <a:pt x="119" y="73"/>
                </a:lnTo>
                <a:lnTo>
                  <a:pt x="118" y="72"/>
                </a:lnTo>
                <a:lnTo>
                  <a:pt x="119" y="71"/>
                </a:lnTo>
                <a:lnTo>
                  <a:pt x="119" y="70"/>
                </a:lnTo>
                <a:lnTo>
                  <a:pt x="119" y="69"/>
                </a:lnTo>
                <a:lnTo>
                  <a:pt x="120" y="69"/>
                </a:lnTo>
                <a:lnTo>
                  <a:pt x="120" y="69"/>
                </a:lnTo>
                <a:lnTo>
                  <a:pt x="119" y="68"/>
                </a:lnTo>
                <a:lnTo>
                  <a:pt x="118" y="66"/>
                </a:lnTo>
                <a:lnTo>
                  <a:pt x="119" y="64"/>
                </a:lnTo>
                <a:lnTo>
                  <a:pt x="118" y="65"/>
                </a:lnTo>
                <a:lnTo>
                  <a:pt x="117" y="66"/>
                </a:lnTo>
                <a:lnTo>
                  <a:pt x="116" y="65"/>
                </a:lnTo>
                <a:lnTo>
                  <a:pt x="115" y="65"/>
                </a:lnTo>
                <a:lnTo>
                  <a:pt x="115" y="64"/>
                </a:lnTo>
                <a:lnTo>
                  <a:pt x="116" y="62"/>
                </a:lnTo>
                <a:lnTo>
                  <a:pt x="117" y="61"/>
                </a:lnTo>
                <a:lnTo>
                  <a:pt x="117" y="61"/>
                </a:lnTo>
                <a:lnTo>
                  <a:pt x="117" y="60"/>
                </a:lnTo>
                <a:lnTo>
                  <a:pt x="117" y="60"/>
                </a:lnTo>
                <a:lnTo>
                  <a:pt x="117" y="60"/>
                </a:lnTo>
                <a:lnTo>
                  <a:pt x="116" y="57"/>
                </a:lnTo>
                <a:lnTo>
                  <a:pt x="116" y="57"/>
                </a:lnTo>
                <a:lnTo>
                  <a:pt x="115" y="57"/>
                </a:lnTo>
                <a:lnTo>
                  <a:pt x="115" y="56"/>
                </a:lnTo>
                <a:lnTo>
                  <a:pt x="116" y="56"/>
                </a:lnTo>
                <a:lnTo>
                  <a:pt x="118" y="54"/>
                </a:lnTo>
                <a:lnTo>
                  <a:pt x="119" y="54"/>
                </a:lnTo>
                <a:lnTo>
                  <a:pt x="118" y="53"/>
                </a:lnTo>
                <a:lnTo>
                  <a:pt x="118" y="51"/>
                </a:lnTo>
                <a:lnTo>
                  <a:pt x="120" y="50"/>
                </a:lnTo>
                <a:lnTo>
                  <a:pt x="119" y="48"/>
                </a:lnTo>
                <a:lnTo>
                  <a:pt x="119" y="47"/>
                </a:lnTo>
                <a:lnTo>
                  <a:pt x="118" y="48"/>
                </a:lnTo>
                <a:lnTo>
                  <a:pt x="118" y="47"/>
                </a:lnTo>
                <a:lnTo>
                  <a:pt x="118" y="46"/>
                </a:lnTo>
                <a:lnTo>
                  <a:pt x="117" y="46"/>
                </a:lnTo>
                <a:lnTo>
                  <a:pt x="117" y="46"/>
                </a:lnTo>
                <a:lnTo>
                  <a:pt x="114" y="46"/>
                </a:lnTo>
                <a:lnTo>
                  <a:pt x="113" y="46"/>
                </a:lnTo>
                <a:lnTo>
                  <a:pt x="112" y="48"/>
                </a:lnTo>
                <a:lnTo>
                  <a:pt x="111" y="48"/>
                </a:lnTo>
                <a:lnTo>
                  <a:pt x="111" y="46"/>
                </a:lnTo>
                <a:lnTo>
                  <a:pt x="109" y="47"/>
                </a:lnTo>
                <a:lnTo>
                  <a:pt x="108" y="48"/>
                </a:lnTo>
                <a:lnTo>
                  <a:pt x="108" y="49"/>
                </a:lnTo>
                <a:lnTo>
                  <a:pt x="106" y="49"/>
                </a:lnTo>
                <a:lnTo>
                  <a:pt x="104" y="48"/>
                </a:lnTo>
                <a:lnTo>
                  <a:pt x="106" y="47"/>
                </a:lnTo>
                <a:lnTo>
                  <a:pt x="107" y="46"/>
                </a:lnTo>
                <a:lnTo>
                  <a:pt x="107" y="45"/>
                </a:lnTo>
                <a:lnTo>
                  <a:pt x="108" y="43"/>
                </a:lnTo>
                <a:lnTo>
                  <a:pt x="110" y="43"/>
                </a:lnTo>
                <a:lnTo>
                  <a:pt x="109" y="42"/>
                </a:lnTo>
                <a:lnTo>
                  <a:pt x="111" y="42"/>
                </a:lnTo>
                <a:lnTo>
                  <a:pt x="111" y="39"/>
                </a:lnTo>
                <a:lnTo>
                  <a:pt x="112" y="40"/>
                </a:lnTo>
                <a:lnTo>
                  <a:pt x="112" y="39"/>
                </a:lnTo>
                <a:lnTo>
                  <a:pt x="113" y="40"/>
                </a:lnTo>
                <a:lnTo>
                  <a:pt x="114" y="40"/>
                </a:lnTo>
                <a:lnTo>
                  <a:pt x="114" y="38"/>
                </a:lnTo>
                <a:lnTo>
                  <a:pt x="116" y="37"/>
                </a:lnTo>
                <a:lnTo>
                  <a:pt x="117" y="36"/>
                </a:lnTo>
                <a:lnTo>
                  <a:pt x="117" y="34"/>
                </a:lnTo>
                <a:lnTo>
                  <a:pt x="118" y="34"/>
                </a:lnTo>
                <a:lnTo>
                  <a:pt x="116" y="33"/>
                </a:lnTo>
                <a:lnTo>
                  <a:pt x="115" y="33"/>
                </a:lnTo>
                <a:lnTo>
                  <a:pt x="116" y="32"/>
                </a:lnTo>
                <a:lnTo>
                  <a:pt x="115" y="31"/>
                </a:lnTo>
                <a:lnTo>
                  <a:pt x="115" y="30"/>
                </a:lnTo>
                <a:lnTo>
                  <a:pt x="114" y="29"/>
                </a:lnTo>
                <a:lnTo>
                  <a:pt x="114" y="28"/>
                </a:lnTo>
                <a:lnTo>
                  <a:pt x="115" y="26"/>
                </a:lnTo>
                <a:lnTo>
                  <a:pt x="114" y="25"/>
                </a:lnTo>
                <a:lnTo>
                  <a:pt x="114" y="26"/>
                </a:lnTo>
                <a:lnTo>
                  <a:pt x="114" y="22"/>
                </a:lnTo>
                <a:lnTo>
                  <a:pt x="115" y="20"/>
                </a:lnTo>
                <a:lnTo>
                  <a:pt x="114" y="20"/>
                </a:lnTo>
                <a:lnTo>
                  <a:pt x="114" y="20"/>
                </a:lnTo>
                <a:lnTo>
                  <a:pt x="113" y="19"/>
                </a:lnTo>
                <a:lnTo>
                  <a:pt x="113" y="19"/>
                </a:lnTo>
                <a:lnTo>
                  <a:pt x="113" y="18"/>
                </a:lnTo>
                <a:lnTo>
                  <a:pt x="113" y="18"/>
                </a:lnTo>
                <a:lnTo>
                  <a:pt x="113" y="16"/>
                </a:lnTo>
                <a:close/>
              </a:path>
            </a:pathLst>
          </a:custGeom>
          <a:solidFill>
            <a:srgbClr val="AECBE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933447" y="4974877"/>
            <a:ext cx="1154340" cy="1179992"/>
          </a:xfrm>
          <a:custGeom>
            <a:avLst/>
            <a:gdLst/>
            <a:ahLst/>
            <a:cxnLst/>
            <a:rect l="l" t="t" r="r" b="b"/>
            <a:pathLst>
              <a:path w="180" h="184">
                <a:moveTo>
                  <a:pt x="162" y="38"/>
                </a:moveTo>
                <a:lnTo>
                  <a:pt x="161" y="38"/>
                </a:lnTo>
                <a:lnTo>
                  <a:pt x="161" y="37"/>
                </a:lnTo>
                <a:lnTo>
                  <a:pt x="161" y="36"/>
                </a:lnTo>
                <a:lnTo>
                  <a:pt x="162" y="36"/>
                </a:lnTo>
                <a:lnTo>
                  <a:pt x="161" y="35"/>
                </a:lnTo>
                <a:lnTo>
                  <a:pt x="160" y="34"/>
                </a:lnTo>
                <a:lnTo>
                  <a:pt x="161" y="33"/>
                </a:lnTo>
                <a:lnTo>
                  <a:pt x="161" y="31"/>
                </a:lnTo>
                <a:lnTo>
                  <a:pt x="160" y="31"/>
                </a:lnTo>
                <a:lnTo>
                  <a:pt x="159" y="31"/>
                </a:lnTo>
                <a:lnTo>
                  <a:pt x="159" y="31"/>
                </a:lnTo>
                <a:lnTo>
                  <a:pt x="159" y="30"/>
                </a:lnTo>
                <a:lnTo>
                  <a:pt x="159" y="30"/>
                </a:lnTo>
                <a:lnTo>
                  <a:pt x="157" y="29"/>
                </a:lnTo>
                <a:lnTo>
                  <a:pt x="155" y="30"/>
                </a:lnTo>
                <a:lnTo>
                  <a:pt x="155" y="31"/>
                </a:lnTo>
                <a:lnTo>
                  <a:pt x="153" y="32"/>
                </a:lnTo>
                <a:lnTo>
                  <a:pt x="154" y="33"/>
                </a:lnTo>
                <a:lnTo>
                  <a:pt x="153" y="33"/>
                </a:lnTo>
                <a:lnTo>
                  <a:pt x="151" y="34"/>
                </a:lnTo>
                <a:lnTo>
                  <a:pt x="150" y="34"/>
                </a:lnTo>
                <a:lnTo>
                  <a:pt x="147" y="35"/>
                </a:lnTo>
                <a:lnTo>
                  <a:pt x="146" y="34"/>
                </a:lnTo>
                <a:lnTo>
                  <a:pt x="146" y="34"/>
                </a:lnTo>
                <a:lnTo>
                  <a:pt x="144" y="32"/>
                </a:lnTo>
                <a:lnTo>
                  <a:pt x="143" y="31"/>
                </a:lnTo>
                <a:lnTo>
                  <a:pt x="142" y="30"/>
                </a:lnTo>
                <a:lnTo>
                  <a:pt x="143" y="30"/>
                </a:lnTo>
                <a:lnTo>
                  <a:pt x="144" y="29"/>
                </a:lnTo>
                <a:lnTo>
                  <a:pt x="144" y="29"/>
                </a:lnTo>
                <a:lnTo>
                  <a:pt x="144" y="28"/>
                </a:lnTo>
                <a:lnTo>
                  <a:pt x="144" y="27"/>
                </a:lnTo>
                <a:lnTo>
                  <a:pt x="144" y="27"/>
                </a:lnTo>
                <a:lnTo>
                  <a:pt x="144" y="27"/>
                </a:lnTo>
                <a:lnTo>
                  <a:pt x="145" y="26"/>
                </a:lnTo>
                <a:lnTo>
                  <a:pt x="145" y="25"/>
                </a:lnTo>
                <a:lnTo>
                  <a:pt x="143" y="25"/>
                </a:lnTo>
                <a:lnTo>
                  <a:pt x="143" y="24"/>
                </a:lnTo>
                <a:lnTo>
                  <a:pt x="142" y="24"/>
                </a:lnTo>
                <a:lnTo>
                  <a:pt x="142" y="24"/>
                </a:lnTo>
                <a:lnTo>
                  <a:pt x="141" y="22"/>
                </a:lnTo>
                <a:lnTo>
                  <a:pt x="141" y="19"/>
                </a:lnTo>
                <a:lnTo>
                  <a:pt x="143" y="19"/>
                </a:lnTo>
                <a:lnTo>
                  <a:pt x="143" y="18"/>
                </a:lnTo>
                <a:lnTo>
                  <a:pt x="144" y="18"/>
                </a:lnTo>
                <a:lnTo>
                  <a:pt x="144" y="17"/>
                </a:lnTo>
                <a:lnTo>
                  <a:pt x="143" y="17"/>
                </a:lnTo>
                <a:lnTo>
                  <a:pt x="142" y="17"/>
                </a:lnTo>
                <a:lnTo>
                  <a:pt x="141" y="16"/>
                </a:lnTo>
                <a:lnTo>
                  <a:pt x="140" y="17"/>
                </a:lnTo>
                <a:lnTo>
                  <a:pt x="138" y="17"/>
                </a:lnTo>
                <a:lnTo>
                  <a:pt x="138" y="18"/>
                </a:lnTo>
                <a:lnTo>
                  <a:pt x="137" y="17"/>
                </a:lnTo>
                <a:lnTo>
                  <a:pt x="135" y="18"/>
                </a:lnTo>
                <a:lnTo>
                  <a:pt x="134" y="17"/>
                </a:lnTo>
                <a:lnTo>
                  <a:pt x="133" y="17"/>
                </a:lnTo>
                <a:lnTo>
                  <a:pt x="133" y="16"/>
                </a:lnTo>
                <a:lnTo>
                  <a:pt x="132" y="18"/>
                </a:lnTo>
                <a:lnTo>
                  <a:pt x="131" y="19"/>
                </a:lnTo>
                <a:lnTo>
                  <a:pt x="132" y="21"/>
                </a:lnTo>
                <a:lnTo>
                  <a:pt x="133" y="24"/>
                </a:lnTo>
                <a:lnTo>
                  <a:pt x="130" y="27"/>
                </a:lnTo>
                <a:lnTo>
                  <a:pt x="129" y="26"/>
                </a:lnTo>
                <a:lnTo>
                  <a:pt x="129" y="25"/>
                </a:lnTo>
                <a:lnTo>
                  <a:pt x="127" y="26"/>
                </a:lnTo>
                <a:lnTo>
                  <a:pt x="126" y="27"/>
                </a:lnTo>
                <a:lnTo>
                  <a:pt x="125" y="28"/>
                </a:lnTo>
                <a:lnTo>
                  <a:pt x="124" y="30"/>
                </a:lnTo>
                <a:lnTo>
                  <a:pt x="125" y="31"/>
                </a:lnTo>
                <a:lnTo>
                  <a:pt x="125" y="30"/>
                </a:lnTo>
                <a:lnTo>
                  <a:pt x="126" y="32"/>
                </a:lnTo>
                <a:lnTo>
                  <a:pt x="127" y="32"/>
                </a:lnTo>
                <a:lnTo>
                  <a:pt x="126" y="33"/>
                </a:lnTo>
                <a:lnTo>
                  <a:pt x="126" y="35"/>
                </a:lnTo>
                <a:lnTo>
                  <a:pt x="125" y="36"/>
                </a:lnTo>
                <a:lnTo>
                  <a:pt x="121" y="39"/>
                </a:lnTo>
                <a:lnTo>
                  <a:pt x="121" y="41"/>
                </a:lnTo>
                <a:lnTo>
                  <a:pt x="120" y="41"/>
                </a:lnTo>
                <a:lnTo>
                  <a:pt x="118" y="43"/>
                </a:lnTo>
                <a:lnTo>
                  <a:pt x="118" y="44"/>
                </a:lnTo>
                <a:lnTo>
                  <a:pt x="117" y="45"/>
                </a:lnTo>
                <a:lnTo>
                  <a:pt x="117" y="44"/>
                </a:lnTo>
                <a:lnTo>
                  <a:pt x="115" y="45"/>
                </a:lnTo>
                <a:lnTo>
                  <a:pt x="114" y="44"/>
                </a:lnTo>
                <a:lnTo>
                  <a:pt x="113" y="47"/>
                </a:lnTo>
                <a:lnTo>
                  <a:pt x="114" y="51"/>
                </a:lnTo>
                <a:lnTo>
                  <a:pt x="113" y="53"/>
                </a:lnTo>
                <a:lnTo>
                  <a:pt x="113" y="53"/>
                </a:lnTo>
                <a:lnTo>
                  <a:pt x="113" y="55"/>
                </a:lnTo>
                <a:lnTo>
                  <a:pt x="114" y="57"/>
                </a:lnTo>
                <a:lnTo>
                  <a:pt x="115" y="61"/>
                </a:lnTo>
                <a:lnTo>
                  <a:pt x="116" y="61"/>
                </a:lnTo>
                <a:lnTo>
                  <a:pt x="116" y="64"/>
                </a:lnTo>
                <a:lnTo>
                  <a:pt x="116" y="64"/>
                </a:lnTo>
                <a:lnTo>
                  <a:pt x="116" y="65"/>
                </a:lnTo>
                <a:lnTo>
                  <a:pt x="116" y="65"/>
                </a:lnTo>
                <a:lnTo>
                  <a:pt x="115" y="65"/>
                </a:lnTo>
                <a:lnTo>
                  <a:pt x="115" y="68"/>
                </a:lnTo>
                <a:lnTo>
                  <a:pt x="114" y="68"/>
                </a:lnTo>
                <a:lnTo>
                  <a:pt x="113" y="68"/>
                </a:lnTo>
                <a:lnTo>
                  <a:pt x="112" y="68"/>
                </a:lnTo>
                <a:lnTo>
                  <a:pt x="112" y="69"/>
                </a:lnTo>
                <a:lnTo>
                  <a:pt x="110" y="70"/>
                </a:lnTo>
                <a:lnTo>
                  <a:pt x="109" y="71"/>
                </a:lnTo>
                <a:lnTo>
                  <a:pt x="107" y="70"/>
                </a:lnTo>
                <a:lnTo>
                  <a:pt x="108" y="69"/>
                </a:lnTo>
                <a:lnTo>
                  <a:pt x="107" y="68"/>
                </a:lnTo>
                <a:lnTo>
                  <a:pt x="106" y="68"/>
                </a:lnTo>
                <a:lnTo>
                  <a:pt x="104" y="69"/>
                </a:lnTo>
                <a:lnTo>
                  <a:pt x="103" y="69"/>
                </a:lnTo>
                <a:lnTo>
                  <a:pt x="102" y="70"/>
                </a:lnTo>
                <a:lnTo>
                  <a:pt x="100" y="71"/>
                </a:lnTo>
                <a:lnTo>
                  <a:pt x="100" y="71"/>
                </a:lnTo>
                <a:lnTo>
                  <a:pt x="98" y="72"/>
                </a:lnTo>
                <a:lnTo>
                  <a:pt x="97" y="74"/>
                </a:lnTo>
                <a:lnTo>
                  <a:pt x="95" y="73"/>
                </a:lnTo>
                <a:lnTo>
                  <a:pt x="94" y="74"/>
                </a:lnTo>
                <a:lnTo>
                  <a:pt x="93" y="73"/>
                </a:lnTo>
                <a:lnTo>
                  <a:pt x="91" y="74"/>
                </a:lnTo>
                <a:lnTo>
                  <a:pt x="91" y="74"/>
                </a:lnTo>
                <a:lnTo>
                  <a:pt x="90" y="73"/>
                </a:lnTo>
                <a:lnTo>
                  <a:pt x="91" y="72"/>
                </a:lnTo>
                <a:lnTo>
                  <a:pt x="88" y="70"/>
                </a:lnTo>
                <a:lnTo>
                  <a:pt x="87" y="70"/>
                </a:lnTo>
                <a:lnTo>
                  <a:pt x="86" y="69"/>
                </a:lnTo>
                <a:lnTo>
                  <a:pt x="88" y="68"/>
                </a:lnTo>
                <a:lnTo>
                  <a:pt x="87" y="67"/>
                </a:lnTo>
                <a:lnTo>
                  <a:pt x="87" y="67"/>
                </a:lnTo>
                <a:lnTo>
                  <a:pt x="85" y="64"/>
                </a:lnTo>
                <a:lnTo>
                  <a:pt x="84" y="64"/>
                </a:lnTo>
                <a:lnTo>
                  <a:pt x="83" y="62"/>
                </a:lnTo>
                <a:lnTo>
                  <a:pt x="84" y="62"/>
                </a:lnTo>
                <a:lnTo>
                  <a:pt x="84" y="60"/>
                </a:lnTo>
                <a:lnTo>
                  <a:pt x="84" y="60"/>
                </a:lnTo>
                <a:lnTo>
                  <a:pt x="85" y="58"/>
                </a:lnTo>
                <a:lnTo>
                  <a:pt x="84" y="58"/>
                </a:lnTo>
                <a:lnTo>
                  <a:pt x="84" y="58"/>
                </a:lnTo>
                <a:lnTo>
                  <a:pt x="84" y="59"/>
                </a:lnTo>
                <a:lnTo>
                  <a:pt x="84" y="59"/>
                </a:lnTo>
                <a:lnTo>
                  <a:pt x="83" y="59"/>
                </a:lnTo>
                <a:lnTo>
                  <a:pt x="83" y="58"/>
                </a:lnTo>
                <a:lnTo>
                  <a:pt x="82" y="58"/>
                </a:lnTo>
                <a:lnTo>
                  <a:pt x="83" y="56"/>
                </a:lnTo>
                <a:lnTo>
                  <a:pt x="82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78" y="52"/>
                </a:lnTo>
                <a:lnTo>
                  <a:pt x="79" y="48"/>
                </a:lnTo>
                <a:lnTo>
                  <a:pt x="78" y="48"/>
                </a:lnTo>
                <a:lnTo>
                  <a:pt x="77" y="48"/>
                </a:lnTo>
                <a:lnTo>
                  <a:pt x="76" y="47"/>
                </a:lnTo>
                <a:lnTo>
                  <a:pt x="76" y="45"/>
                </a:lnTo>
                <a:lnTo>
                  <a:pt x="74" y="42"/>
                </a:lnTo>
                <a:lnTo>
                  <a:pt x="73" y="42"/>
                </a:lnTo>
                <a:lnTo>
                  <a:pt x="74" y="41"/>
                </a:lnTo>
                <a:lnTo>
                  <a:pt x="73" y="38"/>
                </a:lnTo>
                <a:lnTo>
                  <a:pt x="72" y="38"/>
                </a:lnTo>
                <a:lnTo>
                  <a:pt x="73" y="37"/>
                </a:lnTo>
                <a:lnTo>
                  <a:pt x="71" y="37"/>
                </a:lnTo>
                <a:lnTo>
                  <a:pt x="71" y="35"/>
                </a:lnTo>
                <a:lnTo>
                  <a:pt x="70" y="34"/>
                </a:lnTo>
                <a:lnTo>
                  <a:pt x="70" y="33"/>
                </a:lnTo>
                <a:lnTo>
                  <a:pt x="70" y="31"/>
                </a:lnTo>
                <a:lnTo>
                  <a:pt x="69" y="31"/>
                </a:lnTo>
                <a:lnTo>
                  <a:pt x="68" y="33"/>
                </a:lnTo>
                <a:lnTo>
                  <a:pt x="67" y="34"/>
                </a:lnTo>
                <a:lnTo>
                  <a:pt x="66" y="33"/>
                </a:lnTo>
                <a:lnTo>
                  <a:pt x="65" y="32"/>
                </a:lnTo>
                <a:lnTo>
                  <a:pt x="62" y="36"/>
                </a:lnTo>
                <a:lnTo>
                  <a:pt x="62" y="35"/>
                </a:lnTo>
                <a:lnTo>
                  <a:pt x="62" y="34"/>
                </a:lnTo>
                <a:lnTo>
                  <a:pt x="62" y="34"/>
                </a:lnTo>
                <a:lnTo>
                  <a:pt x="62" y="32"/>
                </a:lnTo>
                <a:lnTo>
                  <a:pt x="60" y="32"/>
                </a:lnTo>
                <a:lnTo>
                  <a:pt x="59" y="31"/>
                </a:lnTo>
                <a:lnTo>
                  <a:pt x="60" y="31"/>
                </a:lnTo>
                <a:lnTo>
                  <a:pt x="59" y="29"/>
                </a:lnTo>
                <a:lnTo>
                  <a:pt x="58" y="28"/>
                </a:lnTo>
                <a:lnTo>
                  <a:pt x="57" y="26"/>
                </a:lnTo>
                <a:lnTo>
                  <a:pt x="57" y="25"/>
                </a:lnTo>
                <a:lnTo>
                  <a:pt x="58" y="25"/>
                </a:lnTo>
                <a:lnTo>
                  <a:pt x="58" y="24"/>
                </a:lnTo>
                <a:lnTo>
                  <a:pt x="59" y="24"/>
                </a:lnTo>
                <a:lnTo>
                  <a:pt x="60" y="23"/>
                </a:lnTo>
                <a:lnTo>
                  <a:pt x="59" y="23"/>
                </a:lnTo>
                <a:lnTo>
                  <a:pt x="60" y="22"/>
                </a:lnTo>
                <a:lnTo>
                  <a:pt x="58" y="21"/>
                </a:lnTo>
                <a:lnTo>
                  <a:pt x="58" y="19"/>
                </a:lnTo>
                <a:lnTo>
                  <a:pt x="56" y="18"/>
                </a:lnTo>
                <a:lnTo>
                  <a:pt x="56" y="17"/>
                </a:lnTo>
                <a:lnTo>
                  <a:pt x="55" y="15"/>
                </a:lnTo>
                <a:lnTo>
                  <a:pt x="54" y="15"/>
                </a:lnTo>
                <a:lnTo>
                  <a:pt x="54" y="14"/>
                </a:lnTo>
                <a:lnTo>
                  <a:pt x="54" y="15"/>
                </a:lnTo>
                <a:lnTo>
                  <a:pt x="54" y="14"/>
                </a:lnTo>
                <a:lnTo>
                  <a:pt x="53" y="13"/>
                </a:lnTo>
                <a:lnTo>
                  <a:pt x="52" y="13"/>
                </a:lnTo>
                <a:lnTo>
                  <a:pt x="52" y="11"/>
                </a:lnTo>
                <a:lnTo>
                  <a:pt x="52" y="9"/>
                </a:lnTo>
                <a:lnTo>
                  <a:pt x="51" y="10"/>
                </a:lnTo>
                <a:lnTo>
                  <a:pt x="50" y="10"/>
                </a:lnTo>
                <a:lnTo>
                  <a:pt x="49" y="12"/>
                </a:lnTo>
                <a:lnTo>
                  <a:pt x="48" y="12"/>
                </a:lnTo>
                <a:lnTo>
                  <a:pt x="48" y="13"/>
                </a:lnTo>
                <a:lnTo>
                  <a:pt x="48" y="14"/>
                </a:lnTo>
                <a:lnTo>
                  <a:pt x="47" y="14"/>
                </a:lnTo>
                <a:lnTo>
                  <a:pt x="46" y="15"/>
                </a:lnTo>
                <a:lnTo>
                  <a:pt x="46" y="16"/>
                </a:lnTo>
                <a:lnTo>
                  <a:pt x="45" y="16"/>
                </a:lnTo>
                <a:lnTo>
                  <a:pt x="45" y="17"/>
                </a:lnTo>
                <a:lnTo>
                  <a:pt x="45" y="18"/>
                </a:lnTo>
                <a:lnTo>
                  <a:pt x="45" y="18"/>
                </a:lnTo>
                <a:lnTo>
                  <a:pt x="45" y="19"/>
                </a:lnTo>
                <a:lnTo>
                  <a:pt x="44" y="21"/>
                </a:lnTo>
                <a:lnTo>
                  <a:pt x="45" y="22"/>
                </a:lnTo>
                <a:lnTo>
                  <a:pt x="44" y="24"/>
                </a:lnTo>
                <a:lnTo>
                  <a:pt x="43" y="23"/>
                </a:lnTo>
                <a:lnTo>
                  <a:pt x="42" y="22"/>
                </a:lnTo>
                <a:lnTo>
                  <a:pt x="41" y="21"/>
                </a:lnTo>
                <a:lnTo>
                  <a:pt x="40" y="18"/>
                </a:lnTo>
                <a:lnTo>
                  <a:pt x="41" y="18"/>
                </a:lnTo>
                <a:lnTo>
                  <a:pt x="41" y="17"/>
                </a:lnTo>
                <a:lnTo>
                  <a:pt x="40" y="15"/>
                </a:lnTo>
                <a:lnTo>
                  <a:pt x="41" y="15"/>
                </a:lnTo>
                <a:lnTo>
                  <a:pt x="40" y="12"/>
                </a:lnTo>
                <a:lnTo>
                  <a:pt x="40" y="11"/>
                </a:lnTo>
                <a:lnTo>
                  <a:pt x="39" y="9"/>
                </a:lnTo>
                <a:lnTo>
                  <a:pt x="40" y="7"/>
                </a:lnTo>
                <a:lnTo>
                  <a:pt x="40" y="2"/>
                </a:lnTo>
                <a:lnTo>
                  <a:pt x="40" y="0"/>
                </a:lnTo>
                <a:lnTo>
                  <a:pt x="39" y="1"/>
                </a:lnTo>
                <a:lnTo>
                  <a:pt x="38" y="1"/>
                </a:lnTo>
                <a:lnTo>
                  <a:pt x="38" y="1"/>
                </a:lnTo>
                <a:lnTo>
                  <a:pt x="37" y="1"/>
                </a:lnTo>
                <a:lnTo>
                  <a:pt x="37" y="2"/>
                </a:lnTo>
                <a:lnTo>
                  <a:pt x="38" y="4"/>
                </a:lnTo>
                <a:lnTo>
                  <a:pt x="36" y="6"/>
                </a:lnTo>
                <a:lnTo>
                  <a:pt x="36" y="8"/>
                </a:lnTo>
                <a:lnTo>
                  <a:pt x="37" y="8"/>
                </a:lnTo>
                <a:lnTo>
                  <a:pt x="37" y="9"/>
                </a:lnTo>
                <a:lnTo>
                  <a:pt x="36" y="9"/>
                </a:lnTo>
                <a:lnTo>
                  <a:pt x="36" y="10"/>
                </a:lnTo>
                <a:lnTo>
                  <a:pt x="34" y="10"/>
                </a:lnTo>
                <a:lnTo>
                  <a:pt x="34" y="9"/>
                </a:lnTo>
                <a:lnTo>
                  <a:pt x="34" y="7"/>
                </a:lnTo>
                <a:lnTo>
                  <a:pt x="33" y="5"/>
                </a:lnTo>
                <a:lnTo>
                  <a:pt x="33" y="5"/>
                </a:lnTo>
                <a:lnTo>
                  <a:pt x="32" y="6"/>
                </a:lnTo>
                <a:lnTo>
                  <a:pt x="31" y="5"/>
                </a:lnTo>
                <a:lnTo>
                  <a:pt x="30" y="6"/>
                </a:lnTo>
                <a:lnTo>
                  <a:pt x="31" y="7"/>
                </a:lnTo>
                <a:lnTo>
                  <a:pt x="31" y="7"/>
                </a:lnTo>
                <a:lnTo>
                  <a:pt x="31" y="8"/>
                </a:lnTo>
                <a:lnTo>
                  <a:pt x="31" y="9"/>
                </a:lnTo>
                <a:lnTo>
                  <a:pt x="31" y="11"/>
                </a:lnTo>
                <a:lnTo>
                  <a:pt x="29" y="12"/>
                </a:lnTo>
                <a:lnTo>
                  <a:pt x="30" y="15"/>
                </a:lnTo>
                <a:lnTo>
                  <a:pt x="30" y="16"/>
                </a:lnTo>
                <a:lnTo>
                  <a:pt x="31" y="17"/>
                </a:lnTo>
                <a:lnTo>
                  <a:pt x="32" y="20"/>
                </a:lnTo>
                <a:lnTo>
                  <a:pt x="32" y="20"/>
                </a:lnTo>
                <a:lnTo>
                  <a:pt x="31" y="21"/>
                </a:lnTo>
                <a:lnTo>
                  <a:pt x="31" y="22"/>
                </a:lnTo>
                <a:lnTo>
                  <a:pt x="30" y="23"/>
                </a:lnTo>
                <a:lnTo>
                  <a:pt x="29" y="24"/>
                </a:lnTo>
                <a:lnTo>
                  <a:pt x="28" y="23"/>
                </a:lnTo>
                <a:lnTo>
                  <a:pt x="26" y="24"/>
                </a:lnTo>
                <a:lnTo>
                  <a:pt x="26" y="24"/>
                </a:lnTo>
                <a:lnTo>
                  <a:pt x="25" y="25"/>
                </a:lnTo>
                <a:lnTo>
                  <a:pt x="24" y="24"/>
                </a:lnTo>
                <a:lnTo>
                  <a:pt x="24" y="23"/>
                </a:lnTo>
                <a:lnTo>
                  <a:pt x="24" y="23"/>
                </a:lnTo>
                <a:lnTo>
                  <a:pt x="24" y="21"/>
                </a:lnTo>
                <a:lnTo>
                  <a:pt x="23" y="20"/>
                </a:lnTo>
                <a:lnTo>
                  <a:pt x="23" y="18"/>
                </a:lnTo>
                <a:lnTo>
                  <a:pt x="21" y="19"/>
                </a:lnTo>
                <a:lnTo>
                  <a:pt x="21" y="19"/>
                </a:lnTo>
                <a:lnTo>
                  <a:pt x="22" y="21"/>
                </a:lnTo>
                <a:lnTo>
                  <a:pt x="20" y="22"/>
                </a:lnTo>
                <a:lnTo>
                  <a:pt x="20" y="23"/>
                </a:lnTo>
                <a:lnTo>
                  <a:pt x="19" y="23"/>
                </a:lnTo>
                <a:lnTo>
                  <a:pt x="20" y="24"/>
                </a:lnTo>
                <a:lnTo>
                  <a:pt x="19" y="27"/>
                </a:lnTo>
                <a:lnTo>
                  <a:pt x="19" y="28"/>
                </a:lnTo>
                <a:lnTo>
                  <a:pt x="20" y="28"/>
                </a:lnTo>
                <a:lnTo>
                  <a:pt x="20" y="29"/>
                </a:lnTo>
                <a:lnTo>
                  <a:pt x="20" y="30"/>
                </a:lnTo>
                <a:lnTo>
                  <a:pt x="20" y="31"/>
                </a:lnTo>
                <a:lnTo>
                  <a:pt x="21" y="34"/>
                </a:lnTo>
                <a:lnTo>
                  <a:pt x="22" y="35"/>
                </a:lnTo>
                <a:lnTo>
                  <a:pt x="22" y="38"/>
                </a:lnTo>
                <a:lnTo>
                  <a:pt x="23" y="38"/>
                </a:lnTo>
                <a:lnTo>
                  <a:pt x="24" y="37"/>
                </a:lnTo>
                <a:lnTo>
                  <a:pt x="24" y="35"/>
                </a:lnTo>
                <a:lnTo>
                  <a:pt x="25" y="35"/>
                </a:lnTo>
                <a:lnTo>
                  <a:pt x="25" y="35"/>
                </a:lnTo>
                <a:lnTo>
                  <a:pt x="27" y="36"/>
                </a:lnTo>
                <a:lnTo>
                  <a:pt x="27" y="35"/>
                </a:lnTo>
                <a:lnTo>
                  <a:pt x="27" y="37"/>
                </a:lnTo>
                <a:lnTo>
                  <a:pt x="29" y="37"/>
                </a:lnTo>
                <a:lnTo>
                  <a:pt x="29" y="37"/>
                </a:lnTo>
                <a:lnTo>
                  <a:pt x="30" y="37"/>
                </a:lnTo>
                <a:lnTo>
                  <a:pt x="29" y="39"/>
                </a:lnTo>
                <a:lnTo>
                  <a:pt x="30" y="40"/>
                </a:lnTo>
                <a:lnTo>
                  <a:pt x="29" y="40"/>
                </a:lnTo>
                <a:lnTo>
                  <a:pt x="30" y="42"/>
                </a:lnTo>
                <a:lnTo>
                  <a:pt x="30" y="43"/>
                </a:lnTo>
                <a:lnTo>
                  <a:pt x="30" y="44"/>
                </a:lnTo>
                <a:lnTo>
                  <a:pt x="30" y="45"/>
                </a:lnTo>
                <a:lnTo>
                  <a:pt x="29" y="45"/>
                </a:lnTo>
                <a:lnTo>
                  <a:pt x="29" y="48"/>
                </a:lnTo>
                <a:lnTo>
                  <a:pt x="30" y="49"/>
                </a:lnTo>
                <a:lnTo>
                  <a:pt x="30" y="50"/>
                </a:lnTo>
                <a:lnTo>
                  <a:pt x="30" y="50"/>
                </a:lnTo>
                <a:lnTo>
                  <a:pt x="30" y="53"/>
                </a:lnTo>
                <a:lnTo>
                  <a:pt x="29" y="53"/>
                </a:lnTo>
                <a:lnTo>
                  <a:pt x="30" y="55"/>
                </a:lnTo>
                <a:lnTo>
                  <a:pt x="29" y="57"/>
                </a:lnTo>
                <a:lnTo>
                  <a:pt x="30" y="57"/>
                </a:lnTo>
                <a:lnTo>
                  <a:pt x="30" y="58"/>
                </a:lnTo>
                <a:lnTo>
                  <a:pt x="30" y="59"/>
                </a:lnTo>
                <a:lnTo>
                  <a:pt x="29" y="60"/>
                </a:lnTo>
                <a:lnTo>
                  <a:pt x="29" y="65"/>
                </a:lnTo>
                <a:lnTo>
                  <a:pt x="28" y="65"/>
                </a:lnTo>
                <a:lnTo>
                  <a:pt x="27" y="67"/>
                </a:lnTo>
                <a:lnTo>
                  <a:pt x="28" y="67"/>
                </a:lnTo>
                <a:lnTo>
                  <a:pt x="28" y="68"/>
                </a:lnTo>
                <a:lnTo>
                  <a:pt x="28" y="69"/>
                </a:lnTo>
                <a:lnTo>
                  <a:pt x="28" y="70"/>
                </a:lnTo>
                <a:lnTo>
                  <a:pt x="27" y="70"/>
                </a:lnTo>
                <a:lnTo>
                  <a:pt x="27" y="69"/>
                </a:lnTo>
                <a:lnTo>
                  <a:pt x="25" y="70"/>
                </a:lnTo>
                <a:lnTo>
                  <a:pt x="26" y="73"/>
                </a:lnTo>
                <a:lnTo>
                  <a:pt x="26" y="73"/>
                </a:lnTo>
                <a:lnTo>
                  <a:pt x="27" y="74"/>
                </a:lnTo>
                <a:lnTo>
                  <a:pt x="27" y="76"/>
                </a:lnTo>
                <a:lnTo>
                  <a:pt x="26" y="77"/>
                </a:lnTo>
                <a:lnTo>
                  <a:pt x="24" y="76"/>
                </a:lnTo>
                <a:lnTo>
                  <a:pt x="24" y="76"/>
                </a:lnTo>
                <a:lnTo>
                  <a:pt x="23" y="77"/>
                </a:lnTo>
                <a:lnTo>
                  <a:pt x="22" y="79"/>
                </a:lnTo>
                <a:lnTo>
                  <a:pt x="21" y="80"/>
                </a:lnTo>
                <a:lnTo>
                  <a:pt x="21" y="81"/>
                </a:lnTo>
                <a:lnTo>
                  <a:pt x="19" y="82"/>
                </a:lnTo>
                <a:lnTo>
                  <a:pt x="19" y="82"/>
                </a:lnTo>
                <a:lnTo>
                  <a:pt x="18" y="81"/>
                </a:lnTo>
                <a:lnTo>
                  <a:pt x="16" y="80"/>
                </a:lnTo>
                <a:lnTo>
                  <a:pt x="16" y="81"/>
                </a:lnTo>
                <a:lnTo>
                  <a:pt x="16" y="82"/>
                </a:lnTo>
                <a:lnTo>
                  <a:pt x="15" y="83"/>
                </a:lnTo>
                <a:lnTo>
                  <a:pt x="16" y="84"/>
                </a:lnTo>
                <a:lnTo>
                  <a:pt x="15" y="86"/>
                </a:lnTo>
                <a:lnTo>
                  <a:pt x="14" y="85"/>
                </a:lnTo>
                <a:lnTo>
                  <a:pt x="14" y="87"/>
                </a:lnTo>
                <a:lnTo>
                  <a:pt x="12" y="87"/>
                </a:lnTo>
                <a:lnTo>
                  <a:pt x="12" y="88"/>
                </a:lnTo>
                <a:lnTo>
                  <a:pt x="11" y="89"/>
                </a:lnTo>
                <a:lnTo>
                  <a:pt x="10" y="89"/>
                </a:lnTo>
                <a:lnTo>
                  <a:pt x="10" y="88"/>
                </a:lnTo>
                <a:lnTo>
                  <a:pt x="9" y="88"/>
                </a:lnTo>
                <a:lnTo>
                  <a:pt x="8" y="90"/>
                </a:lnTo>
                <a:lnTo>
                  <a:pt x="7" y="92"/>
                </a:lnTo>
                <a:lnTo>
                  <a:pt x="6" y="92"/>
                </a:lnTo>
                <a:lnTo>
                  <a:pt x="6" y="96"/>
                </a:lnTo>
                <a:lnTo>
                  <a:pt x="7" y="96"/>
                </a:lnTo>
                <a:lnTo>
                  <a:pt x="7" y="97"/>
                </a:lnTo>
                <a:lnTo>
                  <a:pt x="7" y="97"/>
                </a:lnTo>
                <a:lnTo>
                  <a:pt x="5" y="97"/>
                </a:lnTo>
                <a:lnTo>
                  <a:pt x="4" y="98"/>
                </a:lnTo>
                <a:lnTo>
                  <a:pt x="2" y="98"/>
                </a:lnTo>
                <a:lnTo>
                  <a:pt x="2" y="99"/>
                </a:lnTo>
                <a:lnTo>
                  <a:pt x="2" y="100"/>
                </a:lnTo>
                <a:lnTo>
                  <a:pt x="2" y="102"/>
                </a:lnTo>
                <a:lnTo>
                  <a:pt x="2" y="105"/>
                </a:lnTo>
                <a:lnTo>
                  <a:pt x="1" y="106"/>
                </a:lnTo>
                <a:lnTo>
                  <a:pt x="4" y="106"/>
                </a:lnTo>
                <a:lnTo>
                  <a:pt x="4" y="107"/>
                </a:lnTo>
                <a:lnTo>
                  <a:pt x="5" y="108"/>
                </a:lnTo>
                <a:lnTo>
                  <a:pt x="4" y="108"/>
                </a:lnTo>
                <a:lnTo>
                  <a:pt x="4" y="109"/>
                </a:lnTo>
                <a:lnTo>
                  <a:pt x="5" y="109"/>
                </a:lnTo>
                <a:lnTo>
                  <a:pt x="6" y="110"/>
                </a:lnTo>
                <a:lnTo>
                  <a:pt x="5" y="111"/>
                </a:lnTo>
                <a:lnTo>
                  <a:pt x="5" y="112"/>
                </a:lnTo>
                <a:lnTo>
                  <a:pt x="5" y="112"/>
                </a:lnTo>
                <a:lnTo>
                  <a:pt x="5" y="113"/>
                </a:lnTo>
                <a:lnTo>
                  <a:pt x="3" y="115"/>
                </a:lnTo>
                <a:lnTo>
                  <a:pt x="2" y="116"/>
                </a:lnTo>
                <a:lnTo>
                  <a:pt x="0" y="117"/>
                </a:lnTo>
                <a:lnTo>
                  <a:pt x="0" y="117"/>
                </a:lnTo>
                <a:lnTo>
                  <a:pt x="2" y="118"/>
                </a:lnTo>
                <a:lnTo>
                  <a:pt x="3" y="119"/>
                </a:lnTo>
                <a:lnTo>
                  <a:pt x="3" y="118"/>
                </a:lnTo>
                <a:lnTo>
                  <a:pt x="4" y="119"/>
                </a:lnTo>
                <a:lnTo>
                  <a:pt x="6" y="117"/>
                </a:lnTo>
                <a:lnTo>
                  <a:pt x="8" y="117"/>
                </a:lnTo>
                <a:lnTo>
                  <a:pt x="8" y="116"/>
                </a:lnTo>
                <a:lnTo>
                  <a:pt x="10" y="115"/>
                </a:lnTo>
                <a:lnTo>
                  <a:pt x="12" y="114"/>
                </a:lnTo>
                <a:lnTo>
                  <a:pt x="15" y="114"/>
                </a:lnTo>
                <a:lnTo>
                  <a:pt x="17" y="114"/>
                </a:lnTo>
                <a:lnTo>
                  <a:pt x="22" y="114"/>
                </a:lnTo>
                <a:lnTo>
                  <a:pt x="23" y="115"/>
                </a:lnTo>
                <a:lnTo>
                  <a:pt x="24" y="115"/>
                </a:lnTo>
                <a:lnTo>
                  <a:pt x="24" y="115"/>
                </a:lnTo>
                <a:lnTo>
                  <a:pt x="25" y="114"/>
                </a:lnTo>
                <a:lnTo>
                  <a:pt x="28" y="115"/>
                </a:lnTo>
                <a:lnTo>
                  <a:pt x="28" y="114"/>
                </a:lnTo>
                <a:lnTo>
                  <a:pt x="29" y="115"/>
                </a:lnTo>
                <a:lnTo>
                  <a:pt x="27" y="117"/>
                </a:lnTo>
                <a:lnTo>
                  <a:pt x="26" y="117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5" y="118"/>
                </a:lnTo>
                <a:lnTo>
                  <a:pt x="24" y="119"/>
                </a:lnTo>
                <a:lnTo>
                  <a:pt x="24" y="121"/>
                </a:lnTo>
                <a:lnTo>
                  <a:pt x="24" y="122"/>
                </a:lnTo>
                <a:lnTo>
                  <a:pt x="26" y="122"/>
                </a:lnTo>
                <a:lnTo>
                  <a:pt x="27" y="123"/>
                </a:lnTo>
                <a:lnTo>
                  <a:pt x="27" y="124"/>
                </a:lnTo>
                <a:lnTo>
                  <a:pt x="27" y="124"/>
                </a:lnTo>
                <a:lnTo>
                  <a:pt x="27" y="126"/>
                </a:lnTo>
                <a:lnTo>
                  <a:pt x="28" y="126"/>
                </a:lnTo>
                <a:lnTo>
                  <a:pt x="28" y="126"/>
                </a:lnTo>
                <a:lnTo>
                  <a:pt x="26" y="128"/>
                </a:lnTo>
                <a:lnTo>
                  <a:pt x="26" y="129"/>
                </a:lnTo>
                <a:lnTo>
                  <a:pt x="28" y="129"/>
                </a:lnTo>
                <a:lnTo>
                  <a:pt x="28" y="130"/>
                </a:lnTo>
                <a:lnTo>
                  <a:pt x="28" y="132"/>
                </a:lnTo>
                <a:lnTo>
                  <a:pt x="27" y="132"/>
                </a:lnTo>
                <a:lnTo>
                  <a:pt x="28" y="132"/>
                </a:lnTo>
                <a:lnTo>
                  <a:pt x="29" y="133"/>
                </a:lnTo>
                <a:lnTo>
                  <a:pt x="27" y="135"/>
                </a:lnTo>
                <a:lnTo>
                  <a:pt x="28" y="136"/>
                </a:lnTo>
                <a:lnTo>
                  <a:pt x="30" y="136"/>
                </a:lnTo>
                <a:lnTo>
                  <a:pt x="31" y="136"/>
                </a:lnTo>
                <a:lnTo>
                  <a:pt x="31" y="137"/>
                </a:lnTo>
                <a:lnTo>
                  <a:pt x="32" y="138"/>
                </a:lnTo>
                <a:lnTo>
                  <a:pt x="34" y="138"/>
                </a:lnTo>
                <a:lnTo>
                  <a:pt x="35" y="138"/>
                </a:lnTo>
                <a:lnTo>
                  <a:pt x="37" y="137"/>
                </a:lnTo>
                <a:lnTo>
                  <a:pt x="38" y="138"/>
                </a:lnTo>
                <a:lnTo>
                  <a:pt x="41" y="139"/>
                </a:lnTo>
                <a:lnTo>
                  <a:pt x="40" y="140"/>
                </a:lnTo>
                <a:lnTo>
                  <a:pt x="41" y="142"/>
                </a:lnTo>
                <a:lnTo>
                  <a:pt x="40" y="143"/>
                </a:lnTo>
                <a:lnTo>
                  <a:pt x="39" y="142"/>
                </a:lnTo>
                <a:lnTo>
                  <a:pt x="39" y="142"/>
                </a:lnTo>
                <a:lnTo>
                  <a:pt x="39" y="144"/>
                </a:lnTo>
                <a:lnTo>
                  <a:pt x="38" y="144"/>
                </a:lnTo>
                <a:lnTo>
                  <a:pt x="37" y="146"/>
                </a:lnTo>
                <a:lnTo>
                  <a:pt x="36" y="146"/>
                </a:lnTo>
                <a:lnTo>
                  <a:pt x="37" y="150"/>
                </a:lnTo>
                <a:lnTo>
                  <a:pt x="36" y="151"/>
                </a:lnTo>
                <a:lnTo>
                  <a:pt x="37" y="152"/>
                </a:lnTo>
                <a:lnTo>
                  <a:pt x="35" y="153"/>
                </a:lnTo>
                <a:lnTo>
                  <a:pt x="34" y="154"/>
                </a:lnTo>
                <a:lnTo>
                  <a:pt x="34" y="155"/>
                </a:lnTo>
                <a:lnTo>
                  <a:pt x="33" y="156"/>
                </a:lnTo>
                <a:lnTo>
                  <a:pt x="33" y="157"/>
                </a:lnTo>
                <a:lnTo>
                  <a:pt x="32" y="158"/>
                </a:lnTo>
                <a:lnTo>
                  <a:pt x="32" y="159"/>
                </a:lnTo>
                <a:lnTo>
                  <a:pt x="32" y="159"/>
                </a:lnTo>
                <a:lnTo>
                  <a:pt x="33" y="160"/>
                </a:lnTo>
                <a:lnTo>
                  <a:pt x="36" y="160"/>
                </a:lnTo>
                <a:lnTo>
                  <a:pt x="39" y="160"/>
                </a:lnTo>
                <a:lnTo>
                  <a:pt x="39" y="160"/>
                </a:lnTo>
                <a:lnTo>
                  <a:pt x="40" y="160"/>
                </a:lnTo>
                <a:lnTo>
                  <a:pt x="41" y="161"/>
                </a:lnTo>
                <a:lnTo>
                  <a:pt x="42" y="161"/>
                </a:lnTo>
                <a:lnTo>
                  <a:pt x="43" y="161"/>
                </a:lnTo>
                <a:lnTo>
                  <a:pt x="44" y="161"/>
                </a:lnTo>
                <a:lnTo>
                  <a:pt x="47" y="162"/>
                </a:lnTo>
                <a:lnTo>
                  <a:pt x="47" y="162"/>
                </a:lnTo>
                <a:lnTo>
                  <a:pt x="49" y="162"/>
                </a:lnTo>
                <a:lnTo>
                  <a:pt x="49" y="163"/>
                </a:lnTo>
                <a:lnTo>
                  <a:pt x="49" y="164"/>
                </a:lnTo>
                <a:lnTo>
                  <a:pt x="49" y="165"/>
                </a:lnTo>
                <a:lnTo>
                  <a:pt x="48" y="165"/>
                </a:lnTo>
                <a:lnTo>
                  <a:pt x="48" y="167"/>
                </a:lnTo>
                <a:lnTo>
                  <a:pt x="49" y="170"/>
                </a:lnTo>
                <a:lnTo>
                  <a:pt x="50" y="171"/>
                </a:lnTo>
                <a:lnTo>
                  <a:pt x="51" y="170"/>
                </a:lnTo>
                <a:lnTo>
                  <a:pt x="52" y="170"/>
                </a:lnTo>
                <a:lnTo>
                  <a:pt x="53" y="171"/>
                </a:lnTo>
                <a:lnTo>
                  <a:pt x="51" y="173"/>
                </a:lnTo>
                <a:lnTo>
                  <a:pt x="52" y="174"/>
                </a:lnTo>
                <a:lnTo>
                  <a:pt x="52" y="175"/>
                </a:lnTo>
                <a:lnTo>
                  <a:pt x="53" y="174"/>
                </a:lnTo>
                <a:lnTo>
                  <a:pt x="53" y="174"/>
                </a:lnTo>
                <a:lnTo>
                  <a:pt x="54" y="175"/>
                </a:lnTo>
                <a:lnTo>
                  <a:pt x="55" y="175"/>
                </a:lnTo>
                <a:lnTo>
                  <a:pt x="56" y="174"/>
                </a:lnTo>
                <a:lnTo>
                  <a:pt x="58" y="174"/>
                </a:lnTo>
                <a:lnTo>
                  <a:pt x="59" y="176"/>
                </a:lnTo>
                <a:lnTo>
                  <a:pt x="60" y="176"/>
                </a:lnTo>
                <a:lnTo>
                  <a:pt x="61" y="176"/>
                </a:lnTo>
                <a:lnTo>
                  <a:pt x="64" y="175"/>
                </a:lnTo>
                <a:lnTo>
                  <a:pt x="67" y="171"/>
                </a:lnTo>
                <a:lnTo>
                  <a:pt x="71" y="171"/>
                </a:lnTo>
                <a:lnTo>
                  <a:pt x="72" y="169"/>
                </a:lnTo>
                <a:lnTo>
                  <a:pt x="73" y="169"/>
                </a:lnTo>
                <a:lnTo>
                  <a:pt x="73" y="171"/>
                </a:lnTo>
                <a:lnTo>
                  <a:pt x="73" y="172"/>
                </a:lnTo>
                <a:lnTo>
                  <a:pt x="74" y="173"/>
                </a:lnTo>
                <a:lnTo>
                  <a:pt x="73" y="174"/>
                </a:lnTo>
                <a:lnTo>
                  <a:pt x="75" y="174"/>
                </a:lnTo>
                <a:lnTo>
                  <a:pt x="75" y="176"/>
                </a:lnTo>
                <a:lnTo>
                  <a:pt x="74" y="176"/>
                </a:lnTo>
                <a:lnTo>
                  <a:pt x="74" y="177"/>
                </a:lnTo>
                <a:lnTo>
                  <a:pt x="73" y="177"/>
                </a:lnTo>
                <a:lnTo>
                  <a:pt x="74" y="179"/>
                </a:lnTo>
                <a:lnTo>
                  <a:pt x="75" y="180"/>
                </a:lnTo>
                <a:lnTo>
                  <a:pt x="75" y="181"/>
                </a:lnTo>
                <a:lnTo>
                  <a:pt x="76" y="183"/>
                </a:lnTo>
                <a:lnTo>
                  <a:pt x="78" y="182"/>
                </a:lnTo>
                <a:lnTo>
                  <a:pt x="81" y="181"/>
                </a:lnTo>
                <a:lnTo>
                  <a:pt x="83" y="182"/>
                </a:lnTo>
                <a:lnTo>
                  <a:pt x="82" y="183"/>
                </a:lnTo>
                <a:lnTo>
                  <a:pt x="83" y="183"/>
                </a:lnTo>
                <a:lnTo>
                  <a:pt x="84" y="183"/>
                </a:lnTo>
                <a:lnTo>
                  <a:pt x="85" y="184"/>
                </a:lnTo>
                <a:lnTo>
                  <a:pt x="86" y="184"/>
                </a:lnTo>
                <a:lnTo>
                  <a:pt x="87" y="182"/>
                </a:lnTo>
                <a:lnTo>
                  <a:pt x="88" y="182"/>
                </a:lnTo>
                <a:lnTo>
                  <a:pt x="88" y="181"/>
                </a:lnTo>
                <a:lnTo>
                  <a:pt x="86" y="180"/>
                </a:lnTo>
                <a:lnTo>
                  <a:pt x="86" y="179"/>
                </a:lnTo>
                <a:lnTo>
                  <a:pt x="86" y="178"/>
                </a:lnTo>
                <a:lnTo>
                  <a:pt x="86" y="176"/>
                </a:lnTo>
                <a:lnTo>
                  <a:pt x="87" y="176"/>
                </a:lnTo>
                <a:lnTo>
                  <a:pt x="86" y="174"/>
                </a:lnTo>
                <a:lnTo>
                  <a:pt x="87" y="174"/>
                </a:lnTo>
                <a:lnTo>
                  <a:pt x="88" y="173"/>
                </a:lnTo>
                <a:lnTo>
                  <a:pt x="87" y="173"/>
                </a:lnTo>
                <a:lnTo>
                  <a:pt x="87" y="173"/>
                </a:lnTo>
                <a:lnTo>
                  <a:pt x="87" y="171"/>
                </a:lnTo>
                <a:lnTo>
                  <a:pt x="86" y="171"/>
                </a:lnTo>
                <a:lnTo>
                  <a:pt x="87" y="169"/>
                </a:lnTo>
                <a:lnTo>
                  <a:pt x="85" y="167"/>
                </a:lnTo>
                <a:lnTo>
                  <a:pt x="85" y="166"/>
                </a:lnTo>
                <a:lnTo>
                  <a:pt x="85" y="166"/>
                </a:lnTo>
                <a:lnTo>
                  <a:pt x="83" y="165"/>
                </a:lnTo>
                <a:lnTo>
                  <a:pt x="84" y="165"/>
                </a:lnTo>
                <a:lnTo>
                  <a:pt x="83" y="162"/>
                </a:lnTo>
                <a:lnTo>
                  <a:pt x="83" y="162"/>
                </a:lnTo>
                <a:lnTo>
                  <a:pt x="83" y="161"/>
                </a:lnTo>
                <a:lnTo>
                  <a:pt x="82" y="159"/>
                </a:lnTo>
                <a:lnTo>
                  <a:pt x="83" y="159"/>
                </a:lnTo>
                <a:lnTo>
                  <a:pt x="84" y="158"/>
                </a:lnTo>
                <a:lnTo>
                  <a:pt x="85" y="156"/>
                </a:lnTo>
                <a:lnTo>
                  <a:pt x="85" y="156"/>
                </a:lnTo>
                <a:lnTo>
                  <a:pt x="85" y="154"/>
                </a:lnTo>
                <a:lnTo>
                  <a:pt x="87" y="154"/>
                </a:lnTo>
                <a:lnTo>
                  <a:pt x="88" y="155"/>
                </a:lnTo>
                <a:lnTo>
                  <a:pt x="88" y="155"/>
                </a:lnTo>
                <a:lnTo>
                  <a:pt x="89" y="156"/>
                </a:lnTo>
                <a:lnTo>
                  <a:pt x="90" y="156"/>
                </a:lnTo>
                <a:lnTo>
                  <a:pt x="90" y="155"/>
                </a:lnTo>
                <a:lnTo>
                  <a:pt x="92" y="155"/>
                </a:lnTo>
                <a:lnTo>
                  <a:pt x="93" y="155"/>
                </a:lnTo>
                <a:lnTo>
                  <a:pt x="95" y="155"/>
                </a:lnTo>
                <a:lnTo>
                  <a:pt x="95" y="156"/>
                </a:lnTo>
                <a:lnTo>
                  <a:pt x="96" y="156"/>
                </a:lnTo>
                <a:lnTo>
                  <a:pt x="98" y="156"/>
                </a:lnTo>
                <a:lnTo>
                  <a:pt x="97" y="155"/>
                </a:lnTo>
                <a:lnTo>
                  <a:pt x="99" y="153"/>
                </a:lnTo>
                <a:lnTo>
                  <a:pt x="100" y="153"/>
                </a:lnTo>
                <a:lnTo>
                  <a:pt x="101" y="151"/>
                </a:lnTo>
                <a:lnTo>
                  <a:pt x="100" y="150"/>
                </a:lnTo>
                <a:lnTo>
                  <a:pt x="101" y="150"/>
                </a:lnTo>
                <a:lnTo>
                  <a:pt x="102" y="148"/>
                </a:lnTo>
                <a:lnTo>
                  <a:pt x="103" y="148"/>
                </a:lnTo>
                <a:lnTo>
                  <a:pt x="104" y="149"/>
                </a:lnTo>
                <a:lnTo>
                  <a:pt x="104" y="150"/>
                </a:lnTo>
                <a:lnTo>
                  <a:pt x="105" y="149"/>
                </a:lnTo>
                <a:lnTo>
                  <a:pt x="106" y="150"/>
                </a:lnTo>
                <a:lnTo>
                  <a:pt x="107" y="150"/>
                </a:lnTo>
                <a:lnTo>
                  <a:pt x="109" y="152"/>
                </a:lnTo>
                <a:lnTo>
                  <a:pt x="110" y="152"/>
                </a:lnTo>
                <a:lnTo>
                  <a:pt x="111" y="152"/>
                </a:lnTo>
                <a:lnTo>
                  <a:pt x="111" y="154"/>
                </a:lnTo>
                <a:lnTo>
                  <a:pt x="112" y="155"/>
                </a:lnTo>
                <a:lnTo>
                  <a:pt x="113" y="155"/>
                </a:lnTo>
                <a:lnTo>
                  <a:pt x="114" y="156"/>
                </a:lnTo>
                <a:lnTo>
                  <a:pt x="115" y="155"/>
                </a:lnTo>
                <a:lnTo>
                  <a:pt x="115" y="155"/>
                </a:lnTo>
                <a:lnTo>
                  <a:pt x="117" y="153"/>
                </a:lnTo>
                <a:lnTo>
                  <a:pt x="117" y="152"/>
                </a:lnTo>
                <a:lnTo>
                  <a:pt x="117" y="151"/>
                </a:lnTo>
                <a:lnTo>
                  <a:pt x="118" y="151"/>
                </a:lnTo>
                <a:lnTo>
                  <a:pt x="119" y="151"/>
                </a:lnTo>
                <a:lnTo>
                  <a:pt x="120" y="148"/>
                </a:lnTo>
                <a:lnTo>
                  <a:pt x="123" y="149"/>
                </a:lnTo>
                <a:lnTo>
                  <a:pt x="122" y="150"/>
                </a:lnTo>
                <a:lnTo>
                  <a:pt x="124" y="153"/>
                </a:lnTo>
                <a:lnTo>
                  <a:pt x="125" y="151"/>
                </a:lnTo>
                <a:lnTo>
                  <a:pt x="125" y="150"/>
                </a:lnTo>
                <a:lnTo>
                  <a:pt x="127" y="148"/>
                </a:lnTo>
                <a:lnTo>
                  <a:pt x="132" y="153"/>
                </a:lnTo>
                <a:lnTo>
                  <a:pt x="134" y="155"/>
                </a:lnTo>
                <a:lnTo>
                  <a:pt x="134" y="154"/>
                </a:lnTo>
                <a:lnTo>
                  <a:pt x="135" y="150"/>
                </a:lnTo>
                <a:lnTo>
                  <a:pt x="137" y="148"/>
                </a:lnTo>
                <a:lnTo>
                  <a:pt x="140" y="147"/>
                </a:lnTo>
                <a:lnTo>
                  <a:pt x="140" y="147"/>
                </a:lnTo>
                <a:lnTo>
                  <a:pt x="140" y="149"/>
                </a:lnTo>
                <a:lnTo>
                  <a:pt x="140" y="149"/>
                </a:lnTo>
                <a:lnTo>
                  <a:pt x="141" y="150"/>
                </a:lnTo>
                <a:lnTo>
                  <a:pt x="142" y="151"/>
                </a:lnTo>
                <a:lnTo>
                  <a:pt x="145" y="149"/>
                </a:lnTo>
                <a:lnTo>
                  <a:pt x="145" y="148"/>
                </a:lnTo>
                <a:lnTo>
                  <a:pt x="147" y="147"/>
                </a:lnTo>
                <a:lnTo>
                  <a:pt x="149" y="148"/>
                </a:lnTo>
                <a:lnTo>
                  <a:pt x="150" y="148"/>
                </a:lnTo>
                <a:lnTo>
                  <a:pt x="150" y="147"/>
                </a:lnTo>
                <a:lnTo>
                  <a:pt x="150" y="147"/>
                </a:lnTo>
                <a:lnTo>
                  <a:pt x="151" y="146"/>
                </a:lnTo>
                <a:lnTo>
                  <a:pt x="152" y="145"/>
                </a:lnTo>
                <a:lnTo>
                  <a:pt x="152" y="144"/>
                </a:lnTo>
                <a:lnTo>
                  <a:pt x="152" y="143"/>
                </a:lnTo>
                <a:lnTo>
                  <a:pt x="151" y="141"/>
                </a:lnTo>
                <a:lnTo>
                  <a:pt x="153" y="141"/>
                </a:lnTo>
                <a:lnTo>
                  <a:pt x="153" y="140"/>
                </a:lnTo>
                <a:lnTo>
                  <a:pt x="154" y="140"/>
                </a:lnTo>
                <a:lnTo>
                  <a:pt x="154" y="140"/>
                </a:lnTo>
                <a:lnTo>
                  <a:pt x="155" y="139"/>
                </a:lnTo>
                <a:lnTo>
                  <a:pt x="157" y="138"/>
                </a:lnTo>
                <a:lnTo>
                  <a:pt x="158" y="138"/>
                </a:lnTo>
                <a:lnTo>
                  <a:pt x="159" y="137"/>
                </a:lnTo>
                <a:lnTo>
                  <a:pt x="160" y="138"/>
                </a:lnTo>
                <a:lnTo>
                  <a:pt x="161" y="137"/>
                </a:lnTo>
                <a:lnTo>
                  <a:pt x="162" y="135"/>
                </a:lnTo>
                <a:lnTo>
                  <a:pt x="163" y="137"/>
                </a:lnTo>
                <a:lnTo>
                  <a:pt x="164" y="137"/>
                </a:lnTo>
                <a:lnTo>
                  <a:pt x="165" y="137"/>
                </a:lnTo>
                <a:lnTo>
                  <a:pt x="166" y="139"/>
                </a:lnTo>
                <a:lnTo>
                  <a:pt x="167" y="140"/>
                </a:lnTo>
                <a:lnTo>
                  <a:pt x="166" y="138"/>
                </a:lnTo>
                <a:lnTo>
                  <a:pt x="168" y="137"/>
                </a:lnTo>
                <a:lnTo>
                  <a:pt x="169" y="136"/>
                </a:lnTo>
                <a:lnTo>
                  <a:pt x="170" y="136"/>
                </a:lnTo>
                <a:lnTo>
                  <a:pt x="170" y="136"/>
                </a:lnTo>
                <a:lnTo>
                  <a:pt x="169" y="135"/>
                </a:lnTo>
                <a:lnTo>
                  <a:pt x="170" y="135"/>
                </a:lnTo>
                <a:lnTo>
                  <a:pt x="171" y="133"/>
                </a:lnTo>
                <a:lnTo>
                  <a:pt x="172" y="133"/>
                </a:lnTo>
                <a:lnTo>
                  <a:pt x="172" y="132"/>
                </a:lnTo>
                <a:lnTo>
                  <a:pt x="173" y="132"/>
                </a:lnTo>
                <a:lnTo>
                  <a:pt x="176" y="133"/>
                </a:lnTo>
                <a:lnTo>
                  <a:pt x="176" y="134"/>
                </a:lnTo>
                <a:lnTo>
                  <a:pt x="179" y="131"/>
                </a:lnTo>
                <a:lnTo>
                  <a:pt x="179" y="130"/>
                </a:lnTo>
                <a:lnTo>
                  <a:pt x="180" y="127"/>
                </a:lnTo>
                <a:lnTo>
                  <a:pt x="179" y="126"/>
                </a:lnTo>
                <a:lnTo>
                  <a:pt x="180" y="125"/>
                </a:lnTo>
                <a:lnTo>
                  <a:pt x="180" y="124"/>
                </a:lnTo>
                <a:lnTo>
                  <a:pt x="180" y="124"/>
                </a:lnTo>
                <a:lnTo>
                  <a:pt x="179" y="124"/>
                </a:lnTo>
                <a:lnTo>
                  <a:pt x="178" y="121"/>
                </a:lnTo>
                <a:lnTo>
                  <a:pt x="178" y="121"/>
                </a:lnTo>
                <a:lnTo>
                  <a:pt x="177" y="120"/>
                </a:lnTo>
                <a:lnTo>
                  <a:pt x="177" y="119"/>
                </a:lnTo>
                <a:lnTo>
                  <a:pt x="176" y="119"/>
                </a:lnTo>
                <a:lnTo>
                  <a:pt x="174" y="119"/>
                </a:lnTo>
                <a:lnTo>
                  <a:pt x="174" y="120"/>
                </a:lnTo>
                <a:lnTo>
                  <a:pt x="173" y="120"/>
                </a:lnTo>
                <a:lnTo>
                  <a:pt x="173" y="121"/>
                </a:lnTo>
                <a:lnTo>
                  <a:pt x="172" y="121"/>
                </a:lnTo>
                <a:lnTo>
                  <a:pt x="172" y="120"/>
                </a:lnTo>
                <a:lnTo>
                  <a:pt x="171" y="120"/>
                </a:lnTo>
                <a:lnTo>
                  <a:pt x="170" y="120"/>
                </a:lnTo>
                <a:lnTo>
                  <a:pt x="169" y="121"/>
                </a:lnTo>
                <a:lnTo>
                  <a:pt x="168" y="118"/>
                </a:lnTo>
                <a:lnTo>
                  <a:pt x="168" y="118"/>
                </a:lnTo>
                <a:lnTo>
                  <a:pt x="166" y="118"/>
                </a:lnTo>
                <a:lnTo>
                  <a:pt x="166" y="121"/>
                </a:lnTo>
                <a:lnTo>
                  <a:pt x="164" y="120"/>
                </a:lnTo>
                <a:lnTo>
                  <a:pt x="162" y="119"/>
                </a:lnTo>
                <a:lnTo>
                  <a:pt x="161" y="119"/>
                </a:lnTo>
                <a:lnTo>
                  <a:pt x="161" y="120"/>
                </a:lnTo>
                <a:lnTo>
                  <a:pt x="161" y="120"/>
                </a:lnTo>
                <a:lnTo>
                  <a:pt x="160" y="119"/>
                </a:lnTo>
                <a:lnTo>
                  <a:pt x="159" y="118"/>
                </a:lnTo>
                <a:lnTo>
                  <a:pt x="160" y="118"/>
                </a:lnTo>
                <a:lnTo>
                  <a:pt x="160" y="117"/>
                </a:lnTo>
                <a:lnTo>
                  <a:pt x="160" y="117"/>
                </a:lnTo>
                <a:lnTo>
                  <a:pt x="159" y="115"/>
                </a:lnTo>
                <a:lnTo>
                  <a:pt x="159" y="114"/>
                </a:lnTo>
                <a:lnTo>
                  <a:pt x="159" y="114"/>
                </a:lnTo>
                <a:lnTo>
                  <a:pt x="158" y="113"/>
                </a:lnTo>
                <a:lnTo>
                  <a:pt x="158" y="113"/>
                </a:lnTo>
                <a:lnTo>
                  <a:pt x="158" y="112"/>
                </a:lnTo>
                <a:lnTo>
                  <a:pt x="156" y="111"/>
                </a:lnTo>
                <a:lnTo>
                  <a:pt x="154" y="112"/>
                </a:lnTo>
                <a:lnTo>
                  <a:pt x="151" y="111"/>
                </a:lnTo>
                <a:lnTo>
                  <a:pt x="149" y="112"/>
                </a:lnTo>
                <a:lnTo>
                  <a:pt x="150" y="114"/>
                </a:lnTo>
                <a:lnTo>
                  <a:pt x="149" y="114"/>
                </a:lnTo>
                <a:lnTo>
                  <a:pt x="147" y="113"/>
                </a:lnTo>
                <a:lnTo>
                  <a:pt x="148" y="112"/>
                </a:lnTo>
                <a:lnTo>
                  <a:pt x="147" y="112"/>
                </a:lnTo>
                <a:lnTo>
                  <a:pt x="147" y="112"/>
                </a:lnTo>
                <a:lnTo>
                  <a:pt x="146" y="110"/>
                </a:lnTo>
                <a:lnTo>
                  <a:pt x="146" y="109"/>
                </a:lnTo>
                <a:lnTo>
                  <a:pt x="145" y="107"/>
                </a:lnTo>
                <a:lnTo>
                  <a:pt x="146" y="104"/>
                </a:lnTo>
                <a:lnTo>
                  <a:pt x="146" y="103"/>
                </a:lnTo>
                <a:lnTo>
                  <a:pt x="148" y="101"/>
                </a:lnTo>
                <a:lnTo>
                  <a:pt x="149" y="100"/>
                </a:lnTo>
                <a:lnTo>
                  <a:pt x="150" y="99"/>
                </a:lnTo>
                <a:lnTo>
                  <a:pt x="149" y="98"/>
                </a:lnTo>
                <a:lnTo>
                  <a:pt x="148" y="98"/>
                </a:lnTo>
                <a:lnTo>
                  <a:pt x="149" y="97"/>
                </a:lnTo>
                <a:lnTo>
                  <a:pt x="150" y="95"/>
                </a:lnTo>
                <a:lnTo>
                  <a:pt x="150" y="95"/>
                </a:lnTo>
                <a:lnTo>
                  <a:pt x="150" y="94"/>
                </a:lnTo>
                <a:lnTo>
                  <a:pt x="151" y="95"/>
                </a:lnTo>
                <a:lnTo>
                  <a:pt x="152" y="95"/>
                </a:lnTo>
                <a:lnTo>
                  <a:pt x="151" y="94"/>
                </a:lnTo>
                <a:lnTo>
                  <a:pt x="152" y="94"/>
                </a:lnTo>
                <a:lnTo>
                  <a:pt x="152" y="93"/>
                </a:lnTo>
                <a:lnTo>
                  <a:pt x="148" y="92"/>
                </a:lnTo>
                <a:lnTo>
                  <a:pt x="148" y="91"/>
                </a:lnTo>
                <a:lnTo>
                  <a:pt x="146" y="90"/>
                </a:lnTo>
                <a:lnTo>
                  <a:pt x="146" y="87"/>
                </a:lnTo>
                <a:lnTo>
                  <a:pt x="144" y="88"/>
                </a:lnTo>
                <a:lnTo>
                  <a:pt x="144" y="88"/>
                </a:lnTo>
                <a:lnTo>
                  <a:pt x="144" y="88"/>
                </a:lnTo>
                <a:lnTo>
                  <a:pt x="144" y="87"/>
                </a:lnTo>
                <a:lnTo>
                  <a:pt x="144" y="86"/>
                </a:lnTo>
                <a:lnTo>
                  <a:pt x="142" y="85"/>
                </a:lnTo>
                <a:lnTo>
                  <a:pt x="141" y="84"/>
                </a:lnTo>
                <a:lnTo>
                  <a:pt x="142" y="82"/>
                </a:lnTo>
                <a:lnTo>
                  <a:pt x="143" y="83"/>
                </a:lnTo>
                <a:lnTo>
                  <a:pt x="144" y="79"/>
                </a:lnTo>
                <a:lnTo>
                  <a:pt x="143" y="78"/>
                </a:lnTo>
                <a:lnTo>
                  <a:pt x="144" y="78"/>
                </a:lnTo>
                <a:lnTo>
                  <a:pt x="145" y="76"/>
                </a:lnTo>
                <a:lnTo>
                  <a:pt x="144" y="75"/>
                </a:lnTo>
                <a:lnTo>
                  <a:pt x="145" y="75"/>
                </a:lnTo>
                <a:lnTo>
                  <a:pt x="146" y="74"/>
                </a:lnTo>
                <a:lnTo>
                  <a:pt x="146" y="73"/>
                </a:lnTo>
                <a:lnTo>
                  <a:pt x="146" y="71"/>
                </a:lnTo>
                <a:lnTo>
                  <a:pt x="146" y="71"/>
                </a:lnTo>
                <a:lnTo>
                  <a:pt x="147" y="69"/>
                </a:lnTo>
                <a:lnTo>
                  <a:pt x="149" y="69"/>
                </a:lnTo>
                <a:lnTo>
                  <a:pt x="149" y="68"/>
                </a:lnTo>
                <a:lnTo>
                  <a:pt x="149" y="68"/>
                </a:lnTo>
                <a:lnTo>
                  <a:pt x="149" y="67"/>
                </a:lnTo>
                <a:lnTo>
                  <a:pt x="148" y="66"/>
                </a:lnTo>
                <a:lnTo>
                  <a:pt x="148" y="66"/>
                </a:lnTo>
                <a:lnTo>
                  <a:pt x="147" y="65"/>
                </a:lnTo>
                <a:lnTo>
                  <a:pt x="147" y="65"/>
                </a:lnTo>
                <a:lnTo>
                  <a:pt x="147" y="64"/>
                </a:lnTo>
                <a:lnTo>
                  <a:pt x="146" y="63"/>
                </a:lnTo>
                <a:lnTo>
                  <a:pt x="145" y="63"/>
                </a:lnTo>
                <a:lnTo>
                  <a:pt x="144" y="63"/>
                </a:lnTo>
                <a:lnTo>
                  <a:pt x="145" y="62"/>
                </a:lnTo>
                <a:lnTo>
                  <a:pt x="144" y="61"/>
                </a:lnTo>
                <a:lnTo>
                  <a:pt x="142" y="62"/>
                </a:lnTo>
                <a:lnTo>
                  <a:pt x="138" y="62"/>
                </a:lnTo>
                <a:lnTo>
                  <a:pt x="137" y="64"/>
                </a:lnTo>
                <a:lnTo>
                  <a:pt x="137" y="65"/>
                </a:lnTo>
                <a:lnTo>
                  <a:pt x="132" y="65"/>
                </a:lnTo>
                <a:lnTo>
                  <a:pt x="132" y="64"/>
                </a:lnTo>
                <a:lnTo>
                  <a:pt x="130" y="62"/>
                </a:lnTo>
                <a:lnTo>
                  <a:pt x="131" y="60"/>
                </a:lnTo>
                <a:lnTo>
                  <a:pt x="130" y="60"/>
                </a:lnTo>
                <a:lnTo>
                  <a:pt x="129" y="58"/>
                </a:lnTo>
                <a:lnTo>
                  <a:pt x="130" y="57"/>
                </a:lnTo>
                <a:lnTo>
                  <a:pt x="131" y="57"/>
                </a:lnTo>
                <a:lnTo>
                  <a:pt x="131" y="56"/>
                </a:lnTo>
                <a:lnTo>
                  <a:pt x="131" y="55"/>
                </a:lnTo>
                <a:lnTo>
                  <a:pt x="129" y="53"/>
                </a:lnTo>
                <a:lnTo>
                  <a:pt x="129" y="53"/>
                </a:lnTo>
                <a:lnTo>
                  <a:pt x="128" y="54"/>
                </a:lnTo>
                <a:lnTo>
                  <a:pt x="127" y="52"/>
                </a:lnTo>
                <a:lnTo>
                  <a:pt x="128" y="52"/>
                </a:lnTo>
                <a:lnTo>
                  <a:pt x="129" y="52"/>
                </a:lnTo>
                <a:lnTo>
                  <a:pt x="128" y="52"/>
                </a:lnTo>
                <a:lnTo>
                  <a:pt x="128" y="52"/>
                </a:lnTo>
                <a:lnTo>
                  <a:pt x="128" y="51"/>
                </a:lnTo>
                <a:lnTo>
                  <a:pt x="129" y="51"/>
                </a:lnTo>
                <a:lnTo>
                  <a:pt x="131" y="48"/>
                </a:lnTo>
                <a:lnTo>
                  <a:pt x="133" y="47"/>
                </a:lnTo>
                <a:lnTo>
                  <a:pt x="134" y="44"/>
                </a:lnTo>
                <a:lnTo>
                  <a:pt x="135" y="44"/>
                </a:lnTo>
                <a:lnTo>
                  <a:pt x="136" y="44"/>
                </a:lnTo>
                <a:lnTo>
                  <a:pt x="136" y="45"/>
                </a:lnTo>
                <a:lnTo>
                  <a:pt x="137" y="46"/>
                </a:lnTo>
                <a:lnTo>
                  <a:pt x="138" y="46"/>
                </a:lnTo>
                <a:lnTo>
                  <a:pt x="139" y="48"/>
                </a:lnTo>
                <a:lnTo>
                  <a:pt x="140" y="47"/>
                </a:lnTo>
                <a:lnTo>
                  <a:pt x="140" y="47"/>
                </a:lnTo>
                <a:lnTo>
                  <a:pt x="140" y="46"/>
                </a:lnTo>
                <a:lnTo>
                  <a:pt x="143" y="43"/>
                </a:lnTo>
                <a:lnTo>
                  <a:pt x="145" y="45"/>
                </a:lnTo>
                <a:lnTo>
                  <a:pt x="146" y="47"/>
                </a:lnTo>
                <a:lnTo>
                  <a:pt x="147" y="46"/>
                </a:lnTo>
                <a:lnTo>
                  <a:pt x="148" y="47"/>
                </a:lnTo>
                <a:lnTo>
                  <a:pt x="150" y="46"/>
                </a:lnTo>
                <a:lnTo>
                  <a:pt x="151" y="47"/>
                </a:lnTo>
                <a:lnTo>
                  <a:pt x="152" y="46"/>
                </a:lnTo>
                <a:lnTo>
                  <a:pt x="153" y="46"/>
                </a:lnTo>
                <a:lnTo>
                  <a:pt x="152" y="47"/>
                </a:lnTo>
                <a:lnTo>
                  <a:pt x="153" y="47"/>
                </a:lnTo>
                <a:lnTo>
                  <a:pt x="157" y="45"/>
                </a:lnTo>
                <a:lnTo>
                  <a:pt x="159" y="45"/>
                </a:lnTo>
                <a:lnTo>
                  <a:pt x="159" y="46"/>
                </a:lnTo>
                <a:lnTo>
                  <a:pt x="160" y="44"/>
                </a:lnTo>
                <a:lnTo>
                  <a:pt x="160" y="43"/>
                </a:lnTo>
                <a:lnTo>
                  <a:pt x="161" y="42"/>
                </a:lnTo>
                <a:lnTo>
                  <a:pt x="160" y="42"/>
                </a:lnTo>
                <a:lnTo>
                  <a:pt x="161" y="40"/>
                </a:lnTo>
                <a:lnTo>
                  <a:pt x="161" y="40"/>
                </a:lnTo>
                <a:close/>
              </a:path>
            </a:pathLst>
          </a:custGeom>
          <a:solidFill>
            <a:srgbClr val="D9E6F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746614" y="3737168"/>
            <a:ext cx="2443353" cy="1507055"/>
          </a:xfrm>
          <a:custGeom>
            <a:avLst/>
            <a:gdLst/>
            <a:ahLst/>
            <a:cxnLst/>
            <a:rect l="l" t="t" r="r" b="b"/>
            <a:pathLst>
              <a:path w="381" h="235">
                <a:moveTo>
                  <a:pt x="222" y="19"/>
                </a:moveTo>
                <a:lnTo>
                  <a:pt x="219" y="17"/>
                </a:lnTo>
                <a:lnTo>
                  <a:pt x="217" y="15"/>
                </a:lnTo>
                <a:lnTo>
                  <a:pt x="215" y="15"/>
                </a:lnTo>
                <a:lnTo>
                  <a:pt x="215" y="13"/>
                </a:lnTo>
                <a:lnTo>
                  <a:pt x="214" y="14"/>
                </a:lnTo>
                <a:lnTo>
                  <a:pt x="213" y="14"/>
                </a:lnTo>
                <a:lnTo>
                  <a:pt x="212" y="13"/>
                </a:lnTo>
                <a:lnTo>
                  <a:pt x="210" y="12"/>
                </a:lnTo>
                <a:lnTo>
                  <a:pt x="209" y="11"/>
                </a:lnTo>
                <a:lnTo>
                  <a:pt x="207" y="11"/>
                </a:lnTo>
                <a:lnTo>
                  <a:pt x="207" y="12"/>
                </a:lnTo>
                <a:lnTo>
                  <a:pt x="206" y="12"/>
                </a:lnTo>
                <a:lnTo>
                  <a:pt x="205" y="10"/>
                </a:lnTo>
                <a:lnTo>
                  <a:pt x="204" y="9"/>
                </a:lnTo>
                <a:lnTo>
                  <a:pt x="204" y="8"/>
                </a:lnTo>
                <a:lnTo>
                  <a:pt x="203" y="7"/>
                </a:lnTo>
                <a:lnTo>
                  <a:pt x="202" y="8"/>
                </a:lnTo>
                <a:lnTo>
                  <a:pt x="202" y="7"/>
                </a:lnTo>
                <a:lnTo>
                  <a:pt x="200" y="6"/>
                </a:lnTo>
                <a:lnTo>
                  <a:pt x="200" y="7"/>
                </a:lnTo>
                <a:lnTo>
                  <a:pt x="198" y="6"/>
                </a:lnTo>
                <a:lnTo>
                  <a:pt x="197" y="7"/>
                </a:lnTo>
                <a:lnTo>
                  <a:pt x="197" y="6"/>
                </a:lnTo>
                <a:lnTo>
                  <a:pt x="196" y="7"/>
                </a:lnTo>
                <a:lnTo>
                  <a:pt x="193" y="6"/>
                </a:lnTo>
                <a:lnTo>
                  <a:pt x="192" y="7"/>
                </a:lnTo>
                <a:lnTo>
                  <a:pt x="188" y="7"/>
                </a:lnTo>
                <a:lnTo>
                  <a:pt x="185" y="7"/>
                </a:lnTo>
                <a:lnTo>
                  <a:pt x="184" y="6"/>
                </a:lnTo>
                <a:lnTo>
                  <a:pt x="184" y="5"/>
                </a:lnTo>
                <a:lnTo>
                  <a:pt x="183" y="5"/>
                </a:lnTo>
                <a:lnTo>
                  <a:pt x="182" y="5"/>
                </a:lnTo>
                <a:lnTo>
                  <a:pt x="180" y="6"/>
                </a:lnTo>
                <a:lnTo>
                  <a:pt x="179" y="6"/>
                </a:lnTo>
                <a:lnTo>
                  <a:pt x="178" y="7"/>
                </a:lnTo>
                <a:lnTo>
                  <a:pt x="175" y="6"/>
                </a:lnTo>
                <a:lnTo>
                  <a:pt x="174" y="7"/>
                </a:lnTo>
                <a:lnTo>
                  <a:pt x="173" y="7"/>
                </a:lnTo>
                <a:lnTo>
                  <a:pt x="173" y="6"/>
                </a:lnTo>
                <a:lnTo>
                  <a:pt x="171" y="6"/>
                </a:lnTo>
                <a:lnTo>
                  <a:pt x="170" y="6"/>
                </a:lnTo>
                <a:lnTo>
                  <a:pt x="167" y="6"/>
                </a:lnTo>
                <a:lnTo>
                  <a:pt x="166" y="7"/>
                </a:lnTo>
                <a:lnTo>
                  <a:pt x="165" y="6"/>
                </a:lnTo>
                <a:lnTo>
                  <a:pt x="164" y="6"/>
                </a:lnTo>
                <a:lnTo>
                  <a:pt x="163" y="7"/>
                </a:lnTo>
                <a:lnTo>
                  <a:pt x="162" y="7"/>
                </a:lnTo>
                <a:lnTo>
                  <a:pt x="161" y="7"/>
                </a:lnTo>
                <a:lnTo>
                  <a:pt x="160" y="7"/>
                </a:lnTo>
                <a:lnTo>
                  <a:pt x="160" y="9"/>
                </a:lnTo>
                <a:lnTo>
                  <a:pt x="160" y="9"/>
                </a:lnTo>
                <a:lnTo>
                  <a:pt x="159" y="10"/>
                </a:lnTo>
                <a:lnTo>
                  <a:pt x="159" y="10"/>
                </a:lnTo>
                <a:lnTo>
                  <a:pt x="157" y="13"/>
                </a:lnTo>
                <a:lnTo>
                  <a:pt x="156" y="13"/>
                </a:lnTo>
                <a:lnTo>
                  <a:pt x="156" y="13"/>
                </a:lnTo>
                <a:lnTo>
                  <a:pt x="154" y="14"/>
                </a:lnTo>
                <a:lnTo>
                  <a:pt x="152" y="14"/>
                </a:lnTo>
                <a:lnTo>
                  <a:pt x="150" y="14"/>
                </a:lnTo>
                <a:lnTo>
                  <a:pt x="149" y="14"/>
                </a:lnTo>
                <a:lnTo>
                  <a:pt x="148" y="16"/>
                </a:lnTo>
                <a:lnTo>
                  <a:pt x="147" y="16"/>
                </a:lnTo>
                <a:lnTo>
                  <a:pt x="146" y="15"/>
                </a:lnTo>
                <a:lnTo>
                  <a:pt x="144" y="14"/>
                </a:lnTo>
                <a:lnTo>
                  <a:pt x="143" y="13"/>
                </a:lnTo>
                <a:lnTo>
                  <a:pt x="142" y="12"/>
                </a:lnTo>
                <a:lnTo>
                  <a:pt x="140" y="12"/>
                </a:lnTo>
                <a:lnTo>
                  <a:pt x="138" y="12"/>
                </a:lnTo>
                <a:lnTo>
                  <a:pt x="132" y="14"/>
                </a:lnTo>
                <a:lnTo>
                  <a:pt x="127" y="14"/>
                </a:lnTo>
                <a:lnTo>
                  <a:pt x="127" y="15"/>
                </a:lnTo>
                <a:lnTo>
                  <a:pt x="126" y="16"/>
                </a:lnTo>
                <a:lnTo>
                  <a:pt x="121" y="17"/>
                </a:lnTo>
                <a:lnTo>
                  <a:pt x="120" y="17"/>
                </a:lnTo>
                <a:lnTo>
                  <a:pt x="119" y="17"/>
                </a:lnTo>
                <a:lnTo>
                  <a:pt x="119" y="16"/>
                </a:lnTo>
                <a:lnTo>
                  <a:pt x="118" y="15"/>
                </a:lnTo>
                <a:lnTo>
                  <a:pt x="116" y="15"/>
                </a:lnTo>
                <a:lnTo>
                  <a:pt x="116" y="16"/>
                </a:lnTo>
                <a:lnTo>
                  <a:pt x="112" y="15"/>
                </a:lnTo>
                <a:lnTo>
                  <a:pt x="111" y="16"/>
                </a:lnTo>
                <a:lnTo>
                  <a:pt x="105" y="12"/>
                </a:lnTo>
                <a:lnTo>
                  <a:pt x="103" y="13"/>
                </a:lnTo>
                <a:lnTo>
                  <a:pt x="102" y="12"/>
                </a:lnTo>
                <a:lnTo>
                  <a:pt x="102" y="11"/>
                </a:lnTo>
                <a:lnTo>
                  <a:pt x="101" y="10"/>
                </a:lnTo>
                <a:lnTo>
                  <a:pt x="100" y="8"/>
                </a:lnTo>
                <a:lnTo>
                  <a:pt x="101" y="7"/>
                </a:lnTo>
                <a:lnTo>
                  <a:pt x="101" y="6"/>
                </a:lnTo>
                <a:lnTo>
                  <a:pt x="101" y="6"/>
                </a:lnTo>
                <a:lnTo>
                  <a:pt x="98" y="5"/>
                </a:lnTo>
                <a:lnTo>
                  <a:pt x="97" y="5"/>
                </a:lnTo>
                <a:lnTo>
                  <a:pt x="95" y="4"/>
                </a:lnTo>
                <a:lnTo>
                  <a:pt x="92" y="3"/>
                </a:lnTo>
                <a:lnTo>
                  <a:pt x="92" y="2"/>
                </a:lnTo>
                <a:lnTo>
                  <a:pt x="91" y="4"/>
                </a:lnTo>
                <a:lnTo>
                  <a:pt x="90" y="3"/>
                </a:lnTo>
                <a:lnTo>
                  <a:pt x="90" y="4"/>
                </a:lnTo>
                <a:lnTo>
                  <a:pt x="89" y="5"/>
                </a:lnTo>
                <a:lnTo>
                  <a:pt x="88" y="5"/>
                </a:lnTo>
                <a:lnTo>
                  <a:pt x="84" y="7"/>
                </a:lnTo>
                <a:lnTo>
                  <a:pt x="83" y="7"/>
                </a:lnTo>
                <a:lnTo>
                  <a:pt x="83" y="9"/>
                </a:lnTo>
                <a:lnTo>
                  <a:pt x="83" y="10"/>
                </a:lnTo>
                <a:lnTo>
                  <a:pt x="81" y="10"/>
                </a:lnTo>
                <a:lnTo>
                  <a:pt x="81" y="10"/>
                </a:lnTo>
                <a:lnTo>
                  <a:pt x="77" y="10"/>
                </a:lnTo>
                <a:lnTo>
                  <a:pt x="76" y="10"/>
                </a:lnTo>
                <a:lnTo>
                  <a:pt x="73" y="9"/>
                </a:lnTo>
                <a:lnTo>
                  <a:pt x="73" y="8"/>
                </a:lnTo>
                <a:lnTo>
                  <a:pt x="72" y="7"/>
                </a:lnTo>
                <a:lnTo>
                  <a:pt x="71" y="6"/>
                </a:lnTo>
                <a:lnTo>
                  <a:pt x="71" y="6"/>
                </a:lnTo>
                <a:lnTo>
                  <a:pt x="68" y="6"/>
                </a:lnTo>
                <a:lnTo>
                  <a:pt x="68" y="5"/>
                </a:lnTo>
                <a:lnTo>
                  <a:pt x="67" y="5"/>
                </a:lnTo>
                <a:lnTo>
                  <a:pt x="67" y="4"/>
                </a:lnTo>
                <a:lnTo>
                  <a:pt x="67" y="4"/>
                </a:lnTo>
                <a:lnTo>
                  <a:pt x="66" y="4"/>
                </a:lnTo>
                <a:lnTo>
                  <a:pt x="65" y="4"/>
                </a:lnTo>
                <a:lnTo>
                  <a:pt x="65" y="5"/>
                </a:lnTo>
                <a:lnTo>
                  <a:pt x="65" y="5"/>
                </a:lnTo>
                <a:lnTo>
                  <a:pt x="65" y="5"/>
                </a:lnTo>
                <a:lnTo>
                  <a:pt x="64" y="5"/>
                </a:lnTo>
                <a:lnTo>
                  <a:pt x="62" y="4"/>
                </a:lnTo>
                <a:lnTo>
                  <a:pt x="59" y="3"/>
                </a:lnTo>
                <a:lnTo>
                  <a:pt x="59" y="3"/>
                </a:lnTo>
                <a:lnTo>
                  <a:pt x="59" y="2"/>
                </a:lnTo>
                <a:lnTo>
                  <a:pt x="58" y="1"/>
                </a:lnTo>
                <a:lnTo>
                  <a:pt x="56" y="1"/>
                </a:lnTo>
                <a:lnTo>
                  <a:pt x="55" y="1"/>
                </a:lnTo>
                <a:lnTo>
                  <a:pt x="55" y="0"/>
                </a:lnTo>
                <a:lnTo>
                  <a:pt x="54" y="1"/>
                </a:lnTo>
                <a:lnTo>
                  <a:pt x="53" y="1"/>
                </a:lnTo>
                <a:lnTo>
                  <a:pt x="52" y="1"/>
                </a:lnTo>
                <a:lnTo>
                  <a:pt x="51" y="2"/>
                </a:lnTo>
                <a:lnTo>
                  <a:pt x="53" y="5"/>
                </a:lnTo>
                <a:lnTo>
                  <a:pt x="51" y="4"/>
                </a:lnTo>
                <a:lnTo>
                  <a:pt x="50" y="5"/>
                </a:lnTo>
                <a:lnTo>
                  <a:pt x="50" y="6"/>
                </a:lnTo>
                <a:lnTo>
                  <a:pt x="47" y="7"/>
                </a:lnTo>
                <a:lnTo>
                  <a:pt x="47" y="6"/>
                </a:lnTo>
                <a:lnTo>
                  <a:pt x="46" y="7"/>
                </a:lnTo>
                <a:lnTo>
                  <a:pt x="46" y="7"/>
                </a:lnTo>
                <a:lnTo>
                  <a:pt x="45" y="8"/>
                </a:lnTo>
                <a:lnTo>
                  <a:pt x="45" y="9"/>
                </a:lnTo>
                <a:lnTo>
                  <a:pt x="45" y="10"/>
                </a:lnTo>
                <a:lnTo>
                  <a:pt x="44" y="10"/>
                </a:lnTo>
                <a:lnTo>
                  <a:pt x="44" y="11"/>
                </a:lnTo>
                <a:lnTo>
                  <a:pt x="43" y="11"/>
                </a:lnTo>
                <a:lnTo>
                  <a:pt x="43" y="11"/>
                </a:lnTo>
                <a:lnTo>
                  <a:pt x="42" y="13"/>
                </a:lnTo>
                <a:lnTo>
                  <a:pt x="42" y="14"/>
                </a:lnTo>
                <a:lnTo>
                  <a:pt x="41" y="14"/>
                </a:lnTo>
                <a:lnTo>
                  <a:pt x="41" y="15"/>
                </a:lnTo>
                <a:lnTo>
                  <a:pt x="40" y="17"/>
                </a:lnTo>
                <a:lnTo>
                  <a:pt x="40" y="18"/>
                </a:lnTo>
                <a:lnTo>
                  <a:pt x="38" y="18"/>
                </a:lnTo>
                <a:lnTo>
                  <a:pt x="37" y="18"/>
                </a:lnTo>
                <a:lnTo>
                  <a:pt x="36" y="18"/>
                </a:lnTo>
                <a:lnTo>
                  <a:pt x="34" y="18"/>
                </a:lnTo>
                <a:lnTo>
                  <a:pt x="34" y="17"/>
                </a:lnTo>
                <a:lnTo>
                  <a:pt x="30" y="17"/>
                </a:lnTo>
                <a:lnTo>
                  <a:pt x="30" y="17"/>
                </a:lnTo>
                <a:lnTo>
                  <a:pt x="29" y="17"/>
                </a:lnTo>
                <a:lnTo>
                  <a:pt x="28" y="17"/>
                </a:lnTo>
                <a:lnTo>
                  <a:pt x="27" y="17"/>
                </a:lnTo>
                <a:lnTo>
                  <a:pt x="27" y="16"/>
                </a:lnTo>
                <a:lnTo>
                  <a:pt x="25" y="16"/>
                </a:lnTo>
                <a:lnTo>
                  <a:pt x="25" y="16"/>
                </a:lnTo>
                <a:lnTo>
                  <a:pt x="24" y="16"/>
                </a:lnTo>
                <a:lnTo>
                  <a:pt x="24" y="18"/>
                </a:lnTo>
                <a:lnTo>
                  <a:pt x="24" y="18"/>
                </a:lnTo>
                <a:lnTo>
                  <a:pt x="23" y="18"/>
                </a:lnTo>
                <a:lnTo>
                  <a:pt x="21" y="21"/>
                </a:lnTo>
                <a:lnTo>
                  <a:pt x="21" y="22"/>
                </a:lnTo>
                <a:lnTo>
                  <a:pt x="20" y="21"/>
                </a:lnTo>
                <a:lnTo>
                  <a:pt x="19" y="22"/>
                </a:lnTo>
                <a:lnTo>
                  <a:pt x="19" y="21"/>
                </a:lnTo>
                <a:lnTo>
                  <a:pt x="17" y="22"/>
                </a:lnTo>
                <a:lnTo>
                  <a:pt x="16" y="22"/>
                </a:lnTo>
                <a:lnTo>
                  <a:pt x="15" y="23"/>
                </a:lnTo>
                <a:lnTo>
                  <a:pt x="17" y="24"/>
                </a:lnTo>
                <a:lnTo>
                  <a:pt x="17" y="24"/>
                </a:lnTo>
                <a:lnTo>
                  <a:pt x="16" y="26"/>
                </a:lnTo>
                <a:lnTo>
                  <a:pt x="17" y="26"/>
                </a:lnTo>
                <a:lnTo>
                  <a:pt x="16" y="29"/>
                </a:lnTo>
                <a:lnTo>
                  <a:pt x="16" y="30"/>
                </a:lnTo>
                <a:lnTo>
                  <a:pt x="14" y="31"/>
                </a:lnTo>
                <a:lnTo>
                  <a:pt x="14" y="31"/>
                </a:lnTo>
                <a:lnTo>
                  <a:pt x="14" y="32"/>
                </a:lnTo>
                <a:lnTo>
                  <a:pt x="15" y="32"/>
                </a:lnTo>
                <a:lnTo>
                  <a:pt x="14" y="34"/>
                </a:lnTo>
                <a:lnTo>
                  <a:pt x="15" y="36"/>
                </a:lnTo>
                <a:lnTo>
                  <a:pt x="15" y="37"/>
                </a:lnTo>
                <a:lnTo>
                  <a:pt x="17" y="39"/>
                </a:lnTo>
                <a:lnTo>
                  <a:pt x="17" y="40"/>
                </a:lnTo>
                <a:lnTo>
                  <a:pt x="18" y="40"/>
                </a:lnTo>
                <a:lnTo>
                  <a:pt x="18" y="41"/>
                </a:lnTo>
                <a:lnTo>
                  <a:pt x="18" y="42"/>
                </a:lnTo>
                <a:lnTo>
                  <a:pt x="18" y="42"/>
                </a:lnTo>
                <a:lnTo>
                  <a:pt x="19" y="44"/>
                </a:lnTo>
                <a:lnTo>
                  <a:pt x="19" y="44"/>
                </a:lnTo>
                <a:lnTo>
                  <a:pt x="19" y="45"/>
                </a:lnTo>
                <a:lnTo>
                  <a:pt x="18" y="48"/>
                </a:lnTo>
                <a:lnTo>
                  <a:pt x="19" y="49"/>
                </a:lnTo>
                <a:lnTo>
                  <a:pt x="20" y="50"/>
                </a:lnTo>
                <a:lnTo>
                  <a:pt x="19" y="51"/>
                </a:lnTo>
                <a:lnTo>
                  <a:pt x="18" y="53"/>
                </a:lnTo>
                <a:lnTo>
                  <a:pt x="19" y="53"/>
                </a:lnTo>
                <a:lnTo>
                  <a:pt x="19" y="55"/>
                </a:lnTo>
                <a:lnTo>
                  <a:pt x="18" y="56"/>
                </a:lnTo>
                <a:lnTo>
                  <a:pt x="19" y="57"/>
                </a:lnTo>
                <a:lnTo>
                  <a:pt x="17" y="59"/>
                </a:lnTo>
                <a:lnTo>
                  <a:pt x="16" y="59"/>
                </a:lnTo>
                <a:lnTo>
                  <a:pt x="15" y="59"/>
                </a:lnTo>
                <a:lnTo>
                  <a:pt x="14" y="61"/>
                </a:lnTo>
                <a:lnTo>
                  <a:pt x="12" y="61"/>
                </a:lnTo>
                <a:lnTo>
                  <a:pt x="11" y="62"/>
                </a:lnTo>
                <a:lnTo>
                  <a:pt x="9" y="59"/>
                </a:lnTo>
                <a:lnTo>
                  <a:pt x="8" y="57"/>
                </a:lnTo>
                <a:lnTo>
                  <a:pt x="9" y="56"/>
                </a:lnTo>
                <a:lnTo>
                  <a:pt x="9" y="55"/>
                </a:lnTo>
                <a:lnTo>
                  <a:pt x="9" y="53"/>
                </a:lnTo>
                <a:lnTo>
                  <a:pt x="9" y="52"/>
                </a:lnTo>
                <a:lnTo>
                  <a:pt x="7" y="53"/>
                </a:lnTo>
                <a:lnTo>
                  <a:pt x="6" y="53"/>
                </a:lnTo>
                <a:lnTo>
                  <a:pt x="6" y="54"/>
                </a:lnTo>
                <a:lnTo>
                  <a:pt x="4" y="53"/>
                </a:lnTo>
                <a:lnTo>
                  <a:pt x="4" y="54"/>
                </a:lnTo>
                <a:lnTo>
                  <a:pt x="2" y="54"/>
                </a:lnTo>
                <a:lnTo>
                  <a:pt x="2" y="54"/>
                </a:lnTo>
                <a:lnTo>
                  <a:pt x="3" y="57"/>
                </a:lnTo>
                <a:lnTo>
                  <a:pt x="2" y="58"/>
                </a:lnTo>
                <a:lnTo>
                  <a:pt x="2" y="60"/>
                </a:lnTo>
                <a:lnTo>
                  <a:pt x="0" y="62"/>
                </a:lnTo>
                <a:lnTo>
                  <a:pt x="1" y="64"/>
                </a:lnTo>
                <a:lnTo>
                  <a:pt x="1" y="63"/>
                </a:lnTo>
                <a:lnTo>
                  <a:pt x="3" y="66"/>
                </a:lnTo>
                <a:lnTo>
                  <a:pt x="2" y="67"/>
                </a:lnTo>
                <a:lnTo>
                  <a:pt x="5" y="69"/>
                </a:lnTo>
                <a:lnTo>
                  <a:pt x="5" y="70"/>
                </a:lnTo>
                <a:lnTo>
                  <a:pt x="4" y="70"/>
                </a:lnTo>
                <a:lnTo>
                  <a:pt x="3" y="71"/>
                </a:lnTo>
                <a:lnTo>
                  <a:pt x="2" y="71"/>
                </a:lnTo>
                <a:lnTo>
                  <a:pt x="3" y="73"/>
                </a:lnTo>
                <a:lnTo>
                  <a:pt x="3" y="75"/>
                </a:lnTo>
                <a:lnTo>
                  <a:pt x="4" y="75"/>
                </a:lnTo>
                <a:lnTo>
                  <a:pt x="4" y="76"/>
                </a:lnTo>
                <a:lnTo>
                  <a:pt x="4" y="77"/>
                </a:lnTo>
                <a:lnTo>
                  <a:pt x="3" y="78"/>
                </a:lnTo>
                <a:lnTo>
                  <a:pt x="2" y="78"/>
                </a:lnTo>
                <a:lnTo>
                  <a:pt x="1" y="79"/>
                </a:lnTo>
                <a:lnTo>
                  <a:pt x="2" y="79"/>
                </a:lnTo>
                <a:lnTo>
                  <a:pt x="2" y="80"/>
                </a:lnTo>
                <a:lnTo>
                  <a:pt x="1" y="82"/>
                </a:lnTo>
                <a:lnTo>
                  <a:pt x="2" y="83"/>
                </a:lnTo>
                <a:lnTo>
                  <a:pt x="3" y="84"/>
                </a:lnTo>
                <a:lnTo>
                  <a:pt x="3" y="84"/>
                </a:lnTo>
                <a:lnTo>
                  <a:pt x="4" y="88"/>
                </a:lnTo>
                <a:lnTo>
                  <a:pt x="4" y="88"/>
                </a:lnTo>
                <a:lnTo>
                  <a:pt x="4" y="90"/>
                </a:lnTo>
                <a:lnTo>
                  <a:pt x="5" y="92"/>
                </a:lnTo>
                <a:lnTo>
                  <a:pt x="7" y="92"/>
                </a:lnTo>
                <a:lnTo>
                  <a:pt x="8" y="93"/>
                </a:lnTo>
                <a:lnTo>
                  <a:pt x="10" y="93"/>
                </a:lnTo>
                <a:lnTo>
                  <a:pt x="10" y="92"/>
                </a:lnTo>
                <a:lnTo>
                  <a:pt x="12" y="92"/>
                </a:lnTo>
                <a:lnTo>
                  <a:pt x="12" y="92"/>
                </a:lnTo>
                <a:lnTo>
                  <a:pt x="12" y="93"/>
                </a:lnTo>
                <a:lnTo>
                  <a:pt x="13" y="93"/>
                </a:lnTo>
                <a:lnTo>
                  <a:pt x="14" y="95"/>
                </a:lnTo>
                <a:lnTo>
                  <a:pt x="14" y="96"/>
                </a:lnTo>
                <a:lnTo>
                  <a:pt x="16" y="95"/>
                </a:lnTo>
                <a:lnTo>
                  <a:pt x="16" y="95"/>
                </a:lnTo>
                <a:lnTo>
                  <a:pt x="17" y="96"/>
                </a:lnTo>
                <a:lnTo>
                  <a:pt x="18" y="98"/>
                </a:lnTo>
                <a:lnTo>
                  <a:pt x="19" y="99"/>
                </a:lnTo>
                <a:lnTo>
                  <a:pt x="20" y="99"/>
                </a:lnTo>
                <a:lnTo>
                  <a:pt x="19" y="100"/>
                </a:lnTo>
                <a:lnTo>
                  <a:pt x="20" y="101"/>
                </a:lnTo>
                <a:lnTo>
                  <a:pt x="20" y="103"/>
                </a:lnTo>
                <a:lnTo>
                  <a:pt x="20" y="103"/>
                </a:lnTo>
                <a:lnTo>
                  <a:pt x="21" y="105"/>
                </a:lnTo>
                <a:lnTo>
                  <a:pt x="22" y="106"/>
                </a:lnTo>
                <a:lnTo>
                  <a:pt x="24" y="106"/>
                </a:lnTo>
                <a:lnTo>
                  <a:pt x="26" y="107"/>
                </a:lnTo>
                <a:lnTo>
                  <a:pt x="26" y="108"/>
                </a:lnTo>
                <a:lnTo>
                  <a:pt x="27" y="109"/>
                </a:lnTo>
                <a:lnTo>
                  <a:pt x="29" y="111"/>
                </a:lnTo>
                <a:lnTo>
                  <a:pt x="31" y="111"/>
                </a:lnTo>
                <a:lnTo>
                  <a:pt x="32" y="112"/>
                </a:lnTo>
                <a:lnTo>
                  <a:pt x="34" y="115"/>
                </a:lnTo>
                <a:lnTo>
                  <a:pt x="35" y="116"/>
                </a:lnTo>
                <a:lnTo>
                  <a:pt x="35" y="117"/>
                </a:lnTo>
                <a:lnTo>
                  <a:pt x="37" y="117"/>
                </a:lnTo>
                <a:lnTo>
                  <a:pt x="37" y="117"/>
                </a:lnTo>
                <a:lnTo>
                  <a:pt x="37" y="118"/>
                </a:lnTo>
                <a:lnTo>
                  <a:pt x="38" y="120"/>
                </a:lnTo>
                <a:lnTo>
                  <a:pt x="37" y="121"/>
                </a:lnTo>
                <a:lnTo>
                  <a:pt x="38" y="121"/>
                </a:lnTo>
                <a:lnTo>
                  <a:pt x="37" y="122"/>
                </a:lnTo>
                <a:lnTo>
                  <a:pt x="38" y="123"/>
                </a:lnTo>
                <a:lnTo>
                  <a:pt x="40" y="124"/>
                </a:lnTo>
                <a:lnTo>
                  <a:pt x="40" y="123"/>
                </a:lnTo>
                <a:lnTo>
                  <a:pt x="41" y="122"/>
                </a:lnTo>
                <a:lnTo>
                  <a:pt x="41" y="121"/>
                </a:lnTo>
                <a:lnTo>
                  <a:pt x="42" y="121"/>
                </a:lnTo>
                <a:lnTo>
                  <a:pt x="44" y="120"/>
                </a:lnTo>
                <a:lnTo>
                  <a:pt x="45" y="119"/>
                </a:lnTo>
                <a:lnTo>
                  <a:pt x="44" y="118"/>
                </a:lnTo>
                <a:lnTo>
                  <a:pt x="45" y="118"/>
                </a:lnTo>
                <a:lnTo>
                  <a:pt x="45" y="118"/>
                </a:lnTo>
                <a:lnTo>
                  <a:pt x="45" y="116"/>
                </a:lnTo>
                <a:lnTo>
                  <a:pt x="45" y="116"/>
                </a:lnTo>
                <a:lnTo>
                  <a:pt x="45" y="116"/>
                </a:lnTo>
                <a:lnTo>
                  <a:pt x="45" y="115"/>
                </a:lnTo>
                <a:lnTo>
                  <a:pt x="48" y="117"/>
                </a:lnTo>
                <a:lnTo>
                  <a:pt x="48" y="116"/>
                </a:lnTo>
                <a:lnTo>
                  <a:pt x="49" y="116"/>
                </a:lnTo>
                <a:lnTo>
                  <a:pt x="50" y="116"/>
                </a:lnTo>
                <a:lnTo>
                  <a:pt x="52" y="118"/>
                </a:lnTo>
                <a:lnTo>
                  <a:pt x="54" y="119"/>
                </a:lnTo>
                <a:lnTo>
                  <a:pt x="55" y="119"/>
                </a:lnTo>
                <a:lnTo>
                  <a:pt x="55" y="119"/>
                </a:lnTo>
                <a:lnTo>
                  <a:pt x="56" y="120"/>
                </a:lnTo>
                <a:lnTo>
                  <a:pt x="58" y="120"/>
                </a:lnTo>
                <a:lnTo>
                  <a:pt x="58" y="121"/>
                </a:lnTo>
                <a:lnTo>
                  <a:pt x="57" y="123"/>
                </a:lnTo>
                <a:lnTo>
                  <a:pt x="59" y="124"/>
                </a:lnTo>
                <a:lnTo>
                  <a:pt x="59" y="125"/>
                </a:lnTo>
                <a:lnTo>
                  <a:pt x="58" y="125"/>
                </a:lnTo>
                <a:lnTo>
                  <a:pt x="58" y="127"/>
                </a:lnTo>
                <a:lnTo>
                  <a:pt x="59" y="127"/>
                </a:lnTo>
                <a:lnTo>
                  <a:pt x="60" y="128"/>
                </a:lnTo>
                <a:lnTo>
                  <a:pt x="61" y="128"/>
                </a:lnTo>
                <a:lnTo>
                  <a:pt x="63" y="131"/>
                </a:lnTo>
                <a:lnTo>
                  <a:pt x="64" y="131"/>
                </a:lnTo>
                <a:lnTo>
                  <a:pt x="65" y="133"/>
                </a:lnTo>
                <a:lnTo>
                  <a:pt x="66" y="133"/>
                </a:lnTo>
                <a:lnTo>
                  <a:pt x="65" y="134"/>
                </a:lnTo>
                <a:lnTo>
                  <a:pt x="67" y="134"/>
                </a:lnTo>
                <a:lnTo>
                  <a:pt x="67" y="135"/>
                </a:lnTo>
                <a:lnTo>
                  <a:pt x="66" y="136"/>
                </a:lnTo>
                <a:lnTo>
                  <a:pt x="67" y="136"/>
                </a:lnTo>
                <a:lnTo>
                  <a:pt x="67" y="137"/>
                </a:lnTo>
                <a:lnTo>
                  <a:pt x="68" y="137"/>
                </a:lnTo>
                <a:lnTo>
                  <a:pt x="68" y="138"/>
                </a:lnTo>
                <a:lnTo>
                  <a:pt x="71" y="138"/>
                </a:lnTo>
                <a:lnTo>
                  <a:pt x="71" y="139"/>
                </a:lnTo>
                <a:lnTo>
                  <a:pt x="72" y="139"/>
                </a:lnTo>
                <a:lnTo>
                  <a:pt x="73" y="141"/>
                </a:lnTo>
                <a:lnTo>
                  <a:pt x="74" y="141"/>
                </a:lnTo>
                <a:lnTo>
                  <a:pt x="74" y="141"/>
                </a:lnTo>
                <a:lnTo>
                  <a:pt x="74" y="141"/>
                </a:lnTo>
                <a:lnTo>
                  <a:pt x="75" y="141"/>
                </a:lnTo>
                <a:lnTo>
                  <a:pt x="76" y="142"/>
                </a:lnTo>
                <a:lnTo>
                  <a:pt x="76" y="144"/>
                </a:lnTo>
                <a:lnTo>
                  <a:pt x="77" y="144"/>
                </a:lnTo>
                <a:lnTo>
                  <a:pt x="77" y="146"/>
                </a:lnTo>
                <a:lnTo>
                  <a:pt x="78" y="146"/>
                </a:lnTo>
                <a:lnTo>
                  <a:pt x="78" y="148"/>
                </a:lnTo>
                <a:lnTo>
                  <a:pt x="78" y="149"/>
                </a:lnTo>
                <a:lnTo>
                  <a:pt x="79" y="150"/>
                </a:lnTo>
                <a:lnTo>
                  <a:pt x="80" y="152"/>
                </a:lnTo>
                <a:lnTo>
                  <a:pt x="80" y="152"/>
                </a:lnTo>
                <a:lnTo>
                  <a:pt x="80" y="153"/>
                </a:lnTo>
                <a:lnTo>
                  <a:pt x="81" y="153"/>
                </a:lnTo>
                <a:lnTo>
                  <a:pt x="82" y="152"/>
                </a:lnTo>
                <a:lnTo>
                  <a:pt x="83" y="152"/>
                </a:lnTo>
                <a:lnTo>
                  <a:pt x="85" y="152"/>
                </a:lnTo>
                <a:lnTo>
                  <a:pt x="85" y="151"/>
                </a:lnTo>
                <a:lnTo>
                  <a:pt x="87" y="151"/>
                </a:lnTo>
                <a:lnTo>
                  <a:pt x="88" y="151"/>
                </a:lnTo>
                <a:lnTo>
                  <a:pt x="89" y="152"/>
                </a:lnTo>
                <a:lnTo>
                  <a:pt x="91" y="152"/>
                </a:lnTo>
                <a:lnTo>
                  <a:pt x="91" y="153"/>
                </a:lnTo>
                <a:lnTo>
                  <a:pt x="92" y="154"/>
                </a:lnTo>
                <a:lnTo>
                  <a:pt x="92" y="154"/>
                </a:lnTo>
                <a:lnTo>
                  <a:pt x="91" y="154"/>
                </a:lnTo>
                <a:lnTo>
                  <a:pt x="91" y="156"/>
                </a:lnTo>
                <a:lnTo>
                  <a:pt x="92" y="156"/>
                </a:lnTo>
                <a:lnTo>
                  <a:pt x="91" y="158"/>
                </a:lnTo>
                <a:lnTo>
                  <a:pt x="92" y="158"/>
                </a:lnTo>
                <a:lnTo>
                  <a:pt x="91" y="160"/>
                </a:lnTo>
                <a:lnTo>
                  <a:pt x="91" y="161"/>
                </a:lnTo>
                <a:lnTo>
                  <a:pt x="92" y="161"/>
                </a:lnTo>
                <a:lnTo>
                  <a:pt x="93" y="163"/>
                </a:lnTo>
                <a:lnTo>
                  <a:pt x="94" y="163"/>
                </a:lnTo>
                <a:lnTo>
                  <a:pt x="94" y="164"/>
                </a:lnTo>
                <a:lnTo>
                  <a:pt x="95" y="164"/>
                </a:lnTo>
                <a:lnTo>
                  <a:pt x="95" y="165"/>
                </a:lnTo>
                <a:lnTo>
                  <a:pt x="95" y="166"/>
                </a:lnTo>
                <a:lnTo>
                  <a:pt x="97" y="166"/>
                </a:lnTo>
                <a:lnTo>
                  <a:pt x="98" y="167"/>
                </a:lnTo>
                <a:lnTo>
                  <a:pt x="99" y="168"/>
                </a:lnTo>
                <a:lnTo>
                  <a:pt x="99" y="169"/>
                </a:lnTo>
                <a:lnTo>
                  <a:pt x="102" y="171"/>
                </a:lnTo>
                <a:lnTo>
                  <a:pt x="103" y="171"/>
                </a:lnTo>
                <a:lnTo>
                  <a:pt x="104" y="171"/>
                </a:lnTo>
                <a:lnTo>
                  <a:pt x="106" y="170"/>
                </a:lnTo>
                <a:lnTo>
                  <a:pt x="107" y="170"/>
                </a:lnTo>
                <a:lnTo>
                  <a:pt x="108" y="171"/>
                </a:lnTo>
                <a:lnTo>
                  <a:pt x="108" y="173"/>
                </a:lnTo>
                <a:lnTo>
                  <a:pt x="107" y="174"/>
                </a:lnTo>
                <a:lnTo>
                  <a:pt x="106" y="174"/>
                </a:lnTo>
                <a:lnTo>
                  <a:pt x="106" y="176"/>
                </a:lnTo>
                <a:lnTo>
                  <a:pt x="106" y="177"/>
                </a:lnTo>
                <a:lnTo>
                  <a:pt x="107" y="178"/>
                </a:lnTo>
                <a:lnTo>
                  <a:pt x="107" y="178"/>
                </a:lnTo>
                <a:lnTo>
                  <a:pt x="108" y="179"/>
                </a:lnTo>
                <a:lnTo>
                  <a:pt x="110" y="179"/>
                </a:lnTo>
                <a:lnTo>
                  <a:pt x="110" y="180"/>
                </a:lnTo>
                <a:lnTo>
                  <a:pt x="111" y="179"/>
                </a:lnTo>
                <a:lnTo>
                  <a:pt x="113" y="179"/>
                </a:lnTo>
                <a:lnTo>
                  <a:pt x="115" y="180"/>
                </a:lnTo>
                <a:lnTo>
                  <a:pt x="115" y="181"/>
                </a:lnTo>
                <a:lnTo>
                  <a:pt x="116" y="181"/>
                </a:lnTo>
                <a:lnTo>
                  <a:pt x="117" y="179"/>
                </a:lnTo>
                <a:lnTo>
                  <a:pt x="117" y="179"/>
                </a:lnTo>
                <a:lnTo>
                  <a:pt x="117" y="182"/>
                </a:lnTo>
                <a:lnTo>
                  <a:pt x="119" y="184"/>
                </a:lnTo>
                <a:lnTo>
                  <a:pt x="120" y="186"/>
                </a:lnTo>
                <a:lnTo>
                  <a:pt x="120" y="187"/>
                </a:lnTo>
                <a:lnTo>
                  <a:pt x="121" y="188"/>
                </a:lnTo>
                <a:lnTo>
                  <a:pt x="120" y="189"/>
                </a:lnTo>
                <a:lnTo>
                  <a:pt x="121" y="190"/>
                </a:lnTo>
                <a:lnTo>
                  <a:pt x="122" y="191"/>
                </a:lnTo>
                <a:lnTo>
                  <a:pt x="123" y="190"/>
                </a:lnTo>
                <a:lnTo>
                  <a:pt x="123" y="188"/>
                </a:lnTo>
                <a:lnTo>
                  <a:pt x="123" y="187"/>
                </a:lnTo>
                <a:lnTo>
                  <a:pt x="124" y="187"/>
                </a:lnTo>
                <a:lnTo>
                  <a:pt x="126" y="185"/>
                </a:lnTo>
                <a:lnTo>
                  <a:pt x="126" y="187"/>
                </a:lnTo>
                <a:lnTo>
                  <a:pt x="126" y="187"/>
                </a:lnTo>
                <a:lnTo>
                  <a:pt x="126" y="190"/>
                </a:lnTo>
                <a:lnTo>
                  <a:pt x="127" y="190"/>
                </a:lnTo>
                <a:lnTo>
                  <a:pt x="129" y="192"/>
                </a:lnTo>
                <a:lnTo>
                  <a:pt x="130" y="192"/>
                </a:lnTo>
                <a:lnTo>
                  <a:pt x="130" y="191"/>
                </a:lnTo>
                <a:lnTo>
                  <a:pt x="131" y="191"/>
                </a:lnTo>
                <a:lnTo>
                  <a:pt x="131" y="190"/>
                </a:lnTo>
                <a:lnTo>
                  <a:pt x="132" y="189"/>
                </a:lnTo>
                <a:lnTo>
                  <a:pt x="132" y="189"/>
                </a:lnTo>
                <a:lnTo>
                  <a:pt x="133" y="188"/>
                </a:lnTo>
                <a:lnTo>
                  <a:pt x="133" y="188"/>
                </a:lnTo>
                <a:lnTo>
                  <a:pt x="134" y="189"/>
                </a:lnTo>
                <a:lnTo>
                  <a:pt x="134" y="189"/>
                </a:lnTo>
                <a:lnTo>
                  <a:pt x="135" y="189"/>
                </a:lnTo>
                <a:lnTo>
                  <a:pt x="137" y="189"/>
                </a:lnTo>
                <a:lnTo>
                  <a:pt x="136" y="190"/>
                </a:lnTo>
                <a:lnTo>
                  <a:pt x="138" y="191"/>
                </a:lnTo>
                <a:lnTo>
                  <a:pt x="138" y="191"/>
                </a:lnTo>
                <a:lnTo>
                  <a:pt x="139" y="192"/>
                </a:lnTo>
                <a:lnTo>
                  <a:pt x="139" y="192"/>
                </a:lnTo>
                <a:lnTo>
                  <a:pt x="139" y="193"/>
                </a:lnTo>
                <a:lnTo>
                  <a:pt x="141" y="193"/>
                </a:lnTo>
                <a:lnTo>
                  <a:pt x="142" y="194"/>
                </a:lnTo>
                <a:lnTo>
                  <a:pt x="142" y="196"/>
                </a:lnTo>
                <a:lnTo>
                  <a:pt x="145" y="197"/>
                </a:lnTo>
                <a:lnTo>
                  <a:pt x="146" y="196"/>
                </a:lnTo>
                <a:lnTo>
                  <a:pt x="147" y="197"/>
                </a:lnTo>
                <a:lnTo>
                  <a:pt x="148" y="197"/>
                </a:lnTo>
                <a:lnTo>
                  <a:pt x="148" y="197"/>
                </a:lnTo>
                <a:lnTo>
                  <a:pt x="149" y="197"/>
                </a:lnTo>
                <a:lnTo>
                  <a:pt x="152" y="197"/>
                </a:lnTo>
                <a:lnTo>
                  <a:pt x="152" y="198"/>
                </a:lnTo>
                <a:lnTo>
                  <a:pt x="153" y="198"/>
                </a:lnTo>
                <a:lnTo>
                  <a:pt x="153" y="198"/>
                </a:lnTo>
                <a:lnTo>
                  <a:pt x="154" y="199"/>
                </a:lnTo>
                <a:lnTo>
                  <a:pt x="157" y="196"/>
                </a:lnTo>
                <a:lnTo>
                  <a:pt x="160" y="198"/>
                </a:lnTo>
                <a:lnTo>
                  <a:pt x="161" y="198"/>
                </a:lnTo>
                <a:lnTo>
                  <a:pt x="162" y="199"/>
                </a:lnTo>
                <a:lnTo>
                  <a:pt x="163" y="199"/>
                </a:lnTo>
                <a:lnTo>
                  <a:pt x="162" y="198"/>
                </a:lnTo>
                <a:lnTo>
                  <a:pt x="163" y="197"/>
                </a:lnTo>
                <a:lnTo>
                  <a:pt x="164" y="197"/>
                </a:lnTo>
                <a:lnTo>
                  <a:pt x="165" y="197"/>
                </a:lnTo>
                <a:lnTo>
                  <a:pt x="165" y="198"/>
                </a:lnTo>
                <a:lnTo>
                  <a:pt x="167" y="197"/>
                </a:lnTo>
                <a:lnTo>
                  <a:pt x="168" y="197"/>
                </a:lnTo>
                <a:lnTo>
                  <a:pt x="170" y="196"/>
                </a:lnTo>
                <a:lnTo>
                  <a:pt x="171" y="197"/>
                </a:lnTo>
                <a:lnTo>
                  <a:pt x="172" y="195"/>
                </a:lnTo>
                <a:lnTo>
                  <a:pt x="173" y="195"/>
                </a:lnTo>
                <a:lnTo>
                  <a:pt x="174" y="196"/>
                </a:lnTo>
                <a:lnTo>
                  <a:pt x="176" y="196"/>
                </a:lnTo>
                <a:lnTo>
                  <a:pt x="177" y="198"/>
                </a:lnTo>
                <a:lnTo>
                  <a:pt x="177" y="200"/>
                </a:lnTo>
                <a:lnTo>
                  <a:pt x="177" y="200"/>
                </a:lnTo>
                <a:lnTo>
                  <a:pt x="177" y="202"/>
                </a:lnTo>
                <a:lnTo>
                  <a:pt x="177" y="202"/>
                </a:lnTo>
                <a:lnTo>
                  <a:pt x="176" y="204"/>
                </a:lnTo>
                <a:lnTo>
                  <a:pt x="176" y="206"/>
                </a:lnTo>
                <a:lnTo>
                  <a:pt x="174" y="208"/>
                </a:lnTo>
                <a:lnTo>
                  <a:pt x="174" y="209"/>
                </a:lnTo>
                <a:lnTo>
                  <a:pt x="174" y="210"/>
                </a:lnTo>
                <a:lnTo>
                  <a:pt x="174" y="211"/>
                </a:lnTo>
                <a:lnTo>
                  <a:pt x="174" y="212"/>
                </a:lnTo>
                <a:lnTo>
                  <a:pt x="175" y="212"/>
                </a:lnTo>
                <a:lnTo>
                  <a:pt x="176" y="213"/>
                </a:lnTo>
                <a:lnTo>
                  <a:pt x="176" y="213"/>
                </a:lnTo>
                <a:lnTo>
                  <a:pt x="176" y="215"/>
                </a:lnTo>
                <a:lnTo>
                  <a:pt x="177" y="216"/>
                </a:lnTo>
                <a:lnTo>
                  <a:pt x="179" y="216"/>
                </a:lnTo>
                <a:lnTo>
                  <a:pt x="179" y="215"/>
                </a:lnTo>
                <a:lnTo>
                  <a:pt x="180" y="214"/>
                </a:lnTo>
                <a:lnTo>
                  <a:pt x="181" y="213"/>
                </a:lnTo>
                <a:lnTo>
                  <a:pt x="180" y="211"/>
                </a:lnTo>
                <a:lnTo>
                  <a:pt x="180" y="209"/>
                </a:lnTo>
                <a:lnTo>
                  <a:pt x="182" y="209"/>
                </a:lnTo>
                <a:lnTo>
                  <a:pt x="181" y="208"/>
                </a:lnTo>
                <a:lnTo>
                  <a:pt x="181" y="207"/>
                </a:lnTo>
                <a:lnTo>
                  <a:pt x="182" y="207"/>
                </a:lnTo>
                <a:lnTo>
                  <a:pt x="184" y="204"/>
                </a:lnTo>
                <a:lnTo>
                  <a:pt x="185" y="203"/>
                </a:lnTo>
                <a:lnTo>
                  <a:pt x="187" y="203"/>
                </a:lnTo>
                <a:lnTo>
                  <a:pt x="190" y="198"/>
                </a:lnTo>
                <a:lnTo>
                  <a:pt x="191" y="198"/>
                </a:lnTo>
                <a:lnTo>
                  <a:pt x="192" y="197"/>
                </a:lnTo>
                <a:lnTo>
                  <a:pt x="195" y="197"/>
                </a:lnTo>
                <a:lnTo>
                  <a:pt x="196" y="197"/>
                </a:lnTo>
                <a:lnTo>
                  <a:pt x="196" y="196"/>
                </a:lnTo>
                <a:lnTo>
                  <a:pt x="198" y="196"/>
                </a:lnTo>
                <a:lnTo>
                  <a:pt x="198" y="197"/>
                </a:lnTo>
                <a:lnTo>
                  <a:pt x="200" y="197"/>
                </a:lnTo>
                <a:lnTo>
                  <a:pt x="201" y="199"/>
                </a:lnTo>
                <a:lnTo>
                  <a:pt x="202" y="199"/>
                </a:lnTo>
                <a:lnTo>
                  <a:pt x="202" y="199"/>
                </a:lnTo>
                <a:lnTo>
                  <a:pt x="203" y="198"/>
                </a:lnTo>
                <a:lnTo>
                  <a:pt x="203" y="198"/>
                </a:lnTo>
                <a:lnTo>
                  <a:pt x="205" y="199"/>
                </a:lnTo>
                <a:lnTo>
                  <a:pt x="206" y="199"/>
                </a:lnTo>
                <a:lnTo>
                  <a:pt x="207" y="202"/>
                </a:lnTo>
                <a:lnTo>
                  <a:pt x="209" y="202"/>
                </a:lnTo>
                <a:lnTo>
                  <a:pt x="210" y="202"/>
                </a:lnTo>
                <a:lnTo>
                  <a:pt x="211" y="203"/>
                </a:lnTo>
                <a:lnTo>
                  <a:pt x="214" y="202"/>
                </a:lnTo>
                <a:lnTo>
                  <a:pt x="215" y="203"/>
                </a:lnTo>
                <a:lnTo>
                  <a:pt x="215" y="204"/>
                </a:lnTo>
                <a:lnTo>
                  <a:pt x="217" y="206"/>
                </a:lnTo>
                <a:lnTo>
                  <a:pt x="218" y="206"/>
                </a:lnTo>
                <a:lnTo>
                  <a:pt x="219" y="206"/>
                </a:lnTo>
                <a:lnTo>
                  <a:pt x="218" y="207"/>
                </a:lnTo>
                <a:lnTo>
                  <a:pt x="219" y="208"/>
                </a:lnTo>
                <a:lnTo>
                  <a:pt x="221" y="208"/>
                </a:lnTo>
                <a:lnTo>
                  <a:pt x="222" y="208"/>
                </a:lnTo>
                <a:lnTo>
                  <a:pt x="222" y="206"/>
                </a:lnTo>
                <a:lnTo>
                  <a:pt x="223" y="206"/>
                </a:lnTo>
                <a:lnTo>
                  <a:pt x="224" y="206"/>
                </a:lnTo>
                <a:lnTo>
                  <a:pt x="226" y="204"/>
                </a:lnTo>
                <a:lnTo>
                  <a:pt x="228" y="206"/>
                </a:lnTo>
                <a:lnTo>
                  <a:pt x="229" y="207"/>
                </a:lnTo>
                <a:lnTo>
                  <a:pt x="229" y="207"/>
                </a:lnTo>
                <a:lnTo>
                  <a:pt x="231" y="209"/>
                </a:lnTo>
                <a:lnTo>
                  <a:pt x="231" y="210"/>
                </a:lnTo>
                <a:lnTo>
                  <a:pt x="230" y="209"/>
                </a:lnTo>
                <a:lnTo>
                  <a:pt x="229" y="210"/>
                </a:lnTo>
                <a:lnTo>
                  <a:pt x="231" y="210"/>
                </a:lnTo>
                <a:lnTo>
                  <a:pt x="231" y="212"/>
                </a:lnTo>
                <a:lnTo>
                  <a:pt x="231" y="213"/>
                </a:lnTo>
                <a:lnTo>
                  <a:pt x="229" y="215"/>
                </a:lnTo>
                <a:lnTo>
                  <a:pt x="229" y="215"/>
                </a:lnTo>
                <a:lnTo>
                  <a:pt x="229" y="216"/>
                </a:lnTo>
                <a:lnTo>
                  <a:pt x="229" y="217"/>
                </a:lnTo>
                <a:lnTo>
                  <a:pt x="232" y="219"/>
                </a:lnTo>
                <a:lnTo>
                  <a:pt x="234" y="218"/>
                </a:lnTo>
                <a:lnTo>
                  <a:pt x="236" y="219"/>
                </a:lnTo>
                <a:lnTo>
                  <a:pt x="238" y="219"/>
                </a:lnTo>
                <a:lnTo>
                  <a:pt x="239" y="224"/>
                </a:lnTo>
                <a:lnTo>
                  <a:pt x="238" y="225"/>
                </a:lnTo>
                <a:lnTo>
                  <a:pt x="238" y="226"/>
                </a:lnTo>
                <a:lnTo>
                  <a:pt x="237" y="226"/>
                </a:lnTo>
                <a:lnTo>
                  <a:pt x="237" y="227"/>
                </a:lnTo>
                <a:lnTo>
                  <a:pt x="237" y="229"/>
                </a:lnTo>
                <a:lnTo>
                  <a:pt x="238" y="229"/>
                </a:lnTo>
                <a:lnTo>
                  <a:pt x="238" y="231"/>
                </a:lnTo>
                <a:lnTo>
                  <a:pt x="238" y="233"/>
                </a:lnTo>
                <a:lnTo>
                  <a:pt x="249" y="233"/>
                </a:lnTo>
                <a:lnTo>
                  <a:pt x="252" y="234"/>
                </a:lnTo>
                <a:lnTo>
                  <a:pt x="254" y="234"/>
                </a:lnTo>
                <a:lnTo>
                  <a:pt x="258" y="235"/>
                </a:lnTo>
                <a:lnTo>
                  <a:pt x="267" y="235"/>
                </a:lnTo>
                <a:lnTo>
                  <a:pt x="271" y="234"/>
                </a:lnTo>
                <a:lnTo>
                  <a:pt x="272" y="234"/>
                </a:lnTo>
                <a:lnTo>
                  <a:pt x="273" y="233"/>
                </a:lnTo>
                <a:lnTo>
                  <a:pt x="273" y="231"/>
                </a:lnTo>
                <a:lnTo>
                  <a:pt x="276" y="228"/>
                </a:lnTo>
                <a:lnTo>
                  <a:pt x="283" y="222"/>
                </a:lnTo>
                <a:lnTo>
                  <a:pt x="288" y="222"/>
                </a:lnTo>
                <a:lnTo>
                  <a:pt x="295" y="220"/>
                </a:lnTo>
                <a:lnTo>
                  <a:pt x="298" y="218"/>
                </a:lnTo>
                <a:lnTo>
                  <a:pt x="304" y="216"/>
                </a:lnTo>
                <a:lnTo>
                  <a:pt x="306" y="212"/>
                </a:lnTo>
                <a:lnTo>
                  <a:pt x="313" y="210"/>
                </a:lnTo>
                <a:lnTo>
                  <a:pt x="314" y="210"/>
                </a:lnTo>
                <a:lnTo>
                  <a:pt x="316" y="209"/>
                </a:lnTo>
                <a:lnTo>
                  <a:pt x="317" y="211"/>
                </a:lnTo>
                <a:lnTo>
                  <a:pt x="317" y="211"/>
                </a:lnTo>
                <a:lnTo>
                  <a:pt x="318" y="212"/>
                </a:lnTo>
                <a:lnTo>
                  <a:pt x="320" y="212"/>
                </a:lnTo>
                <a:lnTo>
                  <a:pt x="320" y="212"/>
                </a:lnTo>
                <a:lnTo>
                  <a:pt x="324" y="212"/>
                </a:lnTo>
                <a:lnTo>
                  <a:pt x="324" y="214"/>
                </a:lnTo>
                <a:lnTo>
                  <a:pt x="326" y="214"/>
                </a:lnTo>
                <a:lnTo>
                  <a:pt x="326" y="214"/>
                </a:lnTo>
                <a:lnTo>
                  <a:pt x="327" y="213"/>
                </a:lnTo>
                <a:lnTo>
                  <a:pt x="327" y="214"/>
                </a:lnTo>
                <a:lnTo>
                  <a:pt x="328" y="216"/>
                </a:lnTo>
                <a:lnTo>
                  <a:pt x="329" y="216"/>
                </a:lnTo>
                <a:lnTo>
                  <a:pt x="330" y="217"/>
                </a:lnTo>
                <a:lnTo>
                  <a:pt x="331" y="219"/>
                </a:lnTo>
                <a:lnTo>
                  <a:pt x="332" y="218"/>
                </a:lnTo>
                <a:lnTo>
                  <a:pt x="333" y="219"/>
                </a:lnTo>
                <a:lnTo>
                  <a:pt x="334" y="220"/>
                </a:lnTo>
                <a:lnTo>
                  <a:pt x="337" y="221"/>
                </a:lnTo>
                <a:lnTo>
                  <a:pt x="337" y="222"/>
                </a:lnTo>
                <a:lnTo>
                  <a:pt x="338" y="222"/>
                </a:lnTo>
                <a:lnTo>
                  <a:pt x="338" y="224"/>
                </a:lnTo>
                <a:lnTo>
                  <a:pt x="339" y="224"/>
                </a:lnTo>
                <a:lnTo>
                  <a:pt x="339" y="223"/>
                </a:lnTo>
                <a:lnTo>
                  <a:pt x="341" y="222"/>
                </a:lnTo>
                <a:lnTo>
                  <a:pt x="342" y="221"/>
                </a:lnTo>
                <a:lnTo>
                  <a:pt x="344" y="220"/>
                </a:lnTo>
                <a:lnTo>
                  <a:pt x="344" y="221"/>
                </a:lnTo>
                <a:lnTo>
                  <a:pt x="345" y="221"/>
                </a:lnTo>
                <a:lnTo>
                  <a:pt x="345" y="221"/>
                </a:lnTo>
                <a:lnTo>
                  <a:pt x="345" y="219"/>
                </a:lnTo>
                <a:lnTo>
                  <a:pt x="346" y="218"/>
                </a:lnTo>
                <a:lnTo>
                  <a:pt x="345" y="218"/>
                </a:lnTo>
                <a:lnTo>
                  <a:pt x="345" y="217"/>
                </a:lnTo>
                <a:lnTo>
                  <a:pt x="344" y="217"/>
                </a:lnTo>
                <a:lnTo>
                  <a:pt x="344" y="217"/>
                </a:lnTo>
                <a:lnTo>
                  <a:pt x="345" y="216"/>
                </a:lnTo>
                <a:lnTo>
                  <a:pt x="344" y="215"/>
                </a:lnTo>
                <a:lnTo>
                  <a:pt x="345" y="215"/>
                </a:lnTo>
                <a:lnTo>
                  <a:pt x="345" y="213"/>
                </a:lnTo>
                <a:lnTo>
                  <a:pt x="346" y="213"/>
                </a:lnTo>
                <a:lnTo>
                  <a:pt x="346" y="212"/>
                </a:lnTo>
                <a:lnTo>
                  <a:pt x="347" y="212"/>
                </a:lnTo>
                <a:lnTo>
                  <a:pt x="347" y="213"/>
                </a:lnTo>
                <a:lnTo>
                  <a:pt x="347" y="212"/>
                </a:lnTo>
                <a:lnTo>
                  <a:pt x="348" y="211"/>
                </a:lnTo>
                <a:lnTo>
                  <a:pt x="348" y="211"/>
                </a:lnTo>
                <a:lnTo>
                  <a:pt x="348" y="210"/>
                </a:lnTo>
                <a:lnTo>
                  <a:pt x="349" y="209"/>
                </a:lnTo>
                <a:lnTo>
                  <a:pt x="349" y="208"/>
                </a:lnTo>
                <a:lnTo>
                  <a:pt x="349" y="208"/>
                </a:lnTo>
                <a:lnTo>
                  <a:pt x="350" y="207"/>
                </a:lnTo>
                <a:lnTo>
                  <a:pt x="351" y="207"/>
                </a:lnTo>
                <a:lnTo>
                  <a:pt x="351" y="207"/>
                </a:lnTo>
                <a:lnTo>
                  <a:pt x="352" y="207"/>
                </a:lnTo>
                <a:lnTo>
                  <a:pt x="353" y="209"/>
                </a:lnTo>
                <a:lnTo>
                  <a:pt x="353" y="210"/>
                </a:lnTo>
                <a:lnTo>
                  <a:pt x="354" y="212"/>
                </a:lnTo>
                <a:lnTo>
                  <a:pt x="355" y="212"/>
                </a:lnTo>
                <a:lnTo>
                  <a:pt x="356" y="211"/>
                </a:lnTo>
                <a:lnTo>
                  <a:pt x="356" y="211"/>
                </a:lnTo>
                <a:lnTo>
                  <a:pt x="358" y="214"/>
                </a:lnTo>
                <a:lnTo>
                  <a:pt x="358" y="215"/>
                </a:lnTo>
                <a:lnTo>
                  <a:pt x="358" y="215"/>
                </a:lnTo>
                <a:lnTo>
                  <a:pt x="360" y="215"/>
                </a:lnTo>
                <a:lnTo>
                  <a:pt x="360" y="216"/>
                </a:lnTo>
                <a:lnTo>
                  <a:pt x="360" y="216"/>
                </a:lnTo>
                <a:lnTo>
                  <a:pt x="361" y="216"/>
                </a:lnTo>
                <a:lnTo>
                  <a:pt x="361" y="215"/>
                </a:lnTo>
                <a:lnTo>
                  <a:pt x="363" y="214"/>
                </a:lnTo>
                <a:lnTo>
                  <a:pt x="362" y="212"/>
                </a:lnTo>
                <a:lnTo>
                  <a:pt x="362" y="212"/>
                </a:lnTo>
                <a:lnTo>
                  <a:pt x="364" y="211"/>
                </a:lnTo>
                <a:lnTo>
                  <a:pt x="364" y="213"/>
                </a:lnTo>
                <a:lnTo>
                  <a:pt x="365" y="214"/>
                </a:lnTo>
                <a:lnTo>
                  <a:pt x="365" y="216"/>
                </a:lnTo>
                <a:lnTo>
                  <a:pt x="365" y="216"/>
                </a:lnTo>
                <a:lnTo>
                  <a:pt x="365" y="217"/>
                </a:lnTo>
                <a:lnTo>
                  <a:pt x="366" y="218"/>
                </a:lnTo>
                <a:lnTo>
                  <a:pt x="367" y="217"/>
                </a:lnTo>
                <a:lnTo>
                  <a:pt x="367" y="217"/>
                </a:lnTo>
                <a:lnTo>
                  <a:pt x="369" y="216"/>
                </a:lnTo>
                <a:lnTo>
                  <a:pt x="370" y="217"/>
                </a:lnTo>
                <a:lnTo>
                  <a:pt x="371" y="216"/>
                </a:lnTo>
                <a:lnTo>
                  <a:pt x="372" y="215"/>
                </a:lnTo>
                <a:lnTo>
                  <a:pt x="372" y="214"/>
                </a:lnTo>
                <a:lnTo>
                  <a:pt x="373" y="213"/>
                </a:lnTo>
                <a:lnTo>
                  <a:pt x="373" y="213"/>
                </a:lnTo>
                <a:lnTo>
                  <a:pt x="372" y="210"/>
                </a:lnTo>
                <a:lnTo>
                  <a:pt x="371" y="209"/>
                </a:lnTo>
                <a:lnTo>
                  <a:pt x="371" y="208"/>
                </a:lnTo>
                <a:lnTo>
                  <a:pt x="370" y="205"/>
                </a:lnTo>
                <a:lnTo>
                  <a:pt x="372" y="204"/>
                </a:lnTo>
                <a:lnTo>
                  <a:pt x="372" y="202"/>
                </a:lnTo>
                <a:lnTo>
                  <a:pt x="372" y="201"/>
                </a:lnTo>
                <a:lnTo>
                  <a:pt x="372" y="200"/>
                </a:lnTo>
                <a:lnTo>
                  <a:pt x="372" y="200"/>
                </a:lnTo>
                <a:lnTo>
                  <a:pt x="371" y="199"/>
                </a:lnTo>
                <a:lnTo>
                  <a:pt x="372" y="198"/>
                </a:lnTo>
                <a:lnTo>
                  <a:pt x="373" y="199"/>
                </a:lnTo>
                <a:lnTo>
                  <a:pt x="374" y="198"/>
                </a:lnTo>
                <a:lnTo>
                  <a:pt x="374" y="198"/>
                </a:lnTo>
                <a:lnTo>
                  <a:pt x="375" y="200"/>
                </a:lnTo>
                <a:lnTo>
                  <a:pt x="375" y="202"/>
                </a:lnTo>
                <a:lnTo>
                  <a:pt x="375" y="203"/>
                </a:lnTo>
                <a:lnTo>
                  <a:pt x="377" y="203"/>
                </a:lnTo>
                <a:lnTo>
                  <a:pt x="377" y="202"/>
                </a:lnTo>
                <a:lnTo>
                  <a:pt x="378" y="202"/>
                </a:lnTo>
                <a:lnTo>
                  <a:pt x="378" y="201"/>
                </a:lnTo>
                <a:lnTo>
                  <a:pt x="377" y="201"/>
                </a:lnTo>
                <a:lnTo>
                  <a:pt x="377" y="199"/>
                </a:lnTo>
                <a:lnTo>
                  <a:pt x="379" y="197"/>
                </a:lnTo>
                <a:lnTo>
                  <a:pt x="378" y="194"/>
                </a:lnTo>
                <a:lnTo>
                  <a:pt x="379" y="194"/>
                </a:lnTo>
                <a:lnTo>
                  <a:pt x="379" y="194"/>
                </a:lnTo>
                <a:lnTo>
                  <a:pt x="380" y="194"/>
                </a:lnTo>
                <a:lnTo>
                  <a:pt x="381" y="193"/>
                </a:lnTo>
                <a:lnTo>
                  <a:pt x="381" y="191"/>
                </a:lnTo>
                <a:lnTo>
                  <a:pt x="380" y="185"/>
                </a:lnTo>
                <a:lnTo>
                  <a:pt x="380" y="184"/>
                </a:lnTo>
                <a:lnTo>
                  <a:pt x="379" y="183"/>
                </a:lnTo>
                <a:lnTo>
                  <a:pt x="380" y="179"/>
                </a:lnTo>
                <a:lnTo>
                  <a:pt x="381" y="177"/>
                </a:lnTo>
                <a:lnTo>
                  <a:pt x="381" y="174"/>
                </a:lnTo>
                <a:lnTo>
                  <a:pt x="380" y="171"/>
                </a:lnTo>
                <a:lnTo>
                  <a:pt x="380" y="171"/>
                </a:lnTo>
                <a:lnTo>
                  <a:pt x="380" y="170"/>
                </a:lnTo>
                <a:lnTo>
                  <a:pt x="380" y="169"/>
                </a:lnTo>
                <a:lnTo>
                  <a:pt x="380" y="168"/>
                </a:lnTo>
                <a:lnTo>
                  <a:pt x="380" y="165"/>
                </a:lnTo>
                <a:lnTo>
                  <a:pt x="379" y="164"/>
                </a:lnTo>
                <a:lnTo>
                  <a:pt x="380" y="162"/>
                </a:lnTo>
                <a:lnTo>
                  <a:pt x="379" y="162"/>
                </a:lnTo>
                <a:lnTo>
                  <a:pt x="379" y="160"/>
                </a:lnTo>
                <a:lnTo>
                  <a:pt x="380" y="159"/>
                </a:lnTo>
                <a:lnTo>
                  <a:pt x="380" y="158"/>
                </a:lnTo>
                <a:lnTo>
                  <a:pt x="379" y="158"/>
                </a:lnTo>
                <a:lnTo>
                  <a:pt x="378" y="156"/>
                </a:lnTo>
                <a:lnTo>
                  <a:pt x="377" y="155"/>
                </a:lnTo>
                <a:lnTo>
                  <a:pt x="377" y="155"/>
                </a:lnTo>
                <a:lnTo>
                  <a:pt x="378" y="153"/>
                </a:lnTo>
                <a:lnTo>
                  <a:pt x="376" y="151"/>
                </a:lnTo>
                <a:lnTo>
                  <a:pt x="375" y="149"/>
                </a:lnTo>
                <a:lnTo>
                  <a:pt x="374" y="148"/>
                </a:lnTo>
                <a:lnTo>
                  <a:pt x="375" y="147"/>
                </a:lnTo>
                <a:lnTo>
                  <a:pt x="374" y="147"/>
                </a:lnTo>
                <a:lnTo>
                  <a:pt x="375" y="146"/>
                </a:lnTo>
                <a:lnTo>
                  <a:pt x="375" y="145"/>
                </a:lnTo>
                <a:lnTo>
                  <a:pt x="376" y="145"/>
                </a:lnTo>
                <a:lnTo>
                  <a:pt x="377" y="147"/>
                </a:lnTo>
                <a:lnTo>
                  <a:pt x="380" y="144"/>
                </a:lnTo>
                <a:lnTo>
                  <a:pt x="379" y="143"/>
                </a:lnTo>
                <a:lnTo>
                  <a:pt x="375" y="139"/>
                </a:lnTo>
                <a:lnTo>
                  <a:pt x="374" y="137"/>
                </a:lnTo>
                <a:lnTo>
                  <a:pt x="374" y="136"/>
                </a:lnTo>
                <a:lnTo>
                  <a:pt x="373" y="136"/>
                </a:lnTo>
                <a:lnTo>
                  <a:pt x="373" y="135"/>
                </a:lnTo>
                <a:lnTo>
                  <a:pt x="371" y="133"/>
                </a:lnTo>
                <a:lnTo>
                  <a:pt x="372" y="133"/>
                </a:lnTo>
                <a:lnTo>
                  <a:pt x="371" y="132"/>
                </a:lnTo>
                <a:lnTo>
                  <a:pt x="372" y="131"/>
                </a:lnTo>
                <a:lnTo>
                  <a:pt x="372" y="129"/>
                </a:lnTo>
                <a:lnTo>
                  <a:pt x="370" y="127"/>
                </a:lnTo>
                <a:lnTo>
                  <a:pt x="369" y="125"/>
                </a:lnTo>
                <a:lnTo>
                  <a:pt x="368" y="124"/>
                </a:lnTo>
                <a:lnTo>
                  <a:pt x="369" y="121"/>
                </a:lnTo>
                <a:lnTo>
                  <a:pt x="364" y="118"/>
                </a:lnTo>
                <a:lnTo>
                  <a:pt x="361" y="117"/>
                </a:lnTo>
                <a:lnTo>
                  <a:pt x="361" y="117"/>
                </a:lnTo>
                <a:lnTo>
                  <a:pt x="355" y="116"/>
                </a:lnTo>
                <a:lnTo>
                  <a:pt x="355" y="115"/>
                </a:lnTo>
                <a:lnTo>
                  <a:pt x="353" y="116"/>
                </a:lnTo>
                <a:lnTo>
                  <a:pt x="353" y="115"/>
                </a:lnTo>
                <a:lnTo>
                  <a:pt x="352" y="116"/>
                </a:lnTo>
                <a:lnTo>
                  <a:pt x="352" y="116"/>
                </a:lnTo>
                <a:lnTo>
                  <a:pt x="353" y="117"/>
                </a:lnTo>
                <a:lnTo>
                  <a:pt x="352" y="118"/>
                </a:lnTo>
                <a:lnTo>
                  <a:pt x="353" y="118"/>
                </a:lnTo>
                <a:lnTo>
                  <a:pt x="354" y="121"/>
                </a:lnTo>
                <a:lnTo>
                  <a:pt x="353" y="121"/>
                </a:lnTo>
                <a:lnTo>
                  <a:pt x="353" y="122"/>
                </a:lnTo>
                <a:lnTo>
                  <a:pt x="352" y="121"/>
                </a:lnTo>
                <a:lnTo>
                  <a:pt x="351" y="121"/>
                </a:lnTo>
                <a:lnTo>
                  <a:pt x="350" y="124"/>
                </a:lnTo>
                <a:lnTo>
                  <a:pt x="350" y="125"/>
                </a:lnTo>
                <a:lnTo>
                  <a:pt x="351" y="125"/>
                </a:lnTo>
                <a:lnTo>
                  <a:pt x="351" y="126"/>
                </a:lnTo>
                <a:lnTo>
                  <a:pt x="351" y="126"/>
                </a:lnTo>
                <a:lnTo>
                  <a:pt x="350" y="126"/>
                </a:lnTo>
                <a:lnTo>
                  <a:pt x="349" y="125"/>
                </a:lnTo>
                <a:lnTo>
                  <a:pt x="349" y="126"/>
                </a:lnTo>
                <a:lnTo>
                  <a:pt x="350" y="126"/>
                </a:lnTo>
                <a:lnTo>
                  <a:pt x="349" y="127"/>
                </a:lnTo>
                <a:lnTo>
                  <a:pt x="349" y="127"/>
                </a:lnTo>
                <a:lnTo>
                  <a:pt x="348" y="127"/>
                </a:lnTo>
                <a:lnTo>
                  <a:pt x="346" y="126"/>
                </a:lnTo>
                <a:lnTo>
                  <a:pt x="345" y="126"/>
                </a:lnTo>
                <a:lnTo>
                  <a:pt x="344" y="126"/>
                </a:lnTo>
                <a:lnTo>
                  <a:pt x="344" y="127"/>
                </a:lnTo>
                <a:lnTo>
                  <a:pt x="344" y="128"/>
                </a:lnTo>
                <a:lnTo>
                  <a:pt x="343" y="127"/>
                </a:lnTo>
                <a:lnTo>
                  <a:pt x="342" y="127"/>
                </a:lnTo>
                <a:lnTo>
                  <a:pt x="342" y="128"/>
                </a:lnTo>
                <a:lnTo>
                  <a:pt x="342" y="127"/>
                </a:lnTo>
                <a:lnTo>
                  <a:pt x="340" y="127"/>
                </a:lnTo>
                <a:lnTo>
                  <a:pt x="340" y="127"/>
                </a:lnTo>
                <a:lnTo>
                  <a:pt x="340" y="128"/>
                </a:lnTo>
                <a:lnTo>
                  <a:pt x="341" y="130"/>
                </a:lnTo>
                <a:lnTo>
                  <a:pt x="340" y="130"/>
                </a:lnTo>
                <a:lnTo>
                  <a:pt x="340" y="131"/>
                </a:lnTo>
                <a:lnTo>
                  <a:pt x="341" y="134"/>
                </a:lnTo>
                <a:lnTo>
                  <a:pt x="340" y="135"/>
                </a:lnTo>
                <a:lnTo>
                  <a:pt x="339" y="134"/>
                </a:lnTo>
                <a:lnTo>
                  <a:pt x="339" y="133"/>
                </a:lnTo>
                <a:lnTo>
                  <a:pt x="338" y="134"/>
                </a:lnTo>
                <a:lnTo>
                  <a:pt x="337" y="133"/>
                </a:lnTo>
                <a:lnTo>
                  <a:pt x="336" y="133"/>
                </a:lnTo>
                <a:lnTo>
                  <a:pt x="335" y="132"/>
                </a:lnTo>
                <a:lnTo>
                  <a:pt x="334" y="130"/>
                </a:lnTo>
                <a:lnTo>
                  <a:pt x="333" y="128"/>
                </a:lnTo>
                <a:lnTo>
                  <a:pt x="331" y="128"/>
                </a:lnTo>
                <a:lnTo>
                  <a:pt x="330" y="128"/>
                </a:lnTo>
                <a:lnTo>
                  <a:pt x="330" y="129"/>
                </a:lnTo>
                <a:lnTo>
                  <a:pt x="330" y="130"/>
                </a:lnTo>
                <a:lnTo>
                  <a:pt x="329" y="130"/>
                </a:lnTo>
                <a:lnTo>
                  <a:pt x="329" y="131"/>
                </a:lnTo>
                <a:lnTo>
                  <a:pt x="330" y="132"/>
                </a:lnTo>
                <a:lnTo>
                  <a:pt x="330" y="132"/>
                </a:lnTo>
                <a:lnTo>
                  <a:pt x="330" y="133"/>
                </a:lnTo>
                <a:lnTo>
                  <a:pt x="329" y="135"/>
                </a:lnTo>
                <a:lnTo>
                  <a:pt x="328" y="135"/>
                </a:lnTo>
                <a:lnTo>
                  <a:pt x="328" y="133"/>
                </a:lnTo>
                <a:lnTo>
                  <a:pt x="327" y="132"/>
                </a:lnTo>
                <a:lnTo>
                  <a:pt x="325" y="131"/>
                </a:lnTo>
                <a:lnTo>
                  <a:pt x="325" y="130"/>
                </a:lnTo>
                <a:lnTo>
                  <a:pt x="324" y="130"/>
                </a:lnTo>
                <a:lnTo>
                  <a:pt x="322" y="133"/>
                </a:lnTo>
                <a:lnTo>
                  <a:pt x="321" y="131"/>
                </a:lnTo>
                <a:lnTo>
                  <a:pt x="319" y="130"/>
                </a:lnTo>
                <a:lnTo>
                  <a:pt x="317" y="131"/>
                </a:lnTo>
                <a:lnTo>
                  <a:pt x="316" y="131"/>
                </a:lnTo>
                <a:lnTo>
                  <a:pt x="315" y="129"/>
                </a:lnTo>
                <a:lnTo>
                  <a:pt x="315" y="127"/>
                </a:lnTo>
                <a:lnTo>
                  <a:pt x="314" y="126"/>
                </a:lnTo>
                <a:lnTo>
                  <a:pt x="314" y="126"/>
                </a:lnTo>
                <a:lnTo>
                  <a:pt x="315" y="125"/>
                </a:lnTo>
                <a:lnTo>
                  <a:pt x="316" y="125"/>
                </a:lnTo>
                <a:lnTo>
                  <a:pt x="315" y="124"/>
                </a:lnTo>
                <a:lnTo>
                  <a:pt x="316" y="123"/>
                </a:lnTo>
                <a:lnTo>
                  <a:pt x="316" y="121"/>
                </a:lnTo>
                <a:lnTo>
                  <a:pt x="315" y="121"/>
                </a:lnTo>
                <a:lnTo>
                  <a:pt x="315" y="121"/>
                </a:lnTo>
                <a:lnTo>
                  <a:pt x="315" y="121"/>
                </a:lnTo>
                <a:lnTo>
                  <a:pt x="314" y="121"/>
                </a:lnTo>
                <a:lnTo>
                  <a:pt x="313" y="120"/>
                </a:lnTo>
                <a:lnTo>
                  <a:pt x="313" y="117"/>
                </a:lnTo>
                <a:lnTo>
                  <a:pt x="312" y="117"/>
                </a:lnTo>
                <a:lnTo>
                  <a:pt x="312" y="118"/>
                </a:lnTo>
                <a:lnTo>
                  <a:pt x="310" y="118"/>
                </a:lnTo>
                <a:lnTo>
                  <a:pt x="309" y="118"/>
                </a:lnTo>
                <a:lnTo>
                  <a:pt x="310" y="117"/>
                </a:lnTo>
                <a:lnTo>
                  <a:pt x="313" y="117"/>
                </a:lnTo>
                <a:lnTo>
                  <a:pt x="312" y="116"/>
                </a:lnTo>
                <a:lnTo>
                  <a:pt x="312" y="115"/>
                </a:lnTo>
                <a:lnTo>
                  <a:pt x="310" y="116"/>
                </a:lnTo>
                <a:lnTo>
                  <a:pt x="308" y="114"/>
                </a:lnTo>
                <a:lnTo>
                  <a:pt x="307" y="115"/>
                </a:lnTo>
                <a:lnTo>
                  <a:pt x="307" y="114"/>
                </a:lnTo>
                <a:lnTo>
                  <a:pt x="306" y="113"/>
                </a:lnTo>
                <a:lnTo>
                  <a:pt x="306" y="113"/>
                </a:lnTo>
                <a:lnTo>
                  <a:pt x="305" y="113"/>
                </a:lnTo>
                <a:lnTo>
                  <a:pt x="305" y="112"/>
                </a:lnTo>
                <a:lnTo>
                  <a:pt x="304" y="112"/>
                </a:lnTo>
                <a:lnTo>
                  <a:pt x="304" y="110"/>
                </a:lnTo>
                <a:lnTo>
                  <a:pt x="302" y="108"/>
                </a:lnTo>
                <a:lnTo>
                  <a:pt x="300" y="110"/>
                </a:lnTo>
                <a:lnTo>
                  <a:pt x="299" y="109"/>
                </a:lnTo>
                <a:lnTo>
                  <a:pt x="299" y="110"/>
                </a:lnTo>
                <a:lnTo>
                  <a:pt x="298" y="110"/>
                </a:lnTo>
                <a:lnTo>
                  <a:pt x="297" y="109"/>
                </a:lnTo>
                <a:lnTo>
                  <a:pt x="297" y="111"/>
                </a:lnTo>
                <a:lnTo>
                  <a:pt x="295" y="111"/>
                </a:lnTo>
                <a:lnTo>
                  <a:pt x="295" y="111"/>
                </a:lnTo>
                <a:lnTo>
                  <a:pt x="293" y="111"/>
                </a:lnTo>
                <a:lnTo>
                  <a:pt x="293" y="112"/>
                </a:lnTo>
                <a:lnTo>
                  <a:pt x="292" y="112"/>
                </a:lnTo>
                <a:lnTo>
                  <a:pt x="291" y="112"/>
                </a:lnTo>
                <a:lnTo>
                  <a:pt x="291" y="111"/>
                </a:lnTo>
                <a:lnTo>
                  <a:pt x="290" y="112"/>
                </a:lnTo>
                <a:lnTo>
                  <a:pt x="289" y="112"/>
                </a:lnTo>
                <a:lnTo>
                  <a:pt x="289" y="111"/>
                </a:lnTo>
                <a:lnTo>
                  <a:pt x="287" y="111"/>
                </a:lnTo>
                <a:lnTo>
                  <a:pt x="286" y="109"/>
                </a:lnTo>
                <a:lnTo>
                  <a:pt x="285" y="108"/>
                </a:lnTo>
                <a:lnTo>
                  <a:pt x="283" y="108"/>
                </a:lnTo>
                <a:lnTo>
                  <a:pt x="283" y="109"/>
                </a:lnTo>
                <a:lnTo>
                  <a:pt x="281" y="110"/>
                </a:lnTo>
                <a:lnTo>
                  <a:pt x="280" y="110"/>
                </a:lnTo>
                <a:lnTo>
                  <a:pt x="280" y="109"/>
                </a:lnTo>
                <a:lnTo>
                  <a:pt x="280" y="108"/>
                </a:lnTo>
                <a:lnTo>
                  <a:pt x="279" y="108"/>
                </a:lnTo>
                <a:lnTo>
                  <a:pt x="278" y="109"/>
                </a:lnTo>
                <a:lnTo>
                  <a:pt x="277" y="107"/>
                </a:lnTo>
                <a:lnTo>
                  <a:pt x="277" y="106"/>
                </a:lnTo>
                <a:lnTo>
                  <a:pt x="276" y="106"/>
                </a:lnTo>
                <a:lnTo>
                  <a:pt x="276" y="105"/>
                </a:lnTo>
                <a:lnTo>
                  <a:pt x="275" y="105"/>
                </a:lnTo>
                <a:lnTo>
                  <a:pt x="274" y="106"/>
                </a:lnTo>
                <a:lnTo>
                  <a:pt x="273" y="106"/>
                </a:lnTo>
                <a:lnTo>
                  <a:pt x="272" y="103"/>
                </a:lnTo>
                <a:lnTo>
                  <a:pt x="269" y="104"/>
                </a:lnTo>
                <a:lnTo>
                  <a:pt x="268" y="103"/>
                </a:lnTo>
                <a:lnTo>
                  <a:pt x="268" y="103"/>
                </a:lnTo>
                <a:lnTo>
                  <a:pt x="266" y="102"/>
                </a:lnTo>
                <a:lnTo>
                  <a:pt x="265" y="103"/>
                </a:lnTo>
                <a:lnTo>
                  <a:pt x="265" y="103"/>
                </a:lnTo>
                <a:lnTo>
                  <a:pt x="262" y="102"/>
                </a:lnTo>
                <a:lnTo>
                  <a:pt x="262" y="101"/>
                </a:lnTo>
                <a:lnTo>
                  <a:pt x="261" y="102"/>
                </a:lnTo>
                <a:lnTo>
                  <a:pt x="260" y="101"/>
                </a:lnTo>
                <a:lnTo>
                  <a:pt x="259" y="102"/>
                </a:lnTo>
                <a:lnTo>
                  <a:pt x="259" y="101"/>
                </a:lnTo>
                <a:lnTo>
                  <a:pt x="258" y="102"/>
                </a:lnTo>
                <a:lnTo>
                  <a:pt x="257" y="101"/>
                </a:lnTo>
                <a:lnTo>
                  <a:pt x="257" y="100"/>
                </a:lnTo>
                <a:lnTo>
                  <a:pt x="257" y="100"/>
                </a:lnTo>
                <a:lnTo>
                  <a:pt x="258" y="99"/>
                </a:lnTo>
                <a:lnTo>
                  <a:pt x="257" y="98"/>
                </a:lnTo>
                <a:lnTo>
                  <a:pt x="256" y="98"/>
                </a:lnTo>
                <a:lnTo>
                  <a:pt x="252" y="99"/>
                </a:lnTo>
                <a:lnTo>
                  <a:pt x="252" y="97"/>
                </a:lnTo>
                <a:lnTo>
                  <a:pt x="251" y="97"/>
                </a:lnTo>
                <a:lnTo>
                  <a:pt x="251" y="96"/>
                </a:lnTo>
                <a:lnTo>
                  <a:pt x="250" y="96"/>
                </a:lnTo>
                <a:lnTo>
                  <a:pt x="246" y="93"/>
                </a:lnTo>
                <a:lnTo>
                  <a:pt x="246" y="91"/>
                </a:lnTo>
                <a:lnTo>
                  <a:pt x="245" y="91"/>
                </a:lnTo>
                <a:lnTo>
                  <a:pt x="244" y="92"/>
                </a:lnTo>
                <a:lnTo>
                  <a:pt x="240" y="90"/>
                </a:lnTo>
                <a:lnTo>
                  <a:pt x="239" y="90"/>
                </a:lnTo>
                <a:lnTo>
                  <a:pt x="239" y="90"/>
                </a:lnTo>
                <a:lnTo>
                  <a:pt x="238" y="91"/>
                </a:lnTo>
                <a:lnTo>
                  <a:pt x="237" y="90"/>
                </a:lnTo>
                <a:lnTo>
                  <a:pt x="236" y="90"/>
                </a:lnTo>
                <a:lnTo>
                  <a:pt x="234" y="89"/>
                </a:lnTo>
                <a:lnTo>
                  <a:pt x="234" y="90"/>
                </a:lnTo>
                <a:lnTo>
                  <a:pt x="234" y="89"/>
                </a:lnTo>
                <a:lnTo>
                  <a:pt x="232" y="89"/>
                </a:lnTo>
                <a:lnTo>
                  <a:pt x="231" y="88"/>
                </a:lnTo>
                <a:lnTo>
                  <a:pt x="230" y="88"/>
                </a:lnTo>
                <a:lnTo>
                  <a:pt x="227" y="85"/>
                </a:lnTo>
                <a:lnTo>
                  <a:pt x="225" y="85"/>
                </a:lnTo>
                <a:lnTo>
                  <a:pt x="224" y="84"/>
                </a:lnTo>
                <a:lnTo>
                  <a:pt x="223" y="81"/>
                </a:lnTo>
                <a:lnTo>
                  <a:pt x="220" y="79"/>
                </a:lnTo>
                <a:lnTo>
                  <a:pt x="220" y="78"/>
                </a:lnTo>
                <a:lnTo>
                  <a:pt x="219" y="77"/>
                </a:lnTo>
                <a:lnTo>
                  <a:pt x="219" y="76"/>
                </a:lnTo>
                <a:lnTo>
                  <a:pt x="219" y="74"/>
                </a:lnTo>
                <a:lnTo>
                  <a:pt x="219" y="74"/>
                </a:lnTo>
                <a:lnTo>
                  <a:pt x="219" y="73"/>
                </a:lnTo>
                <a:lnTo>
                  <a:pt x="218" y="73"/>
                </a:lnTo>
                <a:lnTo>
                  <a:pt x="218" y="72"/>
                </a:lnTo>
                <a:lnTo>
                  <a:pt x="218" y="71"/>
                </a:lnTo>
                <a:lnTo>
                  <a:pt x="218" y="71"/>
                </a:lnTo>
                <a:lnTo>
                  <a:pt x="217" y="70"/>
                </a:lnTo>
                <a:lnTo>
                  <a:pt x="216" y="69"/>
                </a:lnTo>
                <a:lnTo>
                  <a:pt x="214" y="67"/>
                </a:lnTo>
                <a:lnTo>
                  <a:pt x="214" y="66"/>
                </a:lnTo>
                <a:lnTo>
                  <a:pt x="214" y="65"/>
                </a:lnTo>
                <a:lnTo>
                  <a:pt x="214" y="65"/>
                </a:lnTo>
                <a:lnTo>
                  <a:pt x="214" y="64"/>
                </a:lnTo>
                <a:lnTo>
                  <a:pt x="215" y="63"/>
                </a:lnTo>
                <a:lnTo>
                  <a:pt x="216" y="64"/>
                </a:lnTo>
                <a:lnTo>
                  <a:pt x="216" y="63"/>
                </a:lnTo>
                <a:lnTo>
                  <a:pt x="217" y="63"/>
                </a:lnTo>
                <a:lnTo>
                  <a:pt x="218" y="61"/>
                </a:lnTo>
                <a:lnTo>
                  <a:pt x="218" y="60"/>
                </a:lnTo>
                <a:lnTo>
                  <a:pt x="219" y="59"/>
                </a:lnTo>
                <a:lnTo>
                  <a:pt x="219" y="59"/>
                </a:lnTo>
                <a:lnTo>
                  <a:pt x="218" y="58"/>
                </a:lnTo>
                <a:lnTo>
                  <a:pt x="219" y="56"/>
                </a:lnTo>
                <a:lnTo>
                  <a:pt x="219" y="54"/>
                </a:lnTo>
                <a:lnTo>
                  <a:pt x="218" y="53"/>
                </a:lnTo>
                <a:lnTo>
                  <a:pt x="219" y="52"/>
                </a:lnTo>
                <a:lnTo>
                  <a:pt x="218" y="51"/>
                </a:lnTo>
                <a:lnTo>
                  <a:pt x="218" y="50"/>
                </a:lnTo>
                <a:lnTo>
                  <a:pt x="219" y="50"/>
                </a:lnTo>
                <a:lnTo>
                  <a:pt x="220" y="49"/>
                </a:lnTo>
                <a:lnTo>
                  <a:pt x="221" y="48"/>
                </a:lnTo>
                <a:lnTo>
                  <a:pt x="220" y="47"/>
                </a:lnTo>
                <a:lnTo>
                  <a:pt x="220" y="47"/>
                </a:lnTo>
                <a:lnTo>
                  <a:pt x="220" y="46"/>
                </a:lnTo>
                <a:lnTo>
                  <a:pt x="220" y="46"/>
                </a:lnTo>
                <a:lnTo>
                  <a:pt x="219" y="46"/>
                </a:lnTo>
                <a:lnTo>
                  <a:pt x="218" y="45"/>
                </a:lnTo>
                <a:lnTo>
                  <a:pt x="217" y="46"/>
                </a:lnTo>
                <a:lnTo>
                  <a:pt x="216" y="46"/>
                </a:lnTo>
                <a:lnTo>
                  <a:pt x="216" y="45"/>
                </a:lnTo>
                <a:lnTo>
                  <a:pt x="217" y="41"/>
                </a:lnTo>
                <a:lnTo>
                  <a:pt x="215" y="40"/>
                </a:lnTo>
                <a:lnTo>
                  <a:pt x="215" y="38"/>
                </a:lnTo>
                <a:lnTo>
                  <a:pt x="216" y="37"/>
                </a:lnTo>
                <a:lnTo>
                  <a:pt x="216" y="36"/>
                </a:lnTo>
                <a:lnTo>
                  <a:pt x="216" y="36"/>
                </a:lnTo>
                <a:lnTo>
                  <a:pt x="216" y="35"/>
                </a:lnTo>
                <a:lnTo>
                  <a:pt x="218" y="35"/>
                </a:lnTo>
                <a:lnTo>
                  <a:pt x="219" y="34"/>
                </a:lnTo>
                <a:lnTo>
                  <a:pt x="219" y="34"/>
                </a:lnTo>
                <a:lnTo>
                  <a:pt x="221" y="33"/>
                </a:lnTo>
                <a:lnTo>
                  <a:pt x="221" y="32"/>
                </a:lnTo>
                <a:lnTo>
                  <a:pt x="220" y="32"/>
                </a:lnTo>
                <a:lnTo>
                  <a:pt x="220" y="31"/>
                </a:lnTo>
                <a:lnTo>
                  <a:pt x="221" y="31"/>
                </a:lnTo>
                <a:lnTo>
                  <a:pt x="221" y="31"/>
                </a:lnTo>
                <a:lnTo>
                  <a:pt x="222" y="30"/>
                </a:lnTo>
                <a:lnTo>
                  <a:pt x="221" y="29"/>
                </a:lnTo>
                <a:lnTo>
                  <a:pt x="221" y="29"/>
                </a:lnTo>
                <a:lnTo>
                  <a:pt x="222" y="27"/>
                </a:lnTo>
                <a:lnTo>
                  <a:pt x="222" y="26"/>
                </a:lnTo>
                <a:lnTo>
                  <a:pt x="222" y="26"/>
                </a:lnTo>
                <a:lnTo>
                  <a:pt x="223" y="25"/>
                </a:lnTo>
                <a:lnTo>
                  <a:pt x="223" y="24"/>
                </a:lnTo>
                <a:lnTo>
                  <a:pt x="219" y="24"/>
                </a:lnTo>
                <a:lnTo>
                  <a:pt x="219" y="24"/>
                </a:lnTo>
                <a:lnTo>
                  <a:pt x="217" y="22"/>
                </a:lnTo>
                <a:lnTo>
                  <a:pt x="217" y="21"/>
                </a:lnTo>
                <a:lnTo>
                  <a:pt x="217" y="20"/>
                </a:lnTo>
                <a:lnTo>
                  <a:pt x="217" y="19"/>
                </a:lnTo>
                <a:lnTo>
                  <a:pt x="218" y="20"/>
                </a:lnTo>
                <a:lnTo>
                  <a:pt x="220" y="20"/>
                </a:lnTo>
                <a:lnTo>
                  <a:pt x="222" y="19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991592" y="3461409"/>
            <a:ext cx="660539" cy="1160753"/>
          </a:xfrm>
          <a:custGeom>
            <a:avLst/>
            <a:gdLst/>
            <a:ahLst/>
            <a:cxnLst/>
            <a:rect l="l" t="t" r="r" b="b"/>
            <a:pathLst>
              <a:path w="103" h="181">
                <a:moveTo>
                  <a:pt x="89" y="115"/>
                </a:moveTo>
                <a:lnTo>
                  <a:pt x="87" y="115"/>
                </a:lnTo>
                <a:lnTo>
                  <a:pt x="86" y="113"/>
                </a:lnTo>
                <a:lnTo>
                  <a:pt x="86" y="110"/>
                </a:lnTo>
                <a:lnTo>
                  <a:pt x="86" y="108"/>
                </a:lnTo>
                <a:lnTo>
                  <a:pt x="87" y="105"/>
                </a:lnTo>
                <a:lnTo>
                  <a:pt x="88" y="102"/>
                </a:lnTo>
                <a:lnTo>
                  <a:pt x="88" y="100"/>
                </a:lnTo>
                <a:lnTo>
                  <a:pt x="89" y="98"/>
                </a:lnTo>
                <a:lnTo>
                  <a:pt x="90" y="96"/>
                </a:lnTo>
                <a:lnTo>
                  <a:pt x="92" y="91"/>
                </a:lnTo>
                <a:lnTo>
                  <a:pt x="91" y="89"/>
                </a:lnTo>
                <a:lnTo>
                  <a:pt x="91" y="85"/>
                </a:lnTo>
                <a:lnTo>
                  <a:pt x="90" y="85"/>
                </a:lnTo>
                <a:lnTo>
                  <a:pt x="90" y="84"/>
                </a:lnTo>
                <a:lnTo>
                  <a:pt x="90" y="83"/>
                </a:lnTo>
                <a:lnTo>
                  <a:pt x="89" y="83"/>
                </a:lnTo>
                <a:lnTo>
                  <a:pt x="88" y="79"/>
                </a:lnTo>
                <a:lnTo>
                  <a:pt x="89" y="77"/>
                </a:lnTo>
                <a:lnTo>
                  <a:pt x="88" y="75"/>
                </a:lnTo>
                <a:lnTo>
                  <a:pt x="89" y="73"/>
                </a:lnTo>
                <a:lnTo>
                  <a:pt x="88" y="72"/>
                </a:lnTo>
                <a:lnTo>
                  <a:pt x="89" y="72"/>
                </a:lnTo>
                <a:lnTo>
                  <a:pt x="89" y="69"/>
                </a:lnTo>
                <a:lnTo>
                  <a:pt x="87" y="67"/>
                </a:lnTo>
                <a:lnTo>
                  <a:pt x="87" y="67"/>
                </a:lnTo>
                <a:lnTo>
                  <a:pt x="88" y="67"/>
                </a:lnTo>
                <a:lnTo>
                  <a:pt x="88" y="66"/>
                </a:lnTo>
                <a:lnTo>
                  <a:pt x="87" y="65"/>
                </a:lnTo>
                <a:lnTo>
                  <a:pt x="87" y="63"/>
                </a:lnTo>
                <a:lnTo>
                  <a:pt x="86" y="63"/>
                </a:lnTo>
                <a:lnTo>
                  <a:pt x="87" y="62"/>
                </a:lnTo>
                <a:lnTo>
                  <a:pt x="87" y="61"/>
                </a:lnTo>
                <a:lnTo>
                  <a:pt x="86" y="60"/>
                </a:lnTo>
                <a:lnTo>
                  <a:pt x="86" y="59"/>
                </a:lnTo>
                <a:lnTo>
                  <a:pt x="87" y="60"/>
                </a:lnTo>
                <a:lnTo>
                  <a:pt x="87" y="59"/>
                </a:lnTo>
                <a:lnTo>
                  <a:pt x="89" y="57"/>
                </a:lnTo>
                <a:lnTo>
                  <a:pt x="89" y="57"/>
                </a:lnTo>
                <a:lnTo>
                  <a:pt x="91" y="53"/>
                </a:lnTo>
                <a:lnTo>
                  <a:pt x="91" y="53"/>
                </a:lnTo>
                <a:lnTo>
                  <a:pt x="91" y="52"/>
                </a:lnTo>
                <a:lnTo>
                  <a:pt x="91" y="52"/>
                </a:lnTo>
                <a:lnTo>
                  <a:pt x="90" y="51"/>
                </a:lnTo>
                <a:lnTo>
                  <a:pt x="90" y="50"/>
                </a:lnTo>
                <a:lnTo>
                  <a:pt x="92" y="49"/>
                </a:lnTo>
                <a:lnTo>
                  <a:pt x="92" y="47"/>
                </a:lnTo>
                <a:lnTo>
                  <a:pt x="93" y="47"/>
                </a:lnTo>
                <a:lnTo>
                  <a:pt x="92" y="45"/>
                </a:lnTo>
                <a:lnTo>
                  <a:pt x="93" y="45"/>
                </a:lnTo>
                <a:lnTo>
                  <a:pt x="92" y="44"/>
                </a:lnTo>
                <a:lnTo>
                  <a:pt x="91" y="44"/>
                </a:lnTo>
                <a:lnTo>
                  <a:pt x="91" y="43"/>
                </a:lnTo>
                <a:lnTo>
                  <a:pt x="92" y="43"/>
                </a:lnTo>
                <a:lnTo>
                  <a:pt x="91" y="42"/>
                </a:lnTo>
                <a:lnTo>
                  <a:pt x="90" y="42"/>
                </a:lnTo>
                <a:lnTo>
                  <a:pt x="89" y="39"/>
                </a:lnTo>
                <a:lnTo>
                  <a:pt x="87" y="38"/>
                </a:lnTo>
                <a:lnTo>
                  <a:pt x="87" y="35"/>
                </a:lnTo>
                <a:lnTo>
                  <a:pt x="87" y="34"/>
                </a:lnTo>
                <a:lnTo>
                  <a:pt x="87" y="33"/>
                </a:lnTo>
                <a:lnTo>
                  <a:pt x="88" y="32"/>
                </a:lnTo>
                <a:lnTo>
                  <a:pt x="88" y="30"/>
                </a:lnTo>
                <a:lnTo>
                  <a:pt x="89" y="30"/>
                </a:lnTo>
                <a:lnTo>
                  <a:pt x="90" y="29"/>
                </a:lnTo>
                <a:lnTo>
                  <a:pt x="91" y="28"/>
                </a:lnTo>
                <a:lnTo>
                  <a:pt x="91" y="27"/>
                </a:lnTo>
                <a:lnTo>
                  <a:pt x="93" y="26"/>
                </a:lnTo>
                <a:lnTo>
                  <a:pt x="93" y="25"/>
                </a:lnTo>
                <a:lnTo>
                  <a:pt x="93" y="25"/>
                </a:lnTo>
                <a:lnTo>
                  <a:pt x="93" y="23"/>
                </a:lnTo>
                <a:lnTo>
                  <a:pt x="93" y="23"/>
                </a:lnTo>
                <a:lnTo>
                  <a:pt x="93" y="22"/>
                </a:lnTo>
                <a:lnTo>
                  <a:pt x="95" y="17"/>
                </a:lnTo>
                <a:lnTo>
                  <a:pt x="94" y="17"/>
                </a:lnTo>
                <a:lnTo>
                  <a:pt x="95" y="16"/>
                </a:lnTo>
                <a:lnTo>
                  <a:pt x="95" y="15"/>
                </a:lnTo>
                <a:lnTo>
                  <a:pt x="94" y="14"/>
                </a:lnTo>
                <a:lnTo>
                  <a:pt x="94" y="14"/>
                </a:lnTo>
                <a:lnTo>
                  <a:pt x="96" y="13"/>
                </a:lnTo>
                <a:lnTo>
                  <a:pt x="97" y="12"/>
                </a:lnTo>
                <a:lnTo>
                  <a:pt x="97" y="11"/>
                </a:lnTo>
                <a:lnTo>
                  <a:pt x="97" y="10"/>
                </a:lnTo>
                <a:lnTo>
                  <a:pt x="98" y="7"/>
                </a:lnTo>
                <a:lnTo>
                  <a:pt x="97" y="7"/>
                </a:lnTo>
                <a:lnTo>
                  <a:pt x="97" y="6"/>
                </a:lnTo>
                <a:lnTo>
                  <a:pt x="97" y="6"/>
                </a:lnTo>
                <a:lnTo>
                  <a:pt x="97" y="6"/>
                </a:lnTo>
                <a:lnTo>
                  <a:pt x="97" y="5"/>
                </a:lnTo>
                <a:lnTo>
                  <a:pt x="95" y="5"/>
                </a:lnTo>
                <a:lnTo>
                  <a:pt x="95" y="5"/>
                </a:lnTo>
                <a:lnTo>
                  <a:pt x="95" y="5"/>
                </a:lnTo>
                <a:lnTo>
                  <a:pt x="95" y="4"/>
                </a:lnTo>
                <a:lnTo>
                  <a:pt x="95" y="3"/>
                </a:lnTo>
                <a:lnTo>
                  <a:pt x="95" y="2"/>
                </a:lnTo>
                <a:lnTo>
                  <a:pt x="96" y="2"/>
                </a:lnTo>
                <a:lnTo>
                  <a:pt x="96" y="1"/>
                </a:lnTo>
                <a:lnTo>
                  <a:pt x="96" y="0"/>
                </a:lnTo>
                <a:lnTo>
                  <a:pt x="95" y="1"/>
                </a:lnTo>
                <a:lnTo>
                  <a:pt x="94" y="1"/>
                </a:lnTo>
                <a:lnTo>
                  <a:pt x="91" y="3"/>
                </a:lnTo>
                <a:lnTo>
                  <a:pt x="89" y="6"/>
                </a:lnTo>
                <a:lnTo>
                  <a:pt x="89" y="8"/>
                </a:lnTo>
                <a:lnTo>
                  <a:pt x="87" y="8"/>
                </a:lnTo>
                <a:lnTo>
                  <a:pt x="87" y="8"/>
                </a:lnTo>
                <a:lnTo>
                  <a:pt x="86" y="6"/>
                </a:lnTo>
                <a:lnTo>
                  <a:pt x="85" y="6"/>
                </a:lnTo>
                <a:lnTo>
                  <a:pt x="84" y="6"/>
                </a:lnTo>
                <a:lnTo>
                  <a:pt x="84" y="7"/>
                </a:lnTo>
                <a:lnTo>
                  <a:pt x="83" y="7"/>
                </a:lnTo>
                <a:lnTo>
                  <a:pt x="81" y="5"/>
                </a:lnTo>
                <a:lnTo>
                  <a:pt x="79" y="4"/>
                </a:lnTo>
                <a:lnTo>
                  <a:pt x="79" y="5"/>
                </a:lnTo>
                <a:lnTo>
                  <a:pt x="79" y="6"/>
                </a:lnTo>
                <a:lnTo>
                  <a:pt x="79" y="6"/>
                </a:lnTo>
                <a:lnTo>
                  <a:pt x="80" y="8"/>
                </a:lnTo>
                <a:lnTo>
                  <a:pt x="77" y="10"/>
                </a:lnTo>
                <a:lnTo>
                  <a:pt x="76" y="10"/>
                </a:lnTo>
                <a:lnTo>
                  <a:pt x="75" y="9"/>
                </a:lnTo>
                <a:lnTo>
                  <a:pt x="75" y="9"/>
                </a:lnTo>
                <a:lnTo>
                  <a:pt x="76" y="10"/>
                </a:lnTo>
                <a:lnTo>
                  <a:pt x="75" y="12"/>
                </a:lnTo>
                <a:lnTo>
                  <a:pt x="76" y="12"/>
                </a:lnTo>
                <a:lnTo>
                  <a:pt x="74" y="12"/>
                </a:lnTo>
                <a:lnTo>
                  <a:pt x="73" y="14"/>
                </a:lnTo>
                <a:lnTo>
                  <a:pt x="71" y="15"/>
                </a:lnTo>
                <a:lnTo>
                  <a:pt x="72" y="16"/>
                </a:lnTo>
                <a:lnTo>
                  <a:pt x="71" y="17"/>
                </a:lnTo>
                <a:lnTo>
                  <a:pt x="71" y="18"/>
                </a:lnTo>
                <a:lnTo>
                  <a:pt x="69" y="20"/>
                </a:lnTo>
                <a:lnTo>
                  <a:pt x="69" y="19"/>
                </a:lnTo>
                <a:lnTo>
                  <a:pt x="68" y="20"/>
                </a:lnTo>
                <a:lnTo>
                  <a:pt x="67" y="22"/>
                </a:lnTo>
                <a:lnTo>
                  <a:pt x="66" y="22"/>
                </a:lnTo>
                <a:lnTo>
                  <a:pt x="66" y="23"/>
                </a:lnTo>
                <a:lnTo>
                  <a:pt x="66" y="24"/>
                </a:lnTo>
                <a:lnTo>
                  <a:pt x="66" y="24"/>
                </a:lnTo>
                <a:lnTo>
                  <a:pt x="65" y="24"/>
                </a:lnTo>
                <a:lnTo>
                  <a:pt x="63" y="26"/>
                </a:lnTo>
                <a:lnTo>
                  <a:pt x="61" y="28"/>
                </a:lnTo>
                <a:lnTo>
                  <a:pt x="61" y="29"/>
                </a:lnTo>
                <a:lnTo>
                  <a:pt x="60" y="30"/>
                </a:lnTo>
                <a:lnTo>
                  <a:pt x="60" y="32"/>
                </a:lnTo>
                <a:lnTo>
                  <a:pt x="60" y="33"/>
                </a:lnTo>
                <a:lnTo>
                  <a:pt x="59" y="34"/>
                </a:lnTo>
                <a:lnTo>
                  <a:pt x="60" y="35"/>
                </a:lnTo>
                <a:lnTo>
                  <a:pt x="62" y="36"/>
                </a:lnTo>
                <a:lnTo>
                  <a:pt x="61" y="37"/>
                </a:lnTo>
                <a:lnTo>
                  <a:pt x="62" y="38"/>
                </a:lnTo>
                <a:lnTo>
                  <a:pt x="61" y="38"/>
                </a:lnTo>
                <a:lnTo>
                  <a:pt x="61" y="39"/>
                </a:lnTo>
                <a:lnTo>
                  <a:pt x="60" y="40"/>
                </a:lnTo>
                <a:lnTo>
                  <a:pt x="59" y="38"/>
                </a:lnTo>
                <a:lnTo>
                  <a:pt x="58" y="37"/>
                </a:lnTo>
                <a:lnTo>
                  <a:pt x="57" y="37"/>
                </a:lnTo>
                <a:lnTo>
                  <a:pt x="58" y="39"/>
                </a:lnTo>
                <a:lnTo>
                  <a:pt x="57" y="40"/>
                </a:lnTo>
                <a:lnTo>
                  <a:pt x="57" y="43"/>
                </a:lnTo>
                <a:lnTo>
                  <a:pt x="57" y="46"/>
                </a:lnTo>
                <a:lnTo>
                  <a:pt x="54" y="47"/>
                </a:lnTo>
                <a:lnTo>
                  <a:pt x="53" y="46"/>
                </a:lnTo>
                <a:lnTo>
                  <a:pt x="51" y="47"/>
                </a:lnTo>
                <a:lnTo>
                  <a:pt x="49" y="47"/>
                </a:lnTo>
                <a:lnTo>
                  <a:pt x="48" y="46"/>
                </a:lnTo>
                <a:lnTo>
                  <a:pt x="46" y="47"/>
                </a:lnTo>
                <a:lnTo>
                  <a:pt x="44" y="47"/>
                </a:lnTo>
                <a:lnTo>
                  <a:pt x="44" y="46"/>
                </a:lnTo>
                <a:lnTo>
                  <a:pt x="44" y="46"/>
                </a:lnTo>
                <a:lnTo>
                  <a:pt x="43" y="45"/>
                </a:lnTo>
                <a:lnTo>
                  <a:pt x="43" y="44"/>
                </a:lnTo>
                <a:lnTo>
                  <a:pt x="38" y="43"/>
                </a:lnTo>
                <a:lnTo>
                  <a:pt x="38" y="42"/>
                </a:lnTo>
                <a:lnTo>
                  <a:pt x="37" y="42"/>
                </a:lnTo>
                <a:lnTo>
                  <a:pt x="37" y="44"/>
                </a:lnTo>
                <a:lnTo>
                  <a:pt x="37" y="44"/>
                </a:lnTo>
                <a:lnTo>
                  <a:pt x="36" y="44"/>
                </a:lnTo>
                <a:lnTo>
                  <a:pt x="34" y="45"/>
                </a:lnTo>
                <a:lnTo>
                  <a:pt x="34" y="46"/>
                </a:lnTo>
                <a:lnTo>
                  <a:pt x="33" y="46"/>
                </a:lnTo>
                <a:lnTo>
                  <a:pt x="32" y="46"/>
                </a:lnTo>
                <a:lnTo>
                  <a:pt x="33" y="47"/>
                </a:lnTo>
                <a:lnTo>
                  <a:pt x="33" y="47"/>
                </a:lnTo>
                <a:lnTo>
                  <a:pt x="32" y="48"/>
                </a:lnTo>
                <a:lnTo>
                  <a:pt x="31" y="48"/>
                </a:lnTo>
                <a:lnTo>
                  <a:pt x="32" y="49"/>
                </a:lnTo>
                <a:lnTo>
                  <a:pt x="32" y="49"/>
                </a:lnTo>
                <a:lnTo>
                  <a:pt x="32" y="50"/>
                </a:lnTo>
                <a:lnTo>
                  <a:pt x="31" y="51"/>
                </a:lnTo>
                <a:lnTo>
                  <a:pt x="30" y="54"/>
                </a:lnTo>
                <a:lnTo>
                  <a:pt x="31" y="57"/>
                </a:lnTo>
                <a:lnTo>
                  <a:pt x="31" y="57"/>
                </a:lnTo>
                <a:lnTo>
                  <a:pt x="32" y="58"/>
                </a:lnTo>
                <a:lnTo>
                  <a:pt x="31" y="60"/>
                </a:lnTo>
                <a:lnTo>
                  <a:pt x="31" y="59"/>
                </a:lnTo>
                <a:lnTo>
                  <a:pt x="31" y="60"/>
                </a:lnTo>
                <a:lnTo>
                  <a:pt x="32" y="64"/>
                </a:lnTo>
                <a:lnTo>
                  <a:pt x="32" y="64"/>
                </a:lnTo>
                <a:lnTo>
                  <a:pt x="33" y="64"/>
                </a:lnTo>
                <a:lnTo>
                  <a:pt x="35" y="64"/>
                </a:lnTo>
                <a:lnTo>
                  <a:pt x="36" y="65"/>
                </a:lnTo>
                <a:lnTo>
                  <a:pt x="36" y="66"/>
                </a:lnTo>
                <a:lnTo>
                  <a:pt x="37" y="66"/>
                </a:lnTo>
                <a:lnTo>
                  <a:pt x="38" y="66"/>
                </a:lnTo>
                <a:lnTo>
                  <a:pt x="38" y="66"/>
                </a:lnTo>
                <a:lnTo>
                  <a:pt x="42" y="68"/>
                </a:lnTo>
                <a:lnTo>
                  <a:pt x="43" y="69"/>
                </a:lnTo>
                <a:lnTo>
                  <a:pt x="43" y="70"/>
                </a:lnTo>
                <a:lnTo>
                  <a:pt x="44" y="69"/>
                </a:lnTo>
                <a:lnTo>
                  <a:pt x="44" y="70"/>
                </a:lnTo>
                <a:lnTo>
                  <a:pt x="44" y="70"/>
                </a:lnTo>
                <a:lnTo>
                  <a:pt x="45" y="71"/>
                </a:lnTo>
                <a:lnTo>
                  <a:pt x="45" y="71"/>
                </a:lnTo>
                <a:lnTo>
                  <a:pt x="46" y="71"/>
                </a:lnTo>
                <a:lnTo>
                  <a:pt x="47" y="72"/>
                </a:lnTo>
                <a:lnTo>
                  <a:pt x="48" y="70"/>
                </a:lnTo>
                <a:lnTo>
                  <a:pt x="48" y="70"/>
                </a:lnTo>
                <a:lnTo>
                  <a:pt x="48" y="71"/>
                </a:lnTo>
                <a:lnTo>
                  <a:pt x="49" y="72"/>
                </a:lnTo>
                <a:lnTo>
                  <a:pt x="50" y="72"/>
                </a:lnTo>
                <a:lnTo>
                  <a:pt x="51" y="73"/>
                </a:lnTo>
                <a:lnTo>
                  <a:pt x="51" y="74"/>
                </a:lnTo>
                <a:lnTo>
                  <a:pt x="52" y="75"/>
                </a:lnTo>
                <a:lnTo>
                  <a:pt x="53" y="75"/>
                </a:lnTo>
                <a:lnTo>
                  <a:pt x="53" y="74"/>
                </a:lnTo>
                <a:lnTo>
                  <a:pt x="53" y="73"/>
                </a:lnTo>
                <a:lnTo>
                  <a:pt x="54" y="74"/>
                </a:lnTo>
                <a:lnTo>
                  <a:pt x="55" y="74"/>
                </a:lnTo>
                <a:lnTo>
                  <a:pt x="56" y="75"/>
                </a:lnTo>
                <a:lnTo>
                  <a:pt x="56" y="78"/>
                </a:lnTo>
                <a:lnTo>
                  <a:pt x="57" y="81"/>
                </a:lnTo>
                <a:lnTo>
                  <a:pt x="57" y="83"/>
                </a:lnTo>
                <a:lnTo>
                  <a:pt x="57" y="84"/>
                </a:lnTo>
                <a:lnTo>
                  <a:pt x="56" y="84"/>
                </a:lnTo>
                <a:lnTo>
                  <a:pt x="56" y="85"/>
                </a:lnTo>
                <a:lnTo>
                  <a:pt x="55" y="85"/>
                </a:lnTo>
                <a:lnTo>
                  <a:pt x="54" y="86"/>
                </a:lnTo>
                <a:lnTo>
                  <a:pt x="54" y="87"/>
                </a:lnTo>
                <a:lnTo>
                  <a:pt x="54" y="88"/>
                </a:lnTo>
                <a:lnTo>
                  <a:pt x="54" y="90"/>
                </a:lnTo>
                <a:lnTo>
                  <a:pt x="54" y="91"/>
                </a:lnTo>
                <a:lnTo>
                  <a:pt x="55" y="93"/>
                </a:lnTo>
                <a:lnTo>
                  <a:pt x="56" y="95"/>
                </a:lnTo>
                <a:lnTo>
                  <a:pt x="56" y="96"/>
                </a:lnTo>
                <a:lnTo>
                  <a:pt x="56" y="97"/>
                </a:lnTo>
                <a:lnTo>
                  <a:pt x="56" y="100"/>
                </a:lnTo>
                <a:lnTo>
                  <a:pt x="56" y="100"/>
                </a:lnTo>
                <a:lnTo>
                  <a:pt x="55" y="100"/>
                </a:lnTo>
                <a:lnTo>
                  <a:pt x="54" y="101"/>
                </a:lnTo>
                <a:lnTo>
                  <a:pt x="52" y="101"/>
                </a:lnTo>
                <a:lnTo>
                  <a:pt x="51" y="100"/>
                </a:lnTo>
                <a:lnTo>
                  <a:pt x="49" y="101"/>
                </a:lnTo>
                <a:lnTo>
                  <a:pt x="49" y="101"/>
                </a:lnTo>
                <a:lnTo>
                  <a:pt x="48" y="100"/>
                </a:lnTo>
                <a:lnTo>
                  <a:pt x="46" y="102"/>
                </a:lnTo>
                <a:lnTo>
                  <a:pt x="44" y="102"/>
                </a:lnTo>
                <a:lnTo>
                  <a:pt x="44" y="101"/>
                </a:lnTo>
                <a:lnTo>
                  <a:pt x="43" y="102"/>
                </a:lnTo>
                <a:lnTo>
                  <a:pt x="40" y="100"/>
                </a:lnTo>
                <a:lnTo>
                  <a:pt x="40" y="101"/>
                </a:lnTo>
                <a:lnTo>
                  <a:pt x="39" y="102"/>
                </a:lnTo>
                <a:lnTo>
                  <a:pt x="39" y="103"/>
                </a:lnTo>
                <a:lnTo>
                  <a:pt x="41" y="106"/>
                </a:lnTo>
                <a:lnTo>
                  <a:pt x="43" y="107"/>
                </a:lnTo>
                <a:lnTo>
                  <a:pt x="42" y="108"/>
                </a:lnTo>
                <a:lnTo>
                  <a:pt x="39" y="109"/>
                </a:lnTo>
                <a:lnTo>
                  <a:pt x="38" y="108"/>
                </a:lnTo>
                <a:lnTo>
                  <a:pt x="37" y="108"/>
                </a:lnTo>
                <a:lnTo>
                  <a:pt x="37" y="110"/>
                </a:lnTo>
                <a:lnTo>
                  <a:pt x="32" y="109"/>
                </a:lnTo>
                <a:lnTo>
                  <a:pt x="32" y="110"/>
                </a:lnTo>
                <a:lnTo>
                  <a:pt x="30" y="110"/>
                </a:lnTo>
                <a:lnTo>
                  <a:pt x="30" y="109"/>
                </a:lnTo>
                <a:lnTo>
                  <a:pt x="29" y="109"/>
                </a:lnTo>
                <a:lnTo>
                  <a:pt x="29" y="108"/>
                </a:lnTo>
                <a:lnTo>
                  <a:pt x="28" y="107"/>
                </a:lnTo>
                <a:lnTo>
                  <a:pt x="27" y="107"/>
                </a:lnTo>
                <a:lnTo>
                  <a:pt x="27" y="106"/>
                </a:lnTo>
                <a:lnTo>
                  <a:pt x="26" y="106"/>
                </a:lnTo>
                <a:lnTo>
                  <a:pt x="25" y="106"/>
                </a:lnTo>
                <a:lnTo>
                  <a:pt x="24" y="106"/>
                </a:lnTo>
                <a:lnTo>
                  <a:pt x="22" y="106"/>
                </a:lnTo>
                <a:lnTo>
                  <a:pt x="22" y="106"/>
                </a:lnTo>
                <a:lnTo>
                  <a:pt x="20" y="106"/>
                </a:lnTo>
                <a:lnTo>
                  <a:pt x="19" y="106"/>
                </a:lnTo>
                <a:lnTo>
                  <a:pt x="18" y="108"/>
                </a:lnTo>
                <a:lnTo>
                  <a:pt x="18" y="111"/>
                </a:lnTo>
                <a:lnTo>
                  <a:pt x="19" y="111"/>
                </a:lnTo>
                <a:lnTo>
                  <a:pt x="19" y="113"/>
                </a:lnTo>
                <a:lnTo>
                  <a:pt x="18" y="114"/>
                </a:lnTo>
                <a:lnTo>
                  <a:pt x="17" y="115"/>
                </a:lnTo>
                <a:lnTo>
                  <a:pt x="17" y="115"/>
                </a:lnTo>
                <a:lnTo>
                  <a:pt x="17" y="116"/>
                </a:lnTo>
                <a:lnTo>
                  <a:pt x="16" y="116"/>
                </a:lnTo>
                <a:lnTo>
                  <a:pt x="15" y="118"/>
                </a:lnTo>
                <a:lnTo>
                  <a:pt x="15" y="118"/>
                </a:lnTo>
                <a:lnTo>
                  <a:pt x="15" y="119"/>
                </a:lnTo>
                <a:lnTo>
                  <a:pt x="17" y="119"/>
                </a:lnTo>
                <a:lnTo>
                  <a:pt x="18" y="119"/>
                </a:lnTo>
                <a:lnTo>
                  <a:pt x="18" y="119"/>
                </a:lnTo>
                <a:lnTo>
                  <a:pt x="20" y="120"/>
                </a:lnTo>
                <a:lnTo>
                  <a:pt x="21" y="122"/>
                </a:lnTo>
                <a:lnTo>
                  <a:pt x="22" y="122"/>
                </a:lnTo>
                <a:lnTo>
                  <a:pt x="22" y="123"/>
                </a:lnTo>
                <a:lnTo>
                  <a:pt x="22" y="124"/>
                </a:lnTo>
                <a:lnTo>
                  <a:pt x="21" y="125"/>
                </a:lnTo>
                <a:lnTo>
                  <a:pt x="21" y="125"/>
                </a:lnTo>
                <a:lnTo>
                  <a:pt x="21" y="125"/>
                </a:lnTo>
                <a:lnTo>
                  <a:pt x="20" y="125"/>
                </a:lnTo>
                <a:lnTo>
                  <a:pt x="19" y="124"/>
                </a:lnTo>
                <a:lnTo>
                  <a:pt x="19" y="124"/>
                </a:lnTo>
                <a:lnTo>
                  <a:pt x="18" y="125"/>
                </a:lnTo>
                <a:lnTo>
                  <a:pt x="19" y="125"/>
                </a:lnTo>
                <a:lnTo>
                  <a:pt x="19" y="126"/>
                </a:lnTo>
                <a:lnTo>
                  <a:pt x="20" y="127"/>
                </a:lnTo>
                <a:lnTo>
                  <a:pt x="19" y="128"/>
                </a:lnTo>
                <a:lnTo>
                  <a:pt x="18" y="128"/>
                </a:lnTo>
                <a:lnTo>
                  <a:pt x="18" y="130"/>
                </a:lnTo>
                <a:lnTo>
                  <a:pt x="18" y="130"/>
                </a:lnTo>
                <a:lnTo>
                  <a:pt x="18" y="132"/>
                </a:lnTo>
                <a:lnTo>
                  <a:pt x="17" y="133"/>
                </a:lnTo>
                <a:lnTo>
                  <a:pt x="17" y="134"/>
                </a:lnTo>
                <a:lnTo>
                  <a:pt x="18" y="134"/>
                </a:lnTo>
                <a:lnTo>
                  <a:pt x="18" y="135"/>
                </a:lnTo>
                <a:lnTo>
                  <a:pt x="18" y="136"/>
                </a:lnTo>
                <a:lnTo>
                  <a:pt x="18" y="136"/>
                </a:lnTo>
                <a:lnTo>
                  <a:pt x="18" y="138"/>
                </a:lnTo>
                <a:lnTo>
                  <a:pt x="19" y="138"/>
                </a:lnTo>
                <a:lnTo>
                  <a:pt x="20" y="139"/>
                </a:lnTo>
                <a:lnTo>
                  <a:pt x="20" y="140"/>
                </a:lnTo>
                <a:lnTo>
                  <a:pt x="19" y="142"/>
                </a:lnTo>
                <a:lnTo>
                  <a:pt x="17" y="142"/>
                </a:lnTo>
                <a:lnTo>
                  <a:pt x="17" y="140"/>
                </a:lnTo>
                <a:lnTo>
                  <a:pt x="16" y="140"/>
                </a:lnTo>
                <a:lnTo>
                  <a:pt x="16" y="140"/>
                </a:lnTo>
                <a:lnTo>
                  <a:pt x="15" y="140"/>
                </a:lnTo>
                <a:lnTo>
                  <a:pt x="12" y="141"/>
                </a:lnTo>
                <a:lnTo>
                  <a:pt x="11" y="141"/>
                </a:lnTo>
                <a:lnTo>
                  <a:pt x="11" y="140"/>
                </a:lnTo>
                <a:lnTo>
                  <a:pt x="11" y="140"/>
                </a:lnTo>
                <a:lnTo>
                  <a:pt x="8" y="140"/>
                </a:lnTo>
                <a:lnTo>
                  <a:pt x="6" y="143"/>
                </a:lnTo>
                <a:lnTo>
                  <a:pt x="6" y="145"/>
                </a:lnTo>
                <a:lnTo>
                  <a:pt x="4" y="145"/>
                </a:lnTo>
                <a:lnTo>
                  <a:pt x="4" y="146"/>
                </a:lnTo>
                <a:lnTo>
                  <a:pt x="4" y="147"/>
                </a:lnTo>
                <a:lnTo>
                  <a:pt x="5" y="148"/>
                </a:lnTo>
                <a:lnTo>
                  <a:pt x="7" y="148"/>
                </a:lnTo>
                <a:lnTo>
                  <a:pt x="8" y="148"/>
                </a:lnTo>
                <a:lnTo>
                  <a:pt x="8" y="149"/>
                </a:lnTo>
                <a:lnTo>
                  <a:pt x="9" y="150"/>
                </a:lnTo>
                <a:lnTo>
                  <a:pt x="8" y="150"/>
                </a:lnTo>
                <a:lnTo>
                  <a:pt x="7" y="150"/>
                </a:lnTo>
                <a:lnTo>
                  <a:pt x="8" y="150"/>
                </a:lnTo>
                <a:lnTo>
                  <a:pt x="8" y="151"/>
                </a:lnTo>
                <a:lnTo>
                  <a:pt x="8" y="152"/>
                </a:lnTo>
                <a:lnTo>
                  <a:pt x="8" y="154"/>
                </a:lnTo>
                <a:lnTo>
                  <a:pt x="7" y="155"/>
                </a:lnTo>
                <a:lnTo>
                  <a:pt x="6" y="155"/>
                </a:lnTo>
                <a:lnTo>
                  <a:pt x="2" y="157"/>
                </a:lnTo>
                <a:lnTo>
                  <a:pt x="1" y="157"/>
                </a:lnTo>
                <a:lnTo>
                  <a:pt x="0" y="156"/>
                </a:lnTo>
                <a:lnTo>
                  <a:pt x="0" y="156"/>
                </a:lnTo>
                <a:lnTo>
                  <a:pt x="0" y="157"/>
                </a:lnTo>
                <a:lnTo>
                  <a:pt x="0" y="157"/>
                </a:lnTo>
                <a:lnTo>
                  <a:pt x="0" y="159"/>
                </a:lnTo>
                <a:lnTo>
                  <a:pt x="1" y="159"/>
                </a:lnTo>
                <a:lnTo>
                  <a:pt x="1" y="160"/>
                </a:lnTo>
                <a:lnTo>
                  <a:pt x="1" y="160"/>
                </a:lnTo>
                <a:lnTo>
                  <a:pt x="2" y="161"/>
                </a:lnTo>
                <a:lnTo>
                  <a:pt x="4" y="159"/>
                </a:lnTo>
                <a:lnTo>
                  <a:pt x="5" y="159"/>
                </a:lnTo>
                <a:lnTo>
                  <a:pt x="5" y="159"/>
                </a:lnTo>
                <a:lnTo>
                  <a:pt x="6" y="159"/>
                </a:lnTo>
                <a:lnTo>
                  <a:pt x="6" y="158"/>
                </a:lnTo>
                <a:lnTo>
                  <a:pt x="7" y="157"/>
                </a:lnTo>
                <a:lnTo>
                  <a:pt x="8" y="158"/>
                </a:lnTo>
                <a:lnTo>
                  <a:pt x="9" y="157"/>
                </a:lnTo>
                <a:lnTo>
                  <a:pt x="9" y="158"/>
                </a:lnTo>
                <a:lnTo>
                  <a:pt x="10" y="157"/>
                </a:lnTo>
                <a:lnTo>
                  <a:pt x="11" y="158"/>
                </a:lnTo>
                <a:lnTo>
                  <a:pt x="11" y="159"/>
                </a:lnTo>
                <a:lnTo>
                  <a:pt x="11" y="160"/>
                </a:lnTo>
                <a:lnTo>
                  <a:pt x="14" y="161"/>
                </a:lnTo>
                <a:lnTo>
                  <a:pt x="14" y="161"/>
                </a:lnTo>
                <a:lnTo>
                  <a:pt x="16" y="161"/>
                </a:lnTo>
                <a:lnTo>
                  <a:pt x="17" y="162"/>
                </a:lnTo>
                <a:lnTo>
                  <a:pt x="18" y="161"/>
                </a:lnTo>
                <a:lnTo>
                  <a:pt x="19" y="162"/>
                </a:lnTo>
                <a:lnTo>
                  <a:pt x="20" y="161"/>
                </a:lnTo>
                <a:lnTo>
                  <a:pt x="21" y="161"/>
                </a:lnTo>
                <a:lnTo>
                  <a:pt x="23" y="160"/>
                </a:lnTo>
                <a:lnTo>
                  <a:pt x="24" y="160"/>
                </a:lnTo>
                <a:lnTo>
                  <a:pt x="24" y="160"/>
                </a:lnTo>
                <a:lnTo>
                  <a:pt x="25" y="160"/>
                </a:lnTo>
                <a:lnTo>
                  <a:pt x="25" y="160"/>
                </a:lnTo>
                <a:lnTo>
                  <a:pt x="26" y="160"/>
                </a:lnTo>
                <a:lnTo>
                  <a:pt x="26" y="160"/>
                </a:lnTo>
                <a:lnTo>
                  <a:pt x="28" y="160"/>
                </a:lnTo>
                <a:lnTo>
                  <a:pt x="29" y="160"/>
                </a:lnTo>
                <a:lnTo>
                  <a:pt x="29" y="161"/>
                </a:lnTo>
                <a:lnTo>
                  <a:pt x="30" y="161"/>
                </a:lnTo>
                <a:lnTo>
                  <a:pt x="30" y="163"/>
                </a:lnTo>
                <a:lnTo>
                  <a:pt x="30" y="164"/>
                </a:lnTo>
                <a:lnTo>
                  <a:pt x="30" y="165"/>
                </a:lnTo>
                <a:lnTo>
                  <a:pt x="32" y="166"/>
                </a:lnTo>
                <a:lnTo>
                  <a:pt x="32" y="166"/>
                </a:lnTo>
                <a:lnTo>
                  <a:pt x="33" y="167"/>
                </a:lnTo>
                <a:lnTo>
                  <a:pt x="34" y="165"/>
                </a:lnTo>
                <a:lnTo>
                  <a:pt x="35" y="165"/>
                </a:lnTo>
                <a:lnTo>
                  <a:pt x="35" y="164"/>
                </a:lnTo>
                <a:lnTo>
                  <a:pt x="36" y="164"/>
                </a:lnTo>
                <a:lnTo>
                  <a:pt x="37" y="167"/>
                </a:lnTo>
                <a:lnTo>
                  <a:pt x="37" y="166"/>
                </a:lnTo>
                <a:lnTo>
                  <a:pt x="38" y="167"/>
                </a:lnTo>
                <a:lnTo>
                  <a:pt x="39" y="167"/>
                </a:lnTo>
                <a:lnTo>
                  <a:pt x="41" y="167"/>
                </a:lnTo>
                <a:lnTo>
                  <a:pt x="41" y="168"/>
                </a:lnTo>
                <a:lnTo>
                  <a:pt x="42" y="168"/>
                </a:lnTo>
                <a:lnTo>
                  <a:pt x="45" y="171"/>
                </a:lnTo>
                <a:lnTo>
                  <a:pt x="45" y="171"/>
                </a:lnTo>
                <a:lnTo>
                  <a:pt x="47" y="172"/>
                </a:lnTo>
                <a:lnTo>
                  <a:pt x="48" y="172"/>
                </a:lnTo>
                <a:lnTo>
                  <a:pt x="47" y="171"/>
                </a:lnTo>
                <a:lnTo>
                  <a:pt x="49" y="170"/>
                </a:lnTo>
                <a:lnTo>
                  <a:pt x="50" y="171"/>
                </a:lnTo>
                <a:lnTo>
                  <a:pt x="50" y="170"/>
                </a:lnTo>
                <a:lnTo>
                  <a:pt x="50" y="171"/>
                </a:lnTo>
                <a:lnTo>
                  <a:pt x="52" y="169"/>
                </a:lnTo>
                <a:lnTo>
                  <a:pt x="53" y="170"/>
                </a:lnTo>
                <a:lnTo>
                  <a:pt x="56" y="169"/>
                </a:lnTo>
                <a:lnTo>
                  <a:pt x="57" y="170"/>
                </a:lnTo>
                <a:lnTo>
                  <a:pt x="57" y="171"/>
                </a:lnTo>
                <a:lnTo>
                  <a:pt x="58" y="171"/>
                </a:lnTo>
                <a:lnTo>
                  <a:pt x="60" y="173"/>
                </a:lnTo>
                <a:lnTo>
                  <a:pt x="61" y="173"/>
                </a:lnTo>
                <a:lnTo>
                  <a:pt x="62" y="174"/>
                </a:lnTo>
                <a:lnTo>
                  <a:pt x="63" y="174"/>
                </a:lnTo>
                <a:lnTo>
                  <a:pt x="64" y="176"/>
                </a:lnTo>
                <a:lnTo>
                  <a:pt x="66" y="176"/>
                </a:lnTo>
                <a:lnTo>
                  <a:pt x="68" y="177"/>
                </a:lnTo>
                <a:lnTo>
                  <a:pt x="70" y="178"/>
                </a:lnTo>
                <a:lnTo>
                  <a:pt x="70" y="179"/>
                </a:lnTo>
                <a:lnTo>
                  <a:pt x="72" y="179"/>
                </a:lnTo>
                <a:lnTo>
                  <a:pt x="72" y="180"/>
                </a:lnTo>
                <a:lnTo>
                  <a:pt x="71" y="180"/>
                </a:lnTo>
                <a:lnTo>
                  <a:pt x="72" y="181"/>
                </a:lnTo>
                <a:lnTo>
                  <a:pt x="72" y="181"/>
                </a:lnTo>
                <a:lnTo>
                  <a:pt x="74" y="181"/>
                </a:lnTo>
                <a:lnTo>
                  <a:pt x="78" y="181"/>
                </a:lnTo>
                <a:lnTo>
                  <a:pt x="78" y="179"/>
                </a:lnTo>
                <a:lnTo>
                  <a:pt x="78" y="179"/>
                </a:lnTo>
                <a:lnTo>
                  <a:pt x="77" y="177"/>
                </a:lnTo>
                <a:lnTo>
                  <a:pt x="78" y="175"/>
                </a:lnTo>
                <a:lnTo>
                  <a:pt x="77" y="174"/>
                </a:lnTo>
                <a:lnTo>
                  <a:pt x="78" y="172"/>
                </a:lnTo>
                <a:lnTo>
                  <a:pt x="77" y="171"/>
                </a:lnTo>
                <a:lnTo>
                  <a:pt x="77" y="170"/>
                </a:lnTo>
                <a:lnTo>
                  <a:pt x="77" y="170"/>
                </a:lnTo>
                <a:lnTo>
                  <a:pt x="76" y="170"/>
                </a:lnTo>
                <a:lnTo>
                  <a:pt x="75" y="168"/>
                </a:lnTo>
                <a:lnTo>
                  <a:pt x="76" y="167"/>
                </a:lnTo>
                <a:lnTo>
                  <a:pt x="75" y="166"/>
                </a:lnTo>
                <a:lnTo>
                  <a:pt x="76" y="165"/>
                </a:lnTo>
                <a:lnTo>
                  <a:pt x="76" y="165"/>
                </a:lnTo>
                <a:lnTo>
                  <a:pt x="77" y="163"/>
                </a:lnTo>
                <a:lnTo>
                  <a:pt x="78" y="162"/>
                </a:lnTo>
                <a:lnTo>
                  <a:pt x="77" y="162"/>
                </a:lnTo>
                <a:lnTo>
                  <a:pt x="77" y="161"/>
                </a:lnTo>
                <a:lnTo>
                  <a:pt x="79" y="161"/>
                </a:lnTo>
                <a:lnTo>
                  <a:pt x="81" y="161"/>
                </a:lnTo>
                <a:lnTo>
                  <a:pt x="83" y="161"/>
                </a:lnTo>
                <a:lnTo>
                  <a:pt x="85" y="162"/>
                </a:lnTo>
                <a:lnTo>
                  <a:pt x="86" y="161"/>
                </a:lnTo>
                <a:lnTo>
                  <a:pt x="86" y="160"/>
                </a:lnTo>
                <a:lnTo>
                  <a:pt x="87" y="161"/>
                </a:lnTo>
                <a:lnTo>
                  <a:pt x="88" y="160"/>
                </a:lnTo>
                <a:lnTo>
                  <a:pt x="87" y="159"/>
                </a:lnTo>
                <a:lnTo>
                  <a:pt x="87" y="157"/>
                </a:lnTo>
                <a:lnTo>
                  <a:pt x="87" y="156"/>
                </a:lnTo>
                <a:lnTo>
                  <a:pt x="87" y="156"/>
                </a:lnTo>
                <a:lnTo>
                  <a:pt x="86" y="155"/>
                </a:lnTo>
                <a:lnTo>
                  <a:pt x="82" y="154"/>
                </a:lnTo>
                <a:lnTo>
                  <a:pt x="81" y="154"/>
                </a:lnTo>
                <a:lnTo>
                  <a:pt x="81" y="154"/>
                </a:lnTo>
                <a:lnTo>
                  <a:pt x="80" y="154"/>
                </a:lnTo>
                <a:lnTo>
                  <a:pt x="80" y="154"/>
                </a:lnTo>
                <a:lnTo>
                  <a:pt x="80" y="150"/>
                </a:lnTo>
                <a:lnTo>
                  <a:pt x="78" y="149"/>
                </a:lnTo>
                <a:lnTo>
                  <a:pt x="76" y="149"/>
                </a:lnTo>
                <a:lnTo>
                  <a:pt x="73" y="149"/>
                </a:lnTo>
                <a:lnTo>
                  <a:pt x="75" y="146"/>
                </a:lnTo>
                <a:lnTo>
                  <a:pt x="76" y="146"/>
                </a:lnTo>
                <a:lnTo>
                  <a:pt x="77" y="146"/>
                </a:lnTo>
                <a:lnTo>
                  <a:pt x="79" y="146"/>
                </a:lnTo>
                <a:lnTo>
                  <a:pt x="81" y="146"/>
                </a:lnTo>
                <a:lnTo>
                  <a:pt x="84" y="147"/>
                </a:lnTo>
                <a:lnTo>
                  <a:pt x="87" y="147"/>
                </a:lnTo>
                <a:lnTo>
                  <a:pt x="88" y="148"/>
                </a:lnTo>
                <a:lnTo>
                  <a:pt x="90" y="147"/>
                </a:lnTo>
                <a:lnTo>
                  <a:pt x="91" y="147"/>
                </a:lnTo>
                <a:lnTo>
                  <a:pt x="93" y="147"/>
                </a:lnTo>
                <a:lnTo>
                  <a:pt x="94" y="145"/>
                </a:lnTo>
                <a:lnTo>
                  <a:pt x="94" y="145"/>
                </a:lnTo>
                <a:lnTo>
                  <a:pt x="95" y="147"/>
                </a:lnTo>
                <a:lnTo>
                  <a:pt x="95" y="148"/>
                </a:lnTo>
                <a:lnTo>
                  <a:pt x="96" y="147"/>
                </a:lnTo>
                <a:lnTo>
                  <a:pt x="97" y="149"/>
                </a:lnTo>
                <a:lnTo>
                  <a:pt x="98" y="147"/>
                </a:lnTo>
                <a:lnTo>
                  <a:pt x="99" y="147"/>
                </a:lnTo>
                <a:lnTo>
                  <a:pt x="99" y="146"/>
                </a:lnTo>
                <a:lnTo>
                  <a:pt x="101" y="146"/>
                </a:lnTo>
                <a:lnTo>
                  <a:pt x="102" y="145"/>
                </a:lnTo>
                <a:lnTo>
                  <a:pt x="102" y="145"/>
                </a:lnTo>
                <a:lnTo>
                  <a:pt x="103" y="143"/>
                </a:lnTo>
                <a:lnTo>
                  <a:pt x="103" y="142"/>
                </a:lnTo>
                <a:lnTo>
                  <a:pt x="102" y="141"/>
                </a:lnTo>
                <a:lnTo>
                  <a:pt x="102" y="140"/>
                </a:lnTo>
                <a:lnTo>
                  <a:pt x="102" y="137"/>
                </a:lnTo>
                <a:lnTo>
                  <a:pt x="101" y="137"/>
                </a:lnTo>
                <a:lnTo>
                  <a:pt x="100" y="136"/>
                </a:lnTo>
                <a:lnTo>
                  <a:pt x="98" y="135"/>
                </a:lnTo>
                <a:lnTo>
                  <a:pt x="99" y="134"/>
                </a:lnTo>
                <a:lnTo>
                  <a:pt x="97" y="133"/>
                </a:lnTo>
                <a:lnTo>
                  <a:pt x="97" y="133"/>
                </a:lnTo>
                <a:lnTo>
                  <a:pt x="96" y="132"/>
                </a:lnTo>
                <a:lnTo>
                  <a:pt x="95" y="131"/>
                </a:lnTo>
                <a:lnTo>
                  <a:pt x="94" y="131"/>
                </a:lnTo>
                <a:lnTo>
                  <a:pt x="94" y="131"/>
                </a:lnTo>
                <a:lnTo>
                  <a:pt x="95" y="129"/>
                </a:lnTo>
                <a:lnTo>
                  <a:pt x="95" y="129"/>
                </a:lnTo>
                <a:lnTo>
                  <a:pt x="94" y="127"/>
                </a:lnTo>
                <a:lnTo>
                  <a:pt x="94" y="128"/>
                </a:lnTo>
                <a:lnTo>
                  <a:pt x="94" y="126"/>
                </a:lnTo>
                <a:lnTo>
                  <a:pt x="94" y="124"/>
                </a:lnTo>
                <a:lnTo>
                  <a:pt x="93" y="124"/>
                </a:lnTo>
                <a:lnTo>
                  <a:pt x="93" y="123"/>
                </a:lnTo>
                <a:lnTo>
                  <a:pt x="91" y="123"/>
                </a:lnTo>
                <a:lnTo>
                  <a:pt x="90" y="122"/>
                </a:lnTo>
                <a:lnTo>
                  <a:pt x="92" y="121"/>
                </a:lnTo>
                <a:lnTo>
                  <a:pt x="91" y="119"/>
                </a:lnTo>
                <a:lnTo>
                  <a:pt x="90" y="118"/>
                </a:lnTo>
                <a:lnTo>
                  <a:pt x="89" y="117"/>
                </a:lnTo>
                <a:lnTo>
                  <a:pt x="89" y="116"/>
                </a:lnTo>
                <a:lnTo>
                  <a:pt x="90" y="116"/>
                </a:lnTo>
                <a:lnTo>
                  <a:pt x="89" y="115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529428" y="2980434"/>
            <a:ext cx="1827705" cy="1526294"/>
          </a:xfrm>
          <a:custGeom>
            <a:avLst/>
            <a:gdLst/>
            <a:ahLst/>
            <a:cxnLst/>
            <a:rect l="l" t="t" r="r" b="b"/>
            <a:pathLst>
              <a:path w="285" h="238">
                <a:moveTo>
                  <a:pt x="246" y="166"/>
                </a:moveTo>
                <a:lnTo>
                  <a:pt x="244" y="167"/>
                </a:lnTo>
                <a:lnTo>
                  <a:pt x="245" y="170"/>
                </a:lnTo>
                <a:lnTo>
                  <a:pt x="245" y="170"/>
                </a:lnTo>
                <a:lnTo>
                  <a:pt x="245" y="171"/>
                </a:lnTo>
                <a:lnTo>
                  <a:pt x="245" y="172"/>
                </a:lnTo>
                <a:lnTo>
                  <a:pt x="245" y="172"/>
                </a:lnTo>
                <a:lnTo>
                  <a:pt x="246" y="175"/>
                </a:lnTo>
                <a:lnTo>
                  <a:pt x="245" y="176"/>
                </a:lnTo>
                <a:lnTo>
                  <a:pt x="244" y="177"/>
                </a:lnTo>
                <a:lnTo>
                  <a:pt x="243" y="177"/>
                </a:lnTo>
                <a:lnTo>
                  <a:pt x="243" y="178"/>
                </a:lnTo>
                <a:lnTo>
                  <a:pt x="241" y="175"/>
                </a:lnTo>
                <a:lnTo>
                  <a:pt x="241" y="174"/>
                </a:lnTo>
                <a:lnTo>
                  <a:pt x="240" y="174"/>
                </a:lnTo>
                <a:lnTo>
                  <a:pt x="240" y="173"/>
                </a:lnTo>
                <a:lnTo>
                  <a:pt x="239" y="175"/>
                </a:lnTo>
                <a:lnTo>
                  <a:pt x="238" y="174"/>
                </a:lnTo>
                <a:lnTo>
                  <a:pt x="238" y="173"/>
                </a:lnTo>
                <a:lnTo>
                  <a:pt x="237" y="172"/>
                </a:lnTo>
                <a:lnTo>
                  <a:pt x="237" y="173"/>
                </a:lnTo>
                <a:lnTo>
                  <a:pt x="235" y="174"/>
                </a:lnTo>
                <a:lnTo>
                  <a:pt x="235" y="173"/>
                </a:lnTo>
                <a:lnTo>
                  <a:pt x="237" y="172"/>
                </a:lnTo>
                <a:lnTo>
                  <a:pt x="235" y="171"/>
                </a:lnTo>
                <a:lnTo>
                  <a:pt x="234" y="171"/>
                </a:lnTo>
                <a:lnTo>
                  <a:pt x="234" y="172"/>
                </a:lnTo>
                <a:lnTo>
                  <a:pt x="233" y="170"/>
                </a:lnTo>
                <a:lnTo>
                  <a:pt x="233" y="170"/>
                </a:lnTo>
                <a:lnTo>
                  <a:pt x="232" y="169"/>
                </a:lnTo>
                <a:lnTo>
                  <a:pt x="232" y="169"/>
                </a:lnTo>
                <a:lnTo>
                  <a:pt x="231" y="168"/>
                </a:lnTo>
                <a:lnTo>
                  <a:pt x="231" y="168"/>
                </a:lnTo>
                <a:lnTo>
                  <a:pt x="231" y="167"/>
                </a:lnTo>
                <a:lnTo>
                  <a:pt x="232" y="167"/>
                </a:lnTo>
                <a:lnTo>
                  <a:pt x="232" y="167"/>
                </a:lnTo>
                <a:lnTo>
                  <a:pt x="232" y="167"/>
                </a:lnTo>
                <a:lnTo>
                  <a:pt x="230" y="166"/>
                </a:lnTo>
                <a:lnTo>
                  <a:pt x="229" y="167"/>
                </a:lnTo>
                <a:lnTo>
                  <a:pt x="227" y="167"/>
                </a:lnTo>
                <a:lnTo>
                  <a:pt x="226" y="165"/>
                </a:lnTo>
                <a:lnTo>
                  <a:pt x="226" y="165"/>
                </a:lnTo>
                <a:lnTo>
                  <a:pt x="226" y="164"/>
                </a:lnTo>
                <a:lnTo>
                  <a:pt x="225" y="165"/>
                </a:lnTo>
                <a:lnTo>
                  <a:pt x="225" y="164"/>
                </a:lnTo>
                <a:lnTo>
                  <a:pt x="226" y="164"/>
                </a:lnTo>
                <a:lnTo>
                  <a:pt x="225" y="163"/>
                </a:lnTo>
                <a:lnTo>
                  <a:pt x="224" y="162"/>
                </a:lnTo>
                <a:lnTo>
                  <a:pt x="225" y="160"/>
                </a:lnTo>
                <a:lnTo>
                  <a:pt x="226" y="158"/>
                </a:lnTo>
                <a:lnTo>
                  <a:pt x="227" y="158"/>
                </a:lnTo>
                <a:lnTo>
                  <a:pt x="228" y="157"/>
                </a:lnTo>
                <a:lnTo>
                  <a:pt x="227" y="155"/>
                </a:lnTo>
                <a:lnTo>
                  <a:pt x="227" y="154"/>
                </a:lnTo>
                <a:lnTo>
                  <a:pt x="226" y="152"/>
                </a:lnTo>
                <a:lnTo>
                  <a:pt x="226" y="151"/>
                </a:lnTo>
                <a:lnTo>
                  <a:pt x="225" y="150"/>
                </a:lnTo>
                <a:lnTo>
                  <a:pt x="225" y="149"/>
                </a:lnTo>
                <a:lnTo>
                  <a:pt x="224" y="148"/>
                </a:lnTo>
                <a:lnTo>
                  <a:pt x="223" y="148"/>
                </a:lnTo>
                <a:lnTo>
                  <a:pt x="223" y="148"/>
                </a:lnTo>
                <a:lnTo>
                  <a:pt x="223" y="148"/>
                </a:lnTo>
                <a:lnTo>
                  <a:pt x="223" y="147"/>
                </a:lnTo>
                <a:lnTo>
                  <a:pt x="222" y="146"/>
                </a:lnTo>
                <a:lnTo>
                  <a:pt x="222" y="145"/>
                </a:lnTo>
                <a:lnTo>
                  <a:pt x="222" y="144"/>
                </a:lnTo>
                <a:lnTo>
                  <a:pt x="222" y="144"/>
                </a:lnTo>
                <a:lnTo>
                  <a:pt x="223" y="143"/>
                </a:lnTo>
                <a:lnTo>
                  <a:pt x="224" y="143"/>
                </a:lnTo>
                <a:lnTo>
                  <a:pt x="224" y="143"/>
                </a:lnTo>
                <a:lnTo>
                  <a:pt x="224" y="142"/>
                </a:lnTo>
                <a:lnTo>
                  <a:pt x="223" y="140"/>
                </a:lnTo>
                <a:lnTo>
                  <a:pt x="222" y="140"/>
                </a:lnTo>
                <a:lnTo>
                  <a:pt x="222" y="139"/>
                </a:lnTo>
                <a:lnTo>
                  <a:pt x="221" y="138"/>
                </a:lnTo>
                <a:lnTo>
                  <a:pt x="219" y="137"/>
                </a:lnTo>
                <a:lnTo>
                  <a:pt x="219" y="137"/>
                </a:lnTo>
                <a:lnTo>
                  <a:pt x="218" y="137"/>
                </a:lnTo>
                <a:lnTo>
                  <a:pt x="218" y="137"/>
                </a:lnTo>
                <a:lnTo>
                  <a:pt x="218" y="136"/>
                </a:lnTo>
                <a:lnTo>
                  <a:pt x="217" y="135"/>
                </a:lnTo>
                <a:lnTo>
                  <a:pt x="216" y="133"/>
                </a:lnTo>
                <a:lnTo>
                  <a:pt x="214" y="132"/>
                </a:lnTo>
                <a:lnTo>
                  <a:pt x="213" y="133"/>
                </a:lnTo>
                <a:lnTo>
                  <a:pt x="212" y="133"/>
                </a:lnTo>
                <a:lnTo>
                  <a:pt x="211" y="132"/>
                </a:lnTo>
                <a:lnTo>
                  <a:pt x="212" y="131"/>
                </a:lnTo>
                <a:lnTo>
                  <a:pt x="212" y="131"/>
                </a:lnTo>
                <a:lnTo>
                  <a:pt x="213" y="130"/>
                </a:lnTo>
                <a:lnTo>
                  <a:pt x="212" y="129"/>
                </a:lnTo>
                <a:lnTo>
                  <a:pt x="213" y="128"/>
                </a:lnTo>
                <a:lnTo>
                  <a:pt x="210" y="128"/>
                </a:lnTo>
                <a:lnTo>
                  <a:pt x="209" y="128"/>
                </a:lnTo>
                <a:lnTo>
                  <a:pt x="208" y="127"/>
                </a:lnTo>
                <a:lnTo>
                  <a:pt x="207" y="128"/>
                </a:lnTo>
                <a:lnTo>
                  <a:pt x="206" y="128"/>
                </a:lnTo>
                <a:lnTo>
                  <a:pt x="206" y="128"/>
                </a:lnTo>
                <a:lnTo>
                  <a:pt x="204" y="128"/>
                </a:lnTo>
                <a:lnTo>
                  <a:pt x="199" y="124"/>
                </a:lnTo>
                <a:lnTo>
                  <a:pt x="195" y="120"/>
                </a:lnTo>
                <a:lnTo>
                  <a:pt x="190" y="118"/>
                </a:lnTo>
                <a:lnTo>
                  <a:pt x="190" y="114"/>
                </a:lnTo>
                <a:lnTo>
                  <a:pt x="190" y="112"/>
                </a:lnTo>
                <a:lnTo>
                  <a:pt x="193" y="111"/>
                </a:lnTo>
                <a:lnTo>
                  <a:pt x="192" y="108"/>
                </a:lnTo>
                <a:lnTo>
                  <a:pt x="191" y="105"/>
                </a:lnTo>
                <a:lnTo>
                  <a:pt x="199" y="100"/>
                </a:lnTo>
                <a:lnTo>
                  <a:pt x="202" y="94"/>
                </a:lnTo>
                <a:lnTo>
                  <a:pt x="204" y="93"/>
                </a:lnTo>
                <a:lnTo>
                  <a:pt x="204" y="92"/>
                </a:lnTo>
                <a:lnTo>
                  <a:pt x="205" y="90"/>
                </a:lnTo>
                <a:lnTo>
                  <a:pt x="204" y="88"/>
                </a:lnTo>
                <a:lnTo>
                  <a:pt x="202" y="85"/>
                </a:lnTo>
                <a:lnTo>
                  <a:pt x="203" y="82"/>
                </a:lnTo>
                <a:lnTo>
                  <a:pt x="200" y="81"/>
                </a:lnTo>
                <a:lnTo>
                  <a:pt x="199" y="81"/>
                </a:lnTo>
                <a:lnTo>
                  <a:pt x="190" y="84"/>
                </a:lnTo>
                <a:lnTo>
                  <a:pt x="184" y="89"/>
                </a:lnTo>
                <a:lnTo>
                  <a:pt x="177" y="88"/>
                </a:lnTo>
                <a:lnTo>
                  <a:pt x="174" y="86"/>
                </a:lnTo>
                <a:lnTo>
                  <a:pt x="173" y="86"/>
                </a:lnTo>
                <a:lnTo>
                  <a:pt x="171" y="87"/>
                </a:lnTo>
                <a:lnTo>
                  <a:pt x="165" y="89"/>
                </a:lnTo>
                <a:lnTo>
                  <a:pt x="164" y="89"/>
                </a:lnTo>
                <a:lnTo>
                  <a:pt x="168" y="94"/>
                </a:lnTo>
                <a:lnTo>
                  <a:pt x="165" y="95"/>
                </a:lnTo>
                <a:lnTo>
                  <a:pt x="162" y="99"/>
                </a:lnTo>
                <a:lnTo>
                  <a:pt x="161" y="98"/>
                </a:lnTo>
                <a:lnTo>
                  <a:pt x="159" y="99"/>
                </a:lnTo>
                <a:lnTo>
                  <a:pt x="159" y="97"/>
                </a:lnTo>
                <a:lnTo>
                  <a:pt x="155" y="96"/>
                </a:lnTo>
                <a:lnTo>
                  <a:pt x="154" y="95"/>
                </a:lnTo>
                <a:lnTo>
                  <a:pt x="155" y="95"/>
                </a:lnTo>
                <a:lnTo>
                  <a:pt x="155" y="94"/>
                </a:lnTo>
                <a:lnTo>
                  <a:pt x="153" y="94"/>
                </a:lnTo>
                <a:lnTo>
                  <a:pt x="153" y="93"/>
                </a:lnTo>
                <a:lnTo>
                  <a:pt x="153" y="92"/>
                </a:lnTo>
                <a:lnTo>
                  <a:pt x="153" y="90"/>
                </a:lnTo>
                <a:lnTo>
                  <a:pt x="151" y="91"/>
                </a:lnTo>
                <a:lnTo>
                  <a:pt x="149" y="92"/>
                </a:lnTo>
                <a:lnTo>
                  <a:pt x="148" y="90"/>
                </a:lnTo>
                <a:lnTo>
                  <a:pt x="147" y="90"/>
                </a:lnTo>
                <a:lnTo>
                  <a:pt x="147" y="90"/>
                </a:lnTo>
                <a:lnTo>
                  <a:pt x="146" y="90"/>
                </a:lnTo>
                <a:lnTo>
                  <a:pt x="146" y="89"/>
                </a:lnTo>
                <a:lnTo>
                  <a:pt x="147" y="88"/>
                </a:lnTo>
                <a:lnTo>
                  <a:pt x="147" y="86"/>
                </a:lnTo>
                <a:lnTo>
                  <a:pt x="147" y="81"/>
                </a:lnTo>
                <a:lnTo>
                  <a:pt x="143" y="81"/>
                </a:lnTo>
                <a:lnTo>
                  <a:pt x="141" y="81"/>
                </a:lnTo>
                <a:lnTo>
                  <a:pt x="141" y="79"/>
                </a:lnTo>
                <a:lnTo>
                  <a:pt x="138" y="78"/>
                </a:lnTo>
                <a:lnTo>
                  <a:pt x="138" y="77"/>
                </a:lnTo>
                <a:lnTo>
                  <a:pt x="138" y="76"/>
                </a:lnTo>
                <a:lnTo>
                  <a:pt x="137" y="74"/>
                </a:lnTo>
                <a:lnTo>
                  <a:pt x="135" y="74"/>
                </a:lnTo>
                <a:lnTo>
                  <a:pt x="133" y="73"/>
                </a:lnTo>
                <a:lnTo>
                  <a:pt x="131" y="72"/>
                </a:lnTo>
                <a:lnTo>
                  <a:pt x="130" y="70"/>
                </a:lnTo>
                <a:lnTo>
                  <a:pt x="127" y="69"/>
                </a:lnTo>
                <a:lnTo>
                  <a:pt x="123" y="69"/>
                </a:lnTo>
                <a:lnTo>
                  <a:pt x="125" y="69"/>
                </a:lnTo>
                <a:lnTo>
                  <a:pt x="128" y="67"/>
                </a:lnTo>
                <a:lnTo>
                  <a:pt x="129" y="67"/>
                </a:lnTo>
                <a:lnTo>
                  <a:pt x="130" y="67"/>
                </a:lnTo>
                <a:lnTo>
                  <a:pt x="132" y="65"/>
                </a:lnTo>
                <a:lnTo>
                  <a:pt x="132" y="63"/>
                </a:lnTo>
                <a:lnTo>
                  <a:pt x="133" y="62"/>
                </a:lnTo>
                <a:lnTo>
                  <a:pt x="136" y="61"/>
                </a:lnTo>
                <a:lnTo>
                  <a:pt x="136" y="55"/>
                </a:lnTo>
                <a:lnTo>
                  <a:pt x="138" y="53"/>
                </a:lnTo>
                <a:lnTo>
                  <a:pt x="138" y="51"/>
                </a:lnTo>
                <a:lnTo>
                  <a:pt x="136" y="47"/>
                </a:lnTo>
                <a:lnTo>
                  <a:pt x="135" y="46"/>
                </a:lnTo>
                <a:lnTo>
                  <a:pt x="129" y="45"/>
                </a:lnTo>
                <a:lnTo>
                  <a:pt x="127" y="47"/>
                </a:lnTo>
                <a:lnTo>
                  <a:pt x="120" y="47"/>
                </a:lnTo>
                <a:lnTo>
                  <a:pt x="120" y="49"/>
                </a:lnTo>
                <a:lnTo>
                  <a:pt x="119" y="51"/>
                </a:lnTo>
                <a:lnTo>
                  <a:pt x="118" y="50"/>
                </a:lnTo>
                <a:lnTo>
                  <a:pt x="117" y="48"/>
                </a:lnTo>
                <a:lnTo>
                  <a:pt x="113" y="50"/>
                </a:lnTo>
                <a:lnTo>
                  <a:pt x="113" y="52"/>
                </a:lnTo>
                <a:lnTo>
                  <a:pt x="112" y="50"/>
                </a:lnTo>
                <a:lnTo>
                  <a:pt x="111" y="48"/>
                </a:lnTo>
                <a:lnTo>
                  <a:pt x="110" y="49"/>
                </a:lnTo>
                <a:lnTo>
                  <a:pt x="111" y="50"/>
                </a:lnTo>
                <a:lnTo>
                  <a:pt x="106" y="52"/>
                </a:lnTo>
                <a:lnTo>
                  <a:pt x="106" y="44"/>
                </a:lnTo>
                <a:lnTo>
                  <a:pt x="105" y="44"/>
                </a:lnTo>
                <a:lnTo>
                  <a:pt x="100" y="40"/>
                </a:lnTo>
                <a:lnTo>
                  <a:pt x="95" y="32"/>
                </a:lnTo>
                <a:lnTo>
                  <a:pt x="95" y="31"/>
                </a:lnTo>
                <a:lnTo>
                  <a:pt x="99" y="27"/>
                </a:lnTo>
                <a:lnTo>
                  <a:pt x="90" y="0"/>
                </a:lnTo>
                <a:lnTo>
                  <a:pt x="86" y="1"/>
                </a:lnTo>
                <a:lnTo>
                  <a:pt x="77" y="1"/>
                </a:lnTo>
                <a:lnTo>
                  <a:pt x="72" y="3"/>
                </a:lnTo>
                <a:lnTo>
                  <a:pt x="70" y="5"/>
                </a:lnTo>
                <a:lnTo>
                  <a:pt x="70" y="6"/>
                </a:lnTo>
                <a:lnTo>
                  <a:pt x="69" y="7"/>
                </a:lnTo>
                <a:lnTo>
                  <a:pt x="71" y="8"/>
                </a:lnTo>
                <a:lnTo>
                  <a:pt x="70" y="9"/>
                </a:lnTo>
                <a:lnTo>
                  <a:pt x="72" y="12"/>
                </a:lnTo>
                <a:lnTo>
                  <a:pt x="70" y="14"/>
                </a:lnTo>
                <a:lnTo>
                  <a:pt x="71" y="16"/>
                </a:lnTo>
                <a:lnTo>
                  <a:pt x="71" y="17"/>
                </a:lnTo>
                <a:lnTo>
                  <a:pt x="70" y="18"/>
                </a:lnTo>
                <a:lnTo>
                  <a:pt x="66" y="20"/>
                </a:lnTo>
                <a:lnTo>
                  <a:pt x="63" y="20"/>
                </a:lnTo>
                <a:lnTo>
                  <a:pt x="61" y="21"/>
                </a:lnTo>
                <a:lnTo>
                  <a:pt x="57" y="24"/>
                </a:lnTo>
                <a:lnTo>
                  <a:pt x="56" y="25"/>
                </a:lnTo>
                <a:lnTo>
                  <a:pt x="56" y="24"/>
                </a:lnTo>
                <a:lnTo>
                  <a:pt x="55" y="22"/>
                </a:lnTo>
                <a:lnTo>
                  <a:pt x="55" y="22"/>
                </a:lnTo>
                <a:lnTo>
                  <a:pt x="54" y="21"/>
                </a:lnTo>
                <a:lnTo>
                  <a:pt x="49" y="22"/>
                </a:lnTo>
                <a:lnTo>
                  <a:pt x="47" y="25"/>
                </a:lnTo>
                <a:lnTo>
                  <a:pt x="43" y="26"/>
                </a:lnTo>
                <a:lnTo>
                  <a:pt x="37" y="30"/>
                </a:lnTo>
                <a:lnTo>
                  <a:pt x="34" y="33"/>
                </a:lnTo>
                <a:lnTo>
                  <a:pt x="30" y="38"/>
                </a:lnTo>
                <a:lnTo>
                  <a:pt x="30" y="40"/>
                </a:lnTo>
                <a:lnTo>
                  <a:pt x="28" y="43"/>
                </a:lnTo>
                <a:lnTo>
                  <a:pt x="14" y="44"/>
                </a:lnTo>
                <a:lnTo>
                  <a:pt x="13" y="49"/>
                </a:lnTo>
                <a:lnTo>
                  <a:pt x="11" y="53"/>
                </a:lnTo>
                <a:lnTo>
                  <a:pt x="9" y="59"/>
                </a:lnTo>
                <a:lnTo>
                  <a:pt x="6" y="67"/>
                </a:lnTo>
                <a:lnTo>
                  <a:pt x="4" y="70"/>
                </a:lnTo>
                <a:lnTo>
                  <a:pt x="0" y="73"/>
                </a:lnTo>
                <a:lnTo>
                  <a:pt x="0" y="77"/>
                </a:lnTo>
                <a:lnTo>
                  <a:pt x="1" y="77"/>
                </a:lnTo>
                <a:lnTo>
                  <a:pt x="2" y="77"/>
                </a:lnTo>
                <a:lnTo>
                  <a:pt x="3" y="76"/>
                </a:lnTo>
                <a:lnTo>
                  <a:pt x="9" y="76"/>
                </a:lnTo>
                <a:lnTo>
                  <a:pt x="10" y="75"/>
                </a:lnTo>
                <a:lnTo>
                  <a:pt x="11" y="76"/>
                </a:lnTo>
                <a:lnTo>
                  <a:pt x="12" y="76"/>
                </a:lnTo>
                <a:lnTo>
                  <a:pt x="13" y="75"/>
                </a:lnTo>
                <a:lnTo>
                  <a:pt x="14" y="76"/>
                </a:lnTo>
                <a:lnTo>
                  <a:pt x="14" y="77"/>
                </a:lnTo>
                <a:lnTo>
                  <a:pt x="15" y="79"/>
                </a:lnTo>
                <a:lnTo>
                  <a:pt x="14" y="81"/>
                </a:lnTo>
                <a:lnTo>
                  <a:pt x="15" y="82"/>
                </a:lnTo>
                <a:lnTo>
                  <a:pt x="23" y="82"/>
                </a:lnTo>
                <a:lnTo>
                  <a:pt x="25" y="84"/>
                </a:lnTo>
                <a:lnTo>
                  <a:pt x="26" y="84"/>
                </a:lnTo>
                <a:lnTo>
                  <a:pt x="26" y="85"/>
                </a:lnTo>
                <a:lnTo>
                  <a:pt x="24" y="85"/>
                </a:lnTo>
                <a:lnTo>
                  <a:pt x="24" y="87"/>
                </a:lnTo>
                <a:lnTo>
                  <a:pt x="26" y="87"/>
                </a:lnTo>
                <a:lnTo>
                  <a:pt x="34" y="87"/>
                </a:lnTo>
                <a:lnTo>
                  <a:pt x="36" y="95"/>
                </a:lnTo>
                <a:lnTo>
                  <a:pt x="36" y="97"/>
                </a:lnTo>
                <a:lnTo>
                  <a:pt x="36" y="97"/>
                </a:lnTo>
                <a:lnTo>
                  <a:pt x="38" y="96"/>
                </a:lnTo>
                <a:lnTo>
                  <a:pt x="42" y="97"/>
                </a:lnTo>
                <a:lnTo>
                  <a:pt x="42" y="96"/>
                </a:lnTo>
                <a:lnTo>
                  <a:pt x="44" y="96"/>
                </a:lnTo>
                <a:lnTo>
                  <a:pt x="45" y="97"/>
                </a:lnTo>
                <a:lnTo>
                  <a:pt x="46" y="97"/>
                </a:lnTo>
                <a:lnTo>
                  <a:pt x="47" y="98"/>
                </a:lnTo>
                <a:lnTo>
                  <a:pt x="48" y="99"/>
                </a:lnTo>
                <a:lnTo>
                  <a:pt x="48" y="99"/>
                </a:lnTo>
                <a:lnTo>
                  <a:pt x="49" y="99"/>
                </a:lnTo>
                <a:lnTo>
                  <a:pt x="51" y="100"/>
                </a:lnTo>
                <a:lnTo>
                  <a:pt x="52" y="100"/>
                </a:lnTo>
                <a:lnTo>
                  <a:pt x="52" y="100"/>
                </a:lnTo>
                <a:lnTo>
                  <a:pt x="52" y="100"/>
                </a:lnTo>
                <a:lnTo>
                  <a:pt x="53" y="100"/>
                </a:lnTo>
                <a:lnTo>
                  <a:pt x="56" y="98"/>
                </a:lnTo>
                <a:lnTo>
                  <a:pt x="57" y="99"/>
                </a:lnTo>
                <a:lnTo>
                  <a:pt x="58" y="99"/>
                </a:lnTo>
                <a:lnTo>
                  <a:pt x="59" y="101"/>
                </a:lnTo>
                <a:lnTo>
                  <a:pt x="59" y="101"/>
                </a:lnTo>
                <a:lnTo>
                  <a:pt x="60" y="102"/>
                </a:lnTo>
                <a:lnTo>
                  <a:pt x="62" y="104"/>
                </a:lnTo>
                <a:lnTo>
                  <a:pt x="63" y="103"/>
                </a:lnTo>
                <a:lnTo>
                  <a:pt x="65" y="104"/>
                </a:lnTo>
                <a:lnTo>
                  <a:pt x="65" y="104"/>
                </a:lnTo>
                <a:lnTo>
                  <a:pt x="66" y="105"/>
                </a:lnTo>
                <a:lnTo>
                  <a:pt x="66" y="104"/>
                </a:lnTo>
                <a:lnTo>
                  <a:pt x="66" y="104"/>
                </a:lnTo>
                <a:lnTo>
                  <a:pt x="67" y="102"/>
                </a:lnTo>
                <a:lnTo>
                  <a:pt x="68" y="102"/>
                </a:lnTo>
                <a:lnTo>
                  <a:pt x="69" y="102"/>
                </a:lnTo>
                <a:lnTo>
                  <a:pt x="73" y="103"/>
                </a:lnTo>
                <a:lnTo>
                  <a:pt x="72" y="100"/>
                </a:lnTo>
                <a:lnTo>
                  <a:pt x="74" y="99"/>
                </a:lnTo>
                <a:lnTo>
                  <a:pt x="74" y="98"/>
                </a:lnTo>
                <a:lnTo>
                  <a:pt x="73" y="98"/>
                </a:lnTo>
                <a:lnTo>
                  <a:pt x="74" y="97"/>
                </a:lnTo>
                <a:lnTo>
                  <a:pt x="75" y="97"/>
                </a:lnTo>
                <a:lnTo>
                  <a:pt x="76" y="97"/>
                </a:lnTo>
                <a:lnTo>
                  <a:pt x="75" y="96"/>
                </a:lnTo>
                <a:lnTo>
                  <a:pt x="76" y="96"/>
                </a:lnTo>
                <a:lnTo>
                  <a:pt x="76" y="95"/>
                </a:lnTo>
                <a:lnTo>
                  <a:pt x="78" y="96"/>
                </a:lnTo>
                <a:lnTo>
                  <a:pt x="80" y="96"/>
                </a:lnTo>
                <a:lnTo>
                  <a:pt x="80" y="94"/>
                </a:lnTo>
                <a:lnTo>
                  <a:pt x="80" y="93"/>
                </a:lnTo>
                <a:lnTo>
                  <a:pt x="80" y="92"/>
                </a:lnTo>
                <a:lnTo>
                  <a:pt x="80" y="92"/>
                </a:lnTo>
                <a:lnTo>
                  <a:pt x="79" y="91"/>
                </a:lnTo>
                <a:lnTo>
                  <a:pt x="79" y="89"/>
                </a:lnTo>
                <a:lnTo>
                  <a:pt x="79" y="88"/>
                </a:lnTo>
                <a:lnTo>
                  <a:pt x="80" y="84"/>
                </a:lnTo>
                <a:lnTo>
                  <a:pt x="80" y="83"/>
                </a:lnTo>
                <a:lnTo>
                  <a:pt x="80" y="82"/>
                </a:lnTo>
                <a:lnTo>
                  <a:pt x="83" y="82"/>
                </a:lnTo>
                <a:lnTo>
                  <a:pt x="86" y="83"/>
                </a:lnTo>
                <a:lnTo>
                  <a:pt x="87" y="84"/>
                </a:lnTo>
                <a:lnTo>
                  <a:pt x="87" y="84"/>
                </a:lnTo>
                <a:lnTo>
                  <a:pt x="88" y="84"/>
                </a:lnTo>
                <a:lnTo>
                  <a:pt x="89" y="85"/>
                </a:lnTo>
                <a:lnTo>
                  <a:pt x="92" y="87"/>
                </a:lnTo>
                <a:lnTo>
                  <a:pt x="92" y="88"/>
                </a:lnTo>
                <a:lnTo>
                  <a:pt x="97" y="91"/>
                </a:lnTo>
                <a:lnTo>
                  <a:pt x="98" y="93"/>
                </a:lnTo>
                <a:lnTo>
                  <a:pt x="101" y="91"/>
                </a:lnTo>
                <a:lnTo>
                  <a:pt x="101" y="90"/>
                </a:lnTo>
                <a:lnTo>
                  <a:pt x="102" y="89"/>
                </a:lnTo>
                <a:lnTo>
                  <a:pt x="102" y="87"/>
                </a:lnTo>
                <a:lnTo>
                  <a:pt x="103" y="87"/>
                </a:lnTo>
                <a:lnTo>
                  <a:pt x="104" y="87"/>
                </a:lnTo>
                <a:lnTo>
                  <a:pt x="105" y="89"/>
                </a:lnTo>
                <a:lnTo>
                  <a:pt x="106" y="89"/>
                </a:lnTo>
                <a:lnTo>
                  <a:pt x="107" y="90"/>
                </a:lnTo>
                <a:lnTo>
                  <a:pt x="108" y="89"/>
                </a:lnTo>
                <a:lnTo>
                  <a:pt x="108" y="89"/>
                </a:lnTo>
                <a:lnTo>
                  <a:pt x="109" y="89"/>
                </a:lnTo>
                <a:lnTo>
                  <a:pt x="110" y="87"/>
                </a:lnTo>
                <a:lnTo>
                  <a:pt x="111" y="87"/>
                </a:lnTo>
                <a:lnTo>
                  <a:pt x="111" y="87"/>
                </a:lnTo>
                <a:lnTo>
                  <a:pt x="113" y="88"/>
                </a:lnTo>
                <a:lnTo>
                  <a:pt x="114" y="89"/>
                </a:lnTo>
                <a:lnTo>
                  <a:pt x="115" y="89"/>
                </a:lnTo>
                <a:lnTo>
                  <a:pt x="116" y="90"/>
                </a:lnTo>
                <a:lnTo>
                  <a:pt x="116" y="91"/>
                </a:lnTo>
                <a:lnTo>
                  <a:pt x="118" y="94"/>
                </a:lnTo>
                <a:lnTo>
                  <a:pt x="120" y="96"/>
                </a:lnTo>
                <a:lnTo>
                  <a:pt x="122" y="98"/>
                </a:lnTo>
                <a:lnTo>
                  <a:pt x="123" y="98"/>
                </a:lnTo>
                <a:lnTo>
                  <a:pt x="123" y="100"/>
                </a:lnTo>
                <a:lnTo>
                  <a:pt x="125" y="102"/>
                </a:lnTo>
                <a:lnTo>
                  <a:pt x="132" y="106"/>
                </a:lnTo>
                <a:lnTo>
                  <a:pt x="133" y="107"/>
                </a:lnTo>
                <a:lnTo>
                  <a:pt x="134" y="108"/>
                </a:lnTo>
                <a:lnTo>
                  <a:pt x="134" y="105"/>
                </a:lnTo>
                <a:lnTo>
                  <a:pt x="133" y="105"/>
                </a:lnTo>
                <a:lnTo>
                  <a:pt x="133" y="103"/>
                </a:lnTo>
                <a:lnTo>
                  <a:pt x="132" y="103"/>
                </a:lnTo>
                <a:lnTo>
                  <a:pt x="131" y="102"/>
                </a:lnTo>
                <a:lnTo>
                  <a:pt x="132" y="101"/>
                </a:lnTo>
                <a:lnTo>
                  <a:pt x="132" y="101"/>
                </a:lnTo>
                <a:lnTo>
                  <a:pt x="133" y="101"/>
                </a:lnTo>
                <a:lnTo>
                  <a:pt x="133" y="101"/>
                </a:lnTo>
                <a:lnTo>
                  <a:pt x="134" y="102"/>
                </a:lnTo>
                <a:lnTo>
                  <a:pt x="135" y="103"/>
                </a:lnTo>
                <a:lnTo>
                  <a:pt x="136" y="104"/>
                </a:lnTo>
                <a:lnTo>
                  <a:pt x="136" y="104"/>
                </a:lnTo>
                <a:lnTo>
                  <a:pt x="137" y="105"/>
                </a:lnTo>
                <a:lnTo>
                  <a:pt x="137" y="105"/>
                </a:lnTo>
                <a:lnTo>
                  <a:pt x="138" y="106"/>
                </a:lnTo>
                <a:lnTo>
                  <a:pt x="138" y="106"/>
                </a:lnTo>
                <a:lnTo>
                  <a:pt x="139" y="107"/>
                </a:lnTo>
                <a:lnTo>
                  <a:pt x="139" y="107"/>
                </a:lnTo>
                <a:lnTo>
                  <a:pt x="139" y="106"/>
                </a:lnTo>
                <a:lnTo>
                  <a:pt x="140" y="107"/>
                </a:lnTo>
                <a:lnTo>
                  <a:pt x="141" y="107"/>
                </a:lnTo>
                <a:lnTo>
                  <a:pt x="142" y="107"/>
                </a:lnTo>
                <a:lnTo>
                  <a:pt x="143" y="107"/>
                </a:lnTo>
                <a:lnTo>
                  <a:pt x="144" y="108"/>
                </a:lnTo>
                <a:lnTo>
                  <a:pt x="145" y="110"/>
                </a:lnTo>
                <a:lnTo>
                  <a:pt x="146" y="110"/>
                </a:lnTo>
                <a:lnTo>
                  <a:pt x="147" y="109"/>
                </a:lnTo>
                <a:lnTo>
                  <a:pt x="147" y="110"/>
                </a:lnTo>
                <a:lnTo>
                  <a:pt x="147" y="110"/>
                </a:lnTo>
                <a:lnTo>
                  <a:pt x="147" y="111"/>
                </a:lnTo>
                <a:lnTo>
                  <a:pt x="146" y="112"/>
                </a:lnTo>
                <a:lnTo>
                  <a:pt x="146" y="113"/>
                </a:lnTo>
                <a:lnTo>
                  <a:pt x="147" y="113"/>
                </a:lnTo>
                <a:lnTo>
                  <a:pt x="148" y="113"/>
                </a:lnTo>
                <a:lnTo>
                  <a:pt x="150" y="115"/>
                </a:lnTo>
                <a:lnTo>
                  <a:pt x="150" y="115"/>
                </a:lnTo>
                <a:lnTo>
                  <a:pt x="151" y="116"/>
                </a:lnTo>
                <a:lnTo>
                  <a:pt x="152" y="117"/>
                </a:lnTo>
                <a:lnTo>
                  <a:pt x="153" y="117"/>
                </a:lnTo>
                <a:lnTo>
                  <a:pt x="154" y="118"/>
                </a:lnTo>
                <a:lnTo>
                  <a:pt x="155" y="118"/>
                </a:lnTo>
                <a:lnTo>
                  <a:pt x="156" y="117"/>
                </a:lnTo>
                <a:lnTo>
                  <a:pt x="159" y="118"/>
                </a:lnTo>
                <a:lnTo>
                  <a:pt x="160" y="119"/>
                </a:lnTo>
                <a:lnTo>
                  <a:pt x="160" y="120"/>
                </a:lnTo>
                <a:lnTo>
                  <a:pt x="162" y="121"/>
                </a:lnTo>
                <a:lnTo>
                  <a:pt x="162" y="122"/>
                </a:lnTo>
                <a:lnTo>
                  <a:pt x="165" y="120"/>
                </a:lnTo>
                <a:lnTo>
                  <a:pt x="166" y="120"/>
                </a:lnTo>
                <a:lnTo>
                  <a:pt x="166" y="121"/>
                </a:lnTo>
                <a:lnTo>
                  <a:pt x="166" y="122"/>
                </a:lnTo>
                <a:lnTo>
                  <a:pt x="166" y="122"/>
                </a:lnTo>
                <a:lnTo>
                  <a:pt x="168" y="124"/>
                </a:lnTo>
                <a:lnTo>
                  <a:pt x="167" y="126"/>
                </a:lnTo>
                <a:lnTo>
                  <a:pt x="168" y="126"/>
                </a:lnTo>
                <a:lnTo>
                  <a:pt x="169" y="127"/>
                </a:lnTo>
                <a:lnTo>
                  <a:pt x="171" y="128"/>
                </a:lnTo>
                <a:lnTo>
                  <a:pt x="171" y="128"/>
                </a:lnTo>
                <a:lnTo>
                  <a:pt x="173" y="130"/>
                </a:lnTo>
                <a:lnTo>
                  <a:pt x="173" y="130"/>
                </a:lnTo>
                <a:lnTo>
                  <a:pt x="173" y="131"/>
                </a:lnTo>
                <a:lnTo>
                  <a:pt x="176" y="133"/>
                </a:lnTo>
                <a:lnTo>
                  <a:pt x="177" y="135"/>
                </a:lnTo>
                <a:lnTo>
                  <a:pt x="175" y="135"/>
                </a:lnTo>
                <a:lnTo>
                  <a:pt x="174" y="135"/>
                </a:lnTo>
                <a:lnTo>
                  <a:pt x="174" y="137"/>
                </a:lnTo>
                <a:lnTo>
                  <a:pt x="173" y="138"/>
                </a:lnTo>
                <a:lnTo>
                  <a:pt x="175" y="139"/>
                </a:lnTo>
                <a:lnTo>
                  <a:pt x="175" y="140"/>
                </a:lnTo>
                <a:lnTo>
                  <a:pt x="176" y="140"/>
                </a:lnTo>
                <a:lnTo>
                  <a:pt x="178" y="142"/>
                </a:lnTo>
                <a:lnTo>
                  <a:pt x="177" y="142"/>
                </a:lnTo>
                <a:lnTo>
                  <a:pt x="176" y="143"/>
                </a:lnTo>
                <a:lnTo>
                  <a:pt x="176" y="143"/>
                </a:lnTo>
                <a:lnTo>
                  <a:pt x="176" y="144"/>
                </a:lnTo>
                <a:lnTo>
                  <a:pt x="176" y="145"/>
                </a:lnTo>
                <a:lnTo>
                  <a:pt x="178" y="146"/>
                </a:lnTo>
                <a:lnTo>
                  <a:pt x="178" y="146"/>
                </a:lnTo>
                <a:lnTo>
                  <a:pt x="178" y="147"/>
                </a:lnTo>
                <a:lnTo>
                  <a:pt x="178" y="147"/>
                </a:lnTo>
                <a:lnTo>
                  <a:pt x="179" y="149"/>
                </a:lnTo>
                <a:lnTo>
                  <a:pt x="179" y="149"/>
                </a:lnTo>
                <a:lnTo>
                  <a:pt x="180" y="152"/>
                </a:lnTo>
                <a:lnTo>
                  <a:pt x="181" y="152"/>
                </a:lnTo>
                <a:lnTo>
                  <a:pt x="181" y="153"/>
                </a:lnTo>
                <a:lnTo>
                  <a:pt x="183" y="154"/>
                </a:lnTo>
                <a:lnTo>
                  <a:pt x="183" y="155"/>
                </a:lnTo>
                <a:lnTo>
                  <a:pt x="184" y="155"/>
                </a:lnTo>
                <a:lnTo>
                  <a:pt x="183" y="156"/>
                </a:lnTo>
                <a:lnTo>
                  <a:pt x="182" y="156"/>
                </a:lnTo>
                <a:lnTo>
                  <a:pt x="182" y="157"/>
                </a:lnTo>
                <a:lnTo>
                  <a:pt x="182" y="157"/>
                </a:lnTo>
                <a:lnTo>
                  <a:pt x="181" y="158"/>
                </a:lnTo>
                <a:lnTo>
                  <a:pt x="180" y="158"/>
                </a:lnTo>
                <a:lnTo>
                  <a:pt x="182" y="159"/>
                </a:lnTo>
                <a:lnTo>
                  <a:pt x="182" y="160"/>
                </a:lnTo>
                <a:lnTo>
                  <a:pt x="182" y="160"/>
                </a:lnTo>
                <a:lnTo>
                  <a:pt x="181" y="162"/>
                </a:lnTo>
                <a:lnTo>
                  <a:pt x="181" y="164"/>
                </a:lnTo>
                <a:lnTo>
                  <a:pt x="178" y="163"/>
                </a:lnTo>
                <a:lnTo>
                  <a:pt x="177" y="164"/>
                </a:lnTo>
                <a:lnTo>
                  <a:pt x="177" y="165"/>
                </a:lnTo>
                <a:lnTo>
                  <a:pt x="177" y="167"/>
                </a:lnTo>
                <a:lnTo>
                  <a:pt x="178" y="168"/>
                </a:lnTo>
                <a:lnTo>
                  <a:pt x="178" y="169"/>
                </a:lnTo>
                <a:lnTo>
                  <a:pt x="179" y="170"/>
                </a:lnTo>
                <a:lnTo>
                  <a:pt x="178" y="170"/>
                </a:lnTo>
                <a:lnTo>
                  <a:pt x="177" y="171"/>
                </a:lnTo>
                <a:lnTo>
                  <a:pt x="178" y="171"/>
                </a:lnTo>
                <a:lnTo>
                  <a:pt x="177" y="171"/>
                </a:lnTo>
                <a:lnTo>
                  <a:pt x="177" y="171"/>
                </a:lnTo>
                <a:lnTo>
                  <a:pt x="174" y="170"/>
                </a:lnTo>
                <a:lnTo>
                  <a:pt x="173" y="169"/>
                </a:lnTo>
                <a:lnTo>
                  <a:pt x="173" y="170"/>
                </a:lnTo>
                <a:lnTo>
                  <a:pt x="172" y="172"/>
                </a:lnTo>
                <a:lnTo>
                  <a:pt x="172" y="173"/>
                </a:lnTo>
                <a:lnTo>
                  <a:pt x="171" y="173"/>
                </a:lnTo>
                <a:lnTo>
                  <a:pt x="170" y="173"/>
                </a:lnTo>
                <a:lnTo>
                  <a:pt x="169" y="173"/>
                </a:lnTo>
                <a:lnTo>
                  <a:pt x="169" y="174"/>
                </a:lnTo>
                <a:lnTo>
                  <a:pt x="170" y="175"/>
                </a:lnTo>
                <a:lnTo>
                  <a:pt x="170" y="175"/>
                </a:lnTo>
                <a:lnTo>
                  <a:pt x="169" y="176"/>
                </a:lnTo>
                <a:lnTo>
                  <a:pt x="171" y="177"/>
                </a:lnTo>
                <a:lnTo>
                  <a:pt x="170" y="177"/>
                </a:lnTo>
                <a:lnTo>
                  <a:pt x="171" y="179"/>
                </a:lnTo>
                <a:lnTo>
                  <a:pt x="170" y="179"/>
                </a:lnTo>
                <a:lnTo>
                  <a:pt x="169" y="180"/>
                </a:lnTo>
                <a:lnTo>
                  <a:pt x="169" y="181"/>
                </a:lnTo>
                <a:lnTo>
                  <a:pt x="168" y="181"/>
                </a:lnTo>
                <a:lnTo>
                  <a:pt x="168" y="181"/>
                </a:lnTo>
                <a:lnTo>
                  <a:pt x="168" y="182"/>
                </a:lnTo>
                <a:lnTo>
                  <a:pt x="165" y="183"/>
                </a:lnTo>
                <a:lnTo>
                  <a:pt x="164" y="184"/>
                </a:lnTo>
                <a:lnTo>
                  <a:pt x="165" y="185"/>
                </a:lnTo>
                <a:lnTo>
                  <a:pt x="163" y="185"/>
                </a:lnTo>
                <a:lnTo>
                  <a:pt x="162" y="185"/>
                </a:lnTo>
                <a:lnTo>
                  <a:pt x="162" y="191"/>
                </a:lnTo>
                <a:lnTo>
                  <a:pt x="162" y="192"/>
                </a:lnTo>
                <a:lnTo>
                  <a:pt x="163" y="193"/>
                </a:lnTo>
                <a:lnTo>
                  <a:pt x="165" y="193"/>
                </a:lnTo>
                <a:lnTo>
                  <a:pt x="166" y="194"/>
                </a:lnTo>
                <a:lnTo>
                  <a:pt x="166" y="195"/>
                </a:lnTo>
                <a:lnTo>
                  <a:pt x="168" y="197"/>
                </a:lnTo>
                <a:lnTo>
                  <a:pt x="167" y="197"/>
                </a:lnTo>
                <a:lnTo>
                  <a:pt x="166" y="199"/>
                </a:lnTo>
                <a:lnTo>
                  <a:pt x="164" y="199"/>
                </a:lnTo>
                <a:lnTo>
                  <a:pt x="164" y="200"/>
                </a:lnTo>
                <a:lnTo>
                  <a:pt x="163" y="200"/>
                </a:lnTo>
                <a:lnTo>
                  <a:pt x="164" y="201"/>
                </a:lnTo>
                <a:lnTo>
                  <a:pt x="163" y="202"/>
                </a:lnTo>
                <a:lnTo>
                  <a:pt x="162" y="201"/>
                </a:lnTo>
                <a:lnTo>
                  <a:pt x="162" y="203"/>
                </a:lnTo>
                <a:lnTo>
                  <a:pt x="161" y="202"/>
                </a:lnTo>
                <a:lnTo>
                  <a:pt x="160" y="202"/>
                </a:lnTo>
                <a:lnTo>
                  <a:pt x="160" y="202"/>
                </a:lnTo>
                <a:lnTo>
                  <a:pt x="159" y="202"/>
                </a:lnTo>
                <a:lnTo>
                  <a:pt x="158" y="203"/>
                </a:lnTo>
                <a:lnTo>
                  <a:pt x="158" y="203"/>
                </a:lnTo>
                <a:lnTo>
                  <a:pt x="158" y="202"/>
                </a:lnTo>
                <a:lnTo>
                  <a:pt x="157" y="202"/>
                </a:lnTo>
                <a:lnTo>
                  <a:pt x="156" y="201"/>
                </a:lnTo>
                <a:lnTo>
                  <a:pt x="155" y="200"/>
                </a:lnTo>
                <a:lnTo>
                  <a:pt x="154" y="200"/>
                </a:lnTo>
                <a:lnTo>
                  <a:pt x="154" y="200"/>
                </a:lnTo>
                <a:lnTo>
                  <a:pt x="151" y="199"/>
                </a:lnTo>
                <a:lnTo>
                  <a:pt x="151" y="199"/>
                </a:lnTo>
                <a:lnTo>
                  <a:pt x="149" y="198"/>
                </a:lnTo>
                <a:lnTo>
                  <a:pt x="149" y="197"/>
                </a:lnTo>
                <a:lnTo>
                  <a:pt x="148" y="197"/>
                </a:lnTo>
                <a:lnTo>
                  <a:pt x="148" y="197"/>
                </a:lnTo>
                <a:lnTo>
                  <a:pt x="146" y="197"/>
                </a:lnTo>
                <a:lnTo>
                  <a:pt x="144" y="196"/>
                </a:lnTo>
                <a:lnTo>
                  <a:pt x="143" y="196"/>
                </a:lnTo>
                <a:lnTo>
                  <a:pt x="142" y="197"/>
                </a:lnTo>
                <a:lnTo>
                  <a:pt x="142" y="197"/>
                </a:lnTo>
                <a:lnTo>
                  <a:pt x="141" y="198"/>
                </a:lnTo>
                <a:lnTo>
                  <a:pt x="141" y="199"/>
                </a:lnTo>
                <a:lnTo>
                  <a:pt x="140" y="200"/>
                </a:lnTo>
                <a:lnTo>
                  <a:pt x="142" y="203"/>
                </a:lnTo>
                <a:lnTo>
                  <a:pt x="142" y="204"/>
                </a:lnTo>
                <a:lnTo>
                  <a:pt x="143" y="205"/>
                </a:lnTo>
                <a:lnTo>
                  <a:pt x="143" y="205"/>
                </a:lnTo>
                <a:lnTo>
                  <a:pt x="144" y="206"/>
                </a:lnTo>
                <a:lnTo>
                  <a:pt x="144" y="207"/>
                </a:lnTo>
                <a:lnTo>
                  <a:pt x="145" y="207"/>
                </a:lnTo>
                <a:lnTo>
                  <a:pt x="145" y="208"/>
                </a:lnTo>
                <a:lnTo>
                  <a:pt x="147" y="208"/>
                </a:lnTo>
                <a:lnTo>
                  <a:pt x="147" y="209"/>
                </a:lnTo>
                <a:lnTo>
                  <a:pt x="148" y="209"/>
                </a:lnTo>
                <a:lnTo>
                  <a:pt x="148" y="211"/>
                </a:lnTo>
                <a:lnTo>
                  <a:pt x="147" y="211"/>
                </a:lnTo>
                <a:lnTo>
                  <a:pt x="147" y="212"/>
                </a:lnTo>
                <a:lnTo>
                  <a:pt x="147" y="212"/>
                </a:lnTo>
                <a:lnTo>
                  <a:pt x="149" y="212"/>
                </a:lnTo>
                <a:lnTo>
                  <a:pt x="151" y="213"/>
                </a:lnTo>
                <a:lnTo>
                  <a:pt x="152" y="213"/>
                </a:lnTo>
                <a:lnTo>
                  <a:pt x="152" y="212"/>
                </a:lnTo>
                <a:lnTo>
                  <a:pt x="154" y="212"/>
                </a:lnTo>
                <a:lnTo>
                  <a:pt x="155" y="212"/>
                </a:lnTo>
                <a:lnTo>
                  <a:pt x="156" y="214"/>
                </a:lnTo>
                <a:lnTo>
                  <a:pt x="156" y="216"/>
                </a:lnTo>
                <a:lnTo>
                  <a:pt x="158" y="216"/>
                </a:lnTo>
                <a:lnTo>
                  <a:pt x="159" y="215"/>
                </a:lnTo>
                <a:lnTo>
                  <a:pt x="160" y="215"/>
                </a:lnTo>
                <a:lnTo>
                  <a:pt x="160" y="214"/>
                </a:lnTo>
                <a:lnTo>
                  <a:pt x="161" y="215"/>
                </a:lnTo>
                <a:lnTo>
                  <a:pt x="161" y="216"/>
                </a:lnTo>
                <a:lnTo>
                  <a:pt x="161" y="217"/>
                </a:lnTo>
                <a:lnTo>
                  <a:pt x="162" y="218"/>
                </a:lnTo>
                <a:lnTo>
                  <a:pt x="160" y="219"/>
                </a:lnTo>
                <a:lnTo>
                  <a:pt x="160" y="221"/>
                </a:lnTo>
                <a:lnTo>
                  <a:pt x="158" y="222"/>
                </a:lnTo>
                <a:lnTo>
                  <a:pt x="158" y="222"/>
                </a:lnTo>
                <a:lnTo>
                  <a:pt x="159" y="223"/>
                </a:lnTo>
                <a:lnTo>
                  <a:pt x="159" y="224"/>
                </a:lnTo>
                <a:lnTo>
                  <a:pt x="159" y="225"/>
                </a:lnTo>
                <a:lnTo>
                  <a:pt x="160" y="226"/>
                </a:lnTo>
                <a:lnTo>
                  <a:pt x="161" y="224"/>
                </a:lnTo>
                <a:lnTo>
                  <a:pt x="164" y="223"/>
                </a:lnTo>
                <a:lnTo>
                  <a:pt x="165" y="221"/>
                </a:lnTo>
                <a:lnTo>
                  <a:pt x="166" y="223"/>
                </a:lnTo>
                <a:lnTo>
                  <a:pt x="167" y="222"/>
                </a:lnTo>
                <a:lnTo>
                  <a:pt x="166" y="220"/>
                </a:lnTo>
                <a:lnTo>
                  <a:pt x="167" y="219"/>
                </a:lnTo>
                <a:lnTo>
                  <a:pt x="170" y="219"/>
                </a:lnTo>
                <a:lnTo>
                  <a:pt x="171" y="218"/>
                </a:lnTo>
                <a:lnTo>
                  <a:pt x="171" y="218"/>
                </a:lnTo>
                <a:lnTo>
                  <a:pt x="171" y="216"/>
                </a:lnTo>
                <a:lnTo>
                  <a:pt x="172" y="216"/>
                </a:lnTo>
                <a:lnTo>
                  <a:pt x="171" y="215"/>
                </a:lnTo>
                <a:lnTo>
                  <a:pt x="169" y="214"/>
                </a:lnTo>
                <a:lnTo>
                  <a:pt x="169" y="213"/>
                </a:lnTo>
                <a:lnTo>
                  <a:pt x="169" y="212"/>
                </a:lnTo>
                <a:lnTo>
                  <a:pt x="168" y="212"/>
                </a:lnTo>
                <a:lnTo>
                  <a:pt x="169" y="211"/>
                </a:lnTo>
                <a:lnTo>
                  <a:pt x="168" y="210"/>
                </a:lnTo>
                <a:lnTo>
                  <a:pt x="167" y="210"/>
                </a:lnTo>
                <a:lnTo>
                  <a:pt x="168" y="209"/>
                </a:lnTo>
                <a:lnTo>
                  <a:pt x="168" y="209"/>
                </a:lnTo>
                <a:lnTo>
                  <a:pt x="165" y="206"/>
                </a:lnTo>
                <a:lnTo>
                  <a:pt x="166" y="206"/>
                </a:lnTo>
                <a:lnTo>
                  <a:pt x="167" y="206"/>
                </a:lnTo>
                <a:lnTo>
                  <a:pt x="168" y="206"/>
                </a:lnTo>
                <a:lnTo>
                  <a:pt x="168" y="206"/>
                </a:lnTo>
                <a:lnTo>
                  <a:pt x="169" y="206"/>
                </a:lnTo>
                <a:lnTo>
                  <a:pt x="169" y="206"/>
                </a:lnTo>
                <a:lnTo>
                  <a:pt x="170" y="206"/>
                </a:lnTo>
                <a:lnTo>
                  <a:pt x="171" y="203"/>
                </a:lnTo>
                <a:lnTo>
                  <a:pt x="172" y="204"/>
                </a:lnTo>
                <a:lnTo>
                  <a:pt x="174" y="203"/>
                </a:lnTo>
                <a:lnTo>
                  <a:pt x="175" y="204"/>
                </a:lnTo>
                <a:lnTo>
                  <a:pt x="175" y="203"/>
                </a:lnTo>
                <a:lnTo>
                  <a:pt x="174" y="202"/>
                </a:lnTo>
                <a:lnTo>
                  <a:pt x="175" y="202"/>
                </a:lnTo>
                <a:lnTo>
                  <a:pt x="177" y="200"/>
                </a:lnTo>
                <a:lnTo>
                  <a:pt x="177" y="200"/>
                </a:lnTo>
                <a:lnTo>
                  <a:pt x="178" y="199"/>
                </a:lnTo>
                <a:lnTo>
                  <a:pt x="179" y="199"/>
                </a:lnTo>
                <a:lnTo>
                  <a:pt x="179" y="199"/>
                </a:lnTo>
                <a:lnTo>
                  <a:pt x="180" y="199"/>
                </a:lnTo>
                <a:lnTo>
                  <a:pt x="181" y="200"/>
                </a:lnTo>
                <a:lnTo>
                  <a:pt x="181" y="201"/>
                </a:lnTo>
                <a:lnTo>
                  <a:pt x="182" y="201"/>
                </a:lnTo>
                <a:lnTo>
                  <a:pt x="183" y="202"/>
                </a:lnTo>
                <a:lnTo>
                  <a:pt x="184" y="202"/>
                </a:lnTo>
                <a:lnTo>
                  <a:pt x="184" y="203"/>
                </a:lnTo>
                <a:lnTo>
                  <a:pt x="185" y="204"/>
                </a:lnTo>
                <a:lnTo>
                  <a:pt x="184" y="204"/>
                </a:lnTo>
                <a:lnTo>
                  <a:pt x="184" y="205"/>
                </a:lnTo>
                <a:lnTo>
                  <a:pt x="184" y="205"/>
                </a:lnTo>
                <a:lnTo>
                  <a:pt x="184" y="206"/>
                </a:lnTo>
                <a:lnTo>
                  <a:pt x="184" y="207"/>
                </a:lnTo>
                <a:lnTo>
                  <a:pt x="185" y="208"/>
                </a:lnTo>
                <a:lnTo>
                  <a:pt x="184" y="210"/>
                </a:lnTo>
                <a:lnTo>
                  <a:pt x="184" y="210"/>
                </a:lnTo>
                <a:lnTo>
                  <a:pt x="186" y="210"/>
                </a:lnTo>
                <a:lnTo>
                  <a:pt x="186" y="210"/>
                </a:lnTo>
                <a:lnTo>
                  <a:pt x="187" y="210"/>
                </a:lnTo>
                <a:lnTo>
                  <a:pt x="187" y="211"/>
                </a:lnTo>
                <a:lnTo>
                  <a:pt x="188" y="212"/>
                </a:lnTo>
                <a:lnTo>
                  <a:pt x="189" y="211"/>
                </a:lnTo>
                <a:lnTo>
                  <a:pt x="190" y="210"/>
                </a:lnTo>
                <a:lnTo>
                  <a:pt x="191" y="210"/>
                </a:lnTo>
                <a:lnTo>
                  <a:pt x="191" y="212"/>
                </a:lnTo>
                <a:lnTo>
                  <a:pt x="191" y="213"/>
                </a:lnTo>
                <a:lnTo>
                  <a:pt x="192" y="213"/>
                </a:lnTo>
                <a:lnTo>
                  <a:pt x="192" y="212"/>
                </a:lnTo>
                <a:lnTo>
                  <a:pt x="196" y="214"/>
                </a:lnTo>
                <a:lnTo>
                  <a:pt x="197" y="213"/>
                </a:lnTo>
                <a:lnTo>
                  <a:pt x="199" y="213"/>
                </a:lnTo>
                <a:lnTo>
                  <a:pt x="201" y="213"/>
                </a:lnTo>
                <a:lnTo>
                  <a:pt x="202" y="214"/>
                </a:lnTo>
                <a:lnTo>
                  <a:pt x="203" y="215"/>
                </a:lnTo>
                <a:lnTo>
                  <a:pt x="203" y="216"/>
                </a:lnTo>
                <a:lnTo>
                  <a:pt x="204" y="220"/>
                </a:lnTo>
                <a:lnTo>
                  <a:pt x="205" y="220"/>
                </a:lnTo>
                <a:lnTo>
                  <a:pt x="205" y="221"/>
                </a:lnTo>
                <a:lnTo>
                  <a:pt x="207" y="221"/>
                </a:lnTo>
                <a:lnTo>
                  <a:pt x="208" y="221"/>
                </a:lnTo>
                <a:lnTo>
                  <a:pt x="207" y="222"/>
                </a:lnTo>
                <a:lnTo>
                  <a:pt x="206" y="222"/>
                </a:lnTo>
                <a:lnTo>
                  <a:pt x="205" y="222"/>
                </a:lnTo>
                <a:lnTo>
                  <a:pt x="207" y="226"/>
                </a:lnTo>
                <a:lnTo>
                  <a:pt x="206" y="228"/>
                </a:lnTo>
                <a:lnTo>
                  <a:pt x="207" y="228"/>
                </a:lnTo>
                <a:lnTo>
                  <a:pt x="208" y="229"/>
                </a:lnTo>
                <a:lnTo>
                  <a:pt x="207" y="229"/>
                </a:lnTo>
                <a:lnTo>
                  <a:pt x="207" y="230"/>
                </a:lnTo>
                <a:lnTo>
                  <a:pt x="205" y="230"/>
                </a:lnTo>
                <a:lnTo>
                  <a:pt x="205" y="231"/>
                </a:lnTo>
                <a:lnTo>
                  <a:pt x="205" y="233"/>
                </a:lnTo>
                <a:lnTo>
                  <a:pt x="206" y="233"/>
                </a:lnTo>
                <a:lnTo>
                  <a:pt x="208" y="235"/>
                </a:lnTo>
                <a:lnTo>
                  <a:pt x="209" y="234"/>
                </a:lnTo>
                <a:lnTo>
                  <a:pt x="210" y="235"/>
                </a:lnTo>
                <a:lnTo>
                  <a:pt x="211" y="235"/>
                </a:lnTo>
                <a:lnTo>
                  <a:pt x="212" y="237"/>
                </a:lnTo>
                <a:lnTo>
                  <a:pt x="213" y="236"/>
                </a:lnTo>
                <a:lnTo>
                  <a:pt x="214" y="237"/>
                </a:lnTo>
                <a:lnTo>
                  <a:pt x="215" y="237"/>
                </a:lnTo>
                <a:lnTo>
                  <a:pt x="216" y="238"/>
                </a:lnTo>
                <a:lnTo>
                  <a:pt x="219" y="237"/>
                </a:lnTo>
                <a:lnTo>
                  <a:pt x="220" y="237"/>
                </a:lnTo>
                <a:lnTo>
                  <a:pt x="221" y="238"/>
                </a:lnTo>
                <a:lnTo>
                  <a:pt x="222" y="237"/>
                </a:lnTo>
                <a:lnTo>
                  <a:pt x="223" y="236"/>
                </a:lnTo>
                <a:lnTo>
                  <a:pt x="224" y="237"/>
                </a:lnTo>
                <a:lnTo>
                  <a:pt x="225" y="235"/>
                </a:lnTo>
                <a:lnTo>
                  <a:pt x="227" y="235"/>
                </a:lnTo>
                <a:lnTo>
                  <a:pt x="227" y="234"/>
                </a:lnTo>
                <a:lnTo>
                  <a:pt x="226" y="234"/>
                </a:lnTo>
                <a:lnTo>
                  <a:pt x="226" y="232"/>
                </a:lnTo>
                <a:lnTo>
                  <a:pt x="226" y="231"/>
                </a:lnTo>
                <a:lnTo>
                  <a:pt x="226" y="231"/>
                </a:lnTo>
                <a:lnTo>
                  <a:pt x="228" y="231"/>
                </a:lnTo>
                <a:lnTo>
                  <a:pt x="229" y="232"/>
                </a:lnTo>
                <a:lnTo>
                  <a:pt x="232" y="231"/>
                </a:lnTo>
                <a:lnTo>
                  <a:pt x="234" y="230"/>
                </a:lnTo>
                <a:lnTo>
                  <a:pt x="235" y="230"/>
                </a:lnTo>
                <a:lnTo>
                  <a:pt x="236" y="229"/>
                </a:lnTo>
                <a:lnTo>
                  <a:pt x="236" y="228"/>
                </a:lnTo>
                <a:lnTo>
                  <a:pt x="236" y="227"/>
                </a:lnTo>
                <a:lnTo>
                  <a:pt x="236" y="226"/>
                </a:lnTo>
                <a:lnTo>
                  <a:pt x="236" y="225"/>
                </a:lnTo>
                <a:lnTo>
                  <a:pt x="235" y="225"/>
                </a:lnTo>
                <a:lnTo>
                  <a:pt x="236" y="225"/>
                </a:lnTo>
                <a:lnTo>
                  <a:pt x="237" y="225"/>
                </a:lnTo>
                <a:lnTo>
                  <a:pt x="236" y="224"/>
                </a:lnTo>
                <a:lnTo>
                  <a:pt x="236" y="223"/>
                </a:lnTo>
                <a:lnTo>
                  <a:pt x="235" y="223"/>
                </a:lnTo>
                <a:lnTo>
                  <a:pt x="233" y="223"/>
                </a:lnTo>
                <a:lnTo>
                  <a:pt x="232" y="222"/>
                </a:lnTo>
                <a:lnTo>
                  <a:pt x="232" y="221"/>
                </a:lnTo>
                <a:lnTo>
                  <a:pt x="232" y="220"/>
                </a:lnTo>
                <a:lnTo>
                  <a:pt x="234" y="220"/>
                </a:lnTo>
                <a:lnTo>
                  <a:pt x="234" y="218"/>
                </a:lnTo>
                <a:lnTo>
                  <a:pt x="235" y="216"/>
                </a:lnTo>
                <a:lnTo>
                  <a:pt x="236" y="216"/>
                </a:lnTo>
                <a:lnTo>
                  <a:pt x="236" y="215"/>
                </a:lnTo>
                <a:lnTo>
                  <a:pt x="239" y="215"/>
                </a:lnTo>
                <a:lnTo>
                  <a:pt x="239" y="215"/>
                </a:lnTo>
                <a:lnTo>
                  <a:pt x="239" y="216"/>
                </a:lnTo>
                <a:lnTo>
                  <a:pt x="240" y="216"/>
                </a:lnTo>
                <a:lnTo>
                  <a:pt x="243" y="215"/>
                </a:lnTo>
                <a:lnTo>
                  <a:pt x="244" y="215"/>
                </a:lnTo>
                <a:lnTo>
                  <a:pt x="244" y="215"/>
                </a:lnTo>
                <a:lnTo>
                  <a:pt x="245" y="215"/>
                </a:lnTo>
                <a:lnTo>
                  <a:pt x="245" y="217"/>
                </a:lnTo>
                <a:lnTo>
                  <a:pt x="247" y="217"/>
                </a:lnTo>
                <a:lnTo>
                  <a:pt x="248" y="215"/>
                </a:lnTo>
                <a:lnTo>
                  <a:pt x="248" y="214"/>
                </a:lnTo>
                <a:lnTo>
                  <a:pt x="247" y="213"/>
                </a:lnTo>
                <a:lnTo>
                  <a:pt x="246" y="213"/>
                </a:lnTo>
                <a:lnTo>
                  <a:pt x="246" y="211"/>
                </a:lnTo>
                <a:lnTo>
                  <a:pt x="246" y="211"/>
                </a:lnTo>
                <a:lnTo>
                  <a:pt x="246" y="210"/>
                </a:lnTo>
                <a:lnTo>
                  <a:pt x="246" y="209"/>
                </a:lnTo>
                <a:lnTo>
                  <a:pt x="245" y="209"/>
                </a:lnTo>
                <a:lnTo>
                  <a:pt x="245" y="208"/>
                </a:lnTo>
                <a:lnTo>
                  <a:pt x="246" y="207"/>
                </a:lnTo>
                <a:lnTo>
                  <a:pt x="246" y="205"/>
                </a:lnTo>
                <a:lnTo>
                  <a:pt x="246" y="205"/>
                </a:lnTo>
                <a:lnTo>
                  <a:pt x="246" y="203"/>
                </a:lnTo>
                <a:lnTo>
                  <a:pt x="247" y="203"/>
                </a:lnTo>
                <a:lnTo>
                  <a:pt x="248" y="202"/>
                </a:lnTo>
                <a:lnTo>
                  <a:pt x="247" y="201"/>
                </a:lnTo>
                <a:lnTo>
                  <a:pt x="247" y="200"/>
                </a:lnTo>
                <a:lnTo>
                  <a:pt x="246" y="200"/>
                </a:lnTo>
                <a:lnTo>
                  <a:pt x="247" y="199"/>
                </a:lnTo>
                <a:lnTo>
                  <a:pt x="247" y="199"/>
                </a:lnTo>
                <a:lnTo>
                  <a:pt x="248" y="200"/>
                </a:lnTo>
                <a:lnTo>
                  <a:pt x="249" y="200"/>
                </a:lnTo>
                <a:lnTo>
                  <a:pt x="249" y="200"/>
                </a:lnTo>
                <a:lnTo>
                  <a:pt x="249" y="200"/>
                </a:lnTo>
                <a:lnTo>
                  <a:pt x="250" y="199"/>
                </a:lnTo>
                <a:lnTo>
                  <a:pt x="250" y="198"/>
                </a:lnTo>
                <a:lnTo>
                  <a:pt x="250" y="197"/>
                </a:lnTo>
                <a:lnTo>
                  <a:pt x="249" y="197"/>
                </a:lnTo>
                <a:lnTo>
                  <a:pt x="248" y="195"/>
                </a:lnTo>
                <a:lnTo>
                  <a:pt x="246" y="194"/>
                </a:lnTo>
                <a:lnTo>
                  <a:pt x="246" y="194"/>
                </a:lnTo>
                <a:lnTo>
                  <a:pt x="245" y="194"/>
                </a:lnTo>
                <a:lnTo>
                  <a:pt x="243" y="194"/>
                </a:lnTo>
                <a:lnTo>
                  <a:pt x="243" y="193"/>
                </a:lnTo>
                <a:lnTo>
                  <a:pt x="243" y="193"/>
                </a:lnTo>
                <a:lnTo>
                  <a:pt x="244" y="191"/>
                </a:lnTo>
                <a:lnTo>
                  <a:pt x="245" y="191"/>
                </a:lnTo>
                <a:lnTo>
                  <a:pt x="245" y="190"/>
                </a:lnTo>
                <a:lnTo>
                  <a:pt x="245" y="190"/>
                </a:lnTo>
                <a:lnTo>
                  <a:pt x="246" y="189"/>
                </a:lnTo>
                <a:lnTo>
                  <a:pt x="247" y="188"/>
                </a:lnTo>
                <a:lnTo>
                  <a:pt x="247" y="186"/>
                </a:lnTo>
                <a:lnTo>
                  <a:pt x="246" y="186"/>
                </a:lnTo>
                <a:lnTo>
                  <a:pt x="246" y="183"/>
                </a:lnTo>
                <a:lnTo>
                  <a:pt x="247" y="181"/>
                </a:lnTo>
                <a:lnTo>
                  <a:pt x="248" y="181"/>
                </a:lnTo>
                <a:lnTo>
                  <a:pt x="250" y="181"/>
                </a:lnTo>
                <a:lnTo>
                  <a:pt x="250" y="181"/>
                </a:lnTo>
                <a:lnTo>
                  <a:pt x="252" y="181"/>
                </a:lnTo>
                <a:lnTo>
                  <a:pt x="253" y="181"/>
                </a:lnTo>
                <a:lnTo>
                  <a:pt x="254" y="181"/>
                </a:lnTo>
                <a:lnTo>
                  <a:pt x="255" y="181"/>
                </a:lnTo>
                <a:lnTo>
                  <a:pt x="255" y="182"/>
                </a:lnTo>
                <a:lnTo>
                  <a:pt x="256" y="182"/>
                </a:lnTo>
                <a:lnTo>
                  <a:pt x="257" y="183"/>
                </a:lnTo>
                <a:lnTo>
                  <a:pt x="257" y="184"/>
                </a:lnTo>
                <a:lnTo>
                  <a:pt x="258" y="184"/>
                </a:lnTo>
                <a:lnTo>
                  <a:pt x="258" y="185"/>
                </a:lnTo>
                <a:lnTo>
                  <a:pt x="260" y="185"/>
                </a:lnTo>
                <a:lnTo>
                  <a:pt x="260" y="184"/>
                </a:lnTo>
                <a:lnTo>
                  <a:pt x="265" y="185"/>
                </a:lnTo>
                <a:lnTo>
                  <a:pt x="265" y="183"/>
                </a:lnTo>
                <a:lnTo>
                  <a:pt x="266" y="183"/>
                </a:lnTo>
                <a:lnTo>
                  <a:pt x="267" y="184"/>
                </a:lnTo>
                <a:lnTo>
                  <a:pt x="270" y="183"/>
                </a:lnTo>
                <a:lnTo>
                  <a:pt x="271" y="182"/>
                </a:lnTo>
                <a:lnTo>
                  <a:pt x="269" y="181"/>
                </a:lnTo>
                <a:lnTo>
                  <a:pt x="267" y="178"/>
                </a:lnTo>
                <a:lnTo>
                  <a:pt x="267" y="177"/>
                </a:lnTo>
                <a:lnTo>
                  <a:pt x="268" y="176"/>
                </a:lnTo>
                <a:lnTo>
                  <a:pt x="268" y="175"/>
                </a:lnTo>
                <a:lnTo>
                  <a:pt x="271" y="177"/>
                </a:lnTo>
                <a:lnTo>
                  <a:pt x="272" y="176"/>
                </a:lnTo>
                <a:lnTo>
                  <a:pt x="272" y="177"/>
                </a:lnTo>
                <a:lnTo>
                  <a:pt x="274" y="177"/>
                </a:lnTo>
                <a:lnTo>
                  <a:pt x="276" y="175"/>
                </a:lnTo>
                <a:lnTo>
                  <a:pt x="277" y="176"/>
                </a:lnTo>
                <a:lnTo>
                  <a:pt x="277" y="176"/>
                </a:lnTo>
                <a:lnTo>
                  <a:pt x="279" y="175"/>
                </a:lnTo>
                <a:lnTo>
                  <a:pt x="280" y="176"/>
                </a:lnTo>
                <a:lnTo>
                  <a:pt x="282" y="176"/>
                </a:lnTo>
                <a:lnTo>
                  <a:pt x="283" y="175"/>
                </a:lnTo>
                <a:lnTo>
                  <a:pt x="284" y="175"/>
                </a:lnTo>
                <a:lnTo>
                  <a:pt x="284" y="175"/>
                </a:lnTo>
                <a:lnTo>
                  <a:pt x="284" y="172"/>
                </a:lnTo>
                <a:lnTo>
                  <a:pt x="284" y="171"/>
                </a:lnTo>
                <a:lnTo>
                  <a:pt x="284" y="170"/>
                </a:lnTo>
                <a:lnTo>
                  <a:pt x="283" y="168"/>
                </a:lnTo>
                <a:lnTo>
                  <a:pt x="282" y="166"/>
                </a:lnTo>
                <a:lnTo>
                  <a:pt x="282" y="165"/>
                </a:lnTo>
                <a:lnTo>
                  <a:pt x="282" y="163"/>
                </a:lnTo>
                <a:lnTo>
                  <a:pt x="282" y="162"/>
                </a:lnTo>
                <a:lnTo>
                  <a:pt x="282" y="161"/>
                </a:lnTo>
                <a:lnTo>
                  <a:pt x="283" y="160"/>
                </a:lnTo>
                <a:lnTo>
                  <a:pt x="284" y="160"/>
                </a:lnTo>
                <a:lnTo>
                  <a:pt x="284" y="159"/>
                </a:lnTo>
                <a:lnTo>
                  <a:pt x="285" y="159"/>
                </a:lnTo>
                <a:lnTo>
                  <a:pt x="285" y="158"/>
                </a:lnTo>
                <a:lnTo>
                  <a:pt x="285" y="156"/>
                </a:lnTo>
                <a:lnTo>
                  <a:pt x="284" y="153"/>
                </a:lnTo>
                <a:lnTo>
                  <a:pt x="284" y="150"/>
                </a:lnTo>
                <a:lnTo>
                  <a:pt x="283" y="149"/>
                </a:lnTo>
                <a:lnTo>
                  <a:pt x="282" y="149"/>
                </a:lnTo>
                <a:lnTo>
                  <a:pt x="281" y="148"/>
                </a:lnTo>
                <a:lnTo>
                  <a:pt x="281" y="149"/>
                </a:lnTo>
                <a:lnTo>
                  <a:pt x="281" y="150"/>
                </a:lnTo>
                <a:lnTo>
                  <a:pt x="280" y="150"/>
                </a:lnTo>
                <a:lnTo>
                  <a:pt x="279" y="149"/>
                </a:lnTo>
                <a:lnTo>
                  <a:pt x="279" y="148"/>
                </a:lnTo>
                <a:lnTo>
                  <a:pt x="278" y="147"/>
                </a:lnTo>
                <a:lnTo>
                  <a:pt x="277" y="147"/>
                </a:lnTo>
                <a:lnTo>
                  <a:pt x="276" y="146"/>
                </a:lnTo>
                <a:lnTo>
                  <a:pt x="276" y="145"/>
                </a:lnTo>
                <a:lnTo>
                  <a:pt x="276" y="145"/>
                </a:lnTo>
                <a:lnTo>
                  <a:pt x="275" y="147"/>
                </a:lnTo>
                <a:lnTo>
                  <a:pt x="274" y="146"/>
                </a:lnTo>
                <a:lnTo>
                  <a:pt x="273" y="146"/>
                </a:lnTo>
                <a:lnTo>
                  <a:pt x="273" y="146"/>
                </a:lnTo>
                <a:lnTo>
                  <a:pt x="272" y="145"/>
                </a:lnTo>
                <a:lnTo>
                  <a:pt x="272" y="145"/>
                </a:lnTo>
                <a:lnTo>
                  <a:pt x="272" y="144"/>
                </a:lnTo>
                <a:lnTo>
                  <a:pt x="271" y="145"/>
                </a:lnTo>
                <a:lnTo>
                  <a:pt x="271" y="144"/>
                </a:lnTo>
                <a:lnTo>
                  <a:pt x="270" y="143"/>
                </a:lnTo>
                <a:lnTo>
                  <a:pt x="266" y="141"/>
                </a:lnTo>
                <a:lnTo>
                  <a:pt x="266" y="141"/>
                </a:lnTo>
                <a:lnTo>
                  <a:pt x="265" y="141"/>
                </a:lnTo>
                <a:lnTo>
                  <a:pt x="264" y="141"/>
                </a:lnTo>
                <a:lnTo>
                  <a:pt x="264" y="140"/>
                </a:lnTo>
                <a:lnTo>
                  <a:pt x="263" y="139"/>
                </a:lnTo>
                <a:lnTo>
                  <a:pt x="261" y="139"/>
                </a:lnTo>
                <a:lnTo>
                  <a:pt x="260" y="139"/>
                </a:lnTo>
                <a:lnTo>
                  <a:pt x="260" y="139"/>
                </a:lnTo>
                <a:lnTo>
                  <a:pt x="259" y="135"/>
                </a:lnTo>
                <a:lnTo>
                  <a:pt x="258" y="135"/>
                </a:lnTo>
                <a:lnTo>
                  <a:pt x="257" y="134"/>
                </a:lnTo>
                <a:lnTo>
                  <a:pt x="256" y="135"/>
                </a:lnTo>
                <a:lnTo>
                  <a:pt x="254" y="134"/>
                </a:lnTo>
                <a:lnTo>
                  <a:pt x="254" y="135"/>
                </a:lnTo>
                <a:lnTo>
                  <a:pt x="254" y="135"/>
                </a:lnTo>
                <a:lnTo>
                  <a:pt x="252" y="134"/>
                </a:lnTo>
                <a:lnTo>
                  <a:pt x="252" y="135"/>
                </a:lnTo>
                <a:lnTo>
                  <a:pt x="252" y="135"/>
                </a:lnTo>
                <a:lnTo>
                  <a:pt x="250" y="134"/>
                </a:lnTo>
                <a:lnTo>
                  <a:pt x="250" y="135"/>
                </a:lnTo>
                <a:lnTo>
                  <a:pt x="250" y="135"/>
                </a:lnTo>
                <a:lnTo>
                  <a:pt x="249" y="135"/>
                </a:lnTo>
                <a:lnTo>
                  <a:pt x="248" y="134"/>
                </a:lnTo>
                <a:lnTo>
                  <a:pt x="248" y="135"/>
                </a:lnTo>
                <a:lnTo>
                  <a:pt x="247" y="134"/>
                </a:lnTo>
                <a:lnTo>
                  <a:pt x="247" y="134"/>
                </a:lnTo>
                <a:lnTo>
                  <a:pt x="248" y="137"/>
                </a:lnTo>
                <a:lnTo>
                  <a:pt x="248" y="138"/>
                </a:lnTo>
                <a:lnTo>
                  <a:pt x="247" y="138"/>
                </a:lnTo>
                <a:lnTo>
                  <a:pt x="247" y="139"/>
                </a:lnTo>
                <a:lnTo>
                  <a:pt x="246" y="138"/>
                </a:lnTo>
                <a:lnTo>
                  <a:pt x="246" y="139"/>
                </a:lnTo>
                <a:lnTo>
                  <a:pt x="247" y="139"/>
                </a:lnTo>
                <a:lnTo>
                  <a:pt x="247" y="140"/>
                </a:lnTo>
                <a:lnTo>
                  <a:pt x="247" y="140"/>
                </a:lnTo>
                <a:lnTo>
                  <a:pt x="248" y="141"/>
                </a:lnTo>
                <a:lnTo>
                  <a:pt x="247" y="143"/>
                </a:lnTo>
                <a:lnTo>
                  <a:pt x="248" y="144"/>
                </a:lnTo>
                <a:lnTo>
                  <a:pt x="247" y="143"/>
                </a:lnTo>
                <a:lnTo>
                  <a:pt x="245" y="144"/>
                </a:lnTo>
                <a:lnTo>
                  <a:pt x="246" y="144"/>
                </a:lnTo>
                <a:lnTo>
                  <a:pt x="245" y="145"/>
                </a:lnTo>
                <a:lnTo>
                  <a:pt x="245" y="146"/>
                </a:lnTo>
                <a:lnTo>
                  <a:pt x="244" y="146"/>
                </a:lnTo>
                <a:lnTo>
                  <a:pt x="245" y="147"/>
                </a:lnTo>
                <a:lnTo>
                  <a:pt x="244" y="147"/>
                </a:lnTo>
                <a:lnTo>
                  <a:pt x="243" y="147"/>
                </a:lnTo>
                <a:lnTo>
                  <a:pt x="243" y="148"/>
                </a:lnTo>
                <a:lnTo>
                  <a:pt x="243" y="147"/>
                </a:lnTo>
                <a:lnTo>
                  <a:pt x="243" y="148"/>
                </a:lnTo>
                <a:lnTo>
                  <a:pt x="246" y="149"/>
                </a:lnTo>
                <a:lnTo>
                  <a:pt x="245" y="151"/>
                </a:lnTo>
                <a:lnTo>
                  <a:pt x="245" y="152"/>
                </a:lnTo>
                <a:lnTo>
                  <a:pt x="245" y="153"/>
                </a:lnTo>
                <a:lnTo>
                  <a:pt x="245" y="153"/>
                </a:lnTo>
                <a:lnTo>
                  <a:pt x="246" y="154"/>
                </a:lnTo>
                <a:lnTo>
                  <a:pt x="246" y="154"/>
                </a:lnTo>
                <a:lnTo>
                  <a:pt x="248" y="154"/>
                </a:lnTo>
                <a:lnTo>
                  <a:pt x="249" y="154"/>
                </a:lnTo>
                <a:lnTo>
                  <a:pt x="249" y="155"/>
                </a:lnTo>
                <a:lnTo>
                  <a:pt x="250" y="155"/>
                </a:lnTo>
                <a:lnTo>
                  <a:pt x="251" y="155"/>
                </a:lnTo>
                <a:lnTo>
                  <a:pt x="254" y="158"/>
                </a:lnTo>
                <a:lnTo>
                  <a:pt x="253" y="160"/>
                </a:lnTo>
                <a:lnTo>
                  <a:pt x="254" y="160"/>
                </a:lnTo>
                <a:lnTo>
                  <a:pt x="253" y="161"/>
                </a:lnTo>
                <a:lnTo>
                  <a:pt x="253" y="161"/>
                </a:lnTo>
                <a:lnTo>
                  <a:pt x="253" y="162"/>
                </a:lnTo>
                <a:lnTo>
                  <a:pt x="253" y="162"/>
                </a:lnTo>
                <a:lnTo>
                  <a:pt x="252" y="163"/>
                </a:lnTo>
                <a:lnTo>
                  <a:pt x="253" y="164"/>
                </a:lnTo>
                <a:lnTo>
                  <a:pt x="253" y="166"/>
                </a:lnTo>
                <a:lnTo>
                  <a:pt x="252" y="165"/>
                </a:lnTo>
                <a:lnTo>
                  <a:pt x="252" y="166"/>
                </a:lnTo>
                <a:lnTo>
                  <a:pt x="251" y="166"/>
                </a:lnTo>
                <a:lnTo>
                  <a:pt x="251" y="167"/>
                </a:lnTo>
                <a:lnTo>
                  <a:pt x="250" y="166"/>
                </a:lnTo>
                <a:lnTo>
                  <a:pt x="250" y="167"/>
                </a:lnTo>
                <a:lnTo>
                  <a:pt x="249" y="166"/>
                </a:lnTo>
                <a:lnTo>
                  <a:pt x="248" y="167"/>
                </a:lnTo>
                <a:lnTo>
                  <a:pt x="248" y="167"/>
                </a:lnTo>
                <a:lnTo>
                  <a:pt x="248" y="166"/>
                </a:lnTo>
                <a:lnTo>
                  <a:pt x="247" y="166"/>
                </a:lnTo>
                <a:lnTo>
                  <a:pt x="247" y="166"/>
                </a:lnTo>
                <a:close/>
              </a:path>
            </a:pathLst>
          </a:custGeom>
          <a:solidFill>
            <a:srgbClr val="4A80C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118996" y="3461409"/>
            <a:ext cx="1590424" cy="1141514"/>
          </a:xfrm>
          <a:custGeom>
            <a:avLst/>
            <a:gdLst/>
            <a:ahLst/>
            <a:cxnLst/>
            <a:rect l="l" t="t" r="r" b="b"/>
            <a:pathLst>
              <a:path w="248" h="178">
                <a:moveTo>
                  <a:pt x="243" y="77"/>
                </a:moveTo>
                <a:lnTo>
                  <a:pt x="243" y="74"/>
                </a:lnTo>
                <a:lnTo>
                  <a:pt x="243" y="74"/>
                </a:lnTo>
                <a:lnTo>
                  <a:pt x="242" y="72"/>
                </a:lnTo>
                <a:lnTo>
                  <a:pt x="242" y="72"/>
                </a:lnTo>
                <a:lnTo>
                  <a:pt x="242" y="71"/>
                </a:lnTo>
                <a:lnTo>
                  <a:pt x="242" y="71"/>
                </a:lnTo>
                <a:lnTo>
                  <a:pt x="240" y="70"/>
                </a:lnTo>
                <a:lnTo>
                  <a:pt x="240" y="69"/>
                </a:lnTo>
                <a:lnTo>
                  <a:pt x="240" y="68"/>
                </a:lnTo>
                <a:lnTo>
                  <a:pt x="240" y="68"/>
                </a:lnTo>
                <a:lnTo>
                  <a:pt x="241" y="67"/>
                </a:lnTo>
                <a:lnTo>
                  <a:pt x="242" y="67"/>
                </a:lnTo>
                <a:lnTo>
                  <a:pt x="240" y="65"/>
                </a:lnTo>
                <a:lnTo>
                  <a:pt x="239" y="65"/>
                </a:lnTo>
                <a:lnTo>
                  <a:pt x="239" y="64"/>
                </a:lnTo>
                <a:lnTo>
                  <a:pt x="237" y="63"/>
                </a:lnTo>
                <a:lnTo>
                  <a:pt x="238" y="62"/>
                </a:lnTo>
                <a:lnTo>
                  <a:pt x="238" y="60"/>
                </a:lnTo>
                <a:lnTo>
                  <a:pt x="239" y="60"/>
                </a:lnTo>
                <a:lnTo>
                  <a:pt x="241" y="60"/>
                </a:lnTo>
                <a:lnTo>
                  <a:pt x="240" y="58"/>
                </a:lnTo>
                <a:lnTo>
                  <a:pt x="238" y="57"/>
                </a:lnTo>
                <a:lnTo>
                  <a:pt x="237" y="55"/>
                </a:lnTo>
                <a:lnTo>
                  <a:pt x="237" y="55"/>
                </a:lnTo>
                <a:lnTo>
                  <a:pt x="235" y="53"/>
                </a:lnTo>
                <a:lnTo>
                  <a:pt x="235" y="53"/>
                </a:lnTo>
                <a:lnTo>
                  <a:pt x="233" y="52"/>
                </a:lnTo>
                <a:lnTo>
                  <a:pt x="232" y="51"/>
                </a:lnTo>
                <a:lnTo>
                  <a:pt x="231" y="51"/>
                </a:lnTo>
                <a:lnTo>
                  <a:pt x="232" y="49"/>
                </a:lnTo>
                <a:lnTo>
                  <a:pt x="230" y="47"/>
                </a:lnTo>
                <a:lnTo>
                  <a:pt x="230" y="47"/>
                </a:lnTo>
                <a:lnTo>
                  <a:pt x="230" y="46"/>
                </a:lnTo>
                <a:lnTo>
                  <a:pt x="230" y="45"/>
                </a:lnTo>
                <a:lnTo>
                  <a:pt x="229" y="45"/>
                </a:lnTo>
                <a:lnTo>
                  <a:pt x="226" y="47"/>
                </a:lnTo>
                <a:lnTo>
                  <a:pt x="226" y="46"/>
                </a:lnTo>
                <a:lnTo>
                  <a:pt x="224" y="45"/>
                </a:lnTo>
                <a:lnTo>
                  <a:pt x="224" y="44"/>
                </a:lnTo>
                <a:lnTo>
                  <a:pt x="223" y="43"/>
                </a:lnTo>
                <a:lnTo>
                  <a:pt x="220" y="42"/>
                </a:lnTo>
                <a:lnTo>
                  <a:pt x="219" y="43"/>
                </a:lnTo>
                <a:lnTo>
                  <a:pt x="218" y="43"/>
                </a:lnTo>
                <a:lnTo>
                  <a:pt x="217" y="42"/>
                </a:lnTo>
                <a:lnTo>
                  <a:pt x="216" y="42"/>
                </a:lnTo>
                <a:lnTo>
                  <a:pt x="215" y="41"/>
                </a:lnTo>
                <a:lnTo>
                  <a:pt x="214" y="40"/>
                </a:lnTo>
                <a:lnTo>
                  <a:pt x="214" y="40"/>
                </a:lnTo>
                <a:lnTo>
                  <a:pt x="212" y="38"/>
                </a:lnTo>
                <a:lnTo>
                  <a:pt x="211" y="38"/>
                </a:lnTo>
                <a:lnTo>
                  <a:pt x="210" y="38"/>
                </a:lnTo>
                <a:lnTo>
                  <a:pt x="210" y="37"/>
                </a:lnTo>
                <a:lnTo>
                  <a:pt x="211" y="36"/>
                </a:lnTo>
                <a:lnTo>
                  <a:pt x="211" y="35"/>
                </a:lnTo>
                <a:lnTo>
                  <a:pt x="211" y="35"/>
                </a:lnTo>
                <a:lnTo>
                  <a:pt x="211" y="34"/>
                </a:lnTo>
                <a:lnTo>
                  <a:pt x="210" y="35"/>
                </a:lnTo>
                <a:lnTo>
                  <a:pt x="209" y="35"/>
                </a:lnTo>
                <a:lnTo>
                  <a:pt x="208" y="33"/>
                </a:lnTo>
                <a:lnTo>
                  <a:pt x="207" y="32"/>
                </a:lnTo>
                <a:lnTo>
                  <a:pt x="206" y="32"/>
                </a:lnTo>
                <a:lnTo>
                  <a:pt x="205" y="32"/>
                </a:lnTo>
                <a:lnTo>
                  <a:pt x="204" y="32"/>
                </a:lnTo>
                <a:lnTo>
                  <a:pt x="203" y="31"/>
                </a:lnTo>
                <a:lnTo>
                  <a:pt x="203" y="32"/>
                </a:lnTo>
                <a:lnTo>
                  <a:pt x="203" y="32"/>
                </a:lnTo>
                <a:lnTo>
                  <a:pt x="202" y="31"/>
                </a:lnTo>
                <a:lnTo>
                  <a:pt x="202" y="31"/>
                </a:lnTo>
                <a:lnTo>
                  <a:pt x="201" y="30"/>
                </a:lnTo>
                <a:lnTo>
                  <a:pt x="201" y="30"/>
                </a:lnTo>
                <a:lnTo>
                  <a:pt x="200" y="29"/>
                </a:lnTo>
                <a:lnTo>
                  <a:pt x="200" y="29"/>
                </a:lnTo>
                <a:lnTo>
                  <a:pt x="199" y="28"/>
                </a:lnTo>
                <a:lnTo>
                  <a:pt x="198" y="27"/>
                </a:lnTo>
                <a:lnTo>
                  <a:pt x="197" y="26"/>
                </a:lnTo>
                <a:lnTo>
                  <a:pt x="197" y="26"/>
                </a:lnTo>
                <a:lnTo>
                  <a:pt x="196" y="26"/>
                </a:lnTo>
                <a:lnTo>
                  <a:pt x="196" y="26"/>
                </a:lnTo>
                <a:lnTo>
                  <a:pt x="195" y="27"/>
                </a:lnTo>
                <a:lnTo>
                  <a:pt x="196" y="28"/>
                </a:lnTo>
                <a:lnTo>
                  <a:pt x="197" y="28"/>
                </a:lnTo>
                <a:lnTo>
                  <a:pt x="197" y="30"/>
                </a:lnTo>
                <a:lnTo>
                  <a:pt x="198" y="30"/>
                </a:lnTo>
                <a:lnTo>
                  <a:pt x="198" y="33"/>
                </a:lnTo>
                <a:lnTo>
                  <a:pt x="197" y="32"/>
                </a:lnTo>
                <a:lnTo>
                  <a:pt x="196" y="31"/>
                </a:lnTo>
                <a:lnTo>
                  <a:pt x="189" y="27"/>
                </a:lnTo>
                <a:lnTo>
                  <a:pt x="187" y="25"/>
                </a:lnTo>
                <a:lnTo>
                  <a:pt x="187" y="23"/>
                </a:lnTo>
                <a:lnTo>
                  <a:pt x="186" y="23"/>
                </a:lnTo>
                <a:lnTo>
                  <a:pt x="184" y="21"/>
                </a:lnTo>
                <a:lnTo>
                  <a:pt x="182" y="19"/>
                </a:lnTo>
                <a:lnTo>
                  <a:pt x="180" y="16"/>
                </a:lnTo>
                <a:lnTo>
                  <a:pt x="180" y="15"/>
                </a:lnTo>
                <a:lnTo>
                  <a:pt x="179" y="14"/>
                </a:lnTo>
                <a:lnTo>
                  <a:pt x="178" y="14"/>
                </a:lnTo>
                <a:lnTo>
                  <a:pt x="177" y="13"/>
                </a:lnTo>
                <a:lnTo>
                  <a:pt x="175" y="12"/>
                </a:lnTo>
                <a:lnTo>
                  <a:pt x="175" y="12"/>
                </a:lnTo>
                <a:lnTo>
                  <a:pt x="174" y="12"/>
                </a:lnTo>
                <a:lnTo>
                  <a:pt x="173" y="14"/>
                </a:lnTo>
                <a:lnTo>
                  <a:pt x="172" y="14"/>
                </a:lnTo>
                <a:lnTo>
                  <a:pt x="172" y="14"/>
                </a:lnTo>
                <a:lnTo>
                  <a:pt x="171" y="15"/>
                </a:lnTo>
                <a:lnTo>
                  <a:pt x="170" y="14"/>
                </a:lnTo>
                <a:lnTo>
                  <a:pt x="169" y="14"/>
                </a:lnTo>
                <a:lnTo>
                  <a:pt x="168" y="12"/>
                </a:lnTo>
                <a:lnTo>
                  <a:pt x="167" y="12"/>
                </a:lnTo>
                <a:lnTo>
                  <a:pt x="166" y="12"/>
                </a:lnTo>
                <a:lnTo>
                  <a:pt x="166" y="14"/>
                </a:lnTo>
                <a:lnTo>
                  <a:pt x="165" y="15"/>
                </a:lnTo>
                <a:lnTo>
                  <a:pt x="165" y="16"/>
                </a:lnTo>
                <a:lnTo>
                  <a:pt x="162" y="18"/>
                </a:lnTo>
                <a:lnTo>
                  <a:pt x="161" y="16"/>
                </a:lnTo>
                <a:lnTo>
                  <a:pt x="156" y="13"/>
                </a:lnTo>
                <a:lnTo>
                  <a:pt x="156" y="12"/>
                </a:lnTo>
                <a:lnTo>
                  <a:pt x="153" y="10"/>
                </a:lnTo>
                <a:lnTo>
                  <a:pt x="152" y="9"/>
                </a:lnTo>
                <a:lnTo>
                  <a:pt x="151" y="9"/>
                </a:lnTo>
                <a:lnTo>
                  <a:pt x="151" y="9"/>
                </a:lnTo>
                <a:lnTo>
                  <a:pt x="150" y="8"/>
                </a:lnTo>
                <a:lnTo>
                  <a:pt x="147" y="7"/>
                </a:lnTo>
                <a:lnTo>
                  <a:pt x="144" y="7"/>
                </a:lnTo>
                <a:lnTo>
                  <a:pt x="144" y="8"/>
                </a:lnTo>
                <a:lnTo>
                  <a:pt x="144" y="9"/>
                </a:lnTo>
                <a:lnTo>
                  <a:pt x="143" y="13"/>
                </a:lnTo>
                <a:lnTo>
                  <a:pt x="143" y="14"/>
                </a:lnTo>
                <a:lnTo>
                  <a:pt x="143" y="16"/>
                </a:lnTo>
                <a:lnTo>
                  <a:pt x="144" y="17"/>
                </a:lnTo>
                <a:lnTo>
                  <a:pt x="144" y="17"/>
                </a:lnTo>
                <a:lnTo>
                  <a:pt x="144" y="18"/>
                </a:lnTo>
                <a:lnTo>
                  <a:pt x="144" y="19"/>
                </a:lnTo>
                <a:lnTo>
                  <a:pt x="144" y="21"/>
                </a:lnTo>
                <a:lnTo>
                  <a:pt x="142" y="21"/>
                </a:lnTo>
                <a:lnTo>
                  <a:pt x="140" y="20"/>
                </a:lnTo>
                <a:lnTo>
                  <a:pt x="140" y="21"/>
                </a:lnTo>
                <a:lnTo>
                  <a:pt x="139" y="21"/>
                </a:lnTo>
                <a:lnTo>
                  <a:pt x="140" y="22"/>
                </a:lnTo>
                <a:lnTo>
                  <a:pt x="139" y="22"/>
                </a:lnTo>
                <a:lnTo>
                  <a:pt x="138" y="22"/>
                </a:lnTo>
                <a:lnTo>
                  <a:pt x="137" y="23"/>
                </a:lnTo>
                <a:lnTo>
                  <a:pt x="138" y="23"/>
                </a:lnTo>
                <a:lnTo>
                  <a:pt x="138" y="24"/>
                </a:lnTo>
                <a:lnTo>
                  <a:pt x="136" y="25"/>
                </a:lnTo>
                <a:lnTo>
                  <a:pt x="137" y="28"/>
                </a:lnTo>
                <a:lnTo>
                  <a:pt x="133" y="27"/>
                </a:lnTo>
                <a:lnTo>
                  <a:pt x="132" y="27"/>
                </a:lnTo>
                <a:lnTo>
                  <a:pt x="131" y="27"/>
                </a:lnTo>
                <a:lnTo>
                  <a:pt x="130" y="29"/>
                </a:lnTo>
                <a:lnTo>
                  <a:pt x="130" y="29"/>
                </a:lnTo>
                <a:lnTo>
                  <a:pt x="130" y="30"/>
                </a:lnTo>
                <a:lnTo>
                  <a:pt x="129" y="29"/>
                </a:lnTo>
                <a:lnTo>
                  <a:pt x="129" y="29"/>
                </a:lnTo>
                <a:lnTo>
                  <a:pt x="127" y="28"/>
                </a:lnTo>
                <a:lnTo>
                  <a:pt x="126" y="29"/>
                </a:lnTo>
                <a:lnTo>
                  <a:pt x="124" y="27"/>
                </a:lnTo>
                <a:lnTo>
                  <a:pt x="123" y="26"/>
                </a:lnTo>
                <a:lnTo>
                  <a:pt x="123" y="26"/>
                </a:lnTo>
                <a:lnTo>
                  <a:pt x="122" y="24"/>
                </a:lnTo>
                <a:lnTo>
                  <a:pt x="121" y="24"/>
                </a:lnTo>
                <a:lnTo>
                  <a:pt x="120" y="23"/>
                </a:lnTo>
                <a:lnTo>
                  <a:pt x="117" y="25"/>
                </a:lnTo>
                <a:lnTo>
                  <a:pt x="116" y="25"/>
                </a:lnTo>
                <a:lnTo>
                  <a:pt x="116" y="25"/>
                </a:lnTo>
                <a:lnTo>
                  <a:pt x="116" y="25"/>
                </a:lnTo>
                <a:lnTo>
                  <a:pt x="115" y="25"/>
                </a:lnTo>
                <a:lnTo>
                  <a:pt x="113" y="24"/>
                </a:lnTo>
                <a:lnTo>
                  <a:pt x="112" y="24"/>
                </a:lnTo>
                <a:lnTo>
                  <a:pt x="112" y="24"/>
                </a:lnTo>
                <a:lnTo>
                  <a:pt x="111" y="23"/>
                </a:lnTo>
                <a:lnTo>
                  <a:pt x="110" y="22"/>
                </a:lnTo>
                <a:lnTo>
                  <a:pt x="109" y="22"/>
                </a:lnTo>
                <a:lnTo>
                  <a:pt x="108" y="21"/>
                </a:lnTo>
                <a:lnTo>
                  <a:pt x="106" y="21"/>
                </a:lnTo>
                <a:lnTo>
                  <a:pt x="106" y="22"/>
                </a:lnTo>
                <a:lnTo>
                  <a:pt x="102" y="21"/>
                </a:lnTo>
                <a:lnTo>
                  <a:pt x="100" y="22"/>
                </a:lnTo>
                <a:lnTo>
                  <a:pt x="100" y="22"/>
                </a:lnTo>
                <a:lnTo>
                  <a:pt x="100" y="20"/>
                </a:lnTo>
                <a:lnTo>
                  <a:pt x="98" y="12"/>
                </a:lnTo>
                <a:lnTo>
                  <a:pt x="90" y="12"/>
                </a:lnTo>
                <a:lnTo>
                  <a:pt x="88" y="12"/>
                </a:lnTo>
                <a:lnTo>
                  <a:pt x="88" y="10"/>
                </a:lnTo>
                <a:lnTo>
                  <a:pt x="90" y="10"/>
                </a:lnTo>
                <a:lnTo>
                  <a:pt x="90" y="9"/>
                </a:lnTo>
                <a:lnTo>
                  <a:pt x="89" y="9"/>
                </a:lnTo>
                <a:lnTo>
                  <a:pt x="87" y="7"/>
                </a:lnTo>
                <a:lnTo>
                  <a:pt x="79" y="7"/>
                </a:lnTo>
                <a:lnTo>
                  <a:pt x="78" y="6"/>
                </a:lnTo>
                <a:lnTo>
                  <a:pt x="79" y="4"/>
                </a:lnTo>
                <a:lnTo>
                  <a:pt x="78" y="2"/>
                </a:lnTo>
                <a:lnTo>
                  <a:pt x="78" y="1"/>
                </a:lnTo>
                <a:lnTo>
                  <a:pt x="77" y="0"/>
                </a:lnTo>
                <a:lnTo>
                  <a:pt x="76" y="1"/>
                </a:lnTo>
                <a:lnTo>
                  <a:pt x="75" y="1"/>
                </a:lnTo>
                <a:lnTo>
                  <a:pt x="74" y="0"/>
                </a:lnTo>
                <a:lnTo>
                  <a:pt x="73" y="1"/>
                </a:lnTo>
                <a:lnTo>
                  <a:pt x="68" y="1"/>
                </a:lnTo>
                <a:lnTo>
                  <a:pt x="67" y="1"/>
                </a:lnTo>
                <a:lnTo>
                  <a:pt x="66" y="2"/>
                </a:lnTo>
                <a:lnTo>
                  <a:pt x="65" y="2"/>
                </a:lnTo>
                <a:lnTo>
                  <a:pt x="65" y="3"/>
                </a:lnTo>
                <a:lnTo>
                  <a:pt x="64" y="3"/>
                </a:lnTo>
                <a:lnTo>
                  <a:pt x="62" y="3"/>
                </a:lnTo>
                <a:lnTo>
                  <a:pt x="61" y="3"/>
                </a:lnTo>
                <a:lnTo>
                  <a:pt x="57" y="4"/>
                </a:lnTo>
                <a:lnTo>
                  <a:pt x="55" y="4"/>
                </a:lnTo>
                <a:lnTo>
                  <a:pt x="55" y="4"/>
                </a:lnTo>
                <a:lnTo>
                  <a:pt x="48" y="5"/>
                </a:lnTo>
                <a:lnTo>
                  <a:pt x="45" y="6"/>
                </a:lnTo>
                <a:lnTo>
                  <a:pt x="44" y="6"/>
                </a:lnTo>
                <a:lnTo>
                  <a:pt x="35" y="7"/>
                </a:lnTo>
                <a:lnTo>
                  <a:pt x="34" y="6"/>
                </a:lnTo>
                <a:lnTo>
                  <a:pt x="33" y="6"/>
                </a:lnTo>
                <a:lnTo>
                  <a:pt x="33" y="7"/>
                </a:lnTo>
                <a:lnTo>
                  <a:pt x="33" y="8"/>
                </a:lnTo>
                <a:lnTo>
                  <a:pt x="33" y="8"/>
                </a:lnTo>
                <a:lnTo>
                  <a:pt x="30" y="8"/>
                </a:lnTo>
                <a:lnTo>
                  <a:pt x="30" y="9"/>
                </a:lnTo>
                <a:lnTo>
                  <a:pt x="29" y="10"/>
                </a:lnTo>
                <a:lnTo>
                  <a:pt x="24" y="9"/>
                </a:lnTo>
                <a:lnTo>
                  <a:pt x="24" y="9"/>
                </a:lnTo>
                <a:lnTo>
                  <a:pt x="23" y="11"/>
                </a:lnTo>
                <a:lnTo>
                  <a:pt x="24" y="11"/>
                </a:lnTo>
                <a:lnTo>
                  <a:pt x="25" y="11"/>
                </a:lnTo>
                <a:lnTo>
                  <a:pt x="24" y="12"/>
                </a:lnTo>
                <a:lnTo>
                  <a:pt x="26" y="15"/>
                </a:lnTo>
                <a:lnTo>
                  <a:pt x="27" y="15"/>
                </a:lnTo>
                <a:lnTo>
                  <a:pt x="27" y="14"/>
                </a:lnTo>
                <a:lnTo>
                  <a:pt x="30" y="14"/>
                </a:lnTo>
                <a:lnTo>
                  <a:pt x="30" y="16"/>
                </a:lnTo>
                <a:lnTo>
                  <a:pt x="28" y="27"/>
                </a:lnTo>
                <a:lnTo>
                  <a:pt x="32" y="30"/>
                </a:lnTo>
                <a:lnTo>
                  <a:pt x="34" y="32"/>
                </a:lnTo>
                <a:lnTo>
                  <a:pt x="34" y="33"/>
                </a:lnTo>
                <a:lnTo>
                  <a:pt x="34" y="33"/>
                </a:lnTo>
                <a:lnTo>
                  <a:pt x="35" y="34"/>
                </a:lnTo>
                <a:lnTo>
                  <a:pt x="36" y="34"/>
                </a:lnTo>
                <a:lnTo>
                  <a:pt x="37" y="34"/>
                </a:lnTo>
                <a:lnTo>
                  <a:pt x="37" y="35"/>
                </a:lnTo>
                <a:lnTo>
                  <a:pt x="38" y="38"/>
                </a:lnTo>
                <a:lnTo>
                  <a:pt x="38" y="39"/>
                </a:lnTo>
                <a:lnTo>
                  <a:pt x="38" y="41"/>
                </a:lnTo>
                <a:lnTo>
                  <a:pt x="40" y="42"/>
                </a:lnTo>
                <a:lnTo>
                  <a:pt x="40" y="45"/>
                </a:lnTo>
                <a:lnTo>
                  <a:pt x="37" y="45"/>
                </a:lnTo>
                <a:lnTo>
                  <a:pt x="37" y="45"/>
                </a:lnTo>
                <a:lnTo>
                  <a:pt x="36" y="46"/>
                </a:lnTo>
                <a:lnTo>
                  <a:pt x="35" y="46"/>
                </a:lnTo>
                <a:lnTo>
                  <a:pt x="35" y="47"/>
                </a:lnTo>
                <a:lnTo>
                  <a:pt x="34" y="47"/>
                </a:lnTo>
                <a:lnTo>
                  <a:pt x="31" y="46"/>
                </a:lnTo>
                <a:lnTo>
                  <a:pt x="29" y="48"/>
                </a:lnTo>
                <a:lnTo>
                  <a:pt x="29" y="48"/>
                </a:lnTo>
                <a:lnTo>
                  <a:pt x="29" y="50"/>
                </a:lnTo>
                <a:lnTo>
                  <a:pt x="29" y="51"/>
                </a:lnTo>
                <a:lnTo>
                  <a:pt x="28" y="51"/>
                </a:lnTo>
                <a:lnTo>
                  <a:pt x="28" y="52"/>
                </a:lnTo>
                <a:lnTo>
                  <a:pt x="28" y="52"/>
                </a:lnTo>
                <a:lnTo>
                  <a:pt x="28" y="53"/>
                </a:lnTo>
                <a:lnTo>
                  <a:pt x="28" y="54"/>
                </a:lnTo>
                <a:lnTo>
                  <a:pt x="30" y="54"/>
                </a:lnTo>
                <a:lnTo>
                  <a:pt x="30" y="54"/>
                </a:lnTo>
                <a:lnTo>
                  <a:pt x="31" y="55"/>
                </a:lnTo>
                <a:lnTo>
                  <a:pt x="33" y="56"/>
                </a:lnTo>
                <a:lnTo>
                  <a:pt x="33" y="58"/>
                </a:lnTo>
                <a:lnTo>
                  <a:pt x="33" y="58"/>
                </a:lnTo>
                <a:lnTo>
                  <a:pt x="32" y="60"/>
                </a:lnTo>
                <a:lnTo>
                  <a:pt x="33" y="61"/>
                </a:lnTo>
                <a:lnTo>
                  <a:pt x="33" y="62"/>
                </a:lnTo>
                <a:lnTo>
                  <a:pt x="33" y="63"/>
                </a:lnTo>
                <a:lnTo>
                  <a:pt x="33" y="64"/>
                </a:lnTo>
                <a:lnTo>
                  <a:pt x="34" y="65"/>
                </a:lnTo>
                <a:lnTo>
                  <a:pt x="33" y="66"/>
                </a:lnTo>
                <a:lnTo>
                  <a:pt x="31" y="65"/>
                </a:lnTo>
                <a:lnTo>
                  <a:pt x="30" y="67"/>
                </a:lnTo>
                <a:lnTo>
                  <a:pt x="28" y="67"/>
                </a:lnTo>
                <a:lnTo>
                  <a:pt x="27" y="65"/>
                </a:lnTo>
                <a:lnTo>
                  <a:pt x="25" y="64"/>
                </a:lnTo>
                <a:lnTo>
                  <a:pt x="24" y="64"/>
                </a:lnTo>
                <a:lnTo>
                  <a:pt x="23" y="63"/>
                </a:lnTo>
                <a:lnTo>
                  <a:pt x="21" y="63"/>
                </a:lnTo>
                <a:lnTo>
                  <a:pt x="18" y="62"/>
                </a:lnTo>
                <a:lnTo>
                  <a:pt x="16" y="61"/>
                </a:lnTo>
                <a:lnTo>
                  <a:pt x="17" y="60"/>
                </a:lnTo>
                <a:lnTo>
                  <a:pt x="14" y="59"/>
                </a:lnTo>
                <a:lnTo>
                  <a:pt x="15" y="59"/>
                </a:lnTo>
                <a:lnTo>
                  <a:pt x="14" y="60"/>
                </a:lnTo>
                <a:lnTo>
                  <a:pt x="14" y="61"/>
                </a:lnTo>
                <a:lnTo>
                  <a:pt x="13" y="62"/>
                </a:lnTo>
                <a:lnTo>
                  <a:pt x="12" y="63"/>
                </a:lnTo>
                <a:lnTo>
                  <a:pt x="9" y="63"/>
                </a:lnTo>
                <a:lnTo>
                  <a:pt x="8" y="62"/>
                </a:lnTo>
                <a:lnTo>
                  <a:pt x="6" y="63"/>
                </a:lnTo>
                <a:lnTo>
                  <a:pt x="4" y="63"/>
                </a:lnTo>
                <a:lnTo>
                  <a:pt x="3" y="62"/>
                </a:lnTo>
                <a:lnTo>
                  <a:pt x="3" y="63"/>
                </a:lnTo>
                <a:lnTo>
                  <a:pt x="3" y="64"/>
                </a:lnTo>
                <a:lnTo>
                  <a:pt x="3" y="65"/>
                </a:lnTo>
                <a:lnTo>
                  <a:pt x="5" y="67"/>
                </a:lnTo>
                <a:lnTo>
                  <a:pt x="5" y="67"/>
                </a:lnTo>
                <a:lnTo>
                  <a:pt x="9" y="67"/>
                </a:lnTo>
                <a:lnTo>
                  <a:pt x="9" y="68"/>
                </a:lnTo>
                <a:lnTo>
                  <a:pt x="8" y="69"/>
                </a:lnTo>
                <a:lnTo>
                  <a:pt x="8" y="69"/>
                </a:lnTo>
                <a:lnTo>
                  <a:pt x="8" y="70"/>
                </a:lnTo>
                <a:lnTo>
                  <a:pt x="7" y="72"/>
                </a:lnTo>
                <a:lnTo>
                  <a:pt x="7" y="72"/>
                </a:lnTo>
                <a:lnTo>
                  <a:pt x="8" y="73"/>
                </a:lnTo>
                <a:lnTo>
                  <a:pt x="7" y="74"/>
                </a:lnTo>
                <a:lnTo>
                  <a:pt x="7" y="74"/>
                </a:lnTo>
                <a:lnTo>
                  <a:pt x="6" y="74"/>
                </a:lnTo>
                <a:lnTo>
                  <a:pt x="6" y="75"/>
                </a:lnTo>
                <a:lnTo>
                  <a:pt x="7" y="75"/>
                </a:lnTo>
                <a:lnTo>
                  <a:pt x="7" y="76"/>
                </a:lnTo>
                <a:lnTo>
                  <a:pt x="5" y="77"/>
                </a:lnTo>
                <a:lnTo>
                  <a:pt x="5" y="77"/>
                </a:lnTo>
                <a:lnTo>
                  <a:pt x="4" y="78"/>
                </a:lnTo>
                <a:lnTo>
                  <a:pt x="2" y="78"/>
                </a:lnTo>
                <a:lnTo>
                  <a:pt x="2" y="79"/>
                </a:lnTo>
                <a:lnTo>
                  <a:pt x="2" y="79"/>
                </a:lnTo>
                <a:lnTo>
                  <a:pt x="2" y="80"/>
                </a:lnTo>
                <a:lnTo>
                  <a:pt x="1" y="81"/>
                </a:lnTo>
                <a:lnTo>
                  <a:pt x="1" y="83"/>
                </a:lnTo>
                <a:lnTo>
                  <a:pt x="3" y="84"/>
                </a:lnTo>
                <a:lnTo>
                  <a:pt x="2" y="88"/>
                </a:lnTo>
                <a:lnTo>
                  <a:pt x="2" y="89"/>
                </a:lnTo>
                <a:lnTo>
                  <a:pt x="3" y="89"/>
                </a:lnTo>
                <a:lnTo>
                  <a:pt x="4" y="88"/>
                </a:lnTo>
                <a:lnTo>
                  <a:pt x="5" y="89"/>
                </a:lnTo>
                <a:lnTo>
                  <a:pt x="6" y="89"/>
                </a:lnTo>
                <a:lnTo>
                  <a:pt x="6" y="89"/>
                </a:lnTo>
                <a:lnTo>
                  <a:pt x="6" y="90"/>
                </a:lnTo>
                <a:lnTo>
                  <a:pt x="6" y="90"/>
                </a:lnTo>
                <a:lnTo>
                  <a:pt x="7" y="91"/>
                </a:lnTo>
                <a:lnTo>
                  <a:pt x="6" y="92"/>
                </a:lnTo>
                <a:lnTo>
                  <a:pt x="5" y="93"/>
                </a:lnTo>
                <a:lnTo>
                  <a:pt x="4" y="93"/>
                </a:lnTo>
                <a:lnTo>
                  <a:pt x="4" y="94"/>
                </a:lnTo>
                <a:lnTo>
                  <a:pt x="5" y="95"/>
                </a:lnTo>
                <a:lnTo>
                  <a:pt x="4" y="96"/>
                </a:lnTo>
                <a:lnTo>
                  <a:pt x="5" y="97"/>
                </a:lnTo>
                <a:lnTo>
                  <a:pt x="5" y="99"/>
                </a:lnTo>
                <a:lnTo>
                  <a:pt x="4" y="101"/>
                </a:lnTo>
                <a:lnTo>
                  <a:pt x="5" y="102"/>
                </a:lnTo>
                <a:lnTo>
                  <a:pt x="5" y="102"/>
                </a:lnTo>
                <a:lnTo>
                  <a:pt x="4" y="103"/>
                </a:lnTo>
                <a:lnTo>
                  <a:pt x="4" y="104"/>
                </a:lnTo>
                <a:lnTo>
                  <a:pt x="3" y="106"/>
                </a:lnTo>
                <a:lnTo>
                  <a:pt x="2" y="106"/>
                </a:lnTo>
                <a:lnTo>
                  <a:pt x="2" y="107"/>
                </a:lnTo>
                <a:lnTo>
                  <a:pt x="1" y="106"/>
                </a:lnTo>
                <a:lnTo>
                  <a:pt x="0" y="107"/>
                </a:lnTo>
                <a:lnTo>
                  <a:pt x="0" y="108"/>
                </a:lnTo>
                <a:lnTo>
                  <a:pt x="0" y="108"/>
                </a:lnTo>
                <a:lnTo>
                  <a:pt x="0" y="109"/>
                </a:lnTo>
                <a:lnTo>
                  <a:pt x="0" y="110"/>
                </a:lnTo>
                <a:lnTo>
                  <a:pt x="2" y="112"/>
                </a:lnTo>
                <a:lnTo>
                  <a:pt x="3" y="113"/>
                </a:lnTo>
                <a:lnTo>
                  <a:pt x="4" y="114"/>
                </a:lnTo>
                <a:lnTo>
                  <a:pt x="4" y="114"/>
                </a:lnTo>
                <a:lnTo>
                  <a:pt x="4" y="115"/>
                </a:lnTo>
                <a:lnTo>
                  <a:pt x="4" y="116"/>
                </a:lnTo>
                <a:lnTo>
                  <a:pt x="5" y="116"/>
                </a:lnTo>
                <a:lnTo>
                  <a:pt x="5" y="117"/>
                </a:lnTo>
                <a:lnTo>
                  <a:pt x="5" y="117"/>
                </a:lnTo>
                <a:lnTo>
                  <a:pt x="5" y="119"/>
                </a:lnTo>
                <a:lnTo>
                  <a:pt x="5" y="120"/>
                </a:lnTo>
                <a:lnTo>
                  <a:pt x="6" y="121"/>
                </a:lnTo>
                <a:lnTo>
                  <a:pt x="6" y="122"/>
                </a:lnTo>
                <a:lnTo>
                  <a:pt x="9" y="124"/>
                </a:lnTo>
                <a:lnTo>
                  <a:pt x="10" y="127"/>
                </a:lnTo>
                <a:lnTo>
                  <a:pt x="11" y="128"/>
                </a:lnTo>
                <a:lnTo>
                  <a:pt x="13" y="128"/>
                </a:lnTo>
                <a:lnTo>
                  <a:pt x="16" y="131"/>
                </a:lnTo>
                <a:lnTo>
                  <a:pt x="17" y="131"/>
                </a:lnTo>
                <a:lnTo>
                  <a:pt x="18" y="132"/>
                </a:lnTo>
                <a:lnTo>
                  <a:pt x="20" y="132"/>
                </a:lnTo>
                <a:lnTo>
                  <a:pt x="20" y="133"/>
                </a:lnTo>
                <a:lnTo>
                  <a:pt x="20" y="132"/>
                </a:lnTo>
                <a:lnTo>
                  <a:pt x="22" y="133"/>
                </a:lnTo>
                <a:lnTo>
                  <a:pt x="23" y="133"/>
                </a:lnTo>
                <a:lnTo>
                  <a:pt x="24" y="134"/>
                </a:lnTo>
                <a:lnTo>
                  <a:pt x="25" y="133"/>
                </a:lnTo>
                <a:lnTo>
                  <a:pt x="25" y="133"/>
                </a:lnTo>
                <a:lnTo>
                  <a:pt x="26" y="133"/>
                </a:lnTo>
                <a:lnTo>
                  <a:pt x="30" y="135"/>
                </a:lnTo>
                <a:lnTo>
                  <a:pt x="31" y="134"/>
                </a:lnTo>
                <a:lnTo>
                  <a:pt x="32" y="134"/>
                </a:lnTo>
                <a:lnTo>
                  <a:pt x="32" y="136"/>
                </a:lnTo>
                <a:lnTo>
                  <a:pt x="36" y="139"/>
                </a:lnTo>
                <a:lnTo>
                  <a:pt x="37" y="139"/>
                </a:lnTo>
                <a:lnTo>
                  <a:pt x="37" y="140"/>
                </a:lnTo>
                <a:lnTo>
                  <a:pt x="38" y="140"/>
                </a:lnTo>
                <a:lnTo>
                  <a:pt x="38" y="142"/>
                </a:lnTo>
                <a:lnTo>
                  <a:pt x="42" y="141"/>
                </a:lnTo>
                <a:lnTo>
                  <a:pt x="43" y="141"/>
                </a:lnTo>
                <a:lnTo>
                  <a:pt x="44" y="142"/>
                </a:lnTo>
                <a:lnTo>
                  <a:pt x="43" y="143"/>
                </a:lnTo>
                <a:lnTo>
                  <a:pt x="43" y="143"/>
                </a:lnTo>
                <a:lnTo>
                  <a:pt x="43" y="144"/>
                </a:lnTo>
                <a:lnTo>
                  <a:pt x="44" y="145"/>
                </a:lnTo>
                <a:lnTo>
                  <a:pt x="45" y="144"/>
                </a:lnTo>
                <a:lnTo>
                  <a:pt x="45" y="145"/>
                </a:lnTo>
                <a:lnTo>
                  <a:pt x="46" y="144"/>
                </a:lnTo>
                <a:lnTo>
                  <a:pt x="47" y="145"/>
                </a:lnTo>
                <a:lnTo>
                  <a:pt x="48" y="144"/>
                </a:lnTo>
                <a:lnTo>
                  <a:pt x="48" y="145"/>
                </a:lnTo>
                <a:lnTo>
                  <a:pt x="51" y="146"/>
                </a:lnTo>
                <a:lnTo>
                  <a:pt x="51" y="146"/>
                </a:lnTo>
                <a:lnTo>
                  <a:pt x="52" y="145"/>
                </a:lnTo>
                <a:lnTo>
                  <a:pt x="54" y="146"/>
                </a:lnTo>
                <a:lnTo>
                  <a:pt x="54" y="146"/>
                </a:lnTo>
                <a:lnTo>
                  <a:pt x="55" y="147"/>
                </a:lnTo>
                <a:lnTo>
                  <a:pt x="58" y="146"/>
                </a:lnTo>
                <a:lnTo>
                  <a:pt x="59" y="149"/>
                </a:lnTo>
                <a:lnTo>
                  <a:pt x="60" y="149"/>
                </a:lnTo>
                <a:lnTo>
                  <a:pt x="61" y="148"/>
                </a:lnTo>
                <a:lnTo>
                  <a:pt x="62" y="148"/>
                </a:lnTo>
                <a:lnTo>
                  <a:pt x="62" y="149"/>
                </a:lnTo>
                <a:lnTo>
                  <a:pt x="63" y="149"/>
                </a:lnTo>
                <a:lnTo>
                  <a:pt x="63" y="150"/>
                </a:lnTo>
                <a:lnTo>
                  <a:pt x="64" y="152"/>
                </a:lnTo>
                <a:lnTo>
                  <a:pt x="65" y="151"/>
                </a:lnTo>
                <a:lnTo>
                  <a:pt x="66" y="151"/>
                </a:lnTo>
                <a:lnTo>
                  <a:pt x="66" y="152"/>
                </a:lnTo>
                <a:lnTo>
                  <a:pt x="66" y="153"/>
                </a:lnTo>
                <a:lnTo>
                  <a:pt x="67" y="153"/>
                </a:lnTo>
                <a:lnTo>
                  <a:pt x="69" y="152"/>
                </a:lnTo>
                <a:lnTo>
                  <a:pt x="69" y="151"/>
                </a:lnTo>
                <a:lnTo>
                  <a:pt x="71" y="151"/>
                </a:lnTo>
                <a:lnTo>
                  <a:pt x="72" y="152"/>
                </a:lnTo>
                <a:lnTo>
                  <a:pt x="73" y="154"/>
                </a:lnTo>
                <a:lnTo>
                  <a:pt x="75" y="154"/>
                </a:lnTo>
                <a:lnTo>
                  <a:pt x="75" y="155"/>
                </a:lnTo>
                <a:lnTo>
                  <a:pt x="76" y="155"/>
                </a:lnTo>
                <a:lnTo>
                  <a:pt x="77" y="154"/>
                </a:lnTo>
                <a:lnTo>
                  <a:pt x="77" y="155"/>
                </a:lnTo>
                <a:lnTo>
                  <a:pt x="78" y="155"/>
                </a:lnTo>
                <a:lnTo>
                  <a:pt x="79" y="155"/>
                </a:lnTo>
                <a:lnTo>
                  <a:pt x="79" y="154"/>
                </a:lnTo>
                <a:lnTo>
                  <a:pt x="81" y="154"/>
                </a:lnTo>
                <a:lnTo>
                  <a:pt x="81" y="154"/>
                </a:lnTo>
                <a:lnTo>
                  <a:pt x="83" y="154"/>
                </a:lnTo>
                <a:lnTo>
                  <a:pt x="83" y="152"/>
                </a:lnTo>
                <a:lnTo>
                  <a:pt x="84" y="153"/>
                </a:lnTo>
                <a:lnTo>
                  <a:pt x="85" y="153"/>
                </a:lnTo>
                <a:lnTo>
                  <a:pt x="85" y="152"/>
                </a:lnTo>
                <a:lnTo>
                  <a:pt x="86" y="153"/>
                </a:lnTo>
                <a:lnTo>
                  <a:pt x="88" y="151"/>
                </a:lnTo>
                <a:lnTo>
                  <a:pt x="90" y="153"/>
                </a:lnTo>
                <a:lnTo>
                  <a:pt x="90" y="155"/>
                </a:lnTo>
                <a:lnTo>
                  <a:pt x="91" y="155"/>
                </a:lnTo>
                <a:lnTo>
                  <a:pt x="91" y="156"/>
                </a:lnTo>
                <a:lnTo>
                  <a:pt x="92" y="156"/>
                </a:lnTo>
                <a:lnTo>
                  <a:pt x="92" y="156"/>
                </a:lnTo>
                <a:lnTo>
                  <a:pt x="93" y="157"/>
                </a:lnTo>
                <a:lnTo>
                  <a:pt x="93" y="158"/>
                </a:lnTo>
                <a:lnTo>
                  <a:pt x="94" y="157"/>
                </a:lnTo>
                <a:lnTo>
                  <a:pt x="96" y="159"/>
                </a:lnTo>
                <a:lnTo>
                  <a:pt x="98" y="158"/>
                </a:lnTo>
                <a:lnTo>
                  <a:pt x="98" y="159"/>
                </a:lnTo>
                <a:lnTo>
                  <a:pt x="99" y="160"/>
                </a:lnTo>
                <a:lnTo>
                  <a:pt x="96" y="160"/>
                </a:lnTo>
                <a:lnTo>
                  <a:pt x="95" y="161"/>
                </a:lnTo>
                <a:lnTo>
                  <a:pt x="96" y="161"/>
                </a:lnTo>
                <a:lnTo>
                  <a:pt x="98" y="161"/>
                </a:lnTo>
                <a:lnTo>
                  <a:pt x="98" y="160"/>
                </a:lnTo>
                <a:lnTo>
                  <a:pt x="99" y="160"/>
                </a:lnTo>
                <a:lnTo>
                  <a:pt x="99" y="163"/>
                </a:lnTo>
                <a:lnTo>
                  <a:pt x="100" y="164"/>
                </a:lnTo>
                <a:lnTo>
                  <a:pt x="101" y="164"/>
                </a:lnTo>
                <a:lnTo>
                  <a:pt x="101" y="164"/>
                </a:lnTo>
                <a:lnTo>
                  <a:pt x="101" y="164"/>
                </a:lnTo>
                <a:lnTo>
                  <a:pt x="102" y="164"/>
                </a:lnTo>
                <a:lnTo>
                  <a:pt x="102" y="166"/>
                </a:lnTo>
                <a:lnTo>
                  <a:pt x="101" y="167"/>
                </a:lnTo>
                <a:lnTo>
                  <a:pt x="102" y="168"/>
                </a:lnTo>
                <a:lnTo>
                  <a:pt x="101" y="168"/>
                </a:lnTo>
                <a:lnTo>
                  <a:pt x="100" y="169"/>
                </a:lnTo>
                <a:lnTo>
                  <a:pt x="100" y="169"/>
                </a:lnTo>
                <a:lnTo>
                  <a:pt x="101" y="170"/>
                </a:lnTo>
                <a:lnTo>
                  <a:pt x="101" y="172"/>
                </a:lnTo>
                <a:lnTo>
                  <a:pt x="102" y="174"/>
                </a:lnTo>
                <a:lnTo>
                  <a:pt x="103" y="174"/>
                </a:lnTo>
                <a:lnTo>
                  <a:pt x="105" y="173"/>
                </a:lnTo>
                <a:lnTo>
                  <a:pt x="107" y="174"/>
                </a:lnTo>
                <a:lnTo>
                  <a:pt x="108" y="176"/>
                </a:lnTo>
                <a:lnTo>
                  <a:pt x="110" y="173"/>
                </a:lnTo>
                <a:lnTo>
                  <a:pt x="111" y="173"/>
                </a:lnTo>
                <a:lnTo>
                  <a:pt x="111" y="174"/>
                </a:lnTo>
                <a:lnTo>
                  <a:pt x="113" y="175"/>
                </a:lnTo>
                <a:lnTo>
                  <a:pt x="114" y="176"/>
                </a:lnTo>
                <a:lnTo>
                  <a:pt x="114" y="178"/>
                </a:lnTo>
                <a:lnTo>
                  <a:pt x="115" y="178"/>
                </a:lnTo>
                <a:lnTo>
                  <a:pt x="116" y="176"/>
                </a:lnTo>
                <a:lnTo>
                  <a:pt x="116" y="175"/>
                </a:lnTo>
                <a:lnTo>
                  <a:pt x="116" y="175"/>
                </a:lnTo>
                <a:lnTo>
                  <a:pt x="115" y="174"/>
                </a:lnTo>
                <a:lnTo>
                  <a:pt x="115" y="173"/>
                </a:lnTo>
                <a:lnTo>
                  <a:pt x="116" y="173"/>
                </a:lnTo>
                <a:lnTo>
                  <a:pt x="116" y="172"/>
                </a:lnTo>
                <a:lnTo>
                  <a:pt x="116" y="171"/>
                </a:lnTo>
                <a:lnTo>
                  <a:pt x="117" y="171"/>
                </a:lnTo>
                <a:lnTo>
                  <a:pt x="119" y="171"/>
                </a:lnTo>
                <a:lnTo>
                  <a:pt x="120" y="174"/>
                </a:lnTo>
                <a:lnTo>
                  <a:pt x="122" y="176"/>
                </a:lnTo>
                <a:lnTo>
                  <a:pt x="123" y="176"/>
                </a:lnTo>
                <a:lnTo>
                  <a:pt x="124" y="177"/>
                </a:lnTo>
                <a:lnTo>
                  <a:pt x="125" y="176"/>
                </a:lnTo>
                <a:lnTo>
                  <a:pt x="125" y="177"/>
                </a:lnTo>
                <a:lnTo>
                  <a:pt x="126" y="178"/>
                </a:lnTo>
                <a:lnTo>
                  <a:pt x="127" y="177"/>
                </a:lnTo>
                <a:lnTo>
                  <a:pt x="126" y="174"/>
                </a:lnTo>
                <a:lnTo>
                  <a:pt x="126" y="173"/>
                </a:lnTo>
                <a:lnTo>
                  <a:pt x="127" y="173"/>
                </a:lnTo>
                <a:lnTo>
                  <a:pt x="126" y="171"/>
                </a:lnTo>
                <a:lnTo>
                  <a:pt x="126" y="170"/>
                </a:lnTo>
                <a:lnTo>
                  <a:pt x="126" y="170"/>
                </a:lnTo>
                <a:lnTo>
                  <a:pt x="128" y="170"/>
                </a:lnTo>
                <a:lnTo>
                  <a:pt x="128" y="171"/>
                </a:lnTo>
                <a:lnTo>
                  <a:pt x="128" y="170"/>
                </a:lnTo>
                <a:lnTo>
                  <a:pt x="129" y="170"/>
                </a:lnTo>
                <a:lnTo>
                  <a:pt x="130" y="171"/>
                </a:lnTo>
                <a:lnTo>
                  <a:pt x="130" y="170"/>
                </a:lnTo>
                <a:lnTo>
                  <a:pt x="130" y="169"/>
                </a:lnTo>
                <a:lnTo>
                  <a:pt x="131" y="169"/>
                </a:lnTo>
                <a:lnTo>
                  <a:pt x="132" y="169"/>
                </a:lnTo>
                <a:lnTo>
                  <a:pt x="134" y="170"/>
                </a:lnTo>
                <a:lnTo>
                  <a:pt x="135" y="170"/>
                </a:lnTo>
                <a:lnTo>
                  <a:pt x="135" y="170"/>
                </a:lnTo>
                <a:lnTo>
                  <a:pt x="136" y="169"/>
                </a:lnTo>
                <a:lnTo>
                  <a:pt x="135" y="169"/>
                </a:lnTo>
                <a:lnTo>
                  <a:pt x="135" y="168"/>
                </a:lnTo>
                <a:lnTo>
                  <a:pt x="136" y="169"/>
                </a:lnTo>
                <a:lnTo>
                  <a:pt x="137" y="169"/>
                </a:lnTo>
                <a:lnTo>
                  <a:pt x="137" y="169"/>
                </a:lnTo>
                <a:lnTo>
                  <a:pt x="137" y="168"/>
                </a:lnTo>
                <a:lnTo>
                  <a:pt x="136" y="168"/>
                </a:lnTo>
                <a:lnTo>
                  <a:pt x="136" y="167"/>
                </a:lnTo>
                <a:lnTo>
                  <a:pt x="137" y="164"/>
                </a:lnTo>
                <a:lnTo>
                  <a:pt x="138" y="164"/>
                </a:lnTo>
                <a:lnTo>
                  <a:pt x="139" y="165"/>
                </a:lnTo>
                <a:lnTo>
                  <a:pt x="139" y="164"/>
                </a:lnTo>
                <a:lnTo>
                  <a:pt x="140" y="164"/>
                </a:lnTo>
                <a:lnTo>
                  <a:pt x="139" y="161"/>
                </a:lnTo>
                <a:lnTo>
                  <a:pt x="138" y="161"/>
                </a:lnTo>
                <a:lnTo>
                  <a:pt x="139" y="160"/>
                </a:lnTo>
                <a:lnTo>
                  <a:pt x="138" y="159"/>
                </a:lnTo>
                <a:lnTo>
                  <a:pt x="138" y="159"/>
                </a:lnTo>
                <a:lnTo>
                  <a:pt x="141" y="158"/>
                </a:lnTo>
                <a:lnTo>
                  <a:pt x="141" y="159"/>
                </a:lnTo>
                <a:lnTo>
                  <a:pt x="146" y="160"/>
                </a:lnTo>
                <a:lnTo>
                  <a:pt x="144" y="158"/>
                </a:lnTo>
                <a:lnTo>
                  <a:pt x="144" y="157"/>
                </a:lnTo>
                <a:lnTo>
                  <a:pt x="142" y="157"/>
                </a:lnTo>
                <a:lnTo>
                  <a:pt x="141" y="156"/>
                </a:lnTo>
                <a:lnTo>
                  <a:pt x="140" y="155"/>
                </a:lnTo>
                <a:lnTo>
                  <a:pt x="140" y="153"/>
                </a:lnTo>
                <a:lnTo>
                  <a:pt x="140" y="151"/>
                </a:lnTo>
                <a:lnTo>
                  <a:pt x="139" y="151"/>
                </a:lnTo>
                <a:lnTo>
                  <a:pt x="140" y="149"/>
                </a:lnTo>
                <a:lnTo>
                  <a:pt x="143" y="149"/>
                </a:lnTo>
                <a:lnTo>
                  <a:pt x="142" y="148"/>
                </a:lnTo>
                <a:lnTo>
                  <a:pt x="143" y="148"/>
                </a:lnTo>
                <a:lnTo>
                  <a:pt x="143" y="146"/>
                </a:lnTo>
                <a:lnTo>
                  <a:pt x="142" y="146"/>
                </a:lnTo>
                <a:lnTo>
                  <a:pt x="142" y="145"/>
                </a:lnTo>
                <a:lnTo>
                  <a:pt x="145" y="143"/>
                </a:lnTo>
                <a:lnTo>
                  <a:pt x="145" y="141"/>
                </a:lnTo>
                <a:lnTo>
                  <a:pt x="146" y="141"/>
                </a:lnTo>
                <a:lnTo>
                  <a:pt x="148" y="140"/>
                </a:lnTo>
                <a:lnTo>
                  <a:pt x="145" y="138"/>
                </a:lnTo>
                <a:lnTo>
                  <a:pt x="144" y="138"/>
                </a:lnTo>
                <a:lnTo>
                  <a:pt x="143" y="137"/>
                </a:lnTo>
                <a:lnTo>
                  <a:pt x="144" y="135"/>
                </a:lnTo>
                <a:lnTo>
                  <a:pt x="142" y="135"/>
                </a:lnTo>
                <a:lnTo>
                  <a:pt x="142" y="135"/>
                </a:lnTo>
                <a:lnTo>
                  <a:pt x="142" y="133"/>
                </a:lnTo>
                <a:lnTo>
                  <a:pt x="142" y="131"/>
                </a:lnTo>
                <a:lnTo>
                  <a:pt x="141" y="129"/>
                </a:lnTo>
                <a:lnTo>
                  <a:pt x="142" y="129"/>
                </a:lnTo>
                <a:lnTo>
                  <a:pt x="142" y="128"/>
                </a:lnTo>
                <a:lnTo>
                  <a:pt x="143" y="128"/>
                </a:lnTo>
                <a:lnTo>
                  <a:pt x="146" y="128"/>
                </a:lnTo>
                <a:lnTo>
                  <a:pt x="146" y="128"/>
                </a:lnTo>
                <a:lnTo>
                  <a:pt x="147" y="127"/>
                </a:lnTo>
                <a:lnTo>
                  <a:pt x="147" y="126"/>
                </a:lnTo>
                <a:lnTo>
                  <a:pt x="148" y="125"/>
                </a:lnTo>
                <a:lnTo>
                  <a:pt x="147" y="123"/>
                </a:lnTo>
                <a:lnTo>
                  <a:pt x="149" y="123"/>
                </a:lnTo>
                <a:lnTo>
                  <a:pt x="150" y="121"/>
                </a:lnTo>
                <a:lnTo>
                  <a:pt x="152" y="122"/>
                </a:lnTo>
                <a:lnTo>
                  <a:pt x="153" y="122"/>
                </a:lnTo>
                <a:lnTo>
                  <a:pt x="154" y="124"/>
                </a:lnTo>
                <a:lnTo>
                  <a:pt x="155" y="124"/>
                </a:lnTo>
                <a:lnTo>
                  <a:pt x="157" y="125"/>
                </a:lnTo>
                <a:lnTo>
                  <a:pt x="161" y="125"/>
                </a:lnTo>
                <a:lnTo>
                  <a:pt x="161" y="126"/>
                </a:lnTo>
                <a:lnTo>
                  <a:pt x="161" y="126"/>
                </a:lnTo>
                <a:lnTo>
                  <a:pt x="161" y="127"/>
                </a:lnTo>
                <a:lnTo>
                  <a:pt x="161" y="128"/>
                </a:lnTo>
                <a:lnTo>
                  <a:pt x="161" y="129"/>
                </a:lnTo>
                <a:lnTo>
                  <a:pt x="160" y="130"/>
                </a:lnTo>
                <a:lnTo>
                  <a:pt x="161" y="131"/>
                </a:lnTo>
                <a:lnTo>
                  <a:pt x="161" y="130"/>
                </a:lnTo>
                <a:lnTo>
                  <a:pt x="162" y="132"/>
                </a:lnTo>
                <a:lnTo>
                  <a:pt x="162" y="132"/>
                </a:lnTo>
                <a:lnTo>
                  <a:pt x="163" y="133"/>
                </a:lnTo>
                <a:lnTo>
                  <a:pt x="165" y="135"/>
                </a:lnTo>
                <a:lnTo>
                  <a:pt x="164" y="135"/>
                </a:lnTo>
                <a:lnTo>
                  <a:pt x="164" y="136"/>
                </a:lnTo>
                <a:lnTo>
                  <a:pt x="165" y="136"/>
                </a:lnTo>
                <a:lnTo>
                  <a:pt x="164" y="138"/>
                </a:lnTo>
                <a:lnTo>
                  <a:pt x="166" y="139"/>
                </a:lnTo>
                <a:lnTo>
                  <a:pt x="166" y="139"/>
                </a:lnTo>
                <a:lnTo>
                  <a:pt x="166" y="141"/>
                </a:lnTo>
                <a:lnTo>
                  <a:pt x="167" y="142"/>
                </a:lnTo>
                <a:lnTo>
                  <a:pt x="166" y="144"/>
                </a:lnTo>
                <a:lnTo>
                  <a:pt x="167" y="144"/>
                </a:lnTo>
                <a:lnTo>
                  <a:pt x="167" y="145"/>
                </a:lnTo>
                <a:lnTo>
                  <a:pt x="168" y="147"/>
                </a:lnTo>
                <a:lnTo>
                  <a:pt x="171" y="149"/>
                </a:lnTo>
                <a:lnTo>
                  <a:pt x="171" y="148"/>
                </a:lnTo>
                <a:lnTo>
                  <a:pt x="172" y="149"/>
                </a:lnTo>
                <a:lnTo>
                  <a:pt x="173" y="150"/>
                </a:lnTo>
                <a:lnTo>
                  <a:pt x="174" y="150"/>
                </a:lnTo>
                <a:lnTo>
                  <a:pt x="175" y="151"/>
                </a:lnTo>
                <a:lnTo>
                  <a:pt x="175" y="154"/>
                </a:lnTo>
                <a:lnTo>
                  <a:pt x="177" y="153"/>
                </a:lnTo>
                <a:lnTo>
                  <a:pt x="180" y="155"/>
                </a:lnTo>
                <a:lnTo>
                  <a:pt x="181" y="156"/>
                </a:lnTo>
                <a:lnTo>
                  <a:pt x="183" y="156"/>
                </a:lnTo>
                <a:lnTo>
                  <a:pt x="183" y="157"/>
                </a:lnTo>
                <a:lnTo>
                  <a:pt x="184" y="156"/>
                </a:lnTo>
                <a:lnTo>
                  <a:pt x="185" y="154"/>
                </a:lnTo>
                <a:lnTo>
                  <a:pt x="184" y="153"/>
                </a:lnTo>
                <a:lnTo>
                  <a:pt x="185" y="152"/>
                </a:lnTo>
                <a:lnTo>
                  <a:pt x="186" y="153"/>
                </a:lnTo>
                <a:lnTo>
                  <a:pt x="187" y="152"/>
                </a:lnTo>
                <a:lnTo>
                  <a:pt x="187" y="150"/>
                </a:lnTo>
                <a:lnTo>
                  <a:pt x="188" y="152"/>
                </a:lnTo>
                <a:lnTo>
                  <a:pt x="188" y="153"/>
                </a:lnTo>
                <a:lnTo>
                  <a:pt x="190" y="153"/>
                </a:lnTo>
                <a:lnTo>
                  <a:pt x="189" y="154"/>
                </a:lnTo>
                <a:lnTo>
                  <a:pt x="190" y="154"/>
                </a:lnTo>
                <a:lnTo>
                  <a:pt x="191" y="155"/>
                </a:lnTo>
                <a:lnTo>
                  <a:pt x="191" y="158"/>
                </a:lnTo>
                <a:lnTo>
                  <a:pt x="190" y="159"/>
                </a:lnTo>
                <a:lnTo>
                  <a:pt x="191" y="160"/>
                </a:lnTo>
                <a:lnTo>
                  <a:pt x="192" y="160"/>
                </a:lnTo>
                <a:lnTo>
                  <a:pt x="192" y="161"/>
                </a:lnTo>
                <a:lnTo>
                  <a:pt x="193" y="158"/>
                </a:lnTo>
                <a:lnTo>
                  <a:pt x="195" y="158"/>
                </a:lnTo>
                <a:lnTo>
                  <a:pt x="196" y="157"/>
                </a:lnTo>
                <a:lnTo>
                  <a:pt x="196" y="159"/>
                </a:lnTo>
                <a:lnTo>
                  <a:pt x="196" y="158"/>
                </a:lnTo>
                <a:lnTo>
                  <a:pt x="197" y="159"/>
                </a:lnTo>
                <a:lnTo>
                  <a:pt x="199" y="162"/>
                </a:lnTo>
                <a:lnTo>
                  <a:pt x="200" y="163"/>
                </a:lnTo>
                <a:lnTo>
                  <a:pt x="201" y="161"/>
                </a:lnTo>
                <a:lnTo>
                  <a:pt x="201" y="161"/>
                </a:lnTo>
                <a:lnTo>
                  <a:pt x="202" y="161"/>
                </a:lnTo>
                <a:lnTo>
                  <a:pt x="201" y="159"/>
                </a:lnTo>
                <a:lnTo>
                  <a:pt x="203" y="160"/>
                </a:lnTo>
                <a:lnTo>
                  <a:pt x="205" y="161"/>
                </a:lnTo>
                <a:lnTo>
                  <a:pt x="206" y="161"/>
                </a:lnTo>
                <a:lnTo>
                  <a:pt x="209" y="160"/>
                </a:lnTo>
                <a:lnTo>
                  <a:pt x="210" y="160"/>
                </a:lnTo>
                <a:lnTo>
                  <a:pt x="212" y="159"/>
                </a:lnTo>
                <a:lnTo>
                  <a:pt x="212" y="156"/>
                </a:lnTo>
                <a:lnTo>
                  <a:pt x="211" y="155"/>
                </a:lnTo>
                <a:lnTo>
                  <a:pt x="210" y="154"/>
                </a:lnTo>
                <a:lnTo>
                  <a:pt x="210" y="153"/>
                </a:lnTo>
                <a:lnTo>
                  <a:pt x="211" y="153"/>
                </a:lnTo>
                <a:lnTo>
                  <a:pt x="211" y="152"/>
                </a:lnTo>
                <a:lnTo>
                  <a:pt x="211" y="152"/>
                </a:lnTo>
                <a:lnTo>
                  <a:pt x="210" y="151"/>
                </a:lnTo>
                <a:lnTo>
                  <a:pt x="210" y="150"/>
                </a:lnTo>
                <a:lnTo>
                  <a:pt x="211" y="150"/>
                </a:lnTo>
                <a:lnTo>
                  <a:pt x="210" y="148"/>
                </a:lnTo>
                <a:lnTo>
                  <a:pt x="210" y="147"/>
                </a:lnTo>
                <a:lnTo>
                  <a:pt x="211" y="146"/>
                </a:lnTo>
                <a:lnTo>
                  <a:pt x="213" y="147"/>
                </a:lnTo>
                <a:lnTo>
                  <a:pt x="215" y="149"/>
                </a:lnTo>
                <a:lnTo>
                  <a:pt x="215" y="147"/>
                </a:lnTo>
                <a:lnTo>
                  <a:pt x="217" y="148"/>
                </a:lnTo>
                <a:lnTo>
                  <a:pt x="220" y="150"/>
                </a:lnTo>
                <a:lnTo>
                  <a:pt x="220" y="150"/>
                </a:lnTo>
                <a:lnTo>
                  <a:pt x="220" y="149"/>
                </a:lnTo>
                <a:lnTo>
                  <a:pt x="221" y="148"/>
                </a:lnTo>
                <a:lnTo>
                  <a:pt x="222" y="146"/>
                </a:lnTo>
                <a:lnTo>
                  <a:pt x="220" y="145"/>
                </a:lnTo>
                <a:lnTo>
                  <a:pt x="220" y="144"/>
                </a:lnTo>
                <a:lnTo>
                  <a:pt x="221" y="143"/>
                </a:lnTo>
                <a:lnTo>
                  <a:pt x="222" y="142"/>
                </a:lnTo>
                <a:lnTo>
                  <a:pt x="223" y="141"/>
                </a:lnTo>
                <a:lnTo>
                  <a:pt x="221" y="142"/>
                </a:lnTo>
                <a:lnTo>
                  <a:pt x="220" y="141"/>
                </a:lnTo>
                <a:lnTo>
                  <a:pt x="220" y="139"/>
                </a:lnTo>
                <a:lnTo>
                  <a:pt x="219" y="137"/>
                </a:lnTo>
                <a:lnTo>
                  <a:pt x="218" y="137"/>
                </a:lnTo>
                <a:lnTo>
                  <a:pt x="216" y="137"/>
                </a:lnTo>
                <a:lnTo>
                  <a:pt x="216" y="138"/>
                </a:lnTo>
                <a:lnTo>
                  <a:pt x="215" y="138"/>
                </a:lnTo>
                <a:lnTo>
                  <a:pt x="213" y="137"/>
                </a:lnTo>
                <a:lnTo>
                  <a:pt x="211" y="137"/>
                </a:lnTo>
                <a:lnTo>
                  <a:pt x="211" y="137"/>
                </a:lnTo>
                <a:lnTo>
                  <a:pt x="211" y="136"/>
                </a:lnTo>
                <a:lnTo>
                  <a:pt x="212" y="136"/>
                </a:lnTo>
                <a:lnTo>
                  <a:pt x="212" y="134"/>
                </a:lnTo>
                <a:lnTo>
                  <a:pt x="211" y="134"/>
                </a:lnTo>
                <a:lnTo>
                  <a:pt x="211" y="133"/>
                </a:lnTo>
                <a:lnTo>
                  <a:pt x="209" y="133"/>
                </a:lnTo>
                <a:lnTo>
                  <a:pt x="209" y="132"/>
                </a:lnTo>
                <a:lnTo>
                  <a:pt x="208" y="132"/>
                </a:lnTo>
                <a:lnTo>
                  <a:pt x="208" y="131"/>
                </a:lnTo>
                <a:lnTo>
                  <a:pt x="207" y="130"/>
                </a:lnTo>
                <a:lnTo>
                  <a:pt x="207" y="130"/>
                </a:lnTo>
                <a:lnTo>
                  <a:pt x="206" y="129"/>
                </a:lnTo>
                <a:lnTo>
                  <a:pt x="206" y="128"/>
                </a:lnTo>
                <a:lnTo>
                  <a:pt x="204" y="125"/>
                </a:lnTo>
                <a:lnTo>
                  <a:pt x="205" y="124"/>
                </a:lnTo>
                <a:lnTo>
                  <a:pt x="205" y="123"/>
                </a:lnTo>
                <a:lnTo>
                  <a:pt x="206" y="122"/>
                </a:lnTo>
                <a:lnTo>
                  <a:pt x="206" y="122"/>
                </a:lnTo>
                <a:lnTo>
                  <a:pt x="207" y="121"/>
                </a:lnTo>
                <a:lnTo>
                  <a:pt x="208" y="121"/>
                </a:lnTo>
                <a:lnTo>
                  <a:pt x="210" y="122"/>
                </a:lnTo>
                <a:lnTo>
                  <a:pt x="212" y="122"/>
                </a:lnTo>
                <a:lnTo>
                  <a:pt x="212" y="122"/>
                </a:lnTo>
                <a:lnTo>
                  <a:pt x="213" y="122"/>
                </a:lnTo>
                <a:lnTo>
                  <a:pt x="213" y="123"/>
                </a:lnTo>
                <a:lnTo>
                  <a:pt x="215" y="124"/>
                </a:lnTo>
                <a:lnTo>
                  <a:pt x="215" y="124"/>
                </a:lnTo>
                <a:lnTo>
                  <a:pt x="218" y="125"/>
                </a:lnTo>
                <a:lnTo>
                  <a:pt x="218" y="125"/>
                </a:lnTo>
                <a:lnTo>
                  <a:pt x="219" y="125"/>
                </a:lnTo>
                <a:lnTo>
                  <a:pt x="220" y="126"/>
                </a:lnTo>
                <a:lnTo>
                  <a:pt x="221" y="127"/>
                </a:lnTo>
                <a:lnTo>
                  <a:pt x="222" y="127"/>
                </a:lnTo>
                <a:lnTo>
                  <a:pt x="222" y="128"/>
                </a:lnTo>
                <a:lnTo>
                  <a:pt x="223" y="127"/>
                </a:lnTo>
                <a:lnTo>
                  <a:pt x="224" y="127"/>
                </a:lnTo>
                <a:lnTo>
                  <a:pt x="224" y="127"/>
                </a:lnTo>
                <a:lnTo>
                  <a:pt x="225" y="127"/>
                </a:lnTo>
                <a:lnTo>
                  <a:pt x="226" y="128"/>
                </a:lnTo>
                <a:lnTo>
                  <a:pt x="226" y="126"/>
                </a:lnTo>
                <a:lnTo>
                  <a:pt x="227" y="127"/>
                </a:lnTo>
                <a:lnTo>
                  <a:pt x="228" y="126"/>
                </a:lnTo>
                <a:lnTo>
                  <a:pt x="227" y="125"/>
                </a:lnTo>
                <a:lnTo>
                  <a:pt x="228" y="125"/>
                </a:lnTo>
                <a:lnTo>
                  <a:pt x="228" y="124"/>
                </a:lnTo>
                <a:lnTo>
                  <a:pt x="230" y="124"/>
                </a:lnTo>
                <a:lnTo>
                  <a:pt x="231" y="122"/>
                </a:lnTo>
                <a:lnTo>
                  <a:pt x="232" y="122"/>
                </a:lnTo>
                <a:lnTo>
                  <a:pt x="230" y="120"/>
                </a:lnTo>
                <a:lnTo>
                  <a:pt x="230" y="119"/>
                </a:lnTo>
                <a:lnTo>
                  <a:pt x="229" y="118"/>
                </a:lnTo>
                <a:lnTo>
                  <a:pt x="227" y="118"/>
                </a:lnTo>
                <a:lnTo>
                  <a:pt x="226" y="117"/>
                </a:lnTo>
                <a:lnTo>
                  <a:pt x="226" y="116"/>
                </a:lnTo>
                <a:lnTo>
                  <a:pt x="226" y="110"/>
                </a:lnTo>
                <a:lnTo>
                  <a:pt x="227" y="110"/>
                </a:lnTo>
                <a:lnTo>
                  <a:pt x="229" y="110"/>
                </a:lnTo>
                <a:lnTo>
                  <a:pt x="228" y="109"/>
                </a:lnTo>
                <a:lnTo>
                  <a:pt x="229" y="108"/>
                </a:lnTo>
                <a:lnTo>
                  <a:pt x="232" y="107"/>
                </a:lnTo>
                <a:lnTo>
                  <a:pt x="232" y="106"/>
                </a:lnTo>
                <a:lnTo>
                  <a:pt x="232" y="106"/>
                </a:lnTo>
                <a:lnTo>
                  <a:pt x="233" y="106"/>
                </a:lnTo>
                <a:lnTo>
                  <a:pt x="233" y="105"/>
                </a:lnTo>
                <a:lnTo>
                  <a:pt x="234" y="104"/>
                </a:lnTo>
                <a:lnTo>
                  <a:pt x="235" y="104"/>
                </a:lnTo>
                <a:lnTo>
                  <a:pt x="234" y="102"/>
                </a:lnTo>
                <a:lnTo>
                  <a:pt x="235" y="102"/>
                </a:lnTo>
                <a:lnTo>
                  <a:pt x="233" y="101"/>
                </a:lnTo>
                <a:lnTo>
                  <a:pt x="234" y="100"/>
                </a:lnTo>
                <a:lnTo>
                  <a:pt x="234" y="100"/>
                </a:lnTo>
                <a:lnTo>
                  <a:pt x="233" y="99"/>
                </a:lnTo>
                <a:lnTo>
                  <a:pt x="233" y="98"/>
                </a:lnTo>
                <a:lnTo>
                  <a:pt x="234" y="98"/>
                </a:lnTo>
                <a:lnTo>
                  <a:pt x="235" y="98"/>
                </a:lnTo>
                <a:lnTo>
                  <a:pt x="236" y="98"/>
                </a:lnTo>
                <a:lnTo>
                  <a:pt x="236" y="97"/>
                </a:lnTo>
                <a:lnTo>
                  <a:pt x="237" y="95"/>
                </a:lnTo>
                <a:lnTo>
                  <a:pt x="237" y="94"/>
                </a:lnTo>
                <a:lnTo>
                  <a:pt x="238" y="95"/>
                </a:lnTo>
                <a:lnTo>
                  <a:pt x="241" y="96"/>
                </a:lnTo>
                <a:lnTo>
                  <a:pt x="241" y="96"/>
                </a:lnTo>
                <a:lnTo>
                  <a:pt x="242" y="96"/>
                </a:lnTo>
                <a:lnTo>
                  <a:pt x="241" y="96"/>
                </a:lnTo>
                <a:lnTo>
                  <a:pt x="242" y="95"/>
                </a:lnTo>
                <a:lnTo>
                  <a:pt x="243" y="95"/>
                </a:lnTo>
                <a:lnTo>
                  <a:pt x="242" y="94"/>
                </a:lnTo>
                <a:lnTo>
                  <a:pt x="242" y="93"/>
                </a:lnTo>
                <a:lnTo>
                  <a:pt x="241" y="92"/>
                </a:lnTo>
                <a:lnTo>
                  <a:pt x="241" y="90"/>
                </a:lnTo>
                <a:lnTo>
                  <a:pt x="241" y="89"/>
                </a:lnTo>
                <a:lnTo>
                  <a:pt x="242" y="88"/>
                </a:lnTo>
                <a:lnTo>
                  <a:pt x="245" y="89"/>
                </a:lnTo>
                <a:lnTo>
                  <a:pt x="245" y="87"/>
                </a:lnTo>
                <a:lnTo>
                  <a:pt x="246" y="85"/>
                </a:lnTo>
                <a:lnTo>
                  <a:pt x="246" y="85"/>
                </a:lnTo>
                <a:lnTo>
                  <a:pt x="246" y="84"/>
                </a:lnTo>
                <a:lnTo>
                  <a:pt x="244" y="83"/>
                </a:lnTo>
                <a:lnTo>
                  <a:pt x="245" y="83"/>
                </a:lnTo>
                <a:lnTo>
                  <a:pt x="246" y="82"/>
                </a:lnTo>
                <a:lnTo>
                  <a:pt x="246" y="82"/>
                </a:lnTo>
                <a:lnTo>
                  <a:pt x="246" y="81"/>
                </a:lnTo>
                <a:lnTo>
                  <a:pt x="247" y="81"/>
                </a:lnTo>
                <a:lnTo>
                  <a:pt x="248" y="80"/>
                </a:lnTo>
                <a:lnTo>
                  <a:pt x="247" y="80"/>
                </a:lnTo>
                <a:lnTo>
                  <a:pt x="247" y="79"/>
                </a:lnTo>
                <a:lnTo>
                  <a:pt x="245" y="78"/>
                </a:lnTo>
                <a:lnTo>
                  <a:pt x="245" y="77"/>
                </a:lnTo>
                <a:lnTo>
                  <a:pt x="244" y="77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3850506" y="3512713"/>
            <a:ext cx="378367" cy="609235"/>
          </a:xfrm>
          <a:custGeom>
            <a:avLst/>
            <a:gdLst/>
            <a:ahLst/>
            <a:cxnLst/>
            <a:rect l="l" t="t" r="r" b="b"/>
            <a:pathLst>
              <a:path w="59" h="95">
                <a:moveTo>
                  <a:pt x="53" y="52"/>
                </a:moveTo>
                <a:lnTo>
                  <a:pt x="53" y="51"/>
                </a:lnTo>
                <a:lnTo>
                  <a:pt x="53" y="52"/>
                </a:lnTo>
                <a:lnTo>
                  <a:pt x="54" y="51"/>
                </a:lnTo>
                <a:lnTo>
                  <a:pt x="54" y="50"/>
                </a:lnTo>
                <a:lnTo>
                  <a:pt x="53" y="49"/>
                </a:lnTo>
                <a:lnTo>
                  <a:pt x="53" y="49"/>
                </a:lnTo>
                <a:lnTo>
                  <a:pt x="52" y="46"/>
                </a:lnTo>
                <a:lnTo>
                  <a:pt x="53" y="43"/>
                </a:lnTo>
                <a:lnTo>
                  <a:pt x="54" y="42"/>
                </a:lnTo>
                <a:lnTo>
                  <a:pt x="54" y="41"/>
                </a:lnTo>
                <a:lnTo>
                  <a:pt x="54" y="41"/>
                </a:lnTo>
                <a:lnTo>
                  <a:pt x="53" y="40"/>
                </a:lnTo>
                <a:lnTo>
                  <a:pt x="54" y="40"/>
                </a:lnTo>
                <a:lnTo>
                  <a:pt x="55" y="39"/>
                </a:lnTo>
                <a:lnTo>
                  <a:pt x="55" y="39"/>
                </a:lnTo>
                <a:lnTo>
                  <a:pt x="54" y="38"/>
                </a:lnTo>
                <a:lnTo>
                  <a:pt x="55" y="38"/>
                </a:lnTo>
                <a:lnTo>
                  <a:pt x="56" y="38"/>
                </a:lnTo>
                <a:lnTo>
                  <a:pt x="56" y="37"/>
                </a:lnTo>
                <a:lnTo>
                  <a:pt x="58" y="36"/>
                </a:lnTo>
                <a:lnTo>
                  <a:pt x="59" y="36"/>
                </a:lnTo>
                <a:lnTo>
                  <a:pt x="59" y="35"/>
                </a:lnTo>
                <a:lnTo>
                  <a:pt x="59" y="34"/>
                </a:lnTo>
                <a:lnTo>
                  <a:pt x="57" y="34"/>
                </a:lnTo>
                <a:lnTo>
                  <a:pt x="56" y="32"/>
                </a:lnTo>
                <a:lnTo>
                  <a:pt x="55" y="33"/>
                </a:lnTo>
                <a:lnTo>
                  <a:pt x="55" y="32"/>
                </a:lnTo>
                <a:lnTo>
                  <a:pt x="55" y="31"/>
                </a:lnTo>
                <a:lnTo>
                  <a:pt x="54" y="31"/>
                </a:lnTo>
                <a:lnTo>
                  <a:pt x="53" y="29"/>
                </a:lnTo>
                <a:lnTo>
                  <a:pt x="52" y="29"/>
                </a:lnTo>
                <a:lnTo>
                  <a:pt x="51" y="28"/>
                </a:lnTo>
                <a:lnTo>
                  <a:pt x="50" y="28"/>
                </a:lnTo>
                <a:lnTo>
                  <a:pt x="50" y="28"/>
                </a:lnTo>
                <a:lnTo>
                  <a:pt x="49" y="28"/>
                </a:lnTo>
                <a:lnTo>
                  <a:pt x="48" y="29"/>
                </a:lnTo>
                <a:lnTo>
                  <a:pt x="46" y="28"/>
                </a:lnTo>
                <a:lnTo>
                  <a:pt x="41" y="26"/>
                </a:lnTo>
                <a:lnTo>
                  <a:pt x="38" y="24"/>
                </a:lnTo>
                <a:lnTo>
                  <a:pt x="40" y="23"/>
                </a:lnTo>
                <a:lnTo>
                  <a:pt x="41" y="21"/>
                </a:lnTo>
                <a:lnTo>
                  <a:pt x="41" y="18"/>
                </a:lnTo>
                <a:lnTo>
                  <a:pt x="42" y="15"/>
                </a:lnTo>
                <a:lnTo>
                  <a:pt x="46" y="10"/>
                </a:lnTo>
                <a:lnTo>
                  <a:pt x="47" y="8"/>
                </a:lnTo>
                <a:lnTo>
                  <a:pt x="46" y="7"/>
                </a:lnTo>
                <a:lnTo>
                  <a:pt x="45" y="6"/>
                </a:lnTo>
                <a:lnTo>
                  <a:pt x="44" y="4"/>
                </a:lnTo>
                <a:lnTo>
                  <a:pt x="43" y="4"/>
                </a:lnTo>
                <a:lnTo>
                  <a:pt x="44" y="1"/>
                </a:lnTo>
                <a:lnTo>
                  <a:pt x="43" y="0"/>
                </a:lnTo>
                <a:lnTo>
                  <a:pt x="43" y="0"/>
                </a:lnTo>
                <a:lnTo>
                  <a:pt x="41" y="1"/>
                </a:lnTo>
                <a:lnTo>
                  <a:pt x="40" y="0"/>
                </a:lnTo>
                <a:lnTo>
                  <a:pt x="39" y="2"/>
                </a:lnTo>
                <a:lnTo>
                  <a:pt x="39" y="3"/>
                </a:lnTo>
                <a:lnTo>
                  <a:pt x="37" y="2"/>
                </a:lnTo>
                <a:lnTo>
                  <a:pt x="35" y="3"/>
                </a:lnTo>
                <a:lnTo>
                  <a:pt x="35" y="5"/>
                </a:lnTo>
                <a:lnTo>
                  <a:pt x="34" y="6"/>
                </a:lnTo>
                <a:lnTo>
                  <a:pt x="33" y="5"/>
                </a:lnTo>
                <a:lnTo>
                  <a:pt x="32" y="5"/>
                </a:lnTo>
                <a:lnTo>
                  <a:pt x="31" y="7"/>
                </a:lnTo>
                <a:lnTo>
                  <a:pt x="31" y="9"/>
                </a:lnTo>
                <a:lnTo>
                  <a:pt x="31" y="10"/>
                </a:lnTo>
                <a:lnTo>
                  <a:pt x="29" y="11"/>
                </a:lnTo>
                <a:lnTo>
                  <a:pt x="30" y="12"/>
                </a:lnTo>
                <a:lnTo>
                  <a:pt x="28" y="14"/>
                </a:lnTo>
                <a:lnTo>
                  <a:pt x="28" y="16"/>
                </a:lnTo>
                <a:lnTo>
                  <a:pt x="27" y="17"/>
                </a:lnTo>
                <a:lnTo>
                  <a:pt x="28" y="18"/>
                </a:lnTo>
                <a:lnTo>
                  <a:pt x="27" y="19"/>
                </a:lnTo>
                <a:lnTo>
                  <a:pt x="27" y="19"/>
                </a:lnTo>
                <a:lnTo>
                  <a:pt x="27" y="21"/>
                </a:lnTo>
                <a:lnTo>
                  <a:pt x="27" y="22"/>
                </a:lnTo>
                <a:lnTo>
                  <a:pt x="27" y="22"/>
                </a:lnTo>
                <a:lnTo>
                  <a:pt x="27" y="23"/>
                </a:lnTo>
                <a:lnTo>
                  <a:pt x="27" y="23"/>
                </a:lnTo>
                <a:lnTo>
                  <a:pt x="28" y="25"/>
                </a:lnTo>
                <a:lnTo>
                  <a:pt x="27" y="26"/>
                </a:lnTo>
                <a:lnTo>
                  <a:pt x="26" y="27"/>
                </a:lnTo>
                <a:lnTo>
                  <a:pt x="26" y="29"/>
                </a:lnTo>
                <a:lnTo>
                  <a:pt x="27" y="32"/>
                </a:lnTo>
                <a:lnTo>
                  <a:pt x="26" y="33"/>
                </a:lnTo>
                <a:lnTo>
                  <a:pt x="27" y="35"/>
                </a:lnTo>
                <a:lnTo>
                  <a:pt x="26" y="36"/>
                </a:lnTo>
                <a:lnTo>
                  <a:pt x="24" y="37"/>
                </a:lnTo>
                <a:lnTo>
                  <a:pt x="23" y="37"/>
                </a:lnTo>
                <a:lnTo>
                  <a:pt x="23" y="39"/>
                </a:lnTo>
                <a:lnTo>
                  <a:pt x="18" y="39"/>
                </a:lnTo>
                <a:lnTo>
                  <a:pt x="14" y="40"/>
                </a:lnTo>
                <a:lnTo>
                  <a:pt x="13" y="41"/>
                </a:lnTo>
                <a:lnTo>
                  <a:pt x="10" y="42"/>
                </a:lnTo>
                <a:lnTo>
                  <a:pt x="9" y="42"/>
                </a:lnTo>
                <a:lnTo>
                  <a:pt x="2" y="43"/>
                </a:lnTo>
                <a:lnTo>
                  <a:pt x="2" y="44"/>
                </a:lnTo>
                <a:lnTo>
                  <a:pt x="0" y="45"/>
                </a:lnTo>
                <a:lnTo>
                  <a:pt x="0" y="45"/>
                </a:lnTo>
                <a:lnTo>
                  <a:pt x="1" y="45"/>
                </a:lnTo>
                <a:lnTo>
                  <a:pt x="2" y="44"/>
                </a:lnTo>
                <a:lnTo>
                  <a:pt x="3" y="45"/>
                </a:lnTo>
                <a:lnTo>
                  <a:pt x="4" y="45"/>
                </a:lnTo>
                <a:lnTo>
                  <a:pt x="7" y="45"/>
                </a:lnTo>
                <a:lnTo>
                  <a:pt x="6" y="46"/>
                </a:lnTo>
                <a:lnTo>
                  <a:pt x="7" y="47"/>
                </a:lnTo>
                <a:lnTo>
                  <a:pt x="6" y="48"/>
                </a:lnTo>
                <a:lnTo>
                  <a:pt x="6" y="48"/>
                </a:lnTo>
                <a:lnTo>
                  <a:pt x="5" y="49"/>
                </a:lnTo>
                <a:lnTo>
                  <a:pt x="6" y="50"/>
                </a:lnTo>
                <a:lnTo>
                  <a:pt x="7" y="50"/>
                </a:lnTo>
                <a:lnTo>
                  <a:pt x="8" y="49"/>
                </a:lnTo>
                <a:lnTo>
                  <a:pt x="10" y="50"/>
                </a:lnTo>
                <a:lnTo>
                  <a:pt x="11" y="52"/>
                </a:lnTo>
                <a:lnTo>
                  <a:pt x="12" y="53"/>
                </a:lnTo>
                <a:lnTo>
                  <a:pt x="12" y="54"/>
                </a:lnTo>
                <a:lnTo>
                  <a:pt x="12" y="54"/>
                </a:lnTo>
                <a:lnTo>
                  <a:pt x="13" y="54"/>
                </a:lnTo>
                <a:lnTo>
                  <a:pt x="13" y="54"/>
                </a:lnTo>
                <a:lnTo>
                  <a:pt x="15" y="55"/>
                </a:lnTo>
                <a:lnTo>
                  <a:pt x="16" y="56"/>
                </a:lnTo>
                <a:lnTo>
                  <a:pt x="16" y="57"/>
                </a:lnTo>
                <a:lnTo>
                  <a:pt x="17" y="57"/>
                </a:lnTo>
                <a:lnTo>
                  <a:pt x="18" y="59"/>
                </a:lnTo>
                <a:lnTo>
                  <a:pt x="18" y="60"/>
                </a:lnTo>
                <a:lnTo>
                  <a:pt x="18" y="60"/>
                </a:lnTo>
                <a:lnTo>
                  <a:pt x="17" y="60"/>
                </a:lnTo>
                <a:lnTo>
                  <a:pt x="16" y="61"/>
                </a:lnTo>
                <a:lnTo>
                  <a:pt x="16" y="61"/>
                </a:lnTo>
                <a:lnTo>
                  <a:pt x="16" y="62"/>
                </a:lnTo>
                <a:lnTo>
                  <a:pt x="16" y="63"/>
                </a:lnTo>
                <a:lnTo>
                  <a:pt x="17" y="64"/>
                </a:lnTo>
                <a:lnTo>
                  <a:pt x="17" y="65"/>
                </a:lnTo>
                <a:lnTo>
                  <a:pt x="17" y="65"/>
                </a:lnTo>
                <a:lnTo>
                  <a:pt x="17" y="65"/>
                </a:lnTo>
                <a:lnTo>
                  <a:pt x="18" y="65"/>
                </a:lnTo>
                <a:lnTo>
                  <a:pt x="19" y="66"/>
                </a:lnTo>
                <a:lnTo>
                  <a:pt x="19" y="67"/>
                </a:lnTo>
                <a:lnTo>
                  <a:pt x="20" y="68"/>
                </a:lnTo>
                <a:lnTo>
                  <a:pt x="20" y="69"/>
                </a:lnTo>
                <a:lnTo>
                  <a:pt x="21" y="71"/>
                </a:lnTo>
                <a:lnTo>
                  <a:pt x="21" y="72"/>
                </a:lnTo>
                <a:lnTo>
                  <a:pt x="22" y="74"/>
                </a:lnTo>
                <a:lnTo>
                  <a:pt x="21" y="75"/>
                </a:lnTo>
                <a:lnTo>
                  <a:pt x="20" y="75"/>
                </a:lnTo>
                <a:lnTo>
                  <a:pt x="19" y="77"/>
                </a:lnTo>
                <a:lnTo>
                  <a:pt x="18" y="79"/>
                </a:lnTo>
                <a:lnTo>
                  <a:pt x="19" y="80"/>
                </a:lnTo>
                <a:lnTo>
                  <a:pt x="20" y="81"/>
                </a:lnTo>
                <a:lnTo>
                  <a:pt x="19" y="81"/>
                </a:lnTo>
                <a:lnTo>
                  <a:pt x="19" y="82"/>
                </a:lnTo>
                <a:lnTo>
                  <a:pt x="20" y="81"/>
                </a:lnTo>
                <a:lnTo>
                  <a:pt x="20" y="82"/>
                </a:lnTo>
                <a:lnTo>
                  <a:pt x="20" y="82"/>
                </a:lnTo>
                <a:lnTo>
                  <a:pt x="21" y="84"/>
                </a:lnTo>
                <a:lnTo>
                  <a:pt x="23" y="84"/>
                </a:lnTo>
                <a:lnTo>
                  <a:pt x="24" y="83"/>
                </a:lnTo>
                <a:lnTo>
                  <a:pt x="26" y="84"/>
                </a:lnTo>
                <a:lnTo>
                  <a:pt x="26" y="84"/>
                </a:lnTo>
                <a:lnTo>
                  <a:pt x="26" y="84"/>
                </a:lnTo>
                <a:lnTo>
                  <a:pt x="25" y="84"/>
                </a:lnTo>
                <a:lnTo>
                  <a:pt x="25" y="85"/>
                </a:lnTo>
                <a:lnTo>
                  <a:pt x="25" y="85"/>
                </a:lnTo>
                <a:lnTo>
                  <a:pt x="26" y="86"/>
                </a:lnTo>
                <a:lnTo>
                  <a:pt x="26" y="86"/>
                </a:lnTo>
                <a:lnTo>
                  <a:pt x="27" y="87"/>
                </a:lnTo>
                <a:lnTo>
                  <a:pt x="27" y="87"/>
                </a:lnTo>
                <a:lnTo>
                  <a:pt x="28" y="89"/>
                </a:lnTo>
                <a:lnTo>
                  <a:pt x="28" y="88"/>
                </a:lnTo>
                <a:lnTo>
                  <a:pt x="29" y="88"/>
                </a:lnTo>
                <a:lnTo>
                  <a:pt x="31" y="88"/>
                </a:lnTo>
                <a:lnTo>
                  <a:pt x="31" y="89"/>
                </a:lnTo>
                <a:lnTo>
                  <a:pt x="32" y="88"/>
                </a:lnTo>
                <a:lnTo>
                  <a:pt x="32" y="90"/>
                </a:lnTo>
                <a:lnTo>
                  <a:pt x="33" y="92"/>
                </a:lnTo>
                <a:lnTo>
                  <a:pt x="34" y="90"/>
                </a:lnTo>
                <a:lnTo>
                  <a:pt x="34" y="91"/>
                </a:lnTo>
                <a:lnTo>
                  <a:pt x="35" y="91"/>
                </a:lnTo>
                <a:lnTo>
                  <a:pt x="35" y="92"/>
                </a:lnTo>
                <a:lnTo>
                  <a:pt x="37" y="95"/>
                </a:lnTo>
                <a:lnTo>
                  <a:pt x="37" y="94"/>
                </a:lnTo>
                <a:lnTo>
                  <a:pt x="38" y="94"/>
                </a:lnTo>
                <a:lnTo>
                  <a:pt x="39" y="93"/>
                </a:lnTo>
                <a:lnTo>
                  <a:pt x="40" y="92"/>
                </a:lnTo>
                <a:lnTo>
                  <a:pt x="39" y="89"/>
                </a:lnTo>
                <a:lnTo>
                  <a:pt x="39" y="89"/>
                </a:lnTo>
                <a:lnTo>
                  <a:pt x="39" y="88"/>
                </a:lnTo>
                <a:lnTo>
                  <a:pt x="39" y="87"/>
                </a:lnTo>
                <a:lnTo>
                  <a:pt x="39" y="87"/>
                </a:lnTo>
                <a:lnTo>
                  <a:pt x="38" y="84"/>
                </a:lnTo>
                <a:lnTo>
                  <a:pt x="40" y="83"/>
                </a:lnTo>
                <a:lnTo>
                  <a:pt x="41" y="83"/>
                </a:lnTo>
                <a:lnTo>
                  <a:pt x="42" y="83"/>
                </a:lnTo>
                <a:lnTo>
                  <a:pt x="42" y="84"/>
                </a:lnTo>
                <a:lnTo>
                  <a:pt x="42" y="84"/>
                </a:lnTo>
                <a:lnTo>
                  <a:pt x="43" y="83"/>
                </a:lnTo>
                <a:lnTo>
                  <a:pt x="44" y="84"/>
                </a:lnTo>
                <a:lnTo>
                  <a:pt x="44" y="83"/>
                </a:lnTo>
                <a:lnTo>
                  <a:pt x="45" y="84"/>
                </a:lnTo>
                <a:lnTo>
                  <a:pt x="45" y="83"/>
                </a:lnTo>
                <a:lnTo>
                  <a:pt x="46" y="83"/>
                </a:lnTo>
                <a:lnTo>
                  <a:pt x="46" y="82"/>
                </a:lnTo>
                <a:lnTo>
                  <a:pt x="47" y="83"/>
                </a:lnTo>
                <a:lnTo>
                  <a:pt x="47" y="81"/>
                </a:lnTo>
                <a:lnTo>
                  <a:pt x="46" y="80"/>
                </a:lnTo>
                <a:lnTo>
                  <a:pt x="47" y="79"/>
                </a:lnTo>
                <a:lnTo>
                  <a:pt x="47" y="79"/>
                </a:lnTo>
                <a:lnTo>
                  <a:pt x="47" y="78"/>
                </a:lnTo>
                <a:lnTo>
                  <a:pt x="47" y="78"/>
                </a:lnTo>
                <a:lnTo>
                  <a:pt x="48" y="77"/>
                </a:lnTo>
                <a:lnTo>
                  <a:pt x="47" y="77"/>
                </a:lnTo>
                <a:lnTo>
                  <a:pt x="48" y="75"/>
                </a:lnTo>
                <a:lnTo>
                  <a:pt x="47" y="74"/>
                </a:lnTo>
                <a:lnTo>
                  <a:pt x="47" y="74"/>
                </a:lnTo>
                <a:lnTo>
                  <a:pt x="45" y="72"/>
                </a:lnTo>
                <a:lnTo>
                  <a:pt x="44" y="72"/>
                </a:lnTo>
                <a:lnTo>
                  <a:pt x="43" y="72"/>
                </a:lnTo>
                <a:lnTo>
                  <a:pt x="43" y="71"/>
                </a:lnTo>
                <a:lnTo>
                  <a:pt x="42" y="71"/>
                </a:lnTo>
                <a:lnTo>
                  <a:pt x="40" y="71"/>
                </a:lnTo>
                <a:lnTo>
                  <a:pt x="40" y="71"/>
                </a:lnTo>
                <a:lnTo>
                  <a:pt x="39" y="71"/>
                </a:lnTo>
                <a:lnTo>
                  <a:pt x="39" y="70"/>
                </a:lnTo>
                <a:lnTo>
                  <a:pt x="39" y="70"/>
                </a:lnTo>
                <a:lnTo>
                  <a:pt x="39" y="69"/>
                </a:lnTo>
                <a:lnTo>
                  <a:pt x="39" y="68"/>
                </a:lnTo>
                <a:lnTo>
                  <a:pt x="40" y="66"/>
                </a:lnTo>
                <a:lnTo>
                  <a:pt x="37" y="65"/>
                </a:lnTo>
                <a:lnTo>
                  <a:pt x="37" y="64"/>
                </a:lnTo>
                <a:lnTo>
                  <a:pt x="37" y="65"/>
                </a:lnTo>
                <a:lnTo>
                  <a:pt x="37" y="64"/>
                </a:lnTo>
                <a:lnTo>
                  <a:pt x="38" y="64"/>
                </a:lnTo>
                <a:lnTo>
                  <a:pt x="39" y="64"/>
                </a:lnTo>
                <a:lnTo>
                  <a:pt x="38" y="63"/>
                </a:lnTo>
                <a:lnTo>
                  <a:pt x="39" y="63"/>
                </a:lnTo>
                <a:lnTo>
                  <a:pt x="39" y="62"/>
                </a:lnTo>
                <a:lnTo>
                  <a:pt x="40" y="61"/>
                </a:lnTo>
                <a:lnTo>
                  <a:pt x="39" y="61"/>
                </a:lnTo>
                <a:lnTo>
                  <a:pt x="41" y="60"/>
                </a:lnTo>
                <a:lnTo>
                  <a:pt x="42" y="61"/>
                </a:lnTo>
                <a:lnTo>
                  <a:pt x="41" y="60"/>
                </a:lnTo>
                <a:lnTo>
                  <a:pt x="42" y="58"/>
                </a:lnTo>
                <a:lnTo>
                  <a:pt x="41" y="57"/>
                </a:lnTo>
                <a:lnTo>
                  <a:pt x="41" y="57"/>
                </a:lnTo>
                <a:lnTo>
                  <a:pt x="41" y="56"/>
                </a:lnTo>
                <a:lnTo>
                  <a:pt x="40" y="56"/>
                </a:lnTo>
                <a:lnTo>
                  <a:pt x="40" y="55"/>
                </a:lnTo>
                <a:lnTo>
                  <a:pt x="41" y="56"/>
                </a:lnTo>
                <a:lnTo>
                  <a:pt x="41" y="55"/>
                </a:lnTo>
                <a:lnTo>
                  <a:pt x="42" y="55"/>
                </a:lnTo>
                <a:lnTo>
                  <a:pt x="42" y="54"/>
                </a:lnTo>
                <a:lnTo>
                  <a:pt x="41" y="51"/>
                </a:lnTo>
                <a:lnTo>
                  <a:pt x="42" y="52"/>
                </a:lnTo>
                <a:lnTo>
                  <a:pt x="42" y="51"/>
                </a:lnTo>
                <a:lnTo>
                  <a:pt x="44" y="52"/>
                </a:lnTo>
                <a:lnTo>
                  <a:pt x="44" y="52"/>
                </a:lnTo>
                <a:lnTo>
                  <a:pt x="44" y="51"/>
                </a:lnTo>
                <a:lnTo>
                  <a:pt x="46" y="52"/>
                </a:lnTo>
                <a:lnTo>
                  <a:pt x="46" y="52"/>
                </a:lnTo>
                <a:lnTo>
                  <a:pt x="46" y="51"/>
                </a:lnTo>
                <a:lnTo>
                  <a:pt x="48" y="52"/>
                </a:lnTo>
                <a:lnTo>
                  <a:pt x="48" y="52"/>
                </a:lnTo>
                <a:lnTo>
                  <a:pt x="48" y="51"/>
                </a:lnTo>
                <a:lnTo>
                  <a:pt x="50" y="52"/>
                </a:lnTo>
                <a:lnTo>
                  <a:pt x="51" y="51"/>
                </a:lnTo>
                <a:lnTo>
                  <a:pt x="52" y="52"/>
                </a:lnTo>
                <a:close/>
              </a:path>
            </a:pathLst>
          </a:custGeom>
          <a:solidFill>
            <a:srgbClr val="7FA8D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502920" y="1941528"/>
            <a:ext cx="2520309" cy="1949552"/>
          </a:xfrm>
          <a:custGeom>
            <a:avLst/>
            <a:gdLst/>
            <a:ahLst/>
            <a:cxnLst/>
            <a:rect l="l" t="t" r="r" b="b"/>
            <a:pathLst>
              <a:path w="393" h="304">
                <a:moveTo>
                  <a:pt x="393" y="163"/>
                </a:moveTo>
                <a:lnTo>
                  <a:pt x="393" y="159"/>
                </a:lnTo>
                <a:lnTo>
                  <a:pt x="386" y="151"/>
                </a:lnTo>
                <a:lnTo>
                  <a:pt x="386" y="150"/>
                </a:lnTo>
                <a:lnTo>
                  <a:pt x="386" y="147"/>
                </a:lnTo>
                <a:lnTo>
                  <a:pt x="384" y="142"/>
                </a:lnTo>
                <a:lnTo>
                  <a:pt x="383" y="136"/>
                </a:lnTo>
                <a:lnTo>
                  <a:pt x="381" y="133"/>
                </a:lnTo>
                <a:lnTo>
                  <a:pt x="378" y="132"/>
                </a:lnTo>
                <a:lnTo>
                  <a:pt x="379" y="128"/>
                </a:lnTo>
                <a:lnTo>
                  <a:pt x="380" y="127"/>
                </a:lnTo>
                <a:lnTo>
                  <a:pt x="380" y="126"/>
                </a:lnTo>
                <a:lnTo>
                  <a:pt x="380" y="126"/>
                </a:lnTo>
                <a:lnTo>
                  <a:pt x="373" y="126"/>
                </a:lnTo>
                <a:lnTo>
                  <a:pt x="373" y="125"/>
                </a:lnTo>
                <a:lnTo>
                  <a:pt x="369" y="124"/>
                </a:lnTo>
                <a:lnTo>
                  <a:pt x="368" y="121"/>
                </a:lnTo>
                <a:lnTo>
                  <a:pt x="366" y="120"/>
                </a:lnTo>
                <a:lnTo>
                  <a:pt x="364" y="119"/>
                </a:lnTo>
                <a:lnTo>
                  <a:pt x="364" y="118"/>
                </a:lnTo>
                <a:lnTo>
                  <a:pt x="363" y="117"/>
                </a:lnTo>
                <a:lnTo>
                  <a:pt x="362" y="116"/>
                </a:lnTo>
                <a:lnTo>
                  <a:pt x="355" y="110"/>
                </a:lnTo>
                <a:lnTo>
                  <a:pt x="355" y="110"/>
                </a:lnTo>
                <a:lnTo>
                  <a:pt x="352" y="108"/>
                </a:lnTo>
                <a:lnTo>
                  <a:pt x="350" y="108"/>
                </a:lnTo>
                <a:lnTo>
                  <a:pt x="349" y="107"/>
                </a:lnTo>
                <a:lnTo>
                  <a:pt x="348" y="107"/>
                </a:lnTo>
                <a:lnTo>
                  <a:pt x="348" y="107"/>
                </a:lnTo>
                <a:lnTo>
                  <a:pt x="346" y="106"/>
                </a:lnTo>
                <a:lnTo>
                  <a:pt x="343" y="106"/>
                </a:lnTo>
                <a:lnTo>
                  <a:pt x="342" y="105"/>
                </a:lnTo>
                <a:lnTo>
                  <a:pt x="340" y="104"/>
                </a:lnTo>
                <a:lnTo>
                  <a:pt x="336" y="105"/>
                </a:lnTo>
                <a:lnTo>
                  <a:pt x="333" y="104"/>
                </a:lnTo>
                <a:lnTo>
                  <a:pt x="332" y="104"/>
                </a:lnTo>
                <a:lnTo>
                  <a:pt x="329" y="102"/>
                </a:lnTo>
                <a:lnTo>
                  <a:pt x="323" y="102"/>
                </a:lnTo>
                <a:lnTo>
                  <a:pt x="321" y="101"/>
                </a:lnTo>
                <a:lnTo>
                  <a:pt x="320" y="101"/>
                </a:lnTo>
                <a:lnTo>
                  <a:pt x="319" y="99"/>
                </a:lnTo>
                <a:lnTo>
                  <a:pt x="318" y="100"/>
                </a:lnTo>
                <a:lnTo>
                  <a:pt x="316" y="99"/>
                </a:lnTo>
                <a:lnTo>
                  <a:pt x="315" y="97"/>
                </a:lnTo>
                <a:lnTo>
                  <a:pt x="313" y="97"/>
                </a:lnTo>
                <a:lnTo>
                  <a:pt x="311" y="97"/>
                </a:lnTo>
                <a:lnTo>
                  <a:pt x="310" y="97"/>
                </a:lnTo>
                <a:lnTo>
                  <a:pt x="311" y="96"/>
                </a:lnTo>
                <a:lnTo>
                  <a:pt x="311" y="95"/>
                </a:lnTo>
                <a:lnTo>
                  <a:pt x="310" y="95"/>
                </a:lnTo>
                <a:lnTo>
                  <a:pt x="310" y="94"/>
                </a:lnTo>
                <a:lnTo>
                  <a:pt x="310" y="92"/>
                </a:lnTo>
                <a:lnTo>
                  <a:pt x="308" y="90"/>
                </a:lnTo>
                <a:lnTo>
                  <a:pt x="309" y="88"/>
                </a:lnTo>
                <a:lnTo>
                  <a:pt x="310" y="85"/>
                </a:lnTo>
                <a:lnTo>
                  <a:pt x="313" y="81"/>
                </a:lnTo>
                <a:lnTo>
                  <a:pt x="316" y="79"/>
                </a:lnTo>
                <a:lnTo>
                  <a:pt x="316" y="77"/>
                </a:lnTo>
                <a:lnTo>
                  <a:pt x="315" y="72"/>
                </a:lnTo>
                <a:lnTo>
                  <a:pt x="316" y="71"/>
                </a:lnTo>
                <a:lnTo>
                  <a:pt x="318" y="67"/>
                </a:lnTo>
                <a:lnTo>
                  <a:pt x="318" y="67"/>
                </a:lnTo>
                <a:lnTo>
                  <a:pt x="317" y="67"/>
                </a:lnTo>
                <a:lnTo>
                  <a:pt x="318" y="64"/>
                </a:lnTo>
                <a:lnTo>
                  <a:pt x="317" y="61"/>
                </a:lnTo>
                <a:lnTo>
                  <a:pt x="317" y="60"/>
                </a:lnTo>
                <a:lnTo>
                  <a:pt x="317" y="60"/>
                </a:lnTo>
                <a:lnTo>
                  <a:pt x="317" y="58"/>
                </a:lnTo>
                <a:lnTo>
                  <a:pt x="316" y="57"/>
                </a:lnTo>
                <a:lnTo>
                  <a:pt x="315" y="57"/>
                </a:lnTo>
                <a:lnTo>
                  <a:pt x="312" y="52"/>
                </a:lnTo>
                <a:lnTo>
                  <a:pt x="311" y="49"/>
                </a:lnTo>
                <a:lnTo>
                  <a:pt x="312" y="48"/>
                </a:lnTo>
                <a:lnTo>
                  <a:pt x="311" y="47"/>
                </a:lnTo>
                <a:lnTo>
                  <a:pt x="312" y="45"/>
                </a:lnTo>
                <a:lnTo>
                  <a:pt x="311" y="44"/>
                </a:lnTo>
                <a:lnTo>
                  <a:pt x="310" y="42"/>
                </a:lnTo>
                <a:lnTo>
                  <a:pt x="311" y="42"/>
                </a:lnTo>
                <a:lnTo>
                  <a:pt x="310" y="41"/>
                </a:lnTo>
                <a:lnTo>
                  <a:pt x="307" y="39"/>
                </a:lnTo>
                <a:lnTo>
                  <a:pt x="307" y="38"/>
                </a:lnTo>
                <a:lnTo>
                  <a:pt x="307" y="36"/>
                </a:lnTo>
                <a:lnTo>
                  <a:pt x="307" y="36"/>
                </a:lnTo>
                <a:lnTo>
                  <a:pt x="305" y="35"/>
                </a:lnTo>
                <a:lnTo>
                  <a:pt x="305" y="36"/>
                </a:lnTo>
                <a:lnTo>
                  <a:pt x="302" y="36"/>
                </a:lnTo>
                <a:lnTo>
                  <a:pt x="302" y="35"/>
                </a:lnTo>
                <a:lnTo>
                  <a:pt x="301" y="34"/>
                </a:lnTo>
                <a:lnTo>
                  <a:pt x="301" y="33"/>
                </a:lnTo>
                <a:lnTo>
                  <a:pt x="300" y="33"/>
                </a:lnTo>
                <a:lnTo>
                  <a:pt x="300" y="32"/>
                </a:lnTo>
                <a:lnTo>
                  <a:pt x="300" y="31"/>
                </a:lnTo>
                <a:lnTo>
                  <a:pt x="299" y="31"/>
                </a:lnTo>
                <a:lnTo>
                  <a:pt x="297" y="31"/>
                </a:lnTo>
                <a:lnTo>
                  <a:pt x="295" y="32"/>
                </a:lnTo>
                <a:lnTo>
                  <a:pt x="294" y="31"/>
                </a:lnTo>
                <a:lnTo>
                  <a:pt x="292" y="31"/>
                </a:lnTo>
                <a:lnTo>
                  <a:pt x="292" y="30"/>
                </a:lnTo>
                <a:lnTo>
                  <a:pt x="291" y="28"/>
                </a:lnTo>
                <a:lnTo>
                  <a:pt x="289" y="28"/>
                </a:lnTo>
                <a:lnTo>
                  <a:pt x="287" y="26"/>
                </a:lnTo>
                <a:lnTo>
                  <a:pt x="286" y="26"/>
                </a:lnTo>
                <a:lnTo>
                  <a:pt x="286" y="23"/>
                </a:lnTo>
                <a:lnTo>
                  <a:pt x="287" y="22"/>
                </a:lnTo>
                <a:lnTo>
                  <a:pt x="286" y="22"/>
                </a:lnTo>
                <a:lnTo>
                  <a:pt x="286" y="21"/>
                </a:lnTo>
                <a:lnTo>
                  <a:pt x="286" y="21"/>
                </a:lnTo>
                <a:lnTo>
                  <a:pt x="286" y="21"/>
                </a:lnTo>
                <a:lnTo>
                  <a:pt x="284" y="21"/>
                </a:lnTo>
                <a:lnTo>
                  <a:pt x="283" y="20"/>
                </a:lnTo>
                <a:lnTo>
                  <a:pt x="283" y="19"/>
                </a:lnTo>
                <a:lnTo>
                  <a:pt x="283" y="18"/>
                </a:lnTo>
                <a:lnTo>
                  <a:pt x="281" y="18"/>
                </a:lnTo>
                <a:lnTo>
                  <a:pt x="280" y="16"/>
                </a:lnTo>
                <a:lnTo>
                  <a:pt x="279" y="16"/>
                </a:lnTo>
                <a:lnTo>
                  <a:pt x="278" y="15"/>
                </a:lnTo>
                <a:lnTo>
                  <a:pt x="278" y="15"/>
                </a:lnTo>
                <a:lnTo>
                  <a:pt x="279" y="15"/>
                </a:lnTo>
                <a:lnTo>
                  <a:pt x="279" y="14"/>
                </a:lnTo>
                <a:lnTo>
                  <a:pt x="280" y="13"/>
                </a:lnTo>
                <a:lnTo>
                  <a:pt x="280" y="13"/>
                </a:lnTo>
                <a:lnTo>
                  <a:pt x="280" y="13"/>
                </a:lnTo>
                <a:lnTo>
                  <a:pt x="279" y="12"/>
                </a:lnTo>
                <a:lnTo>
                  <a:pt x="279" y="11"/>
                </a:lnTo>
                <a:lnTo>
                  <a:pt x="278" y="11"/>
                </a:lnTo>
                <a:lnTo>
                  <a:pt x="277" y="10"/>
                </a:lnTo>
                <a:lnTo>
                  <a:pt x="277" y="10"/>
                </a:lnTo>
                <a:lnTo>
                  <a:pt x="276" y="9"/>
                </a:lnTo>
                <a:lnTo>
                  <a:pt x="277" y="10"/>
                </a:lnTo>
                <a:lnTo>
                  <a:pt x="276" y="8"/>
                </a:lnTo>
                <a:lnTo>
                  <a:pt x="276" y="8"/>
                </a:lnTo>
                <a:lnTo>
                  <a:pt x="276" y="7"/>
                </a:lnTo>
                <a:lnTo>
                  <a:pt x="278" y="7"/>
                </a:lnTo>
                <a:lnTo>
                  <a:pt x="278" y="7"/>
                </a:lnTo>
                <a:lnTo>
                  <a:pt x="279" y="6"/>
                </a:lnTo>
                <a:lnTo>
                  <a:pt x="278" y="5"/>
                </a:lnTo>
                <a:lnTo>
                  <a:pt x="278" y="3"/>
                </a:lnTo>
                <a:lnTo>
                  <a:pt x="278" y="3"/>
                </a:lnTo>
                <a:lnTo>
                  <a:pt x="278" y="2"/>
                </a:lnTo>
                <a:lnTo>
                  <a:pt x="278" y="2"/>
                </a:lnTo>
                <a:lnTo>
                  <a:pt x="276" y="2"/>
                </a:lnTo>
                <a:lnTo>
                  <a:pt x="276" y="2"/>
                </a:lnTo>
                <a:lnTo>
                  <a:pt x="273" y="2"/>
                </a:lnTo>
                <a:lnTo>
                  <a:pt x="273" y="2"/>
                </a:lnTo>
                <a:lnTo>
                  <a:pt x="273" y="3"/>
                </a:lnTo>
                <a:lnTo>
                  <a:pt x="272" y="3"/>
                </a:lnTo>
                <a:lnTo>
                  <a:pt x="267" y="0"/>
                </a:lnTo>
                <a:lnTo>
                  <a:pt x="267" y="1"/>
                </a:lnTo>
                <a:lnTo>
                  <a:pt x="264" y="0"/>
                </a:lnTo>
                <a:lnTo>
                  <a:pt x="263" y="1"/>
                </a:lnTo>
                <a:lnTo>
                  <a:pt x="263" y="2"/>
                </a:lnTo>
                <a:lnTo>
                  <a:pt x="261" y="3"/>
                </a:lnTo>
                <a:lnTo>
                  <a:pt x="261" y="5"/>
                </a:lnTo>
                <a:lnTo>
                  <a:pt x="262" y="6"/>
                </a:lnTo>
                <a:lnTo>
                  <a:pt x="262" y="7"/>
                </a:lnTo>
                <a:lnTo>
                  <a:pt x="261" y="8"/>
                </a:lnTo>
                <a:lnTo>
                  <a:pt x="261" y="9"/>
                </a:lnTo>
                <a:lnTo>
                  <a:pt x="259" y="10"/>
                </a:lnTo>
                <a:lnTo>
                  <a:pt x="258" y="11"/>
                </a:lnTo>
                <a:lnTo>
                  <a:pt x="257" y="12"/>
                </a:lnTo>
                <a:lnTo>
                  <a:pt x="254" y="13"/>
                </a:lnTo>
                <a:lnTo>
                  <a:pt x="253" y="13"/>
                </a:lnTo>
                <a:lnTo>
                  <a:pt x="251" y="14"/>
                </a:lnTo>
                <a:lnTo>
                  <a:pt x="247" y="13"/>
                </a:lnTo>
                <a:lnTo>
                  <a:pt x="245" y="13"/>
                </a:lnTo>
                <a:lnTo>
                  <a:pt x="243" y="14"/>
                </a:lnTo>
                <a:lnTo>
                  <a:pt x="243" y="16"/>
                </a:lnTo>
                <a:lnTo>
                  <a:pt x="241" y="17"/>
                </a:lnTo>
                <a:lnTo>
                  <a:pt x="241" y="17"/>
                </a:lnTo>
                <a:lnTo>
                  <a:pt x="239" y="20"/>
                </a:lnTo>
                <a:lnTo>
                  <a:pt x="238" y="32"/>
                </a:lnTo>
                <a:lnTo>
                  <a:pt x="239" y="34"/>
                </a:lnTo>
                <a:lnTo>
                  <a:pt x="239" y="35"/>
                </a:lnTo>
                <a:lnTo>
                  <a:pt x="238" y="36"/>
                </a:lnTo>
                <a:lnTo>
                  <a:pt x="239" y="37"/>
                </a:lnTo>
                <a:lnTo>
                  <a:pt x="238" y="39"/>
                </a:lnTo>
                <a:lnTo>
                  <a:pt x="236" y="40"/>
                </a:lnTo>
                <a:lnTo>
                  <a:pt x="235" y="41"/>
                </a:lnTo>
                <a:lnTo>
                  <a:pt x="235" y="42"/>
                </a:lnTo>
                <a:lnTo>
                  <a:pt x="232" y="41"/>
                </a:lnTo>
                <a:lnTo>
                  <a:pt x="231" y="41"/>
                </a:lnTo>
                <a:lnTo>
                  <a:pt x="228" y="42"/>
                </a:lnTo>
                <a:lnTo>
                  <a:pt x="228" y="43"/>
                </a:lnTo>
                <a:lnTo>
                  <a:pt x="226" y="43"/>
                </a:lnTo>
                <a:lnTo>
                  <a:pt x="225" y="44"/>
                </a:lnTo>
                <a:lnTo>
                  <a:pt x="224" y="42"/>
                </a:lnTo>
                <a:lnTo>
                  <a:pt x="223" y="40"/>
                </a:lnTo>
                <a:lnTo>
                  <a:pt x="219" y="40"/>
                </a:lnTo>
                <a:lnTo>
                  <a:pt x="218" y="39"/>
                </a:lnTo>
                <a:lnTo>
                  <a:pt x="217" y="40"/>
                </a:lnTo>
                <a:lnTo>
                  <a:pt x="215" y="39"/>
                </a:lnTo>
                <a:lnTo>
                  <a:pt x="213" y="39"/>
                </a:lnTo>
                <a:lnTo>
                  <a:pt x="212" y="38"/>
                </a:lnTo>
                <a:lnTo>
                  <a:pt x="210" y="39"/>
                </a:lnTo>
                <a:lnTo>
                  <a:pt x="208" y="37"/>
                </a:lnTo>
                <a:lnTo>
                  <a:pt x="207" y="37"/>
                </a:lnTo>
                <a:lnTo>
                  <a:pt x="207" y="37"/>
                </a:lnTo>
                <a:lnTo>
                  <a:pt x="205" y="36"/>
                </a:lnTo>
                <a:lnTo>
                  <a:pt x="205" y="35"/>
                </a:lnTo>
                <a:lnTo>
                  <a:pt x="204" y="34"/>
                </a:lnTo>
                <a:lnTo>
                  <a:pt x="203" y="34"/>
                </a:lnTo>
                <a:lnTo>
                  <a:pt x="203" y="32"/>
                </a:lnTo>
                <a:lnTo>
                  <a:pt x="201" y="32"/>
                </a:lnTo>
                <a:lnTo>
                  <a:pt x="200" y="30"/>
                </a:lnTo>
                <a:lnTo>
                  <a:pt x="198" y="30"/>
                </a:lnTo>
                <a:lnTo>
                  <a:pt x="198" y="31"/>
                </a:lnTo>
                <a:lnTo>
                  <a:pt x="197" y="33"/>
                </a:lnTo>
                <a:lnTo>
                  <a:pt x="196" y="34"/>
                </a:lnTo>
                <a:lnTo>
                  <a:pt x="194" y="39"/>
                </a:lnTo>
                <a:lnTo>
                  <a:pt x="193" y="39"/>
                </a:lnTo>
                <a:lnTo>
                  <a:pt x="190" y="45"/>
                </a:lnTo>
                <a:lnTo>
                  <a:pt x="185" y="52"/>
                </a:lnTo>
                <a:lnTo>
                  <a:pt x="183" y="55"/>
                </a:lnTo>
                <a:lnTo>
                  <a:pt x="182" y="55"/>
                </a:lnTo>
                <a:lnTo>
                  <a:pt x="181" y="56"/>
                </a:lnTo>
                <a:lnTo>
                  <a:pt x="180" y="59"/>
                </a:lnTo>
                <a:lnTo>
                  <a:pt x="179" y="60"/>
                </a:lnTo>
                <a:lnTo>
                  <a:pt x="179" y="62"/>
                </a:lnTo>
                <a:lnTo>
                  <a:pt x="178" y="63"/>
                </a:lnTo>
                <a:lnTo>
                  <a:pt x="178" y="64"/>
                </a:lnTo>
                <a:lnTo>
                  <a:pt x="182" y="68"/>
                </a:lnTo>
                <a:lnTo>
                  <a:pt x="182" y="70"/>
                </a:lnTo>
                <a:lnTo>
                  <a:pt x="181" y="72"/>
                </a:lnTo>
                <a:lnTo>
                  <a:pt x="181" y="73"/>
                </a:lnTo>
                <a:lnTo>
                  <a:pt x="179" y="73"/>
                </a:lnTo>
                <a:lnTo>
                  <a:pt x="177" y="71"/>
                </a:lnTo>
                <a:lnTo>
                  <a:pt x="174" y="71"/>
                </a:lnTo>
                <a:lnTo>
                  <a:pt x="174" y="71"/>
                </a:lnTo>
                <a:lnTo>
                  <a:pt x="174" y="70"/>
                </a:lnTo>
                <a:lnTo>
                  <a:pt x="173" y="70"/>
                </a:lnTo>
                <a:lnTo>
                  <a:pt x="171" y="70"/>
                </a:lnTo>
                <a:lnTo>
                  <a:pt x="170" y="66"/>
                </a:lnTo>
                <a:lnTo>
                  <a:pt x="166" y="66"/>
                </a:lnTo>
                <a:lnTo>
                  <a:pt x="166" y="67"/>
                </a:lnTo>
                <a:lnTo>
                  <a:pt x="164" y="67"/>
                </a:lnTo>
                <a:lnTo>
                  <a:pt x="164" y="67"/>
                </a:lnTo>
                <a:lnTo>
                  <a:pt x="161" y="67"/>
                </a:lnTo>
                <a:lnTo>
                  <a:pt x="160" y="67"/>
                </a:lnTo>
                <a:lnTo>
                  <a:pt x="159" y="67"/>
                </a:lnTo>
                <a:lnTo>
                  <a:pt x="159" y="67"/>
                </a:lnTo>
                <a:lnTo>
                  <a:pt x="158" y="67"/>
                </a:lnTo>
                <a:lnTo>
                  <a:pt x="158" y="68"/>
                </a:lnTo>
                <a:lnTo>
                  <a:pt x="155" y="68"/>
                </a:lnTo>
                <a:lnTo>
                  <a:pt x="155" y="68"/>
                </a:lnTo>
                <a:lnTo>
                  <a:pt x="152" y="67"/>
                </a:lnTo>
                <a:lnTo>
                  <a:pt x="150" y="68"/>
                </a:lnTo>
                <a:lnTo>
                  <a:pt x="149" y="67"/>
                </a:lnTo>
                <a:lnTo>
                  <a:pt x="148" y="67"/>
                </a:lnTo>
                <a:lnTo>
                  <a:pt x="147" y="68"/>
                </a:lnTo>
                <a:lnTo>
                  <a:pt x="146" y="68"/>
                </a:lnTo>
                <a:lnTo>
                  <a:pt x="145" y="67"/>
                </a:lnTo>
                <a:lnTo>
                  <a:pt x="144" y="68"/>
                </a:lnTo>
                <a:lnTo>
                  <a:pt x="142" y="67"/>
                </a:lnTo>
                <a:lnTo>
                  <a:pt x="138" y="69"/>
                </a:lnTo>
                <a:lnTo>
                  <a:pt x="139" y="70"/>
                </a:lnTo>
                <a:lnTo>
                  <a:pt x="138" y="71"/>
                </a:lnTo>
                <a:lnTo>
                  <a:pt x="139" y="71"/>
                </a:lnTo>
                <a:lnTo>
                  <a:pt x="139" y="72"/>
                </a:lnTo>
                <a:lnTo>
                  <a:pt x="141" y="72"/>
                </a:lnTo>
                <a:lnTo>
                  <a:pt x="142" y="72"/>
                </a:lnTo>
                <a:lnTo>
                  <a:pt x="142" y="74"/>
                </a:lnTo>
                <a:lnTo>
                  <a:pt x="142" y="74"/>
                </a:lnTo>
                <a:lnTo>
                  <a:pt x="143" y="75"/>
                </a:lnTo>
                <a:lnTo>
                  <a:pt x="144" y="77"/>
                </a:lnTo>
                <a:lnTo>
                  <a:pt x="144" y="78"/>
                </a:lnTo>
                <a:lnTo>
                  <a:pt x="143" y="80"/>
                </a:lnTo>
                <a:lnTo>
                  <a:pt x="142" y="85"/>
                </a:lnTo>
                <a:lnTo>
                  <a:pt x="141" y="88"/>
                </a:lnTo>
                <a:lnTo>
                  <a:pt x="142" y="89"/>
                </a:lnTo>
                <a:lnTo>
                  <a:pt x="141" y="92"/>
                </a:lnTo>
                <a:lnTo>
                  <a:pt x="142" y="93"/>
                </a:lnTo>
                <a:lnTo>
                  <a:pt x="142" y="95"/>
                </a:lnTo>
                <a:lnTo>
                  <a:pt x="143" y="103"/>
                </a:lnTo>
                <a:lnTo>
                  <a:pt x="143" y="105"/>
                </a:lnTo>
                <a:lnTo>
                  <a:pt x="141" y="107"/>
                </a:lnTo>
                <a:lnTo>
                  <a:pt x="143" y="108"/>
                </a:lnTo>
                <a:lnTo>
                  <a:pt x="142" y="109"/>
                </a:lnTo>
                <a:lnTo>
                  <a:pt x="142" y="111"/>
                </a:lnTo>
                <a:lnTo>
                  <a:pt x="142" y="111"/>
                </a:lnTo>
                <a:lnTo>
                  <a:pt x="140" y="111"/>
                </a:lnTo>
                <a:lnTo>
                  <a:pt x="139" y="111"/>
                </a:lnTo>
                <a:lnTo>
                  <a:pt x="135" y="112"/>
                </a:lnTo>
                <a:lnTo>
                  <a:pt x="135" y="113"/>
                </a:lnTo>
                <a:lnTo>
                  <a:pt x="136" y="114"/>
                </a:lnTo>
                <a:lnTo>
                  <a:pt x="138" y="115"/>
                </a:lnTo>
                <a:lnTo>
                  <a:pt x="138" y="116"/>
                </a:lnTo>
                <a:lnTo>
                  <a:pt x="136" y="116"/>
                </a:lnTo>
                <a:lnTo>
                  <a:pt x="134" y="117"/>
                </a:lnTo>
                <a:lnTo>
                  <a:pt x="132" y="116"/>
                </a:lnTo>
                <a:lnTo>
                  <a:pt x="131" y="119"/>
                </a:lnTo>
                <a:lnTo>
                  <a:pt x="130" y="119"/>
                </a:lnTo>
                <a:lnTo>
                  <a:pt x="129" y="120"/>
                </a:lnTo>
                <a:lnTo>
                  <a:pt x="130" y="122"/>
                </a:lnTo>
                <a:lnTo>
                  <a:pt x="130" y="123"/>
                </a:lnTo>
                <a:lnTo>
                  <a:pt x="129" y="123"/>
                </a:lnTo>
                <a:lnTo>
                  <a:pt x="129" y="125"/>
                </a:lnTo>
                <a:lnTo>
                  <a:pt x="129" y="126"/>
                </a:lnTo>
                <a:lnTo>
                  <a:pt x="129" y="126"/>
                </a:lnTo>
                <a:lnTo>
                  <a:pt x="129" y="127"/>
                </a:lnTo>
                <a:lnTo>
                  <a:pt x="129" y="128"/>
                </a:lnTo>
                <a:lnTo>
                  <a:pt x="129" y="129"/>
                </a:lnTo>
                <a:lnTo>
                  <a:pt x="129" y="129"/>
                </a:lnTo>
                <a:lnTo>
                  <a:pt x="127" y="130"/>
                </a:lnTo>
                <a:lnTo>
                  <a:pt x="126" y="131"/>
                </a:lnTo>
                <a:lnTo>
                  <a:pt x="126" y="130"/>
                </a:lnTo>
                <a:lnTo>
                  <a:pt x="127" y="132"/>
                </a:lnTo>
                <a:lnTo>
                  <a:pt x="125" y="133"/>
                </a:lnTo>
                <a:lnTo>
                  <a:pt x="122" y="132"/>
                </a:lnTo>
                <a:lnTo>
                  <a:pt x="121" y="132"/>
                </a:lnTo>
                <a:lnTo>
                  <a:pt x="121" y="133"/>
                </a:lnTo>
                <a:lnTo>
                  <a:pt x="119" y="135"/>
                </a:lnTo>
                <a:lnTo>
                  <a:pt x="117" y="134"/>
                </a:lnTo>
                <a:lnTo>
                  <a:pt x="116" y="135"/>
                </a:lnTo>
                <a:lnTo>
                  <a:pt x="115" y="135"/>
                </a:lnTo>
                <a:lnTo>
                  <a:pt x="113" y="134"/>
                </a:lnTo>
                <a:lnTo>
                  <a:pt x="111" y="135"/>
                </a:lnTo>
                <a:lnTo>
                  <a:pt x="111" y="135"/>
                </a:lnTo>
                <a:lnTo>
                  <a:pt x="109" y="136"/>
                </a:lnTo>
                <a:lnTo>
                  <a:pt x="107" y="136"/>
                </a:lnTo>
                <a:lnTo>
                  <a:pt x="105" y="137"/>
                </a:lnTo>
                <a:lnTo>
                  <a:pt x="104" y="136"/>
                </a:lnTo>
                <a:lnTo>
                  <a:pt x="101" y="138"/>
                </a:lnTo>
                <a:lnTo>
                  <a:pt x="99" y="138"/>
                </a:lnTo>
                <a:lnTo>
                  <a:pt x="99" y="138"/>
                </a:lnTo>
                <a:lnTo>
                  <a:pt x="98" y="139"/>
                </a:lnTo>
                <a:lnTo>
                  <a:pt x="97" y="138"/>
                </a:lnTo>
                <a:lnTo>
                  <a:pt x="96" y="139"/>
                </a:lnTo>
                <a:lnTo>
                  <a:pt x="93" y="140"/>
                </a:lnTo>
                <a:lnTo>
                  <a:pt x="92" y="139"/>
                </a:lnTo>
                <a:lnTo>
                  <a:pt x="91" y="139"/>
                </a:lnTo>
                <a:lnTo>
                  <a:pt x="90" y="139"/>
                </a:lnTo>
                <a:lnTo>
                  <a:pt x="88" y="142"/>
                </a:lnTo>
                <a:lnTo>
                  <a:pt x="85" y="143"/>
                </a:lnTo>
                <a:lnTo>
                  <a:pt x="84" y="142"/>
                </a:lnTo>
                <a:lnTo>
                  <a:pt x="83" y="142"/>
                </a:lnTo>
                <a:lnTo>
                  <a:pt x="82" y="144"/>
                </a:lnTo>
                <a:lnTo>
                  <a:pt x="82" y="144"/>
                </a:lnTo>
                <a:lnTo>
                  <a:pt x="81" y="145"/>
                </a:lnTo>
                <a:lnTo>
                  <a:pt x="81" y="145"/>
                </a:lnTo>
                <a:lnTo>
                  <a:pt x="78" y="145"/>
                </a:lnTo>
                <a:lnTo>
                  <a:pt x="76" y="144"/>
                </a:lnTo>
                <a:lnTo>
                  <a:pt x="76" y="144"/>
                </a:lnTo>
                <a:lnTo>
                  <a:pt x="75" y="143"/>
                </a:lnTo>
                <a:lnTo>
                  <a:pt x="73" y="143"/>
                </a:lnTo>
                <a:lnTo>
                  <a:pt x="73" y="142"/>
                </a:lnTo>
                <a:lnTo>
                  <a:pt x="71" y="142"/>
                </a:lnTo>
                <a:lnTo>
                  <a:pt x="70" y="141"/>
                </a:lnTo>
                <a:lnTo>
                  <a:pt x="69" y="140"/>
                </a:lnTo>
                <a:lnTo>
                  <a:pt x="68" y="141"/>
                </a:lnTo>
                <a:lnTo>
                  <a:pt x="67" y="141"/>
                </a:lnTo>
                <a:lnTo>
                  <a:pt x="66" y="142"/>
                </a:lnTo>
                <a:lnTo>
                  <a:pt x="64" y="142"/>
                </a:lnTo>
                <a:lnTo>
                  <a:pt x="63" y="144"/>
                </a:lnTo>
                <a:lnTo>
                  <a:pt x="61" y="145"/>
                </a:lnTo>
                <a:lnTo>
                  <a:pt x="61" y="147"/>
                </a:lnTo>
                <a:lnTo>
                  <a:pt x="61" y="148"/>
                </a:lnTo>
                <a:lnTo>
                  <a:pt x="60" y="149"/>
                </a:lnTo>
                <a:lnTo>
                  <a:pt x="58" y="150"/>
                </a:lnTo>
                <a:lnTo>
                  <a:pt x="58" y="151"/>
                </a:lnTo>
                <a:lnTo>
                  <a:pt x="56" y="152"/>
                </a:lnTo>
                <a:lnTo>
                  <a:pt x="55" y="152"/>
                </a:lnTo>
                <a:lnTo>
                  <a:pt x="55" y="152"/>
                </a:lnTo>
                <a:lnTo>
                  <a:pt x="53" y="153"/>
                </a:lnTo>
                <a:lnTo>
                  <a:pt x="54" y="152"/>
                </a:lnTo>
                <a:lnTo>
                  <a:pt x="53" y="151"/>
                </a:lnTo>
                <a:lnTo>
                  <a:pt x="53" y="151"/>
                </a:lnTo>
                <a:lnTo>
                  <a:pt x="51" y="151"/>
                </a:lnTo>
                <a:lnTo>
                  <a:pt x="50" y="151"/>
                </a:lnTo>
                <a:lnTo>
                  <a:pt x="49" y="151"/>
                </a:lnTo>
                <a:lnTo>
                  <a:pt x="49" y="151"/>
                </a:lnTo>
                <a:lnTo>
                  <a:pt x="49" y="151"/>
                </a:lnTo>
                <a:lnTo>
                  <a:pt x="48" y="150"/>
                </a:lnTo>
                <a:lnTo>
                  <a:pt x="47" y="151"/>
                </a:lnTo>
                <a:lnTo>
                  <a:pt x="46" y="152"/>
                </a:lnTo>
                <a:lnTo>
                  <a:pt x="45" y="151"/>
                </a:lnTo>
                <a:lnTo>
                  <a:pt x="43" y="151"/>
                </a:lnTo>
                <a:lnTo>
                  <a:pt x="43" y="149"/>
                </a:lnTo>
                <a:lnTo>
                  <a:pt x="43" y="148"/>
                </a:lnTo>
                <a:lnTo>
                  <a:pt x="45" y="147"/>
                </a:lnTo>
                <a:lnTo>
                  <a:pt x="43" y="146"/>
                </a:lnTo>
                <a:lnTo>
                  <a:pt x="43" y="145"/>
                </a:lnTo>
                <a:lnTo>
                  <a:pt x="44" y="143"/>
                </a:lnTo>
                <a:lnTo>
                  <a:pt x="44" y="142"/>
                </a:lnTo>
                <a:lnTo>
                  <a:pt x="43" y="142"/>
                </a:lnTo>
                <a:lnTo>
                  <a:pt x="40" y="144"/>
                </a:lnTo>
                <a:lnTo>
                  <a:pt x="39" y="144"/>
                </a:lnTo>
                <a:lnTo>
                  <a:pt x="36" y="145"/>
                </a:lnTo>
                <a:lnTo>
                  <a:pt x="35" y="144"/>
                </a:lnTo>
                <a:lnTo>
                  <a:pt x="34" y="145"/>
                </a:lnTo>
                <a:lnTo>
                  <a:pt x="33" y="144"/>
                </a:lnTo>
                <a:lnTo>
                  <a:pt x="32" y="144"/>
                </a:lnTo>
                <a:lnTo>
                  <a:pt x="30" y="142"/>
                </a:lnTo>
                <a:lnTo>
                  <a:pt x="30" y="142"/>
                </a:lnTo>
                <a:lnTo>
                  <a:pt x="30" y="143"/>
                </a:lnTo>
                <a:lnTo>
                  <a:pt x="29" y="143"/>
                </a:lnTo>
                <a:lnTo>
                  <a:pt x="30" y="146"/>
                </a:lnTo>
                <a:lnTo>
                  <a:pt x="29" y="146"/>
                </a:lnTo>
                <a:lnTo>
                  <a:pt x="29" y="145"/>
                </a:lnTo>
                <a:lnTo>
                  <a:pt x="27" y="145"/>
                </a:lnTo>
                <a:lnTo>
                  <a:pt x="26" y="146"/>
                </a:lnTo>
                <a:lnTo>
                  <a:pt x="24" y="146"/>
                </a:lnTo>
                <a:lnTo>
                  <a:pt x="23" y="147"/>
                </a:lnTo>
                <a:lnTo>
                  <a:pt x="20" y="149"/>
                </a:lnTo>
                <a:lnTo>
                  <a:pt x="19" y="148"/>
                </a:lnTo>
                <a:lnTo>
                  <a:pt x="18" y="148"/>
                </a:lnTo>
                <a:lnTo>
                  <a:pt x="18" y="147"/>
                </a:lnTo>
                <a:lnTo>
                  <a:pt x="16" y="147"/>
                </a:lnTo>
                <a:lnTo>
                  <a:pt x="16" y="147"/>
                </a:lnTo>
                <a:lnTo>
                  <a:pt x="14" y="147"/>
                </a:lnTo>
                <a:lnTo>
                  <a:pt x="14" y="148"/>
                </a:lnTo>
                <a:lnTo>
                  <a:pt x="12" y="148"/>
                </a:lnTo>
                <a:lnTo>
                  <a:pt x="13" y="148"/>
                </a:lnTo>
                <a:lnTo>
                  <a:pt x="11" y="150"/>
                </a:lnTo>
                <a:lnTo>
                  <a:pt x="11" y="151"/>
                </a:lnTo>
                <a:lnTo>
                  <a:pt x="9" y="151"/>
                </a:lnTo>
                <a:lnTo>
                  <a:pt x="9" y="153"/>
                </a:lnTo>
                <a:lnTo>
                  <a:pt x="10" y="154"/>
                </a:lnTo>
                <a:lnTo>
                  <a:pt x="10" y="157"/>
                </a:lnTo>
                <a:lnTo>
                  <a:pt x="9" y="157"/>
                </a:lnTo>
                <a:lnTo>
                  <a:pt x="7" y="159"/>
                </a:lnTo>
                <a:lnTo>
                  <a:pt x="5" y="159"/>
                </a:lnTo>
                <a:lnTo>
                  <a:pt x="3" y="158"/>
                </a:lnTo>
                <a:lnTo>
                  <a:pt x="2" y="159"/>
                </a:lnTo>
                <a:lnTo>
                  <a:pt x="1" y="159"/>
                </a:lnTo>
                <a:lnTo>
                  <a:pt x="1" y="160"/>
                </a:lnTo>
                <a:lnTo>
                  <a:pt x="0" y="162"/>
                </a:lnTo>
                <a:lnTo>
                  <a:pt x="2" y="164"/>
                </a:lnTo>
                <a:lnTo>
                  <a:pt x="2" y="165"/>
                </a:lnTo>
                <a:lnTo>
                  <a:pt x="2" y="165"/>
                </a:lnTo>
                <a:lnTo>
                  <a:pt x="2" y="166"/>
                </a:lnTo>
                <a:lnTo>
                  <a:pt x="2" y="168"/>
                </a:lnTo>
                <a:lnTo>
                  <a:pt x="3" y="168"/>
                </a:lnTo>
                <a:lnTo>
                  <a:pt x="3" y="169"/>
                </a:lnTo>
                <a:lnTo>
                  <a:pt x="3" y="170"/>
                </a:lnTo>
                <a:lnTo>
                  <a:pt x="3" y="171"/>
                </a:lnTo>
                <a:lnTo>
                  <a:pt x="2" y="170"/>
                </a:lnTo>
                <a:lnTo>
                  <a:pt x="1" y="170"/>
                </a:lnTo>
                <a:lnTo>
                  <a:pt x="0" y="172"/>
                </a:lnTo>
                <a:lnTo>
                  <a:pt x="1" y="174"/>
                </a:lnTo>
                <a:lnTo>
                  <a:pt x="0" y="175"/>
                </a:lnTo>
                <a:lnTo>
                  <a:pt x="0" y="177"/>
                </a:lnTo>
                <a:lnTo>
                  <a:pt x="0" y="178"/>
                </a:lnTo>
                <a:lnTo>
                  <a:pt x="1" y="179"/>
                </a:lnTo>
                <a:lnTo>
                  <a:pt x="2" y="180"/>
                </a:lnTo>
                <a:lnTo>
                  <a:pt x="3" y="181"/>
                </a:lnTo>
                <a:lnTo>
                  <a:pt x="4" y="181"/>
                </a:lnTo>
                <a:lnTo>
                  <a:pt x="4" y="180"/>
                </a:lnTo>
                <a:lnTo>
                  <a:pt x="5" y="179"/>
                </a:lnTo>
                <a:lnTo>
                  <a:pt x="6" y="178"/>
                </a:lnTo>
                <a:lnTo>
                  <a:pt x="11" y="180"/>
                </a:lnTo>
                <a:lnTo>
                  <a:pt x="12" y="181"/>
                </a:lnTo>
                <a:lnTo>
                  <a:pt x="12" y="182"/>
                </a:lnTo>
                <a:lnTo>
                  <a:pt x="14" y="182"/>
                </a:lnTo>
                <a:lnTo>
                  <a:pt x="15" y="184"/>
                </a:lnTo>
                <a:lnTo>
                  <a:pt x="16" y="184"/>
                </a:lnTo>
                <a:lnTo>
                  <a:pt x="16" y="186"/>
                </a:lnTo>
                <a:lnTo>
                  <a:pt x="17" y="186"/>
                </a:lnTo>
                <a:lnTo>
                  <a:pt x="16" y="188"/>
                </a:lnTo>
                <a:lnTo>
                  <a:pt x="14" y="189"/>
                </a:lnTo>
                <a:lnTo>
                  <a:pt x="14" y="192"/>
                </a:lnTo>
                <a:lnTo>
                  <a:pt x="14" y="193"/>
                </a:lnTo>
                <a:lnTo>
                  <a:pt x="13" y="194"/>
                </a:lnTo>
                <a:lnTo>
                  <a:pt x="14" y="196"/>
                </a:lnTo>
                <a:lnTo>
                  <a:pt x="15" y="197"/>
                </a:lnTo>
                <a:lnTo>
                  <a:pt x="14" y="198"/>
                </a:lnTo>
                <a:lnTo>
                  <a:pt x="14" y="200"/>
                </a:lnTo>
                <a:lnTo>
                  <a:pt x="13" y="200"/>
                </a:lnTo>
                <a:lnTo>
                  <a:pt x="14" y="202"/>
                </a:lnTo>
                <a:lnTo>
                  <a:pt x="13" y="203"/>
                </a:lnTo>
                <a:lnTo>
                  <a:pt x="12" y="204"/>
                </a:lnTo>
                <a:lnTo>
                  <a:pt x="12" y="204"/>
                </a:lnTo>
                <a:lnTo>
                  <a:pt x="12" y="207"/>
                </a:lnTo>
                <a:lnTo>
                  <a:pt x="13" y="208"/>
                </a:lnTo>
                <a:lnTo>
                  <a:pt x="12" y="208"/>
                </a:lnTo>
                <a:lnTo>
                  <a:pt x="14" y="208"/>
                </a:lnTo>
                <a:lnTo>
                  <a:pt x="14" y="211"/>
                </a:lnTo>
                <a:lnTo>
                  <a:pt x="14" y="211"/>
                </a:lnTo>
                <a:lnTo>
                  <a:pt x="14" y="212"/>
                </a:lnTo>
                <a:lnTo>
                  <a:pt x="13" y="213"/>
                </a:lnTo>
                <a:lnTo>
                  <a:pt x="10" y="213"/>
                </a:lnTo>
                <a:lnTo>
                  <a:pt x="9" y="214"/>
                </a:lnTo>
                <a:lnTo>
                  <a:pt x="7" y="213"/>
                </a:lnTo>
                <a:lnTo>
                  <a:pt x="7" y="213"/>
                </a:lnTo>
                <a:lnTo>
                  <a:pt x="6" y="211"/>
                </a:lnTo>
                <a:lnTo>
                  <a:pt x="5" y="212"/>
                </a:lnTo>
                <a:lnTo>
                  <a:pt x="5" y="211"/>
                </a:lnTo>
                <a:lnTo>
                  <a:pt x="4" y="211"/>
                </a:lnTo>
                <a:lnTo>
                  <a:pt x="3" y="212"/>
                </a:lnTo>
                <a:lnTo>
                  <a:pt x="3" y="211"/>
                </a:lnTo>
                <a:lnTo>
                  <a:pt x="2" y="211"/>
                </a:lnTo>
                <a:lnTo>
                  <a:pt x="1" y="212"/>
                </a:lnTo>
                <a:lnTo>
                  <a:pt x="1" y="213"/>
                </a:lnTo>
                <a:lnTo>
                  <a:pt x="1" y="213"/>
                </a:lnTo>
                <a:lnTo>
                  <a:pt x="1" y="214"/>
                </a:lnTo>
                <a:lnTo>
                  <a:pt x="1" y="215"/>
                </a:lnTo>
                <a:lnTo>
                  <a:pt x="2" y="215"/>
                </a:lnTo>
                <a:lnTo>
                  <a:pt x="2" y="216"/>
                </a:lnTo>
                <a:lnTo>
                  <a:pt x="5" y="216"/>
                </a:lnTo>
                <a:lnTo>
                  <a:pt x="5" y="217"/>
                </a:lnTo>
                <a:lnTo>
                  <a:pt x="6" y="217"/>
                </a:lnTo>
                <a:lnTo>
                  <a:pt x="6" y="217"/>
                </a:lnTo>
                <a:lnTo>
                  <a:pt x="7" y="217"/>
                </a:lnTo>
                <a:lnTo>
                  <a:pt x="6" y="218"/>
                </a:lnTo>
                <a:lnTo>
                  <a:pt x="7" y="220"/>
                </a:lnTo>
                <a:lnTo>
                  <a:pt x="7" y="220"/>
                </a:lnTo>
                <a:lnTo>
                  <a:pt x="8" y="219"/>
                </a:lnTo>
                <a:lnTo>
                  <a:pt x="10" y="219"/>
                </a:lnTo>
                <a:lnTo>
                  <a:pt x="12" y="220"/>
                </a:lnTo>
                <a:lnTo>
                  <a:pt x="12" y="220"/>
                </a:lnTo>
                <a:lnTo>
                  <a:pt x="13" y="221"/>
                </a:lnTo>
                <a:lnTo>
                  <a:pt x="14" y="221"/>
                </a:lnTo>
                <a:lnTo>
                  <a:pt x="16" y="222"/>
                </a:lnTo>
                <a:lnTo>
                  <a:pt x="15" y="223"/>
                </a:lnTo>
                <a:lnTo>
                  <a:pt x="15" y="224"/>
                </a:lnTo>
                <a:lnTo>
                  <a:pt x="15" y="226"/>
                </a:lnTo>
                <a:lnTo>
                  <a:pt x="15" y="228"/>
                </a:lnTo>
                <a:lnTo>
                  <a:pt x="16" y="227"/>
                </a:lnTo>
                <a:lnTo>
                  <a:pt x="16" y="228"/>
                </a:lnTo>
                <a:lnTo>
                  <a:pt x="17" y="227"/>
                </a:lnTo>
                <a:lnTo>
                  <a:pt x="18" y="227"/>
                </a:lnTo>
                <a:lnTo>
                  <a:pt x="20" y="228"/>
                </a:lnTo>
                <a:lnTo>
                  <a:pt x="22" y="231"/>
                </a:lnTo>
                <a:lnTo>
                  <a:pt x="22" y="233"/>
                </a:lnTo>
                <a:lnTo>
                  <a:pt x="22" y="233"/>
                </a:lnTo>
                <a:lnTo>
                  <a:pt x="23" y="235"/>
                </a:lnTo>
                <a:lnTo>
                  <a:pt x="23" y="237"/>
                </a:lnTo>
                <a:lnTo>
                  <a:pt x="21" y="238"/>
                </a:lnTo>
                <a:lnTo>
                  <a:pt x="21" y="239"/>
                </a:lnTo>
                <a:lnTo>
                  <a:pt x="22" y="242"/>
                </a:lnTo>
                <a:lnTo>
                  <a:pt x="21" y="241"/>
                </a:lnTo>
                <a:lnTo>
                  <a:pt x="21" y="243"/>
                </a:lnTo>
                <a:lnTo>
                  <a:pt x="19" y="243"/>
                </a:lnTo>
                <a:lnTo>
                  <a:pt x="19" y="244"/>
                </a:lnTo>
                <a:lnTo>
                  <a:pt x="19" y="245"/>
                </a:lnTo>
                <a:lnTo>
                  <a:pt x="21" y="246"/>
                </a:lnTo>
                <a:lnTo>
                  <a:pt x="22" y="249"/>
                </a:lnTo>
                <a:lnTo>
                  <a:pt x="21" y="250"/>
                </a:lnTo>
                <a:lnTo>
                  <a:pt x="21" y="251"/>
                </a:lnTo>
                <a:lnTo>
                  <a:pt x="23" y="251"/>
                </a:lnTo>
                <a:lnTo>
                  <a:pt x="24" y="252"/>
                </a:lnTo>
                <a:lnTo>
                  <a:pt x="25" y="251"/>
                </a:lnTo>
                <a:lnTo>
                  <a:pt x="26" y="252"/>
                </a:lnTo>
                <a:lnTo>
                  <a:pt x="27" y="251"/>
                </a:lnTo>
                <a:lnTo>
                  <a:pt x="27" y="251"/>
                </a:lnTo>
                <a:lnTo>
                  <a:pt x="28" y="251"/>
                </a:lnTo>
                <a:lnTo>
                  <a:pt x="29" y="252"/>
                </a:lnTo>
                <a:lnTo>
                  <a:pt x="28" y="253"/>
                </a:lnTo>
                <a:lnTo>
                  <a:pt x="28" y="254"/>
                </a:lnTo>
                <a:lnTo>
                  <a:pt x="30" y="255"/>
                </a:lnTo>
                <a:lnTo>
                  <a:pt x="30" y="258"/>
                </a:lnTo>
                <a:lnTo>
                  <a:pt x="32" y="258"/>
                </a:lnTo>
                <a:lnTo>
                  <a:pt x="32" y="259"/>
                </a:lnTo>
                <a:lnTo>
                  <a:pt x="33" y="260"/>
                </a:lnTo>
                <a:lnTo>
                  <a:pt x="34" y="260"/>
                </a:lnTo>
                <a:lnTo>
                  <a:pt x="35" y="261"/>
                </a:lnTo>
                <a:lnTo>
                  <a:pt x="37" y="263"/>
                </a:lnTo>
                <a:lnTo>
                  <a:pt x="39" y="263"/>
                </a:lnTo>
                <a:lnTo>
                  <a:pt x="40" y="265"/>
                </a:lnTo>
                <a:lnTo>
                  <a:pt x="41" y="265"/>
                </a:lnTo>
                <a:lnTo>
                  <a:pt x="42" y="265"/>
                </a:lnTo>
                <a:lnTo>
                  <a:pt x="44" y="266"/>
                </a:lnTo>
                <a:lnTo>
                  <a:pt x="45" y="266"/>
                </a:lnTo>
                <a:lnTo>
                  <a:pt x="45" y="267"/>
                </a:lnTo>
                <a:lnTo>
                  <a:pt x="46" y="267"/>
                </a:lnTo>
                <a:lnTo>
                  <a:pt x="47" y="266"/>
                </a:lnTo>
                <a:lnTo>
                  <a:pt x="47" y="266"/>
                </a:lnTo>
                <a:lnTo>
                  <a:pt x="48" y="266"/>
                </a:lnTo>
                <a:lnTo>
                  <a:pt x="49" y="268"/>
                </a:lnTo>
                <a:lnTo>
                  <a:pt x="49" y="267"/>
                </a:lnTo>
                <a:lnTo>
                  <a:pt x="50" y="267"/>
                </a:lnTo>
                <a:lnTo>
                  <a:pt x="51" y="267"/>
                </a:lnTo>
                <a:lnTo>
                  <a:pt x="51" y="268"/>
                </a:lnTo>
                <a:lnTo>
                  <a:pt x="52" y="268"/>
                </a:lnTo>
                <a:lnTo>
                  <a:pt x="53" y="268"/>
                </a:lnTo>
                <a:lnTo>
                  <a:pt x="52" y="269"/>
                </a:lnTo>
                <a:lnTo>
                  <a:pt x="50" y="270"/>
                </a:lnTo>
                <a:lnTo>
                  <a:pt x="49" y="273"/>
                </a:lnTo>
                <a:lnTo>
                  <a:pt x="50" y="275"/>
                </a:lnTo>
                <a:lnTo>
                  <a:pt x="50" y="276"/>
                </a:lnTo>
                <a:lnTo>
                  <a:pt x="50" y="276"/>
                </a:lnTo>
                <a:lnTo>
                  <a:pt x="51" y="276"/>
                </a:lnTo>
                <a:lnTo>
                  <a:pt x="51" y="277"/>
                </a:lnTo>
                <a:lnTo>
                  <a:pt x="50" y="278"/>
                </a:lnTo>
                <a:lnTo>
                  <a:pt x="50" y="279"/>
                </a:lnTo>
                <a:lnTo>
                  <a:pt x="51" y="280"/>
                </a:lnTo>
                <a:lnTo>
                  <a:pt x="51" y="281"/>
                </a:lnTo>
                <a:lnTo>
                  <a:pt x="51" y="282"/>
                </a:lnTo>
                <a:lnTo>
                  <a:pt x="51" y="282"/>
                </a:lnTo>
                <a:lnTo>
                  <a:pt x="50" y="285"/>
                </a:lnTo>
                <a:lnTo>
                  <a:pt x="51" y="286"/>
                </a:lnTo>
                <a:lnTo>
                  <a:pt x="50" y="288"/>
                </a:lnTo>
                <a:lnTo>
                  <a:pt x="53" y="289"/>
                </a:lnTo>
                <a:lnTo>
                  <a:pt x="53" y="290"/>
                </a:lnTo>
                <a:lnTo>
                  <a:pt x="54" y="290"/>
                </a:lnTo>
                <a:lnTo>
                  <a:pt x="55" y="290"/>
                </a:lnTo>
                <a:lnTo>
                  <a:pt x="55" y="292"/>
                </a:lnTo>
                <a:lnTo>
                  <a:pt x="55" y="292"/>
                </a:lnTo>
                <a:lnTo>
                  <a:pt x="56" y="292"/>
                </a:lnTo>
                <a:lnTo>
                  <a:pt x="57" y="292"/>
                </a:lnTo>
                <a:lnTo>
                  <a:pt x="58" y="293"/>
                </a:lnTo>
                <a:lnTo>
                  <a:pt x="58" y="294"/>
                </a:lnTo>
                <a:lnTo>
                  <a:pt x="60" y="296"/>
                </a:lnTo>
                <a:lnTo>
                  <a:pt x="60" y="297"/>
                </a:lnTo>
                <a:lnTo>
                  <a:pt x="61" y="296"/>
                </a:lnTo>
                <a:lnTo>
                  <a:pt x="62" y="298"/>
                </a:lnTo>
                <a:lnTo>
                  <a:pt x="62" y="298"/>
                </a:lnTo>
                <a:lnTo>
                  <a:pt x="62" y="296"/>
                </a:lnTo>
                <a:lnTo>
                  <a:pt x="63" y="296"/>
                </a:lnTo>
                <a:lnTo>
                  <a:pt x="63" y="296"/>
                </a:lnTo>
                <a:lnTo>
                  <a:pt x="65" y="296"/>
                </a:lnTo>
                <a:lnTo>
                  <a:pt x="65" y="297"/>
                </a:lnTo>
                <a:lnTo>
                  <a:pt x="66" y="297"/>
                </a:lnTo>
                <a:lnTo>
                  <a:pt x="67" y="297"/>
                </a:lnTo>
                <a:lnTo>
                  <a:pt x="68" y="297"/>
                </a:lnTo>
                <a:lnTo>
                  <a:pt x="68" y="297"/>
                </a:lnTo>
                <a:lnTo>
                  <a:pt x="72" y="297"/>
                </a:lnTo>
                <a:lnTo>
                  <a:pt x="72" y="298"/>
                </a:lnTo>
                <a:lnTo>
                  <a:pt x="74" y="298"/>
                </a:lnTo>
                <a:lnTo>
                  <a:pt x="75" y="298"/>
                </a:lnTo>
                <a:lnTo>
                  <a:pt x="76" y="298"/>
                </a:lnTo>
                <a:lnTo>
                  <a:pt x="78" y="298"/>
                </a:lnTo>
                <a:lnTo>
                  <a:pt x="78" y="297"/>
                </a:lnTo>
                <a:lnTo>
                  <a:pt x="79" y="295"/>
                </a:lnTo>
                <a:lnTo>
                  <a:pt x="79" y="294"/>
                </a:lnTo>
                <a:lnTo>
                  <a:pt x="80" y="294"/>
                </a:lnTo>
                <a:lnTo>
                  <a:pt x="80" y="293"/>
                </a:lnTo>
                <a:lnTo>
                  <a:pt x="81" y="291"/>
                </a:lnTo>
                <a:lnTo>
                  <a:pt x="81" y="291"/>
                </a:lnTo>
                <a:lnTo>
                  <a:pt x="82" y="291"/>
                </a:lnTo>
                <a:lnTo>
                  <a:pt x="82" y="290"/>
                </a:lnTo>
                <a:lnTo>
                  <a:pt x="83" y="290"/>
                </a:lnTo>
                <a:lnTo>
                  <a:pt x="83" y="289"/>
                </a:lnTo>
                <a:lnTo>
                  <a:pt x="83" y="288"/>
                </a:lnTo>
                <a:lnTo>
                  <a:pt x="84" y="287"/>
                </a:lnTo>
                <a:lnTo>
                  <a:pt x="84" y="287"/>
                </a:lnTo>
                <a:lnTo>
                  <a:pt x="85" y="286"/>
                </a:lnTo>
                <a:lnTo>
                  <a:pt x="85" y="287"/>
                </a:lnTo>
                <a:lnTo>
                  <a:pt x="88" y="286"/>
                </a:lnTo>
                <a:lnTo>
                  <a:pt x="88" y="285"/>
                </a:lnTo>
                <a:lnTo>
                  <a:pt x="89" y="284"/>
                </a:lnTo>
                <a:lnTo>
                  <a:pt x="91" y="285"/>
                </a:lnTo>
                <a:lnTo>
                  <a:pt x="89" y="282"/>
                </a:lnTo>
                <a:lnTo>
                  <a:pt x="90" y="281"/>
                </a:lnTo>
                <a:lnTo>
                  <a:pt x="91" y="281"/>
                </a:lnTo>
                <a:lnTo>
                  <a:pt x="92" y="281"/>
                </a:lnTo>
                <a:lnTo>
                  <a:pt x="93" y="280"/>
                </a:lnTo>
                <a:lnTo>
                  <a:pt x="93" y="281"/>
                </a:lnTo>
                <a:lnTo>
                  <a:pt x="94" y="281"/>
                </a:lnTo>
                <a:lnTo>
                  <a:pt x="96" y="281"/>
                </a:lnTo>
                <a:lnTo>
                  <a:pt x="97" y="282"/>
                </a:lnTo>
                <a:lnTo>
                  <a:pt x="97" y="283"/>
                </a:lnTo>
                <a:lnTo>
                  <a:pt x="97" y="283"/>
                </a:lnTo>
                <a:lnTo>
                  <a:pt x="100" y="284"/>
                </a:lnTo>
                <a:lnTo>
                  <a:pt x="102" y="285"/>
                </a:lnTo>
                <a:lnTo>
                  <a:pt x="103" y="285"/>
                </a:lnTo>
                <a:lnTo>
                  <a:pt x="103" y="285"/>
                </a:lnTo>
                <a:lnTo>
                  <a:pt x="103" y="285"/>
                </a:lnTo>
                <a:lnTo>
                  <a:pt x="103" y="284"/>
                </a:lnTo>
                <a:lnTo>
                  <a:pt x="104" y="284"/>
                </a:lnTo>
                <a:lnTo>
                  <a:pt x="105" y="284"/>
                </a:lnTo>
                <a:lnTo>
                  <a:pt x="105" y="284"/>
                </a:lnTo>
                <a:lnTo>
                  <a:pt x="105" y="285"/>
                </a:lnTo>
                <a:lnTo>
                  <a:pt x="106" y="285"/>
                </a:lnTo>
                <a:lnTo>
                  <a:pt x="106" y="286"/>
                </a:lnTo>
                <a:lnTo>
                  <a:pt x="109" y="286"/>
                </a:lnTo>
                <a:lnTo>
                  <a:pt x="109" y="286"/>
                </a:lnTo>
                <a:lnTo>
                  <a:pt x="110" y="287"/>
                </a:lnTo>
                <a:lnTo>
                  <a:pt x="111" y="288"/>
                </a:lnTo>
                <a:lnTo>
                  <a:pt x="111" y="289"/>
                </a:lnTo>
                <a:lnTo>
                  <a:pt x="114" y="290"/>
                </a:lnTo>
                <a:lnTo>
                  <a:pt x="115" y="290"/>
                </a:lnTo>
                <a:lnTo>
                  <a:pt x="119" y="290"/>
                </a:lnTo>
                <a:lnTo>
                  <a:pt x="119" y="290"/>
                </a:lnTo>
                <a:lnTo>
                  <a:pt x="121" y="290"/>
                </a:lnTo>
                <a:lnTo>
                  <a:pt x="121" y="289"/>
                </a:lnTo>
                <a:lnTo>
                  <a:pt x="121" y="287"/>
                </a:lnTo>
                <a:lnTo>
                  <a:pt x="122" y="287"/>
                </a:lnTo>
                <a:lnTo>
                  <a:pt x="126" y="285"/>
                </a:lnTo>
                <a:lnTo>
                  <a:pt x="127" y="285"/>
                </a:lnTo>
                <a:lnTo>
                  <a:pt x="128" y="284"/>
                </a:lnTo>
                <a:lnTo>
                  <a:pt x="128" y="283"/>
                </a:lnTo>
                <a:lnTo>
                  <a:pt x="129" y="284"/>
                </a:lnTo>
                <a:lnTo>
                  <a:pt x="130" y="282"/>
                </a:lnTo>
                <a:lnTo>
                  <a:pt x="130" y="283"/>
                </a:lnTo>
                <a:lnTo>
                  <a:pt x="133" y="284"/>
                </a:lnTo>
                <a:lnTo>
                  <a:pt x="135" y="285"/>
                </a:lnTo>
                <a:lnTo>
                  <a:pt x="136" y="285"/>
                </a:lnTo>
                <a:lnTo>
                  <a:pt x="139" y="286"/>
                </a:lnTo>
                <a:lnTo>
                  <a:pt x="139" y="286"/>
                </a:lnTo>
                <a:lnTo>
                  <a:pt x="139" y="287"/>
                </a:lnTo>
                <a:lnTo>
                  <a:pt x="138" y="288"/>
                </a:lnTo>
                <a:lnTo>
                  <a:pt x="139" y="290"/>
                </a:lnTo>
                <a:lnTo>
                  <a:pt x="140" y="291"/>
                </a:lnTo>
                <a:lnTo>
                  <a:pt x="140" y="292"/>
                </a:lnTo>
                <a:lnTo>
                  <a:pt x="141" y="293"/>
                </a:lnTo>
                <a:lnTo>
                  <a:pt x="143" y="292"/>
                </a:lnTo>
                <a:lnTo>
                  <a:pt x="149" y="296"/>
                </a:lnTo>
                <a:lnTo>
                  <a:pt x="150" y="295"/>
                </a:lnTo>
                <a:lnTo>
                  <a:pt x="154" y="296"/>
                </a:lnTo>
                <a:lnTo>
                  <a:pt x="154" y="295"/>
                </a:lnTo>
                <a:lnTo>
                  <a:pt x="156" y="295"/>
                </a:lnTo>
                <a:lnTo>
                  <a:pt x="157" y="296"/>
                </a:lnTo>
                <a:lnTo>
                  <a:pt x="157" y="297"/>
                </a:lnTo>
                <a:lnTo>
                  <a:pt x="158" y="297"/>
                </a:lnTo>
                <a:lnTo>
                  <a:pt x="159" y="297"/>
                </a:lnTo>
                <a:lnTo>
                  <a:pt x="164" y="296"/>
                </a:lnTo>
                <a:lnTo>
                  <a:pt x="165" y="295"/>
                </a:lnTo>
                <a:lnTo>
                  <a:pt x="165" y="294"/>
                </a:lnTo>
                <a:lnTo>
                  <a:pt x="170" y="294"/>
                </a:lnTo>
                <a:lnTo>
                  <a:pt x="176" y="292"/>
                </a:lnTo>
                <a:lnTo>
                  <a:pt x="178" y="292"/>
                </a:lnTo>
                <a:lnTo>
                  <a:pt x="180" y="292"/>
                </a:lnTo>
                <a:lnTo>
                  <a:pt x="181" y="293"/>
                </a:lnTo>
                <a:lnTo>
                  <a:pt x="182" y="294"/>
                </a:lnTo>
                <a:lnTo>
                  <a:pt x="184" y="295"/>
                </a:lnTo>
                <a:lnTo>
                  <a:pt x="185" y="296"/>
                </a:lnTo>
                <a:lnTo>
                  <a:pt x="186" y="296"/>
                </a:lnTo>
                <a:lnTo>
                  <a:pt x="187" y="294"/>
                </a:lnTo>
                <a:lnTo>
                  <a:pt x="188" y="294"/>
                </a:lnTo>
                <a:lnTo>
                  <a:pt x="190" y="294"/>
                </a:lnTo>
                <a:lnTo>
                  <a:pt x="192" y="294"/>
                </a:lnTo>
                <a:lnTo>
                  <a:pt x="195" y="293"/>
                </a:lnTo>
                <a:lnTo>
                  <a:pt x="197" y="290"/>
                </a:lnTo>
                <a:lnTo>
                  <a:pt x="197" y="290"/>
                </a:lnTo>
                <a:lnTo>
                  <a:pt x="198" y="289"/>
                </a:lnTo>
                <a:lnTo>
                  <a:pt x="198" y="289"/>
                </a:lnTo>
                <a:lnTo>
                  <a:pt x="198" y="287"/>
                </a:lnTo>
                <a:lnTo>
                  <a:pt x="199" y="287"/>
                </a:lnTo>
                <a:lnTo>
                  <a:pt x="200" y="287"/>
                </a:lnTo>
                <a:lnTo>
                  <a:pt x="201" y="287"/>
                </a:lnTo>
                <a:lnTo>
                  <a:pt x="202" y="286"/>
                </a:lnTo>
                <a:lnTo>
                  <a:pt x="203" y="286"/>
                </a:lnTo>
                <a:lnTo>
                  <a:pt x="204" y="287"/>
                </a:lnTo>
                <a:lnTo>
                  <a:pt x="205" y="286"/>
                </a:lnTo>
                <a:lnTo>
                  <a:pt x="208" y="286"/>
                </a:lnTo>
                <a:lnTo>
                  <a:pt x="209" y="286"/>
                </a:lnTo>
                <a:lnTo>
                  <a:pt x="211" y="286"/>
                </a:lnTo>
                <a:lnTo>
                  <a:pt x="211" y="287"/>
                </a:lnTo>
                <a:lnTo>
                  <a:pt x="212" y="287"/>
                </a:lnTo>
                <a:lnTo>
                  <a:pt x="213" y="286"/>
                </a:lnTo>
                <a:lnTo>
                  <a:pt x="216" y="287"/>
                </a:lnTo>
                <a:lnTo>
                  <a:pt x="217" y="286"/>
                </a:lnTo>
                <a:lnTo>
                  <a:pt x="218" y="286"/>
                </a:lnTo>
                <a:lnTo>
                  <a:pt x="220" y="285"/>
                </a:lnTo>
                <a:lnTo>
                  <a:pt x="221" y="285"/>
                </a:lnTo>
                <a:lnTo>
                  <a:pt x="222" y="285"/>
                </a:lnTo>
                <a:lnTo>
                  <a:pt x="222" y="286"/>
                </a:lnTo>
                <a:lnTo>
                  <a:pt x="223" y="287"/>
                </a:lnTo>
                <a:lnTo>
                  <a:pt x="226" y="287"/>
                </a:lnTo>
                <a:lnTo>
                  <a:pt x="230" y="287"/>
                </a:lnTo>
                <a:lnTo>
                  <a:pt x="231" y="286"/>
                </a:lnTo>
                <a:lnTo>
                  <a:pt x="234" y="287"/>
                </a:lnTo>
                <a:lnTo>
                  <a:pt x="235" y="286"/>
                </a:lnTo>
                <a:lnTo>
                  <a:pt x="235" y="287"/>
                </a:lnTo>
                <a:lnTo>
                  <a:pt x="236" y="286"/>
                </a:lnTo>
                <a:lnTo>
                  <a:pt x="238" y="287"/>
                </a:lnTo>
                <a:lnTo>
                  <a:pt x="238" y="286"/>
                </a:lnTo>
                <a:lnTo>
                  <a:pt x="240" y="287"/>
                </a:lnTo>
                <a:lnTo>
                  <a:pt x="240" y="288"/>
                </a:lnTo>
                <a:lnTo>
                  <a:pt x="241" y="287"/>
                </a:lnTo>
                <a:lnTo>
                  <a:pt x="242" y="288"/>
                </a:lnTo>
                <a:lnTo>
                  <a:pt x="242" y="289"/>
                </a:lnTo>
                <a:lnTo>
                  <a:pt x="243" y="290"/>
                </a:lnTo>
                <a:lnTo>
                  <a:pt x="244" y="292"/>
                </a:lnTo>
                <a:lnTo>
                  <a:pt x="245" y="292"/>
                </a:lnTo>
                <a:lnTo>
                  <a:pt x="245" y="291"/>
                </a:lnTo>
                <a:lnTo>
                  <a:pt x="247" y="291"/>
                </a:lnTo>
                <a:lnTo>
                  <a:pt x="248" y="292"/>
                </a:lnTo>
                <a:lnTo>
                  <a:pt x="250" y="293"/>
                </a:lnTo>
                <a:lnTo>
                  <a:pt x="251" y="294"/>
                </a:lnTo>
                <a:lnTo>
                  <a:pt x="252" y="294"/>
                </a:lnTo>
                <a:lnTo>
                  <a:pt x="253" y="293"/>
                </a:lnTo>
                <a:lnTo>
                  <a:pt x="253" y="295"/>
                </a:lnTo>
                <a:lnTo>
                  <a:pt x="255" y="295"/>
                </a:lnTo>
                <a:lnTo>
                  <a:pt x="257" y="297"/>
                </a:lnTo>
                <a:lnTo>
                  <a:pt x="261" y="300"/>
                </a:lnTo>
                <a:lnTo>
                  <a:pt x="264" y="300"/>
                </a:lnTo>
                <a:lnTo>
                  <a:pt x="265" y="299"/>
                </a:lnTo>
                <a:lnTo>
                  <a:pt x="266" y="298"/>
                </a:lnTo>
                <a:lnTo>
                  <a:pt x="266" y="297"/>
                </a:lnTo>
                <a:lnTo>
                  <a:pt x="267" y="296"/>
                </a:lnTo>
                <a:lnTo>
                  <a:pt x="266" y="296"/>
                </a:lnTo>
                <a:lnTo>
                  <a:pt x="269" y="297"/>
                </a:lnTo>
                <a:lnTo>
                  <a:pt x="268" y="298"/>
                </a:lnTo>
                <a:lnTo>
                  <a:pt x="270" y="299"/>
                </a:lnTo>
                <a:lnTo>
                  <a:pt x="273" y="300"/>
                </a:lnTo>
                <a:lnTo>
                  <a:pt x="275" y="300"/>
                </a:lnTo>
                <a:lnTo>
                  <a:pt x="276" y="301"/>
                </a:lnTo>
                <a:lnTo>
                  <a:pt x="277" y="301"/>
                </a:lnTo>
                <a:lnTo>
                  <a:pt x="279" y="302"/>
                </a:lnTo>
                <a:lnTo>
                  <a:pt x="280" y="304"/>
                </a:lnTo>
                <a:lnTo>
                  <a:pt x="282" y="304"/>
                </a:lnTo>
                <a:lnTo>
                  <a:pt x="283" y="302"/>
                </a:lnTo>
                <a:lnTo>
                  <a:pt x="285" y="303"/>
                </a:lnTo>
                <a:lnTo>
                  <a:pt x="286" y="302"/>
                </a:lnTo>
                <a:lnTo>
                  <a:pt x="285" y="301"/>
                </a:lnTo>
                <a:lnTo>
                  <a:pt x="285" y="300"/>
                </a:lnTo>
                <a:lnTo>
                  <a:pt x="285" y="299"/>
                </a:lnTo>
                <a:lnTo>
                  <a:pt x="285" y="298"/>
                </a:lnTo>
                <a:lnTo>
                  <a:pt x="284" y="297"/>
                </a:lnTo>
                <a:lnTo>
                  <a:pt x="285" y="295"/>
                </a:lnTo>
                <a:lnTo>
                  <a:pt x="285" y="295"/>
                </a:lnTo>
                <a:lnTo>
                  <a:pt x="285" y="293"/>
                </a:lnTo>
                <a:lnTo>
                  <a:pt x="283" y="292"/>
                </a:lnTo>
                <a:lnTo>
                  <a:pt x="282" y="291"/>
                </a:lnTo>
                <a:lnTo>
                  <a:pt x="282" y="291"/>
                </a:lnTo>
                <a:lnTo>
                  <a:pt x="280" y="291"/>
                </a:lnTo>
                <a:lnTo>
                  <a:pt x="280" y="290"/>
                </a:lnTo>
                <a:lnTo>
                  <a:pt x="280" y="289"/>
                </a:lnTo>
                <a:lnTo>
                  <a:pt x="280" y="289"/>
                </a:lnTo>
                <a:lnTo>
                  <a:pt x="280" y="288"/>
                </a:lnTo>
                <a:lnTo>
                  <a:pt x="281" y="288"/>
                </a:lnTo>
                <a:lnTo>
                  <a:pt x="281" y="287"/>
                </a:lnTo>
                <a:lnTo>
                  <a:pt x="281" y="285"/>
                </a:lnTo>
                <a:lnTo>
                  <a:pt x="281" y="285"/>
                </a:lnTo>
                <a:lnTo>
                  <a:pt x="283" y="283"/>
                </a:lnTo>
                <a:lnTo>
                  <a:pt x="286" y="284"/>
                </a:lnTo>
                <a:lnTo>
                  <a:pt x="287" y="284"/>
                </a:lnTo>
                <a:lnTo>
                  <a:pt x="287" y="283"/>
                </a:lnTo>
                <a:lnTo>
                  <a:pt x="288" y="283"/>
                </a:lnTo>
                <a:lnTo>
                  <a:pt x="289" y="282"/>
                </a:lnTo>
                <a:lnTo>
                  <a:pt x="289" y="282"/>
                </a:lnTo>
                <a:lnTo>
                  <a:pt x="292" y="282"/>
                </a:lnTo>
                <a:lnTo>
                  <a:pt x="292" y="279"/>
                </a:lnTo>
                <a:lnTo>
                  <a:pt x="290" y="278"/>
                </a:lnTo>
                <a:lnTo>
                  <a:pt x="290" y="276"/>
                </a:lnTo>
                <a:lnTo>
                  <a:pt x="290" y="275"/>
                </a:lnTo>
                <a:lnTo>
                  <a:pt x="289" y="272"/>
                </a:lnTo>
                <a:lnTo>
                  <a:pt x="289" y="271"/>
                </a:lnTo>
                <a:lnTo>
                  <a:pt x="288" y="271"/>
                </a:lnTo>
                <a:lnTo>
                  <a:pt x="287" y="271"/>
                </a:lnTo>
                <a:lnTo>
                  <a:pt x="286" y="270"/>
                </a:lnTo>
                <a:lnTo>
                  <a:pt x="286" y="270"/>
                </a:lnTo>
                <a:lnTo>
                  <a:pt x="286" y="269"/>
                </a:lnTo>
                <a:lnTo>
                  <a:pt x="284" y="267"/>
                </a:lnTo>
                <a:lnTo>
                  <a:pt x="280" y="264"/>
                </a:lnTo>
                <a:lnTo>
                  <a:pt x="282" y="253"/>
                </a:lnTo>
                <a:lnTo>
                  <a:pt x="282" y="251"/>
                </a:lnTo>
                <a:lnTo>
                  <a:pt x="279" y="251"/>
                </a:lnTo>
                <a:lnTo>
                  <a:pt x="279" y="252"/>
                </a:lnTo>
                <a:lnTo>
                  <a:pt x="278" y="252"/>
                </a:lnTo>
                <a:lnTo>
                  <a:pt x="276" y="249"/>
                </a:lnTo>
                <a:lnTo>
                  <a:pt x="277" y="248"/>
                </a:lnTo>
                <a:lnTo>
                  <a:pt x="276" y="248"/>
                </a:lnTo>
                <a:lnTo>
                  <a:pt x="275" y="248"/>
                </a:lnTo>
                <a:lnTo>
                  <a:pt x="276" y="246"/>
                </a:lnTo>
                <a:lnTo>
                  <a:pt x="276" y="246"/>
                </a:lnTo>
                <a:lnTo>
                  <a:pt x="281" y="247"/>
                </a:lnTo>
                <a:lnTo>
                  <a:pt x="282" y="246"/>
                </a:lnTo>
                <a:lnTo>
                  <a:pt x="282" y="245"/>
                </a:lnTo>
                <a:lnTo>
                  <a:pt x="285" y="245"/>
                </a:lnTo>
                <a:lnTo>
                  <a:pt x="285" y="245"/>
                </a:lnTo>
                <a:lnTo>
                  <a:pt x="285" y="244"/>
                </a:lnTo>
                <a:lnTo>
                  <a:pt x="285" y="243"/>
                </a:lnTo>
                <a:lnTo>
                  <a:pt x="286" y="243"/>
                </a:lnTo>
                <a:lnTo>
                  <a:pt x="287" y="244"/>
                </a:lnTo>
                <a:lnTo>
                  <a:pt x="296" y="243"/>
                </a:lnTo>
                <a:lnTo>
                  <a:pt x="297" y="243"/>
                </a:lnTo>
                <a:lnTo>
                  <a:pt x="300" y="242"/>
                </a:lnTo>
                <a:lnTo>
                  <a:pt x="307" y="241"/>
                </a:lnTo>
                <a:lnTo>
                  <a:pt x="307" y="241"/>
                </a:lnTo>
                <a:lnTo>
                  <a:pt x="309" y="241"/>
                </a:lnTo>
                <a:lnTo>
                  <a:pt x="313" y="240"/>
                </a:lnTo>
                <a:lnTo>
                  <a:pt x="314" y="240"/>
                </a:lnTo>
                <a:lnTo>
                  <a:pt x="317" y="240"/>
                </a:lnTo>
                <a:lnTo>
                  <a:pt x="317" y="239"/>
                </a:lnTo>
                <a:lnTo>
                  <a:pt x="316" y="239"/>
                </a:lnTo>
                <a:lnTo>
                  <a:pt x="316" y="235"/>
                </a:lnTo>
                <a:lnTo>
                  <a:pt x="320" y="232"/>
                </a:lnTo>
                <a:lnTo>
                  <a:pt x="322" y="229"/>
                </a:lnTo>
                <a:lnTo>
                  <a:pt x="325" y="221"/>
                </a:lnTo>
                <a:lnTo>
                  <a:pt x="327" y="215"/>
                </a:lnTo>
                <a:lnTo>
                  <a:pt x="329" y="211"/>
                </a:lnTo>
                <a:lnTo>
                  <a:pt x="330" y="206"/>
                </a:lnTo>
                <a:lnTo>
                  <a:pt x="344" y="205"/>
                </a:lnTo>
                <a:lnTo>
                  <a:pt x="346" y="202"/>
                </a:lnTo>
                <a:lnTo>
                  <a:pt x="346" y="200"/>
                </a:lnTo>
                <a:lnTo>
                  <a:pt x="350" y="195"/>
                </a:lnTo>
                <a:lnTo>
                  <a:pt x="353" y="192"/>
                </a:lnTo>
                <a:lnTo>
                  <a:pt x="359" y="188"/>
                </a:lnTo>
                <a:lnTo>
                  <a:pt x="363" y="187"/>
                </a:lnTo>
                <a:lnTo>
                  <a:pt x="365" y="184"/>
                </a:lnTo>
                <a:lnTo>
                  <a:pt x="370" y="183"/>
                </a:lnTo>
                <a:lnTo>
                  <a:pt x="371" y="184"/>
                </a:lnTo>
                <a:lnTo>
                  <a:pt x="371" y="184"/>
                </a:lnTo>
                <a:lnTo>
                  <a:pt x="372" y="186"/>
                </a:lnTo>
                <a:lnTo>
                  <a:pt x="372" y="187"/>
                </a:lnTo>
                <a:lnTo>
                  <a:pt x="373" y="186"/>
                </a:lnTo>
                <a:lnTo>
                  <a:pt x="377" y="183"/>
                </a:lnTo>
                <a:lnTo>
                  <a:pt x="379" y="182"/>
                </a:lnTo>
                <a:lnTo>
                  <a:pt x="382" y="182"/>
                </a:lnTo>
                <a:lnTo>
                  <a:pt x="386" y="180"/>
                </a:lnTo>
                <a:lnTo>
                  <a:pt x="387" y="179"/>
                </a:lnTo>
                <a:lnTo>
                  <a:pt x="387" y="178"/>
                </a:lnTo>
                <a:lnTo>
                  <a:pt x="386" y="176"/>
                </a:lnTo>
                <a:lnTo>
                  <a:pt x="388" y="174"/>
                </a:lnTo>
                <a:lnTo>
                  <a:pt x="386" y="171"/>
                </a:lnTo>
                <a:lnTo>
                  <a:pt x="387" y="170"/>
                </a:lnTo>
                <a:lnTo>
                  <a:pt x="385" y="169"/>
                </a:lnTo>
                <a:lnTo>
                  <a:pt x="386" y="168"/>
                </a:lnTo>
                <a:lnTo>
                  <a:pt x="386" y="167"/>
                </a:lnTo>
                <a:lnTo>
                  <a:pt x="388" y="165"/>
                </a:lnTo>
                <a:lnTo>
                  <a:pt x="389" y="165"/>
                </a:lnTo>
                <a:close/>
              </a:path>
            </a:pathLst>
          </a:custGeom>
          <a:solidFill>
            <a:srgbClr val="AECBE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5941144" y="5385309"/>
            <a:ext cx="218042" cy="500214"/>
          </a:xfrm>
          <a:custGeom>
            <a:avLst/>
            <a:gdLst/>
            <a:ahLst/>
            <a:cxnLst/>
            <a:rect l="l" t="t" r="r" b="b"/>
            <a:pathLst>
              <a:path w="34" h="78">
                <a:moveTo>
                  <a:pt x="11" y="67"/>
                </a:moveTo>
                <a:lnTo>
                  <a:pt x="14" y="68"/>
                </a:lnTo>
                <a:lnTo>
                  <a:pt x="16" y="70"/>
                </a:lnTo>
                <a:lnTo>
                  <a:pt x="17" y="72"/>
                </a:lnTo>
                <a:lnTo>
                  <a:pt x="17" y="75"/>
                </a:lnTo>
                <a:lnTo>
                  <a:pt x="19" y="77"/>
                </a:lnTo>
                <a:lnTo>
                  <a:pt x="20" y="77"/>
                </a:lnTo>
                <a:lnTo>
                  <a:pt x="22" y="78"/>
                </a:lnTo>
                <a:lnTo>
                  <a:pt x="22" y="77"/>
                </a:lnTo>
                <a:lnTo>
                  <a:pt x="22" y="75"/>
                </a:lnTo>
                <a:lnTo>
                  <a:pt x="23" y="74"/>
                </a:lnTo>
                <a:lnTo>
                  <a:pt x="22" y="68"/>
                </a:lnTo>
                <a:lnTo>
                  <a:pt x="22" y="63"/>
                </a:lnTo>
                <a:lnTo>
                  <a:pt x="23" y="60"/>
                </a:lnTo>
                <a:lnTo>
                  <a:pt x="26" y="58"/>
                </a:lnTo>
                <a:lnTo>
                  <a:pt x="26" y="57"/>
                </a:lnTo>
                <a:lnTo>
                  <a:pt x="27" y="55"/>
                </a:lnTo>
                <a:lnTo>
                  <a:pt x="28" y="53"/>
                </a:lnTo>
                <a:lnTo>
                  <a:pt x="28" y="49"/>
                </a:lnTo>
                <a:lnTo>
                  <a:pt x="29" y="49"/>
                </a:lnTo>
                <a:lnTo>
                  <a:pt x="29" y="48"/>
                </a:lnTo>
                <a:lnTo>
                  <a:pt x="29" y="47"/>
                </a:lnTo>
                <a:lnTo>
                  <a:pt x="29" y="45"/>
                </a:lnTo>
                <a:lnTo>
                  <a:pt x="30" y="44"/>
                </a:lnTo>
                <a:lnTo>
                  <a:pt x="30" y="30"/>
                </a:lnTo>
                <a:lnTo>
                  <a:pt x="31" y="28"/>
                </a:lnTo>
                <a:lnTo>
                  <a:pt x="30" y="26"/>
                </a:lnTo>
                <a:lnTo>
                  <a:pt x="33" y="20"/>
                </a:lnTo>
                <a:lnTo>
                  <a:pt x="33" y="18"/>
                </a:lnTo>
                <a:lnTo>
                  <a:pt x="34" y="16"/>
                </a:lnTo>
                <a:lnTo>
                  <a:pt x="33" y="14"/>
                </a:lnTo>
                <a:lnTo>
                  <a:pt x="32" y="11"/>
                </a:lnTo>
                <a:lnTo>
                  <a:pt x="32" y="9"/>
                </a:lnTo>
                <a:lnTo>
                  <a:pt x="34" y="5"/>
                </a:lnTo>
                <a:lnTo>
                  <a:pt x="34" y="4"/>
                </a:lnTo>
                <a:lnTo>
                  <a:pt x="33" y="4"/>
                </a:lnTo>
                <a:lnTo>
                  <a:pt x="32" y="2"/>
                </a:lnTo>
                <a:lnTo>
                  <a:pt x="30" y="3"/>
                </a:lnTo>
                <a:lnTo>
                  <a:pt x="28" y="2"/>
                </a:lnTo>
                <a:lnTo>
                  <a:pt x="25" y="0"/>
                </a:lnTo>
                <a:lnTo>
                  <a:pt x="23" y="0"/>
                </a:lnTo>
                <a:lnTo>
                  <a:pt x="22" y="1"/>
                </a:lnTo>
                <a:lnTo>
                  <a:pt x="21" y="4"/>
                </a:lnTo>
                <a:lnTo>
                  <a:pt x="18" y="5"/>
                </a:lnTo>
                <a:lnTo>
                  <a:pt x="14" y="7"/>
                </a:lnTo>
                <a:lnTo>
                  <a:pt x="14" y="8"/>
                </a:lnTo>
                <a:lnTo>
                  <a:pt x="13" y="12"/>
                </a:lnTo>
                <a:lnTo>
                  <a:pt x="12" y="14"/>
                </a:lnTo>
                <a:lnTo>
                  <a:pt x="11" y="16"/>
                </a:lnTo>
                <a:lnTo>
                  <a:pt x="9" y="18"/>
                </a:lnTo>
                <a:lnTo>
                  <a:pt x="8" y="21"/>
                </a:lnTo>
                <a:lnTo>
                  <a:pt x="7" y="24"/>
                </a:lnTo>
                <a:lnTo>
                  <a:pt x="5" y="28"/>
                </a:lnTo>
                <a:lnTo>
                  <a:pt x="4" y="30"/>
                </a:lnTo>
                <a:lnTo>
                  <a:pt x="3" y="34"/>
                </a:lnTo>
                <a:lnTo>
                  <a:pt x="2" y="36"/>
                </a:lnTo>
                <a:lnTo>
                  <a:pt x="1" y="37"/>
                </a:lnTo>
                <a:lnTo>
                  <a:pt x="0" y="40"/>
                </a:lnTo>
                <a:lnTo>
                  <a:pt x="0" y="43"/>
                </a:lnTo>
                <a:lnTo>
                  <a:pt x="1" y="44"/>
                </a:lnTo>
                <a:lnTo>
                  <a:pt x="1" y="48"/>
                </a:lnTo>
                <a:lnTo>
                  <a:pt x="0" y="54"/>
                </a:lnTo>
                <a:lnTo>
                  <a:pt x="1" y="55"/>
                </a:lnTo>
                <a:lnTo>
                  <a:pt x="3" y="55"/>
                </a:lnTo>
                <a:lnTo>
                  <a:pt x="5" y="61"/>
                </a:lnTo>
                <a:lnTo>
                  <a:pt x="8" y="65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5126693" y="5904762"/>
            <a:ext cx="76956" cy="51304"/>
          </a:xfrm>
          <a:custGeom>
            <a:avLst/>
            <a:gdLst/>
            <a:ahLst/>
            <a:cxnLst/>
            <a:rect l="l" t="t" r="r" b="b"/>
            <a:pathLst>
              <a:path w="12" h="8">
                <a:moveTo>
                  <a:pt x="4" y="1"/>
                </a:moveTo>
                <a:lnTo>
                  <a:pt x="2" y="3"/>
                </a:lnTo>
                <a:lnTo>
                  <a:pt x="2" y="4"/>
                </a:lnTo>
                <a:lnTo>
                  <a:pt x="4" y="4"/>
                </a:lnTo>
                <a:lnTo>
                  <a:pt x="3" y="6"/>
                </a:lnTo>
                <a:lnTo>
                  <a:pt x="3" y="5"/>
                </a:lnTo>
                <a:lnTo>
                  <a:pt x="1" y="6"/>
                </a:lnTo>
                <a:lnTo>
                  <a:pt x="1" y="6"/>
                </a:lnTo>
                <a:lnTo>
                  <a:pt x="0" y="7"/>
                </a:lnTo>
                <a:lnTo>
                  <a:pt x="1" y="8"/>
                </a:lnTo>
                <a:lnTo>
                  <a:pt x="3" y="7"/>
                </a:lnTo>
                <a:lnTo>
                  <a:pt x="4" y="8"/>
                </a:lnTo>
                <a:lnTo>
                  <a:pt x="4" y="7"/>
                </a:lnTo>
                <a:lnTo>
                  <a:pt x="4" y="7"/>
                </a:lnTo>
                <a:lnTo>
                  <a:pt x="4" y="6"/>
                </a:lnTo>
                <a:lnTo>
                  <a:pt x="4" y="6"/>
                </a:lnTo>
                <a:lnTo>
                  <a:pt x="5" y="5"/>
                </a:lnTo>
                <a:lnTo>
                  <a:pt x="7" y="5"/>
                </a:lnTo>
                <a:lnTo>
                  <a:pt x="6" y="6"/>
                </a:lnTo>
                <a:lnTo>
                  <a:pt x="7" y="7"/>
                </a:lnTo>
                <a:lnTo>
                  <a:pt x="8" y="7"/>
                </a:lnTo>
                <a:lnTo>
                  <a:pt x="8" y="7"/>
                </a:lnTo>
                <a:lnTo>
                  <a:pt x="9" y="7"/>
                </a:lnTo>
                <a:lnTo>
                  <a:pt x="9" y="6"/>
                </a:lnTo>
                <a:lnTo>
                  <a:pt x="9" y="5"/>
                </a:lnTo>
                <a:lnTo>
                  <a:pt x="10" y="6"/>
                </a:lnTo>
                <a:lnTo>
                  <a:pt x="10" y="6"/>
                </a:lnTo>
                <a:lnTo>
                  <a:pt x="10" y="5"/>
                </a:lnTo>
                <a:lnTo>
                  <a:pt x="9" y="4"/>
                </a:lnTo>
                <a:lnTo>
                  <a:pt x="9" y="3"/>
                </a:lnTo>
                <a:lnTo>
                  <a:pt x="10" y="3"/>
                </a:lnTo>
                <a:lnTo>
                  <a:pt x="11" y="4"/>
                </a:lnTo>
                <a:lnTo>
                  <a:pt x="12" y="3"/>
                </a:lnTo>
                <a:lnTo>
                  <a:pt x="11" y="2"/>
                </a:lnTo>
                <a:lnTo>
                  <a:pt x="12" y="2"/>
                </a:lnTo>
                <a:lnTo>
                  <a:pt x="11" y="2"/>
                </a:lnTo>
                <a:lnTo>
                  <a:pt x="10" y="1"/>
                </a:lnTo>
                <a:lnTo>
                  <a:pt x="9" y="2"/>
                </a:lnTo>
                <a:lnTo>
                  <a:pt x="8" y="2"/>
                </a:lnTo>
                <a:lnTo>
                  <a:pt x="8" y="2"/>
                </a:lnTo>
                <a:lnTo>
                  <a:pt x="8" y="1"/>
                </a:lnTo>
                <a:lnTo>
                  <a:pt x="9" y="2"/>
                </a:lnTo>
                <a:lnTo>
                  <a:pt x="10" y="0"/>
                </a:lnTo>
                <a:lnTo>
                  <a:pt x="10" y="1"/>
                </a:lnTo>
                <a:lnTo>
                  <a:pt x="9" y="0"/>
                </a:lnTo>
                <a:lnTo>
                  <a:pt x="8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5" y="1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36992" y="5074920"/>
            <a:ext cx="950976" cy="147767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36992" y="6570878"/>
            <a:ext cx="9509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微软雅黑"/>
                <a:ea typeface="微软雅黑"/>
              </a:rPr>
              <a:t>南海诸岛</a:t>
            </a:r>
          </a:p>
        </p:txBody>
      </p:sp>
      <p:sp>
        <p:nvSpPr>
          <p:cNvPr id="49" name="Freeform 48"/>
          <p:cNvSpPr/>
          <p:nvPr/>
        </p:nvSpPr>
        <p:spPr>
          <a:xfrm>
            <a:off x="8376791" y="6175782"/>
            <a:ext cx="41145" cy="27430"/>
          </a:xfrm>
          <a:custGeom>
            <a:avLst/>
            <a:gdLst/>
            <a:ahLst/>
            <a:cxnLst/>
            <a:rect l="l" t="t" r="r" b="b"/>
            <a:pathLst>
              <a:path w="15" h="10">
                <a:moveTo>
                  <a:pt x="0" y="8"/>
                </a:moveTo>
                <a:lnTo>
                  <a:pt x="0" y="9"/>
                </a:lnTo>
                <a:lnTo>
                  <a:pt x="2" y="10"/>
                </a:lnTo>
                <a:lnTo>
                  <a:pt x="4" y="9"/>
                </a:lnTo>
                <a:lnTo>
                  <a:pt x="11" y="7"/>
                </a:lnTo>
                <a:lnTo>
                  <a:pt x="12" y="6"/>
                </a:lnTo>
                <a:lnTo>
                  <a:pt x="12" y="4"/>
                </a:lnTo>
                <a:lnTo>
                  <a:pt x="13" y="3"/>
                </a:lnTo>
                <a:lnTo>
                  <a:pt x="15" y="2"/>
                </a:lnTo>
                <a:lnTo>
                  <a:pt x="15" y="1"/>
                </a:lnTo>
                <a:lnTo>
                  <a:pt x="14" y="0"/>
                </a:lnTo>
                <a:lnTo>
                  <a:pt x="14" y="0"/>
                </a:lnTo>
                <a:lnTo>
                  <a:pt x="13" y="0"/>
                </a:lnTo>
                <a:lnTo>
                  <a:pt x="11" y="0"/>
                </a:lnTo>
                <a:lnTo>
                  <a:pt x="8" y="2"/>
                </a:lnTo>
                <a:lnTo>
                  <a:pt x="7" y="4"/>
                </a:lnTo>
                <a:lnTo>
                  <a:pt x="3" y="7"/>
                </a:lnTo>
                <a:lnTo>
                  <a:pt x="0" y="8"/>
                </a:lnTo>
                <a:close/>
              </a:path>
            </a:pathLst>
          </a:custGeom>
          <a:solidFill>
            <a:srgbClr val="EFEFE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083290" y="6219670"/>
            <a:ext cx="32916" cy="16458"/>
          </a:xfrm>
          <a:custGeom>
            <a:avLst/>
            <a:gdLst/>
            <a:ahLst/>
            <a:cxnLst/>
            <a:rect l="l" t="t" r="r" b="b"/>
            <a:pathLst>
              <a:path w="12" h="6">
                <a:moveTo>
                  <a:pt x="0" y="5"/>
                </a:moveTo>
                <a:lnTo>
                  <a:pt x="0" y="6"/>
                </a:lnTo>
                <a:lnTo>
                  <a:pt x="1" y="5"/>
                </a:lnTo>
                <a:lnTo>
                  <a:pt x="3" y="4"/>
                </a:lnTo>
                <a:lnTo>
                  <a:pt x="5" y="2"/>
                </a:lnTo>
                <a:lnTo>
                  <a:pt x="6" y="1"/>
                </a:lnTo>
                <a:lnTo>
                  <a:pt x="8" y="1"/>
                </a:lnTo>
                <a:lnTo>
                  <a:pt x="12" y="1"/>
                </a:lnTo>
                <a:lnTo>
                  <a:pt x="12" y="1"/>
                </a:lnTo>
                <a:lnTo>
                  <a:pt x="11" y="0"/>
                </a:lnTo>
                <a:lnTo>
                  <a:pt x="9" y="0"/>
                </a:lnTo>
                <a:lnTo>
                  <a:pt x="6" y="0"/>
                </a:lnTo>
                <a:lnTo>
                  <a:pt x="5" y="0"/>
                </a:lnTo>
                <a:lnTo>
                  <a:pt x="2" y="3"/>
                </a:lnTo>
                <a:close/>
              </a:path>
            </a:pathLst>
          </a:custGeom>
          <a:solidFill>
            <a:srgbClr val="EFEFE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774526" y="5138928"/>
            <a:ext cx="5486" cy="71318"/>
          </a:xfrm>
          <a:custGeom>
            <a:avLst/>
            <a:gdLst/>
            <a:ahLst/>
            <a:cxnLst/>
            <a:rect l="l" t="t" r="r" b="b"/>
            <a:pathLst>
              <a:path w="2" h="26">
                <a:moveTo>
                  <a:pt x="1" y="25"/>
                </a:move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0" y="25"/>
                </a:lnTo>
                <a:lnTo>
                  <a:pt x="1" y="26"/>
                </a:lnTo>
                <a:lnTo>
                  <a:pt x="1" y="26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8725152" y="5319966"/>
            <a:ext cx="35659" cy="60346"/>
          </a:xfrm>
          <a:custGeom>
            <a:avLst/>
            <a:gdLst/>
            <a:ahLst/>
            <a:cxnLst/>
            <a:rect l="l" t="t" r="r" b="b"/>
            <a:pathLst>
              <a:path w="13" h="22">
                <a:moveTo>
                  <a:pt x="1" y="22"/>
                </a:moveTo>
                <a:lnTo>
                  <a:pt x="13" y="0"/>
                </a:lnTo>
                <a:lnTo>
                  <a:pt x="13" y="0"/>
                </a:lnTo>
                <a:lnTo>
                  <a:pt x="13" y="0"/>
                </a:lnTo>
                <a:lnTo>
                  <a:pt x="0" y="22"/>
                </a:lnTo>
                <a:lnTo>
                  <a:pt x="0" y="22"/>
                </a:lnTo>
                <a:lnTo>
                  <a:pt x="1" y="22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8653834" y="5495518"/>
            <a:ext cx="24687" cy="65832"/>
          </a:xfrm>
          <a:custGeom>
            <a:avLst/>
            <a:gdLst/>
            <a:ahLst/>
            <a:cxnLst/>
            <a:rect l="l" t="t" r="r" b="b"/>
            <a:pathLst>
              <a:path w="9" h="24">
                <a:moveTo>
                  <a:pt x="0" y="24"/>
                </a:moveTo>
                <a:lnTo>
                  <a:pt x="9" y="0"/>
                </a:lnTo>
                <a:lnTo>
                  <a:pt x="8" y="0"/>
                </a:lnTo>
                <a:lnTo>
                  <a:pt x="8" y="0"/>
                </a:lnTo>
                <a:lnTo>
                  <a:pt x="0" y="23"/>
                </a:lnTo>
                <a:lnTo>
                  <a:pt x="0" y="24"/>
                </a:lnTo>
                <a:lnTo>
                  <a:pt x="0" y="24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8645605" y="5679299"/>
            <a:ext cx="8229" cy="60346"/>
          </a:xfrm>
          <a:custGeom>
            <a:avLst/>
            <a:gdLst/>
            <a:ahLst/>
            <a:cxnLst/>
            <a:rect l="l" t="t" r="r" b="b"/>
            <a:pathLst>
              <a:path w="3" h="22">
                <a:moveTo>
                  <a:pt x="3" y="21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3" y="22"/>
                </a:lnTo>
                <a:lnTo>
                  <a:pt x="3" y="22"/>
                </a:lnTo>
                <a:lnTo>
                  <a:pt x="3" y="21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8653834" y="5912454"/>
            <a:ext cx="21944" cy="65832"/>
          </a:xfrm>
          <a:custGeom>
            <a:avLst/>
            <a:gdLst/>
            <a:ahLst/>
            <a:cxnLst/>
            <a:rect l="l" t="t" r="r" b="b"/>
            <a:pathLst>
              <a:path w="8" h="24">
                <a:moveTo>
                  <a:pt x="3" y="18"/>
                </a:moveTo>
                <a:lnTo>
                  <a:pt x="0" y="24"/>
                </a:lnTo>
                <a:lnTo>
                  <a:pt x="0" y="24"/>
                </a:lnTo>
                <a:lnTo>
                  <a:pt x="1" y="24"/>
                </a:lnTo>
                <a:lnTo>
                  <a:pt x="3" y="18"/>
                </a:lnTo>
                <a:lnTo>
                  <a:pt x="6" y="8"/>
                </a:lnTo>
                <a:lnTo>
                  <a:pt x="8" y="0"/>
                </a:lnTo>
                <a:lnTo>
                  <a:pt x="7" y="0"/>
                </a:lnTo>
                <a:lnTo>
                  <a:pt x="7" y="0"/>
                </a:lnTo>
                <a:lnTo>
                  <a:pt x="6" y="8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8486511" y="6162067"/>
            <a:ext cx="41145" cy="52117"/>
          </a:xfrm>
          <a:custGeom>
            <a:avLst/>
            <a:gdLst/>
            <a:ahLst/>
            <a:cxnLst/>
            <a:rect l="l" t="t" r="r" b="b"/>
            <a:pathLst>
              <a:path w="15" h="19">
                <a:moveTo>
                  <a:pt x="0" y="19"/>
                </a:moveTo>
                <a:lnTo>
                  <a:pt x="15" y="0"/>
                </a:lnTo>
                <a:lnTo>
                  <a:pt x="15" y="0"/>
                </a:lnTo>
                <a:lnTo>
                  <a:pt x="15" y="0"/>
                </a:lnTo>
                <a:lnTo>
                  <a:pt x="0" y="19"/>
                </a:lnTo>
                <a:lnTo>
                  <a:pt x="0" y="19"/>
                </a:lnTo>
                <a:lnTo>
                  <a:pt x="0" y="19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8253356" y="6417166"/>
            <a:ext cx="71318" cy="24687"/>
          </a:xfrm>
          <a:custGeom>
            <a:avLst/>
            <a:gdLst/>
            <a:ahLst/>
            <a:cxnLst/>
            <a:rect l="l" t="t" r="r" b="b"/>
            <a:pathLst>
              <a:path w="26" h="9">
                <a:moveTo>
                  <a:pt x="13" y="5"/>
                </a:moveTo>
                <a:lnTo>
                  <a:pt x="0" y="9"/>
                </a:lnTo>
                <a:lnTo>
                  <a:pt x="0" y="9"/>
                </a:lnTo>
                <a:lnTo>
                  <a:pt x="0" y="9"/>
                </a:lnTo>
                <a:lnTo>
                  <a:pt x="13" y="6"/>
                </a:lnTo>
                <a:lnTo>
                  <a:pt x="18" y="4"/>
                </a:lnTo>
                <a:lnTo>
                  <a:pt x="26" y="0"/>
                </a:lnTo>
                <a:lnTo>
                  <a:pt x="26" y="0"/>
                </a:lnTo>
                <a:lnTo>
                  <a:pt x="26" y="0"/>
                </a:lnTo>
                <a:lnTo>
                  <a:pt x="18" y="4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8001000" y="6249843"/>
            <a:ext cx="8229" cy="60346"/>
          </a:xfrm>
          <a:custGeom>
            <a:avLst/>
            <a:gdLst/>
            <a:ahLst/>
            <a:cxnLst/>
            <a:rect l="l" t="t" r="r" b="b"/>
            <a:pathLst>
              <a:path w="3" h="22">
                <a:moveTo>
                  <a:pt x="2" y="21"/>
                </a:moveTo>
                <a:lnTo>
                  <a:pt x="3" y="22"/>
                </a:lnTo>
                <a:lnTo>
                  <a:pt x="3" y="22"/>
                </a:lnTo>
                <a:lnTo>
                  <a:pt x="3" y="20"/>
                </a:lnTo>
                <a:lnTo>
                  <a:pt x="1" y="11"/>
                </a:lnTo>
                <a:lnTo>
                  <a:pt x="0" y="3"/>
                </a:lnTo>
                <a:lnTo>
                  <a:pt x="1" y="0"/>
                </a:lnTo>
                <a:lnTo>
                  <a:pt x="1" y="1"/>
                </a:lnTo>
                <a:lnTo>
                  <a:pt x="0" y="3"/>
                </a:lnTo>
                <a:lnTo>
                  <a:pt x="0" y="12"/>
                </a:lnTo>
                <a:lnTo>
                  <a:pt x="2" y="21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8110720" y="5950856"/>
            <a:ext cx="16458" cy="60346"/>
          </a:xfrm>
          <a:custGeom>
            <a:avLst/>
            <a:gdLst/>
            <a:ahLst/>
            <a:cxnLst/>
            <a:rect l="l" t="t" r="r" b="b"/>
            <a:pathLst>
              <a:path w="6" h="22">
                <a:moveTo>
                  <a:pt x="2" y="19"/>
                </a:moveTo>
                <a:lnTo>
                  <a:pt x="0" y="22"/>
                </a:lnTo>
                <a:lnTo>
                  <a:pt x="0" y="22"/>
                </a:lnTo>
                <a:lnTo>
                  <a:pt x="1" y="22"/>
                </a:lnTo>
                <a:lnTo>
                  <a:pt x="4" y="17"/>
                </a:lnTo>
                <a:lnTo>
                  <a:pt x="5" y="14"/>
                </a:lnTo>
                <a:lnTo>
                  <a:pt x="6" y="10"/>
                </a:lnTo>
                <a:lnTo>
                  <a:pt x="6" y="7"/>
                </a:lnTo>
                <a:lnTo>
                  <a:pt x="6" y="3"/>
                </a:lnTo>
                <a:lnTo>
                  <a:pt x="6" y="0"/>
                </a:lnTo>
                <a:lnTo>
                  <a:pt x="5" y="0"/>
                </a:lnTo>
                <a:lnTo>
                  <a:pt x="6" y="7"/>
                </a:lnTo>
                <a:lnTo>
                  <a:pt x="5" y="10"/>
                </a:lnTo>
                <a:lnTo>
                  <a:pt x="4" y="14"/>
                </a:lnTo>
                <a:lnTo>
                  <a:pt x="3" y="16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8050374" y="5723187"/>
            <a:ext cx="38402" cy="63089"/>
          </a:xfrm>
          <a:custGeom>
            <a:avLst/>
            <a:gdLst/>
            <a:ahLst/>
            <a:cxnLst/>
            <a:rect l="l" t="t" r="r" b="b"/>
            <a:pathLst>
              <a:path w="14" h="23">
                <a:moveTo>
                  <a:pt x="13" y="21"/>
                </a:moveTo>
                <a:lnTo>
                  <a:pt x="13" y="22"/>
                </a:lnTo>
                <a:lnTo>
                  <a:pt x="14" y="23"/>
                </a:lnTo>
                <a:lnTo>
                  <a:pt x="14" y="22"/>
                </a:lnTo>
                <a:lnTo>
                  <a:pt x="12" y="16"/>
                </a:lnTo>
                <a:lnTo>
                  <a:pt x="9" y="11"/>
                </a:lnTo>
                <a:lnTo>
                  <a:pt x="6" y="6"/>
                </a:lnTo>
                <a:lnTo>
                  <a:pt x="0" y="0"/>
                </a:lnTo>
                <a:lnTo>
                  <a:pt x="0" y="0"/>
                </a:lnTo>
                <a:lnTo>
                  <a:pt x="0" y="1"/>
                </a:lnTo>
                <a:lnTo>
                  <a:pt x="7" y="8"/>
                </a:lnTo>
                <a:lnTo>
                  <a:pt x="9" y="12"/>
                </a:lnTo>
                <a:lnTo>
                  <a:pt x="11" y="16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14217" y="3231269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北京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34799" y="3344154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天津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53342" y="3367245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河北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97951" y="3652024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山西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35325" y="2537279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内蒙古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27391" y="3013836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辽宁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26322" y="2475803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吉林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05156" y="1747178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黑龙江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76195" y="4479425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上海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24751" y="4102383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江苏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微软雅黑"/>
                <a:ea typeface="微软雅黑"/>
              </a:rPr>
              <a:t>11.5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06907" y="4641797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浙江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53457" y="4414002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安徽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67684" y="5281169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福建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29068" y="4987509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江西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7.5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00962" y="3645709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山东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32685" y="4045299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河南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67863" y="4614118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湖北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71695" y="5020861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湖南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99407" y="5800700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广东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61843" y="5531412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广西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5.5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39526" y="6341396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海南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02152" y="4768053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重庆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84529" y="4627686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四川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微软雅黑"/>
                <a:ea typeface="微软雅黑"/>
              </a:rPr>
              <a:t>11.5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31582" y="5110657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贵州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7.5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09428" y="5346049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云南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604673" y="4408871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西藏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91306" y="4020827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陕西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668206" y="3297431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甘肃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微软雅黑"/>
                <a:ea typeface="微软雅黑"/>
              </a:rPr>
              <a:t>13.5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546883" y="3952197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青海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37297" y="3596963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宁夏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59701" y="2697726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新疆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6.5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85874" y="5551197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台湾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01000" y="13716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结论速览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01000" y="1682496"/>
            <a:ext cx="3794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前三：山东15、浙江14、河南14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末三：黑龙江4、云南5、广西5.5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01000" y="283464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图例（按友好度分）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001000" y="3163824"/>
            <a:ext cx="219456" cy="219456"/>
          </a:xfrm>
          <a:prstGeom prst="rect">
            <a:avLst/>
          </a:prstGeom>
          <a:solidFill>
            <a:srgbClr val="1F4E79"/>
          </a:solidFill>
          <a:ln w="63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311896" y="3172968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第1-2名（14-15分）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001000" y="3465576"/>
            <a:ext cx="219456" cy="219456"/>
          </a:xfrm>
          <a:prstGeom prst="rect">
            <a:avLst/>
          </a:prstGeom>
          <a:solidFill>
            <a:srgbClr val="4A80C0"/>
          </a:solidFill>
          <a:ln w="63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311896" y="3474720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第4-5名（11.5-13.5分）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01000" y="3767328"/>
            <a:ext cx="219456" cy="219456"/>
          </a:xfrm>
          <a:prstGeom prst="rect">
            <a:avLst/>
          </a:prstGeom>
          <a:solidFill>
            <a:srgbClr val="7FA8D8"/>
          </a:solidFill>
          <a:ln w="63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11896" y="377647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第7-8名（8-9分）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001000" y="4069080"/>
            <a:ext cx="219456" cy="219456"/>
          </a:xfrm>
          <a:prstGeom prst="rect">
            <a:avLst/>
          </a:prstGeom>
          <a:solidFill>
            <a:srgbClr val="AECBE8"/>
          </a:solidFill>
          <a:ln w="63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311896" y="4078224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第9-12名（6-7.5分）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001000" y="4370832"/>
            <a:ext cx="219456" cy="219456"/>
          </a:xfrm>
          <a:prstGeom prst="rect">
            <a:avLst/>
          </a:prstGeom>
          <a:solidFill>
            <a:srgbClr val="D9E6F2"/>
          </a:solidFill>
          <a:ln w="63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311896" y="4379976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第13-15名（4-5.5分）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001000" y="4672584"/>
            <a:ext cx="219456" cy="219456"/>
          </a:xfrm>
          <a:prstGeom prst="rect">
            <a:avLst/>
          </a:prstGeom>
          <a:solidFill>
            <a:srgbClr val="EFEFEF"/>
          </a:solidFill>
          <a:ln w="63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311896" y="4681728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非调研省份（灰）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11274552" cy="5669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示例：15省新能源政策评分图谱 · 经济回报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示例数据（分数节选自润岚2026-08调研；依据/短板仅演示3省） ｜ 统一算例回收期，满分10</a:t>
            </a:r>
          </a:p>
        </p:txBody>
      </p:sp>
      <p:sp>
        <p:nvSpPr>
          <p:cNvPr id="4" name="Freeform 3"/>
          <p:cNvSpPr/>
          <p:nvPr/>
        </p:nvSpPr>
        <p:spPr>
          <a:xfrm>
            <a:off x="5068976" y="3192063"/>
            <a:ext cx="218042" cy="237281"/>
          </a:xfrm>
          <a:custGeom>
            <a:avLst/>
            <a:gdLst/>
            <a:ahLst/>
            <a:cxnLst/>
            <a:rect l="l" t="t" r="r" b="b"/>
            <a:pathLst>
              <a:path w="34" h="37">
                <a:moveTo>
                  <a:pt x="31" y="10"/>
                </a:moveTo>
                <a:lnTo>
                  <a:pt x="32" y="10"/>
                </a:lnTo>
                <a:lnTo>
                  <a:pt x="33" y="10"/>
                </a:lnTo>
                <a:lnTo>
                  <a:pt x="32" y="9"/>
                </a:lnTo>
                <a:lnTo>
                  <a:pt x="33" y="8"/>
                </a:lnTo>
                <a:lnTo>
                  <a:pt x="34" y="8"/>
                </a:lnTo>
                <a:lnTo>
                  <a:pt x="34" y="8"/>
                </a:lnTo>
                <a:lnTo>
                  <a:pt x="33" y="7"/>
                </a:lnTo>
                <a:lnTo>
                  <a:pt x="32" y="7"/>
                </a:lnTo>
                <a:lnTo>
                  <a:pt x="31" y="8"/>
                </a:lnTo>
                <a:lnTo>
                  <a:pt x="29" y="8"/>
                </a:lnTo>
                <a:lnTo>
                  <a:pt x="27" y="7"/>
                </a:lnTo>
                <a:lnTo>
                  <a:pt x="25" y="8"/>
                </a:lnTo>
                <a:lnTo>
                  <a:pt x="25" y="8"/>
                </a:lnTo>
                <a:lnTo>
                  <a:pt x="24" y="7"/>
                </a:lnTo>
                <a:lnTo>
                  <a:pt x="24" y="6"/>
                </a:lnTo>
                <a:lnTo>
                  <a:pt x="22" y="5"/>
                </a:lnTo>
                <a:lnTo>
                  <a:pt x="20" y="4"/>
                </a:lnTo>
                <a:lnTo>
                  <a:pt x="20" y="3"/>
                </a:lnTo>
                <a:lnTo>
                  <a:pt x="19" y="2"/>
                </a:lnTo>
                <a:lnTo>
                  <a:pt x="19" y="1"/>
                </a:lnTo>
                <a:lnTo>
                  <a:pt x="19" y="1"/>
                </a:lnTo>
                <a:lnTo>
                  <a:pt x="18" y="0"/>
                </a:lnTo>
                <a:lnTo>
                  <a:pt x="18" y="1"/>
                </a:lnTo>
                <a:lnTo>
                  <a:pt x="18" y="1"/>
                </a:lnTo>
                <a:lnTo>
                  <a:pt x="18" y="2"/>
                </a:lnTo>
                <a:lnTo>
                  <a:pt x="17" y="2"/>
                </a:lnTo>
                <a:lnTo>
                  <a:pt x="15" y="3"/>
                </a:lnTo>
                <a:lnTo>
                  <a:pt x="15" y="3"/>
                </a:lnTo>
                <a:lnTo>
                  <a:pt x="16" y="4"/>
                </a:lnTo>
                <a:lnTo>
                  <a:pt x="14" y="4"/>
                </a:lnTo>
                <a:lnTo>
                  <a:pt x="14" y="4"/>
                </a:lnTo>
                <a:lnTo>
                  <a:pt x="13" y="4"/>
                </a:lnTo>
                <a:lnTo>
                  <a:pt x="13" y="5"/>
                </a:lnTo>
                <a:lnTo>
                  <a:pt x="15" y="6"/>
                </a:lnTo>
                <a:lnTo>
                  <a:pt x="16" y="7"/>
                </a:lnTo>
                <a:lnTo>
                  <a:pt x="16" y="7"/>
                </a:lnTo>
                <a:lnTo>
                  <a:pt x="13" y="8"/>
                </a:lnTo>
                <a:lnTo>
                  <a:pt x="13" y="8"/>
                </a:lnTo>
                <a:lnTo>
                  <a:pt x="13" y="8"/>
                </a:lnTo>
                <a:lnTo>
                  <a:pt x="12" y="7"/>
                </a:lnTo>
                <a:lnTo>
                  <a:pt x="11" y="10"/>
                </a:lnTo>
                <a:lnTo>
                  <a:pt x="11" y="10"/>
                </a:lnTo>
                <a:lnTo>
                  <a:pt x="10" y="11"/>
                </a:lnTo>
                <a:lnTo>
                  <a:pt x="8" y="13"/>
                </a:lnTo>
                <a:lnTo>
                  <a:pt x="8" y="12"/>
                </a:lnTo>
                <a:lnTo>
                  <a:pt x="7" y="12"/>
                </a:lnTo>
                <a:lnTo>
                  <a:pt x="7" y="12"/>
                </a:lnTo>
                <a:lnTo>
                  <a:pt x="6" y="13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5" y="15"/>
                </a:lnTo>
                <a:lnTo>
                  <a:pt x="5" y="16"/>
                </a:lnTo>
                <a:lnTo>
                  <a:pt x="7" y="18"/>
                </a:lnTo>
                <a:lnTo>
                  <a:pt x="8" y="18"/>
                </a:lnTo>
                <a:lnTo>
                  <a:pt x="9" y="20"/>
                </a:lnTo>
                <a:lnTo>
                  <a:pt x="8" y="21"/>
                </a:lnTo>
                <a:lnTo>
                  <a:pt x="7" y="22"/>
                </a:lnTo>
                <a:lnTo>
                  <a:pt x="7" y="22"/>
                </a:lnTo>
                <a:lnTo>
                  <a:pt x="7" y="23"/>
                </a:lnTo>
                <a:lnTo>
                  <a:pt x="6" y="22"/>
                </a:lnTo>
                <a:lnTo>
                  <a:pt x="6" y="23"/>
                </a:lnTo>
                <a:lnTo>
                  <a:pt x="3" y="24"/>
                </a:lnTo>
                <a:lnTo>
                  <a:pt x="3" y="24"/>
                </a:lnTo>
                <a:lnTo>
                  <a:pt x="1" y="26"/>
                </a:lnTo>
                <a:lnTo>
                  <a:pt x="0" y="28"/>
                </a:lnTo>
                <a:lnTo>
                  <a:pt x="1" y="28"/>
                </a:lnTo>
                <a:lnTo>
                  <a:pt x="2" y="29"/>
                </a:lnTo>
                <a:lnTo>
                  <a:pt x="2" y="30"/>
                </a:lnTo>
                <a:lnTo>
                  <a:pt x="3" y="31"/>
                </a:lnTo>
                <a:lnTo>
                  <a:pt x="3" y="31"/>
                </a:lnTo>
                <a:lnTo>
                  <a:pt x="1" y="32"/>
                </a:lnTo>
                <a:lnTo>
                  <a:pt x="1" y="32"/>
                </a:lnTo>
                <a:lnTo>
                  <a:pt x="2" y="32"/>
                </a:lnTo>
                <a:lnTo>
                  <a:pt x="2" y="35"/>
                </a:lnTo>
                <a:lnTo>
                  <a:pt x="3" y="35"/>
                </a:lnTo>
                <a:lnTo>
                  <a:pt x="3" y="36"/>
                </a:lnTo>
                <a:lnTo>
                  <a:pt x="3" y="35"/>
                </a:lnTo>
                <a:lnTo>
                  <a:pt x="4" y="36"/>
                </a:lnTo>
                <a:lnTo>
                  <a:pt x="5" y="35"/>
                </a:lnTo>
                <a:lnTo>
                  <a:pt x="7" y="37"/>
                </a:lnTo>
                <a:lnTo>
                  <a:pt x="8" y="37"/>
                </a:lnTo>
                <a:lnTo>
                  <a:pt x="8" y="36"/>
                </a:lnTo>
                <a:lnTo>
                  <a:pt x="9" y="36"/>
                </a:lnTo>
                <a:lnTo>
                  <a:pt x="10" y="35"/>
                </a:lnTo>
                <a:lnTo>
                  <a:pt x="10" y="35"/>
                </a:lnTo>
                <a:lnTo>
                  <a:pt x="10" y="36"/>
                </a:lnTo>
                <a:lnTo>
                  <a:pt x="11" y="35"/>
                </a:lnTo>
                <a:lnTo>
                  <a:pt x="11" y="35"/>
                </a:lnTo>
                <a:lnTo>
                  <a:pt x="12" y="35"/>
                </a:lnTo>
                <a:lnTo>
                  <a:pt x="12" y="35"/>
                </a:lnTo>
                <a:lnTo>
                  <a:pt x="13" y="35"/>
                </a:lnTo>
                <a:lnTo>
                  <a:pt x="15" y="35"/>
                </a:lnTo>
                <a:lnTo>
                  <a:pt x="15" y="35"/>
                </a:lnTo>
                <a:lnTo>
                  <a:pt x="16" y="36"/>
                </a:lnTo>
                <a:lnTo>
                  <a:pt x="17" y="37"/>
                </a:lnTo>
                <a:lnTo>
                  <a:pt x="17" y="37"/>
                </a:lnTo>
                <a:lnTo>
                  <a:pt x="19" y="37"/>
                </a:lnTo>
                <a:lnTo>
                  <a:pt x="19" y="37"/>
                </a:lnTo>
                <a:lnTo>
                  <a:pt x="19" y="37"/>
                </a:lnTo>
                <a:lnTo>
                  <a:pt x="18" y="37"/>
                </a:lnTo>
                <a:lnTo>
                  <a:pt x="18" y="36"/>
                </a:lnTo>
                <a:lnTo>
                  <a:pt x="19" y="36"/>
                </a:lnTo>
                <a:lnTo>
                  <a:pt x="19" y="36"/>
                </a:lnTo>
                <a:lnTo>
                  <a:pt x="19" y="35"/>
                </a:lnTo>
                <a:lnTo>
                  <a:pt x="19" y="35"/>
                </a:lnTo>
                <a:lnTo>
                  <a:pt x="20" y="35"/>
                </a:lnTo>
                <a:lnTo>
                  <a:pt x="20" y="34"/>
                </a:lnTo>
                <a:lnTo>
                  <a:pt x="21" y="33"/>
                </a:lnTo>
                <a:lnTo>
                  <a:pt x="22" y="33"/>
                </a:lnTo>
                <a:lnTo>
                  <a:pt x="23" y="33"/>
                </a:lnTo>
                <a:lnTo>
                  <a:pt x="23" y="33"/>
                </a:lnTo>
                <a:lnTo>
                  <a:pt x="24" y="33"/>
                </a:lnTo>
                <a:lnTo>
                  <a:pt x="25" y="33"/>
                </a:lnTo>
                <a:lnTo>
                  <a:pt x="25" y="31"/>
                </a:lnTo>
                <a:lnTo>
                  <a:pt x="26" y="31"/>
                </a:lnTo>
                <a:lnTo>
                  <a:pt x="26" y="30"/>
                </a:lnTo>
                <a:lnTo>
                  <a:pt x="26" y="30"/>
                </a:lnTo>
                <a:lnTo>
                  <a:pt x="26" y="29"/>
                </a:lnTo>
                <a:lnTo>
                  <a:pt x="27" y="29"/>
                </a:lnTo>
                <a:lnTo>
                  <a:pt x="26" y="27"/>
                </a:lnTo>
                <a:lnTo>
                  <a:pt x="26" y="28"/>
                </a:lnTo>
                <a:lnTo>
                  <a:pt x="25" y="27"/>
                </a:lnTo>
                <a:lnTo>
                  <a:pt x="24" y="27"/>
                </a:lnTo>
                <a:lnTo>
                  <a:pt x="24" y="27"/>
                </a:lnTo>
                <a:lnTo>
                  <a:pt x="24" y="25"/>
                </a:lnTo>
                <a:lnTo>
                  <a:pt x="23" y="25"/>
                </a:lnTo>
                <a:lnTo>
                  <a:pt x="23" y="23"/>
                </a:lnTo>
                <a:lnTo>
                  <a:pt x="26" y="23"/>
                </a:lnTo>
                <a:lnTo>
                  <a:pt x="27" y="23"/>
                </a:lnTo>
                <a:lnTo>
                  <a:pt x="28" y="22"/>
                </a:lnTo>
                <a:lnTo>
                  <a:pt x="30" y="22"/>
                </a:lnTo>
                <a:lnTo>
                  <a:pt x="31" y="21"/>
                </a:lnTo>
                <a:lnTo>
                  <a:pt x="31" y="21"/>
                </a:lnTo>
                <a:lnTo>
                  <a:pt x="32" y="20"/>
                </a:lnTo>
                <a:lnTo>
                  <a:pt x="33" y="20"/>
                </a:lnTo>
                <a:lnTo>
                  <a:pt x="33" y="18"/>
                </a:lnTo>
                <a:lnTo>
                  <a:pt x="32" y="18"/>
                </a:lnTo>
                <a:lnTo>
                  <a:pt x="32" y="16"/>
                </a:lnTo>
                <a:lnTo>
                  <a:pt x="31" y="17"/>
                </a:lnTo>
                <a:lnTo>
                  <a:pt x="30" y="15"/>
                </a:lnTo>
                <a:lnTo>
                  <a:pt x="30" y="15"/>
                </a:lnTo>
                <a:lnTo>
                  <a:pt x="30" y="14"/>
                </a:lnTo>
                <a:lnTo>
                  <a:pt x="30" y="13"/>
                </a:lnTo>
                <a:lnTo>
                  <a:pt x="29" y="12"/>
                </a:lnTo>
                <a:lnTo>
                  <a:pt x="30" y="12"/>
                </a:lnTo>
                <a:lnTo>
                  <a:pt x="30" y="11"/>
                </a:lnTo>
                <a:lnTo>
                  <a:pt x="30" y="10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229301" y="3301084"/>
            <a:ext cx="141086" cy="250107"/>
          </a:xfrm>
          <a:custGeom>
            <a:avLst/>
            <a:gdLst/>
            <a:ahLst/>
            <a:cxnLst/>
            <a:rect l="l" t="t" r="r" b="b"/>
            <a:pathLst>
              <a:path w="22" h="39">
                <a:moveTo>
                  <a:pt x="17" y="19"/>
                </a:moveTo>
                <a:lnTo>
                  <a:pt x="19" y="18"/>
                </a:lnTo>
                <a:lnTo>
                  <a:pt x="18" y="17"/>
                </a:lnTo>
                <a:lnTo>
                  <a:pt x="19" y="17"/>
                </a:lnTo>
                <a:lnTo>
                  <a:pt x="19" y="15"/>
                </a:lnTo>
                <a:lnTo>
                  <a:pt x="19" y="14"/>
                </a:lnTo>
                <a:lnTo>
                  <a:pt x="18" y="14"/>
                </a:lnTo>
                <a:lnTo>
                  <a:pt x="16" y="14"/>
                </a:lnTo>
                <a:lnTo>
                  <a:pt x="16" y="15"/>
                </a:lnTo>
                <a:lnTo>
                  <a:pt x="16" y="16"/>
                </a:lnTo>
                <a:lnTo>
                  <a:pt x="15" y="15"/>
                </a:lnTo>
                <a:lnTo>
                  <a:pt x="15" y="14"/>
                </a:lnTo>
                <a:lnTo>
                  <a:pt x="14" y="15"/>
                </a:lnTo>
                <a:lnTo>
                  <a:pt x="14" y="14"/>
                </a:lnTo>
                <a:lnTo>
                  <a:pt x="14" y="13"/>
                </a:lnTo>
                <a:lnTo>
                  <a:pt x="13" y="12"/>
                </a:lnTo>
                <a:lnTo>
                  <a:pt x="13" y="11"/>
                </a:lnTo>
                <a:lnTo>
                  <a:pt x="12" y="11"/>
                </a:lnTo>
                <a:lnTo>
                  <a:pt x="12" y="10"/>
                </a:lnTo>
                <a:lnTo>
                  <a:pt x="11" y="8"/>
                </a:lnTo>
                <a:lnTo>
                  <a:pt x="11" y="7"/>
                </a:lnTo>
                <a:lnTo>
                  <a:pt x="11" y="7"/>
                </a:lnTo>
                <a:lnTo>
                  <a:pt x="11" y="6"/>
                </a:lnTo>
                <a:lnTo>
                  <a:pt x="12" y="6"/>
                </a:lnTo>
                <a:lnTo>
                  <a:pt x="13" y="6"/>
                </a:lnTo>
                <a:lnTo>
                  <a:pt x="14" y="6"/>
                </a:lnTo>
                <a:lnTo>
                  <a:pt x="15" y="6"/>
                </a:lnTo>
                <a:lnTo>
                  <a:pt x="15" y="6"/>
                </a:lnTo>
                <a:lnTo>
                  <a:pt x="16" y="5"/>
                </a:lnTo>
                <a:lnTo>
                  <a:pt x="15" y="5"/>
                </a:lnTo>
                <a:lnTo>
                  <a:pt x="15" y="5"/>
                </a:lnTo>
                <a:lnTo>
                  <a:pt x="15" y="4"/>
                </a:lnTo>
                <a:lnTo>
                  <a:pt x="15" y="4"/>
                </a:lnTo>
                <a:lnTo>
                  <a:pt x="15" y="3"/>
                </a:lnTo>
                <a:lnTo>
                  <a:pt x="13" y="3"/>
                </a:lnTo>
                <a:lnTo>
                  <a:pt x="13" y="3"/>
                </a:lnTo>
                <a:lnTo>
                  <a:pt x="11" y="1"/>
                </a:lnTo>
                <a:lnTo>
                  <a:pt x="11" y="0"/>
                </a:lnTo>
                <a:lnTo>
                  <a:pt x="11" y="0"/>
                </a:lnTo>
                <a:lnTo>
                  <a:pt x="8" y="0"/>
                </a:lnTo>
                <a:lnTo>
                  <a:pt x="8" y="3"/>
                </a:lnTo>
                <a:lnTo>
                  <a:pt x="7" y="3"/>
                </a:lnTo>
                <a:lnTo>
                  <a:pt x="6" y="4"/>
                </a:lnTo>
                <a:lnTo>
                  <a:pt x="6" y="4"/>
                </a:lnTo>
                <a:lnTo>
                  <a:pt x="5" y="5"/>
                </a:lnTo>
                <a:lnTo>
                  <a:pt x="5" y="6"/>
                </a:lnTo>
                <a:lnTo>
                  <a:pt x="5" y="8"/>
                </a:lnTo>
                <a:lnTo>
                  <a:pt x="5" y="9"/>
                </a:lnTo>
                <a:lnTo>
                  <a:pt x="7" y="9"/>
                </a:lnTo>
                <a:lnTo>
                  <a:pt x="7" y="10"/>
                </a:lnTo>
                <a:lnTo>
                  <a:pt x="5" y="10"/>
                </a:lnTo>
                <a:lnTo>
                  <a:pt x="5" y="11"/>
                </a:lnTo>
                <a:lnTo>
                  <a:pt x="6" y="12"/>
                </a:lnTo>
                <a:lnTo>
                  <a:pt x="6" y="12"/>
                </a:lnTo>
                <a:lnTo>
                  <a:pt x="6" y="14"/>
                </a:lnTo>
                <a:lnTo>
                  <a:pt x="6" y="15"/>
                </a:lnTo>
                <a:lnTo>
                  <a:pt x="3" y="14"/>
                </a:lnTo>
                <a:lnTo>
                  <a:pt x="2" y="15"/>
                </a:lnTo>
                <a:lnTo>
                  <a:pt x="2" y="13"/>
                </a:lnTo>
                <a:lnTo>
                  <a:pt x="1" y="14"/>
                </a:lnTo>
                <a:lnTo>
                  <a:pt x="0" y="14"/>
                </a:lnTo>
                <a:lnTo>
                  <a:pt x="0" y="16"/>
                </a:lnTo>
                <a:lnTo>
                  <a:pt x="0" y="17"/>
                </a:lnTo>
                <a:lnTo>
                  <a:pt x="0" y="18"/>
                </a:lnTo>
                <a:lnTo>
                  <a:pt x="0" y="19"/>
                </a:lnTo>
                <a:lnTo>
                  <a:pt x="0" y="19"/>
                </a:lnTo>
                <a:lnTo>
                  <a:pt x="1" y="20"/>
                </a:lnTo>
                <a:lnTo>
                  <a:pt x="2" y="20"/>
                </a:lnTo>
                <a:lnTo>
                  <a:pt x="1" y="20"/>
                </a:lnTo>
                <a:lnTo>
                  <a:pt x="1" y="21"/>
                </a:lnTo>
                <a:lnTo>
                  <a:pt x="1" y="21"/>
                </a:lnTo>
                <a:lnTo>
                  <a:pt x="1" y="22"/>
                </a:lnTo>
                <a:lnTo>
                  <a:pt x="2" y="21"/>
                </a:lnTo>
                <a:lnTo>
                  <a:pt x="2" y="22"/>
                </a:lnTo>
                <a:lnTo>
                  <a:pt x="2" y="23"/>
                </a:lnTo>
                <a:lnTo>
                  <a:pt x="2" y="24"/>
                </a:lnTo>
                <a:lnTo>
                  <a:pt x="2" y="25"/>
                </a:lnTo>
                <a:lnTo>
                  <a:pt x="2" y="26"/>
                </a:lnTo>
                <a:lnTo>
                  <a:pt x="3" y="26"/>
                </a:lnTo>
                <a:lnTo>
                  <a:pt x="3" y="27"/>
                </a:lnTo>
                <a:lnTo>
                  <a:pt x="2" y="28"/>
                </a:lnTo>
                <a:lnTo>
                  <a:pt x="0" y="29"/>
                </a:lnTo>
                <a:lnTo>
                  <a:pt x="1" y="30"/>
                </a:lnTo>
                <a:lnTo>
                  <a:pt x="0" y="31"/>
                </a:lnTo>
                <a:lnTo>
                  <a:pt x="0" y="33"/>
                </a:lnTo>
                <a:lnTo>
                  <a:pt x="1" y="34"/>
                </a:lnTo>
                <a:lnTo>
                  <a:pt x="1" y="35"/>
                </a:lnTo>
                <a:lnTo>
                  <a:pt x="3" y="35"/>
                </a:lnTo>
                <a:lnTo>
                  <a:pt x="4" y="37"/>
                </a:lnTo>
                <a:lnTo>
                  <a:pt x="7" y="36"/>
                </a:lnTo>
                <a:lnTo>
                  <a:pt x="7" y="37"/>
                </a:lnTo>
                <a:lnTo>
                  <a:pt x="8" y="38"/>
                </a:lnTo>
                <a:lnTo>
                  <a:pt x="9" y="37"/>
                </a:lnTo>
                <a:lnTo>
                  <a:pt x="10" y="38"/>
                </a:lnTo>
                <a:lnTo>
                  <a:pt x="10" y="38"/>
                </a:lnTo>
                <a:lnTo>
                  <a:pt x="10" y="39"/>
                </a:lnTo>
                <a:lnTo>
                  <a:pt x="12" y="38"/>
                </a:lnTo>
                <a:lnTo>
                  <a:pt x="14" y="37"/>
                </a:lnTo>
                <a:lnTo>
                  <a:pt x="17" y="36"/>
                </a:lnTo>
                <a:lnTo>
                  <a:pt x="17" y="36"/>
                </a:lnTo>
                <a:lnTo>
                  <a:pt x="18" y="35"/>
                </a:lnTo>
                <a:lnTo>
                  <a:pt x="18" y="33"/>
                </a:lnTo>
                <a:lnTo>
                  <a:pt x="17" y="33"/>
                </a:lnTo>
                <a:lnTo>
                  <a:pt x="16" y="32"/>
                </a:lnTo>
                <a:lnTo>
                  <a:pt x="18" y="31"/>
                </a:lnTo>
                <a:lnTo>
                  <a:pt x="19" y="31"/>
                </a:lnTo>
                <a:lnTo>
                  <a:pt x="20" y="31"/>
                </a:lnTo>
                <a:lnTo>
                  <a:pt x="20" y="28"/>
                </a:lnTo>
                <a:lnTo>
                  <a:pt x="20" y="28"/>
                </a:lnTo>
                <a:lnTo>
                  <a:pt x="19" y="26"/>
                </a:lnTo>
                <a:lnTo>
                  <a:pt x="19" y="25"/>
                </a:lnTo>
                <a:lnTo>
                  <a:pt x="21" y="23"/>
                </a:lnTo>
                <a:lnTo>
                  <a:pt x="21" y="22"/>
                </a:lnTo>
                <a:lnTo>
                  <a:pt x="22" y="22"/>
                </a:lnTo>
                <a:lnTo>
                  <a:pt x="22" y="21"/>
                </a:lnTo>
                <a:lnTo>
                  <a:pt x="22" y="21"/>
                </a:lnTo>
                <a:lnTo>
                  <a:pt x="19" y="20"/>
                </a:lnTo>
                <a:lnTo>
                  <a:pt x="18" y="19"/>
                </a:lnTo>
                <a:lnTo>
                  <a:pt x="18" y="20"/>
                </a:lnTo>
                <a:lnTo>
                  <a:pt x="18" y="19"/>
                </a:lnTo>
                <a:lnTo>
                  <a:pt x="15" y="20"/>
                </a:lnTo>
                <a:lnTo>
                  <a:pt x="15" y="21"/>
                </a:lnTo>
                <a:lnTo>
                  <a:pt x="14" y="20"/>
                </a:lnTo>
                <a:lnTo>
                  <a:pt x="13" y="20"/>
                </a:lnTo>
                <a:lnTo>
                  <a:pt x="13" y="20"/>
                </a:lnTo>
                <a:lnTo>
                  <a:pt x="14" y="19"/>
                </a:lnTo>
                <a:lnTo>
                  <a:pt x="15" y="19"/>
                </a:lnTo>
                <a:lnTo>
                  <a:pt x="15" y="19"/>
                </a:lnTo>
                <a:lnTo>
                  <a:pt x="16" y="19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4882999" y="2954782"/>
            <a:ext cx="673365" cy="987602"/>
          </a:xfrm>
          <a:custGeom>
            <a:avLst/>
            <a:gdLst/>
            <a:ahLst/>
            <a:cxnLst/>
            <a:rect l="l" t="t" r="r" b="b"/>
            <a:pathLst>
              <a:path w="105" h="154">
                <a:moveTo>
                  <a:pt x="62" y="45"/>
                </a:moveTo>
                <a:lnTo>
                  <a:pt x="61" y="46"/>
                </a:lnTo>
                <a:lnTo>
                  <a:pt x="62" y="47"/>
                </a:lnTo>
                <a:lnTo>
                  <a:pt x="61" y="47"/>
                </a:lnTo>
                <a:lnTo>
                  <a:pt x="60" y="47"/>
                </a:lnTo>
                <a:lnTo>
                  <a:pt x="59" y="47"/>
                </a:lnTo>
                <a:lnTo>
                  <a:pt x="59" y="48"/>
                </a:lnTo>
                <a:lnTo>
                  <a:pt x="59" y="49"/>
                </a:lnTo>
                <a:lnTo>
                  <a:pt x="58" y="49"/>
                </a:lnTo>
                <a:lnTo>
                  <a:pt x="59" y="50"/>
                </a:lnTo>
                <a:lnTo>
                  <a:pt x="59" y="51"/>
                </a:lnTo>
                <a:lnTo>
                  <a:pt x="59" y="52"/>
                </a:lnTo>
                <a:lnTo>
                  <a:pt x="59" y="52"/>
                </a:lnTo>
                <a:lnTo>
                  <a:pt x="60" y="54"/>
                </a:lnTo>
                <a:lnTo>
                  <a:pt x="61" y="53"/>
                </a:lnTo>
                <a:lnTo>
                  <a:pt x="61" y="55"/>
                </a:lnTo>
                <a:lnTo>
                  <a:pt x="63" y="54"/>
                </a:lnTo>
                <a:lnTo>
                  <a:pt x="64" y="54"/>
                </a:lnTo>
                <a:lnTo>
                  <a:pt x="65" y="54"/>
                </a:lnTo>
                <a:lnTo>
                  <a:pt x="65" y="54"/>
                </a:lnTo>
                <a:lnTo>
                  <a:pt x="65" y="55"/>
                </a:lnTo>
                <a:lnTo>
                  <a:pt x="67" y="57"/>
                </a:lnTo>
                <a:lnTo>
                  <a:pt x="67" y="57"/>
                </a:lnTo>
                <a:lnTo>
                  <a:pt x="69" y="57"/>
                </a:lnTo>
                <a:lnTo>
                  <a:pt x="69" y="58"/>
                </a:lnTo>
                <a:lnTo>
                  <a:pt x="69" y="58"/>
                </a:lnTo>
                <a:lnTo>
                  <a:pt x="69" y="59"/>
                </a:lnTo>
                <a:lnTo>
                  <a:pt x="69" y="59"/>
                </a:lnTo>
                <a:lnTo>
                  <a:pt x="69" y="60"/>
                </a:lnTo>
                <a:lnTo>
                  <a:pt x="68" y="60"/>
                </a:lnTo>
                <a:lnTo>
                  <a:pt x="67" y="60"/>
                </a:lnTo>
                <a:lnTo>
                  <a:pt x="66" y="60"/>
                </a:lnTo>
                <a:lnTo>
                  <a:pt x="65" y="60"/>
                </a:lnTo>
                <a:lnTo>
                  <a:pt x="65" y="61"/>
                </a:lnTo>
                <a:lnTo>
                  <a:pt x="65" y="61"/>
                </a:lnTo>
                <a:lnTo>
                  <a:pt x="65" y="62"/>
                </a:lnTo>
                <a:lnTo>
                  <a:pt x="66" y="64"/>
                </a:lnTo>
                <a:lnTo>
                  <a:pt x="66" y="65"/>
                </a:lnTo>
                <a:lnTo>
                  <a:pt x="67" y="65"/>
                </a:lnTo>
                <a:lnTo>
                  <a:pt x="67" y="66"/>
                </a:lnTo>
                <a:lnTo>
                  <a:pt x="68" y="67"/>
                </a:lnTo>
                <a:lnTo>
                  <a:pt x="68" y="68"/>
                </a:lnTo>
                <a:lnTo>
                  <a:pt x="68" y="69"/>
                </a:lnTo>
                <a:lnTo>
                  <a:pt x="69" y="68"/>
                </a:lnTo>
                <a:lnTo>
                  <a:pt x="69" y="69"/>
                </a:lnTo>
                <a:lnTo>
                  <a:pt x="70" y="70"/>
                </a:lnTo>
                <a:lnTo>
                  <a:pt x="70" y="69"/>
                </a:lnTo>
                <a:lnTo>
                  <a:pt x="70" y="68"/>
                </a:lnTo>
                <a:lnTo>
                  <a:pt x="72" y="68"/>
                </a:lnTo>
                <a:lnTo>
                  <a:pt x="73" y="68"/>
                </a:lnTo>
                <a:lnTo>
                  <a:pt x="73" y="69"/>
                </a:lnTo>
                <a:lnTo>
                  <a:pt x="73" y="71"/>
                </a:lnTo>
                <a:lnTo>
                  <a:pt x="72" y="71"/>
                </a:lnTo>
                <a:lnTo>
                  <a:pt x="73" y="72"/>
                </a:lnTo>
                <a:lnTo>
                  <a:pt x="72" y="72"/>
                </a:lnTo>
                <a:lnTo>
                  <a:pt x="72" y="73"/>
                </a:lnTo>
                <a:lnTo>
                  <a:pt x="72" y="73"/>
                </a:lnTo>
                <a:lnTo>
                  <a:pt x="72" y="74"/>
                </a:lnTo>
                <a:lnTo>
                  <a:pt x="72" y="73"/>
                </a:lnTo>
                <a:lnTo>
                  <a:pt x="73" y="74"/>
                </a:lnTo>
                <a:lnTo>
                  <a:pt x="76" y="75"/>
                </a:lnTo>
                <a:lnTo>
                  <a:pt x="76" y="75"/>
                </a:lnTo>
                <a:lnTo>
                  <a:pt x="76" y="76"/>
                </a:lnTo>
                <a:lnTo>
                  <a:pt x="76" y="76"/>
                </a:lnTo>
                <a:lnTo>
                  <a:pt x="77" y="76"/>
                </a:lnTo>
                <a:lnTo>
                  <a:pt x="78" y="77"/>
                </a:lnTo>
                <a:lnTo>
                  <a:pt x="80" y="80"/>
                </a:lnTo>
                <a:lnTo>
                  <a:pt x="81" y="80"/>
                </a:lnTo>
                <a:lnTo>
                  <a:pt x="82" y="80"/>
                </a:lnTo>
                <a:lnTo>
                  <a:pt x="83" y="81"/>
                </a:lnTo>
                <a:lnTo>
                  <a:pt x="85" y="82"/>
                </a:lnTo>
                <a:lnTo>
                  <a:pt x="86" y="82"/>
                </a:lnTo>
                <a:lnTo>
                  <a:pt x="86" y="80"/>
                </a:lnTo>
                <a:lnTo>
                  <a:pt x="86" y="80"/>
                </a:lnTo>
                <a:lnTo>
                  <a:pt x="85" y="78"/>
                </a:lnTo>
                <a:lnTo>
                  <a:pt x="86" y="77"/>
                </a:lnTo>
                <a:lnTo>
                  <a:pt x="86" y="77"/>
                </a:lnTo>
                <a:lnTo>
                  <a:pt x="86" y="76"/>
                </a:lnTo>
                <a:lnTo>
                  <a:pt x="90" y="76"/>
                </a:lnTo>
                <a:lnTo>
                  <a:pt x="92" y="75"/>
                </a:lnTo>
                <a:lnTo>
                  <a:pt x="91" y="76"/>
                </a:lnTo>
                <a:lnTo>
                  <a:pt x="91" y="76"/>
                </a:lnTo>
                <a:lnTo>
                  <a:pt x="92" y="76"/>
                </a:lnTo>
                <a:lnTo>
                  <a:pt x="94" y="73"/>
                </a:lnTo>
                <a:lnTo>
                  <a:pt x="95" y="71"/>
                </a:lnTo>
                <a:lnTo>
                  <a:pt x="97" y="70"/>
                </a:lnTo>
                <a:lnTo>
                  <a:pt x="97" y="69"/>
                </a:lnTo>
                <a:lnTo>
                  <a:pt x="96" y="67"/>
                </a:lnTo>
                <a:lnTo>
                  <a:pt x="97" y="61"/>
                </a:lnTo>
                <a:lnTo>
                  <a:pt x="99" y="59"/>
                </a:lnTo>
                <a:lnTo>
                  <a:pt x="100" y="59"/>
                </a:lnTo>
                <a:lnTo>
                  <a:pt x="99" y="58"/>
                </a:lnTo>
                <a:lnTo>
                  <a:pt x="99" y="57"/>
                </a:lnTo>
                <a:lnTo>
                  <a:pt x="103" y="55"/>
                </a:lnTo>
                <a:lnTo>
                  <a:pt x="104" y="55"/>
                </a:lnTo>
                <a:lnTo>
                  <a:pt x="104" y="55"/>
                </a:lnTo>
                <a:lnTo>
                  <a:pt x="105" y="55"/>
                </a:lnTo>
                <a:lnTo>
                  <a:pt x="104" y="54"/>
                </a:lnTo>
                <a:lnTo>
                  <a:pt x="104" y="53"/>
                </a:lnTo>
                <a:lnTo>
                  <a:pt x="104" y="53"/>
                </a:lnTo>
                <a:lnTo>
                  <a:pt x="103" y="53"/>
                </a:lnTo>
                <a:lnTo>
                  <a:pt x="103" y="52"/>
                </a:lnTo>
                <a:lnTo>
                  <a:pt x="102" y="52"/>
                </a:lnTo>
                <a:lnTo>
                  <a:pt x="102" y="51"/>
                </a:lnTo>
                <a:lnTo>
                  <a:pt x="102" y="50"/>
                </a:lnTo>
                <a:lnTo>
                  <a:pt x="101" y="50"/>
                </a:lnTo>
                <a:lnTo>
                  <a:pt x="101" y="49"/>
                </a:lnTo>
                <a:lnTo>
                  <a:pt x="100" y="49"/>
                </a:lnTo>
                <a:lnTo>
                  <a:pt x="100" y="48"/>
                </a:lnTo>
                <a:lnTo>
                  <a:pt x="99" y="47"/>
                </a:lnTo>
                <a:lnTo>
                  <a:pt x="99" y="46"/>
                </a:lnTo>
                <a:lnTo>
                  <a:pt x="99" y="44"/>
                </a:lnTo>
                <a:lnTo>
                  <a:pt x="98" y="43"/>
                </a:lnTo>
                <a:lnTo>
                  <a:pt x="98" y="43"/>
                </a:lnTo>
                <a:lnTo>
                  <a:pt x="98" y="42"/>
                </a:lnTo>
                <a:lnTo>
                  <a:pt x="93" y="43"/>
                </a:lnTo>
                <a:lnTo>
                  <a:pt x="93" y="43"/>
                </a:lnTo>
                <a:lnTo>
                  <a:pt x="92" y="43"/>
                </a:lnTo>
                <a:lnTo>
                  <a:pt x="92" y="42"/>
                </a:lnTo>
                <a:lnTo>
                  <a:pt x="91" y="42"/>
                </a:lnTo>
                <a:lnTo>
                  <a:pt x="90" y="42"/>
                </a:lnTo>
                <a:lnTo>
                  <a:pt x="91" y="40"/>
                </a:lnTo>
                <a:lnTo>
                  <a:pt x="90" y="40"/>
                </a:lnTo>
                <a:lnTo>
                  <a:pt x="90" y="41"/>
                </a:lnTo>
                <a:lnTo>
                  <a:pt x="89" y="41"/>
                </a:lnTo>
                <a:lnTo>
                  <a:pt x="87" y="40"/>
                </a:lnTo>
                <a:lnTo>
                  <a:pt x="87" y="39"/>
                </a:lnTo>
                <a:lnTo>
                  <a:pt x="86" y="39"/>
                </a:lnTo>
                <a:lnTo>
                  <a:pt x="86" y="39"/>
                </a:lnTo>
                <a:lnTo>
                  <a:pt x="85" y="38"/>
                </a:lnTo>
                <a:lnTo>
                  <a:pt x="85" y="37"/>
                </a:lnTo>
                <a:lnTo>
                  <a:pt x="85" y="35"/>
                </a:lnTo>
                <a:lnTo>
                  <a:pt x="87" y="34"/>
                </a:lnTo>
                <a:lnTo>
                  <a:pt x="87" y="33"/>
                </a:lnTo>
                <a:lnTo>
                  <a:pt x="86" y="33"/>
                </a:lnTo>
                <a:lnTo>
                  <a:pt x="86" y="33"/>
                </a:lnTo>
                <a:lnTo>
                  <a:pt x="86" y="32"/>
                </a:lnTo>
                <a:lnTo>
                  <a:pt x="87" y="32"/>
                </a:lnTo>
                <a:lnTo>
                  <a:pt x="88" y="31"/>
                </a:lnTo>
                <a:lnTo>
                  <a:pt x="88" y="30"/>
                </a:lnTo>
                <a:lnTo>
                  <a:pt x="88" y="30"/>
                </a:lnTo>
                <a:lnTo>
                  <a:pt x="89" y="29"/>
                </a:lnTo>
                <a:lnTo>
                  <a:pt x="89" y="28"/>
                </a:lnTo>
                <a:lnTo>
                  <a:pt x="89" y="28"/>
                </a:lnTo>
                <a:lnTo>
                  <a:pt x="90" y="27"/>
                </a:lnTo>
                <a:lnTo>
                  <a:pt x="90" y="26"/>
                </a:lnTo>
                <a:lnTo>
                  <a:pt x="89" y="27"/>
                </a:lnTo>
                <a:lnTo>
                  <a:pt x="85" y="27"/>
                </a:lnTo>
                <a:lnTo>
                  <a:pt x="84" y="27"/>
                </a:lnTo>
                <a:lnTo>
                  <a:pt x="83" y="26"/>
                </a:lnTo>
                <a:lnTo>
                  <a:pt x="83" y="26"/>
                </a:lnTo>
                <a:lnTo>
                  <a:pt x="82" y="26"/>
                </a:lnTo>
                <a:lnTo>
                  <a:pt x="81" y="27"/>
                </a:lnTo>
                <a:lnTo>
                  <a:pt x="80" y="26"/>
                </a:lnTo>
                <a:lnTo>
                  <a:pt x="78" y="27"/>
                </a:lnTo>
                <a:lnTo>
                  <a:pt x="75" y="28"/>
                </a:lnTo>
                <a:lnTo>
                  <a:pt x="75" y="27"/>
                </a:lnTo>
                <a:lnTo>
                  <a:pt x="75" y="26"/>
                </a:lnTo>
                <a:lnTo>
                  <a:pt x="75" y="25"/>
                </a:lnTo>
                <a:lnTo>
                  <a:pt x="73" y="25"/>
                </a:lnTo>
                <a:lnTo>
                  <a:pt x="74" y="24"/>
                </a:lnTo>
                <a:lnTo>
                  <a:pt x="73" y="23"/>
                </a:lnTo>
                <a:lnTo>
                  <a:pt x="72" y="22"/>
                </a:lnTo>
                <a:lnTo>
                  <a:pt x="72" y="21"/>
                </a:lnTo>
                <a:lnTo>
                  <a:pt x="71" y="20"/>
                </a:lnTo>
                <a:lnTo>
                  <a:pt x="70" y="20"/>
                </a:lnTo>
                <a:lnTo>
                  <a:pt x="70" y="19"/>
                </a:lnTo>
                <a:lnTo>
                  <a:pt x="70" y="18"/>
                </a:lnTo>
                <a:lnTo>
                  <a:pt x="71" y="17"/>
                </a:lnTo>
                <a:lnTo>
                  <a:pt x="72" y="17"/>
                </a:lnTo>
                <a:lnTo>
                  <a:pt x="72" y="18"/>
                </a:lnTo>
                <a:lnTo>
                  <a:pt x="73" y="18"/>
                </a:lnTo>
                <a:lnTo>
                  <a:pt x="73" y="16"/>
                </a:lnTo>
                <a:lnTo>
                  <a:pt x="73" y="16"/>
                </a:lnTo>
                <a:lnTo>
                  <a:pt x="72" y="14"/>
                </a:lnTo>
                <a:lnTo>
                  <a:pt x="72" y="14"/>
                </a:lnTo>
                <a:lnTo>
                  <a:pt x="72" y="13"/>
                </a:lnTo>
                <a:lnTo>
                  <a:pt x="71" y="12"/>
                </a:lnTo>
                <a:lnTo>
                  <a:pt x="72" y="12"/>
                </a:lnTo>
                <a:lnTo>
                  <a:pt x="72" y="11"/>
                </a:lnTo>
                <a:lnTo>
                  <a:pt x="71" y="11"/>
                </a:lnTo>
                <a:lnTo>
                  <a:pt x="70" y="11"/>
                </a:lnTo>
                <a:lnTo>
                  <a:pt x="70" y="12"/>
                </a:lnTo>
                <a:lnTo>
                  <a:pt x="70" y="12"/>
                </a:lnTo>
                <a:lnTo>
                  <a:pt x="69" y="12"/>
                </a:lnTo>
                <a:lnTo>
                  <a:pt x="69" y="11"/>
                </a:lnTo>
                <a:lnTo>
                  <a:pt x="68" y="11"/>
                </a:lnTo>
                <a:lnTo>
                  <a:pt x="68" y="9"/>
                </a:lnTo>
                <a:lnTo>
                  <a:pt x="66" y="8"/>
                </a:lnTo>
                <a:lnTo>
                  <a:pt x="66" y="8"/>
                </a:lnTo>
                <a:lnTo>
                  <a:pt x="67" y="7"/>
                </a:lnTo>
                <a:lnTo>
                  <a:pt x="66" y="6"/>
                </a:lnTo>
                <a:lnTo>
                  <a:pt x="66" y="5"/>
                </a:lnTo>
                <a:lnTo>
                  <a:pt x="63" y="2"/>
                </a:lnTo>
                <a:lnTo>
                  <a:pt x="62" y="1"/>
                </a:lnTo>
                <a:lnTo>
                  <a:pt x="62" y="0"/>
                </a:lnTo>
                <a:lnTo>
                  <a:pt x="62" y="0"/>
                </a:lnTo>
                <a:lnTo>
                  <a:pt x="60" y="1"/>
                </a:lnTo>
                <a:lnTo>
                  <a:pt x="59" y="1"/>
                </a:lnTo>
                <a:lnTo>
                  <a:pt x="58" y="1"/>
                </a:lnTo>
                <a:lnTo>
                  <a:pt x="57" y="1"/>
                </a:lnTo>
                <a:lnTo>
                  <a:pt x="56" y="1"/>
                </a:lnTo>
                <a:lnTo>
                  <a:pt x="56" y="2"/>
                </a:lnTo>
                <a:lnTo>
                  <a:pt x="55" y="3"/>
                </a:lnTo>
                <a:lnTo>
                  <a:pt x="56" y="3"/>
                </a:lnTo>
                <a:lnTo>
                  <a:pt x="56" y="4"/>
                </a:lnTo>
                <a:lnTo>
                  <a:pt x="56" y="4"/>
                </a:lnTo>
                <a:lnTo>
                  <a:pt x="51" y="4"/>
                </a:lnTo>
                <a:lnTo>
                  <a:pt x="48" y="7"/>
                </a:lnTo>
                <a:lnTo>
                  <a:pt x="48" y="7"/>
                </a:lnTo>
                <a:lnTo>
                  <a:pt x="49" y="10"/>
                </a:lnTo>
                <a:lnTo>
                  <a:pt x="48" y="11"/>
                </a:lnTo>
                <a:lnTo>
                  <a:pt x="47" y="11"/>
                </a:lnTo>
                <a:lnTo>
                  <a:pt x="47" y="12"/>
                </a:lnTo>
                <a:lnTo>
                  <a:pt x="48" y="12"/>
                </a:lnTo>
                <a:lnTo>
                  <a:pt x="48" y="14"/>
                </a:lnTo>
                <a:lnTo>
                  <a:pt x="49" y="15"/>
                </a:lnTo>
                <a:lnTo>
                  <a:pt x="47" y="16"/>
                </a:lnTo>
                <a:lnTo>
                  <a:pt x="46" y="16"/>
                </a:lnTo>
                <a:lnTo>
                  <a:pt x="46" y="17"/>
                </a:lnTo>
                <a:lnTo>
                  <a:pt x="45" y="18"/>
                </a:lnTo>
                <a:lnTo>
                  <a:pt x="43" y="18"/>
                </a:lnTo>
                <a:lnTo>
                  <a:pt x="43" y="17"/>
                </a:lnTo>
                <a:lnTo>
                  <a:pt x="42" y="17"/>
                </a:lnTo>
                <a:lnTo>
                  <a:pt x="42" y="18"/>
                </a:lnTo>
                <a:lnTo>
                  <a:pt x="41" y="18"/>
                </a:lnTo>
                <a:lnTo>
                  <a:pt x="41" y="17"/>
                </a:lnTo>
                <a:lnTo>
                  <a:pt x="40" y="16"/>
                </a:lnTo>
                <a:lnTo>
                  <a:pt x="39" y="17"/>
                </a:lnTo>
                <a:lnTo>
                  <a:pt x="39" y="18"/>
                </a:lnTo>
                <a:lnTo>
                  <a:pt x="38" y="19"/>
                </a:lnTo>
                <a:lnTo>
                  <a:pt x="38" y="20"/>
                </a:lnTo>
                <a:lnTo>
                  <a:pt x="36" y="20"/>
                </a:lnTo>
                <a:lnTo>
                  <a:pt x="36" y="21"/>
                </a:lnTo>
                <a:lnTo>
                  <a:pt x="37" y="22"/>
                </a:lnTo>
                <a:lnTo>
                  <a:pt x="36" y="22"/>
                </a:lnTo>
                <a:lnTo>
                  <a:pt x="35" y="22"/>
                </a:lnTo>
                <a:lnTo>
                  <a:pt x="33" y="19"/>
                </a:lnTo>
                <a:lnTo>
                  <a:pt x="32" y="19"/>
                </a:lnTo>
                <a:lnTo>
                  <a:pt x="31" y="19"/>
                </a:lnTo>
                <a:lnTo>
                  <a:pt x="30" y="21"/>
                </a:lnTo>
                <a:lnTo>
                  <a:pt x="29" y="21"/>
                </a:lnTo>
                <a:lnTo>
                  <a:pt x="29" y="22"/>
                </a:lnTo>
                <a:lnTo>
                  <a:pt x="25" y="25"/>
                </a:lnTo>
                <a:lnTo>
                  <a:pt x="24" y="25"/>
                </a:lnTo>
                <a:lnTo>
                  <a:pt x="23" y="26"/>
                </a:lnTo>
                <a:lnTo>
                  <a:pt x="24" y="26"/>
                </a:lnTo>
                <a:lnTo>
                  <a:pt x="24" y="27"/>
                </a:lnTo>
                <a:lnTo>
                  <a:pt x="25" y="28"/>
                </a:lnTo>
                <a:lnTo>
                  <a:pt x="24" y="28"/>
                </a:lnTo>
                <a:lnTo>
                  <a:pt x="23" y="27"/>
                </a:lnTo>
                <a:lnTo>
                  <a:pt x="23" y="27"/>
                </a:lnTo>
                <a:lnTo>
                  <a:pt x="23" y="28"/>
                </a:lnTo>
                <a:lnTo>
                  <a:pt x="22" y="29"/>
                </a:lnTo>
                <a:lnTo>
                  <a:pt x="22" y="28"/>
                </a:lnTo>
                <a:lnTo>
                  <a:pt x="20" y="28"/>
                </a:lnTo>
                <a:lnTo>
                  <a:pt x="19" y="28"/>
                </a:lnTo>
                <a:lnTo>
                  <a:pt x="19" y="28"/>
                </a:lnTo>
                <a:lnTo>
                  <a:pt x="16" y="28"/>
                </a:lnTo>
                <a:lnTo>
                  <a:pt x="17" y="28"/>
                </a:lnTo>
                <a:lnTo>
                  <a:pt x="17" y="26"/>
                </a:lnTo>
                <a:lnTo>
                  <a:pt x="16" y="25"/>
                </a:lnTo>
                <a:lnTo>
                  <a:pt x="16" y="24"/>
                </a:lnTo>
                <a:lnTo>
                  <a:pt x="17" y="23"/>
                </a:lnTo>
                <a:lnTo>
                  <a:pt x="17" y="23"/>
                </a:lnTo>
                <a:lnTo>
                  <a:pt x="16" y="19"/>
                </a:lnTo>
                <a:lnTo>
                  <a:pt x="15" y="18"/>
                </a:lnTo>
                <a:lnTo>
                  <a:pt x="15" y="17"/>
                </a:lnTo>
                <a:lnTo>
                  <a:pt x="14" y="16"/>
                </a:lnTo>
                <a:lnTo>
                  <a:pt x="13" y="17"/>
                </a:lnTo>
                <a:lnTo>
                  <a:pt x="11" y="17"/>
                </a:lnTo>
                <a:lnTo>
                  <a:pt x="10" y="17"/>
                </a:lnTo>
                <a:lnTo>
                  <a:pt x="9" y="17"/>
                </a:lnTo>
                <a:lnTo>
                  <a:pt x="9" y="18"/>
                </a:lnTo>
                <a:lnTo>
                  <a:pt x="9" y="19"/>
                </a:lnTo>
                <a:lnTo>
                  <a:pt x="9" y="19"/>
                </a:lnTo>
                <a:lnTo>
                  <a:pt x="9" y="20"/>
                </a:lnTo>
                <a:lnTo>
                  <a:pt x="9" y="21"/>
                </a:lnTo>
                <a:lnTo>
                  <a:pt x="7" y="21"/>
                </a:lnTo>
                <a:lnTo>
                  <a:pt x="5" y="25"/>
                </a:lnTo>
                <a:lnTo>
                  <a:pt x="5" y="26"/>
                </a:lnTo>
                <a:lnTo>
                  <a:pt x="5" y="27"/>
                </a:lnTo>
                <a:lnTo>
                  <a:pt x="5" y="28"/>
                </a:lnTo>
                <a:lnTo>
                  <a:pt x="6" y="29"/>
                </a:lnTo>
                <a:lnTo>
                  <a:pt x="5" y="29"/>
                </a:lnTo>
                <a:lnTo>
                  <a:pt x="6" y="31"/>
                </a:lnTo>
                <a:lnTo>
                  <a:pt x="4" y="31"/>
                </a:lnTo>
                <a:lnTo>
                  <a:pt x="2" y="31"/>
                </a:lnTo>
                <a:lnTo>
                  <a:pt x="1" y="32"/>
                </a:lnTo>
                <a:lnTo>
                  <a:pt x="1" y="33"/>
                </a:lnTo>
                <a:lnTo>
                  <a:pt x="0" y="34"/>
                </a:lnTo>
                <a:lnTo>
                  <a:pt x="0" y="34"/>
                </a:lnTo>
                <a:lnTo>
                  <a:pt x="1" y="35"/>
                </a:lnTo>
                <a:lnTo>
                  <a:pt x="1" y="36"/>
                </a:lnTo>
                <a:lnTo>
                  <a:pt x="1" y="36"/>
                </a:lnTo>
                <a:lnTo>
                  <a:pt x="2" y="37"/>
                </a:lnTo>
                <a:lnTo>
                  <a:pt x="2" y="38"/>
                </a:lnTo>
                <a:lnTo>
                  <a:pt x="2" y="37"/>
                </a:lnTo>
                <a:lnTo>
                  <a:pt x="3" y="38"/>
                </a:lnTo>
                <a:lnTo>
                  <a:pt x="3" y="39"/>
                </a:lnTo>
                <a:lnTo>
                  <a:pt x="1" y="40"/>
                </a:lnTo>
                <a:lnTo>
                  <a:pt x="1" y="41"/>
                </a:lnTo>
                <a:lnTo>
                  <a:pt x="0" y="41"/>
                </a:lnTo>
                <a:lnTo>
                  <a:pt x="3" y="44"/>
                </a:lnTo>
                <a:lnTo>
                  <a:pt x="3" y="45"/>
                </a:lnTo>
                <a:lnTo>
                  <a:pt x="4" y="45"/>
                </a:lnTo>
                <a:lnTo>
                  <a:pt x="4" y="45"/>
                </a:lnTo>
                <a:lnTo>
                  <a:pt x="5" y="47"/>
                </a:lnTo>
                <a:lnTo>
                  <a:pt x="4" y="47"/>
                </a:lnTo>
                <a:lnTo>
                  <a:pt x="5" y="48"/>
                </a:lnTo>
                <a:lnTo>
                  <a:pt x="5" y="48"/>
                </a:lnTo>
                <a:lnTo>
                  <a:pt x="5" y="48"/>
                </a:lnTo>
                <a:lnTo>
                  <a:pt x="8" y="52"/>
                </a:lnTo>
                <a:lnTo>
                  <a:pt x="9" y="52"/>
                </a:lnTo>
                <a:lnTo>
                  <a:pt x="9" y="53"/>
                </a:lnTo>
                <a:lnTo>
                  <a:pt x="9" y="53"/>
                </a:lnTo>
                <a:lnTo>
                  <a:pt x="9" y="55"/>
                </a:lnTo>
                <a:lnTo>
                  <a:pt x="9" y="56"/>
                </a:lnTo>
                <a:lnTo>
                  <a:pt x="9" y="56"/>
                </a:lnTo>
                <a:lnTo>
                  <a:pt x="10" y="57"/>
                </a:lnTo>
                <a:lnTo>
                  <a:pt x="11" y="58"/>
                </a:lnTo>
                <a:lnTo>
                  <a:pt x="12" y="57"/>
                </a:lnTo>
                <a:lnTo>
                  <a:pt x="13" y="57"/>
                </a:lnTo>
                <a:lnTo>
                  <a:pt x="12" y="59"/>
                </a:lnTo>
                <a:lnTo>
                  <a:pt x="11" y="60"/>
                </a:lnTo>
                <a:lnTo>
                  <a:pt x="9" y="60"/>
                </a:lnTo>
                <a:lnTo>
                  <a:pt x="9" y="61"/>
                </a:lnTo>
                <a:lnTo>
                  <a:pt x="7" y="62"/>
                </a:lnTo>
                <a:lnTo>
                  <a:pt x="6" y="62"/>
                </a:lnTo>
                <a:lnTo>
                  <a:pt x="6" y="62"/>
                </a:lnTo>
                <a:lnTo>
                  <a:pt x="7" y="64"/>
                </a:lnTo>
                <a:lnTo>
                  <a:pt x="6" y="64"/>
                </a:lnTo>
                <a:lnTo>
                  <a:pt x="6" y="65"/>
                </a:lnTo>
                <a:lnTo>
                  <a:pt x="5" y="64"/>
                </a:lnTo>
                <a:lnTo>
                  <a:pt x="5" y="64"/>
                </a:lnTo>
                <a:lnTo>
                  <a:pt x="4" y="65"/>
                </a:lnTo>
                <a:lnTo>
                  <a:pt x="4" y="66"/>
                </a:lnTo>
                <a:lnTo>
                  <a:pt x="6" y="66"/>
                </a:lnTo>
                <a:lnTo>
                  <a:pt x="6" y="68"/>
                </a:lnTo>
                <a:lnTo>
                  <a:pt x="8" y="68"/>
                </a:lnTo>
                <a:lnTo>
                  <a:pt x="9" y="68"/>
                </a:lnTo>
                <a:lnTo>
                  <a:pt x="9" y="68"/>
                </a:lnTo>
                <a:lnTo>
                  <a:pt x="9" y="68"/>
                </a:lnTo>
                <a:lnTo>
                  <a:pt x="9" y="69"/>
                </a:lnTo>
                <a:lnTo>
                  <a:pt x="12" y="68"/>
                </a:lnTo>
                <a:lnTo>
                  <a:pt x="12" y="69"/>
                </a:lnTo>
                <a:lnTo>
                  <a:pt x="12" y="70"/>
                </a:lnTo>
                <a:lnTo>
                  <a:pt x="13" y="71"/>
                </a:lnTo>
                <a:lnTo>
                  <a:pt x="13" y="73"/>
                </a:lnTo>
                <a:lnTo>
                  <a:pt x="13" y="74"/>
                </a:lnTo>
                <a:lnTo>
                  <a:pt x="14" y="74"/>
                </a:lnTo>
                <a:lnTo>
                  <a:pt x="15" y="75"/>
                </a:lnTo>
                <a:lnTo>
                  <a:pt x="16" y="75"/>
                </a:lnTo>
                <a:lnTo>
                  <a:pt x="15" y="77"/>
                </a:lnTo>
                <a:lnTo>
                  <a:pt x="15" y="77"/>
                </a:lnTo>
                <a:lnTo>
                  <a:pt x="14" y="79"/>
                </a:lnTo>
                <a:lnTo>
                  <a:pt x="14" y="81"/>
                </a:lnTo>
                <a:lnTo>
                  <a:pt x="14" y="81"/>
                </a:lnTo>
                <a:lnTo>
                  <a:pt x="14" y="82"/>
                </a:lnTo>
                <a:lnTo>
                  <a:pt x="14" y="83"/>
                </a:lnTo>
                <a:lnTo>
                  <a:pt x="15" y="83"/>
                </a:lnTo>
                <a:lnTo>
                  <a:pt x="14" y="84"/>
                </a:lnTo>
                <a:lnTo>
                  <a:pt x="13" y="84"/>
                </a:lnTo>
                <a:lnTo>
                  <a:pt x="13" y="87"/>
                </a:lnTo>
                <a:lnTo>
                  <a:pt x="9" y="87"/>
                </a:lnTo>
                <a:lnTo>
                  <a:pt x="8" y="87"/>
                </a:lnTo>
                <a:lnTo>
                  <a:pt x="8" y="87"/>
                </a:lnTo>
                <a:lnTo>
                  <a:pt x="8" y="86"/>
                </a:lnTo>
                <a:lnTo>
                  <a:pt x="7" y="86"/>
                </a:lnTo>
                <a:lnTo>
                  <a:pt x="7" y="87"/>
                </a:lnTo>
                <a:lnTo>
                  <a:pt x="6" y="87"/>
                </a:lnTo>
                <a:lnTo>
                  <a:pt x="6" y="87"/>
                </a:lnTo>
                <a:lnTo>
                  <a:pt x="5" y="87"/>
                </a:lnTo>
                <a:lnTo>
                  <a:pt x="4" y="89"/>
                </a:lnTo>
                <a:lnTo>
                  <a:pt x="3" y="89"/>
                </a:lnTo>
                <a:lnTo>
                  <a:pt x="3" y="90"/>
                </a:lnTo>
                <a:lnTo>
                  <a:pt x="4" y="92"/>
                </a:lnTo>
                <a:lnTo>
                  <a:pt x="5" y="93"/>
                </a:lnTo>
                <a:lnTo>
                  <a:pt x="5" y="95"/>
                </a:lnTo>
                <a:lnTo>
                  <a:pt x="4" y="95"/>
                </a:lnTo>
                <a:lnTo>
                  <a:pt x="4" y="96"/>
                </a:lnTo>
                <a:lnTo>
                  <a:pt x="3" y="96"/>
                </a:lnTo>
                <a:lnTo>
                  <a:pt x="3" y="97"/>
                </a:lnTo>
                <a:lnTo>
                  <a:pt x="1" y="97"/>
                </a:lnTo>
                <a:lnTo>
                  <a:pt x="1" y="99"/>
                </a:lnTo>
                <a:lnTo>
                  <a:pt x="0" y="100"/>
                </a:lnTo>
                <a:lnTo>
                  <a:pt x="0" y="101"/>
                </a:lnTo>
                <a:lnTo>
                  <a:pt x="1" y="102"/>
                </a:lnTo>
                <a:lnTo>
                  <a:pt x="0" y="104"/>
                </a:lnTo>
                <a:lnTo>
                  <a:pt x="1" y="104"/>
                </a:lnTo>
                <a:lnTo>
                  <a:pt x="1" y="106"/>
                </a:lnTo>
                <a:lnTo>
                  <a:pt x="2" y="107"/>
                </a:lnTo>
                <a:lnTo>
                  <a:pt x="3" y="107"/>
                </a:lnTo>
                <a:lnTo>
                  <a:pt x="3" y="107"/>
                </a:lnTo>
                <a:lnTo>
                  <a:pt x="4" y="107"/>
                </a:lnTo>
                <a:lnTo>
                  <a:pt x="4" y="108"/>
                </a:lnTo>
                <a:lnTo>
                  <a:pt x="6" y="108"/>
                </a:lnTo>
                <a:lnTo>
                  <a:pt x="6" y="109"/>
                </a:lnTo>
                <a:lnTo>
                  <a:pt x="7" y="110"/>
                </a:lnTo>
                <a:lnTo>
                  <a:pt x="7" y="112"/>
                </a:lnTo>
                <a:lnTo>
                  <a:pt x="8" y="112"/>
                </a:lnTo>
                <a:lnTo>
                  <a:pt x="9" y="114"/>
                </a:lnTo>
                <a:lnTo>
                  <a:pt x="9" y="116"/>
                </a:lnTo>
                <a:lnTo>
                  <a:pt x="10" y="116"/>
                </a:lnTo>
                <a:lnTo>
                  <a:pt x="10" y="117"/>
                </a:lnTo>
                <a:lnTo>
                  <a:pt x="10" y="118"/>
                </a:lnTo>
                <a:lnTo>
                  <a:pt x="10" y="118"/>
                </a:lnTo>
                <a:lnTo>
                  <a:pt x="11" y="118"/>
                </a:lnTo>
                <a:lnTo>
                  <a:pt x="12" y="118"/>
                </a:lnTo>
                <a:lnTo>
                  <a:pt x="12" y="119"/>
                </a:lnTo>
                <a:lnTo>
                  <a:pt x="12" y="121"/>
                </a:lnTo>
                <a:lnTo>
                  <a:pt x="11" y="123"/>
                </a:lnTo>
                <a:lnTo>
                  <a:pt x="11" y="125"/>
                </a:lnTo>
                <a:lnTo>
                  <a:pt x="10" y="125"/>
                </a:lnTo>
                <a:lnTo>
                  <a:pt x="10" y="126"/>
                </a:lnTo>
                <a:lnTo>
                  <a:pt x="9" y="127"/>
                </a:lnTo>
                <a:lnTo>
                  <a:pt x="9" y="129"/>
                </a:lnTo>
                <a:lnTo>
                  <a:pt x="8" y="130"/>
                </a:lnTo>
                <a:lnTo>
                  <a:pt x="8" y="131"/>
                </a:lnTo>
                <a:lnTo>
                  <a:pt x="7" y="131"/>
                </a:lnTo>
                <a:lnTo>
                  <a:pt x="7" y="133"/>
                </a:lnTo>
                <a:lnTo>
                  <a:pt x="7" y="133"/>
                </a:lnTo>
                <a:lnTo>
                  <a:pt x="7" y="134"/>
                </a:lnTo>
                <a:lnTo>
                  <a:pt x="8" y="135"/>
                </a:lnTo>
                <a:lnTo>
                  <a:pt x="7" y="136"/>
                </a:lnTo>
                <a:lnTo>
                  <a:pt x="8" y="137"/>
                </a:lnTo>
                <a:lnTo>
                  <a:pt x="8" y="138"/>
                </a:lnTo>
                <a:lnTo>
                  <a:pt x="6" y="137"/>
                </a:lnTo>
                <a:lnTo>
                  <a:pt x="6" y="138"/>
                </a:lnTo>
                <a:lnTo>
                  <a:pt x="6" y="140"/>
                </a:lnTo>
                <a:lnTo>
                  <a:pt x="5" y="141"/>
                </a:lnTo>
                <a:lnTo>
                  <a:pt x="4" y="141"/>
                </a:lnTo>
                <a:lnTo>
                  <a:pt x="4" y="141"/>
                </a:lnTo>
                <a:lnTo>
                  <a:pt x="3" y="141"/>
                </a:lnTo>
                <a:lnTo>
                  <a:pt x="2" y="142"/>
                </a:lnTo>
                <a:lnTo>
                  <a:pt x="3" y="142"/>
                </a:lnTo>
                <a:lnTo>
                  <a:pt x="3" y="143"/>
                </a:lnTo>
                <a:lnTo>
                  <a:pt x="3" y="143"/>
                </a:lnTo>
                <a:lnTo>
                  <a:pt x="4" y="144"/>
                </a:lnTo>
                <a:lnTo>
                  <a:pt x="4" y="144"/>
                </a:lnTo>
                <a:lnTo>
                  <a:pt x="4" y="144"/>
                </a:lnTo>
                <a:lnTo>
                  <a:pt x="5" y="145"/>
                </a:lnTo>
                <a:lnTo>
                  <a:pt x="4" y="146"/>
                </a:lnTo>
                <a:lnTo>
                  <a:pt x="4" y="146"/>
                </a:lnTo>
                <a:lnTo>
                  <a:pt x="5" y="147"/>
                </a:lnTo>
                <a:lnTo>
                  <a:pt x="7" y="148"/>
                </a:lnTo>
                <a:lnTo>
                  <a:pt x="8" y="149"/>
                </a:lnTo>
                <a:lnTo>
                  <a:pt x="10" y="150"/>
                </a:lnTo>
                <a:lnTo>
                  <a:pt x="10" y="149"/>
                </a:lnTo>
                <a:lnTo>
                  <a:pt x="11" y="149"/>
                </a:lnTo>
                <a:lnTo>
                  <a:pt x="11" y="150"/>
                </a:lnTo>
                <a:lnTo>
                  <a:pt x="12" y="149"/>
                </a:lnTo>
                <a:lnTo>
                  <a:pt x="12" y="150"/>
                </a:lnTo>
                <a:lnTo>
                  <a:pt x="13" y="149"/>
                </a:lnTo>
                <a:lnTo>
                  <a:pt x="14" y="149"/>
                </a:lnTo>
                <a:lnTo>
                  <a:pt x="14" y="150"/>
                </a:lnTo>
                <a:lnTo>
                  <a:pt x="14" y="151"/>
                </a:lnTo>
                <a:lnTo>
                  <a:pt x="15" y="150"/>
                </a:lnTo>
                <a:lnTo>
                  <a:pt x="16" y="151"/>
                </a:lnTo>
                <a:lnTo>
                  <a:pt x="16" y="151"/>
                </a:lnTo>
                <a:lnTo>
                  <a:pt x="16" y="151"/>
                </a:lnTo>
                <a:lnTo>
                  <a:pt x="17" y="150"/>
                </a:lnTo>
                <a:lnTo>
                  <a:pt x="17" y="151"/>
                </a:lnTo>
                <a:lnTo>
                  <a:pt x="19" y="151"/>
                </a:lnTo>
                <a:lnTo>
                  <a:pt x="19" y="151"/>
                </a:lnTo>
                <a:lnTo>
                  <a:pt x="23" y="152"/>
                </a:lnTo>
                <a:lnTo>
                  <a:pt x="24" y="153"/>
                </a:lnTo>
                <a:lnTo>
                  <a:pt x="24" y="153"/>
                </a:lnTo>
                <a:lnTo>
                  <a:pt x="26" y="152"/>
                </a:lnTo>
                <a:lnTo>
                  <a:pt x="27" y="153"/>
                </a:lnTo>
                <a:lnTo>
                  <a:pt x="29" y="152"/>
                </a:lnTo>
                <a:lnTo>
                  <a:pt x="30" y="153"/>
                </a:lnTo>
                <a:lnTo>
                  <a:pt x="30" y="154"/>
                </a:lnTo>
                <a:lnTo>
                  <a:pt x="31" y="154"/>
                </a:lnTo>
                <a:lnTo>
                  <a:pt x="32" y="153"/>
                </a:lnTo>
                <a:lnTo>
                  <a:pt x="32" y="151"/>
                </a:lnTo>
                <a:lnTo>
                  <a:pt x="33" y="151"/>
                </a:lnTo>
                <a:lnTo>
                  <a:pt x="33" y="150"/>
                </a:lnTo>
                <a:lnTo>
                  <a:pt x="34" y="151"/>
                </a:lnTo>
                <a:lnTo>
                  <a:pt x="34" y="150"/>
                </a:lnTo>
                <a:lnTo>
                  <a:pt x="35" y="150"/>
                </a:lnTo>
                <a:lnTo>
                  <a:pt x="36" y="152"/>
                </a:lnTo>
                <a:lnTo>
                  <a:pt x="37" y="153"/>
                </a:lnTo>
                <a:lnTo>
                  <a:pt x="38" y="152"/>
                </a:lnTo>
                <a:lnTo>
                  <a:pt x="38" y="152"/>
                </a:lnTo>
                <a:lnTo>
                  <a:pt x="39" y="151"/>
                </a:lnTo>
                <a:lnTo>
                  <a:pt x="40" y="151"/>
                </a:lnTo>
                <a:lnTo>
                  <a:pt x="39" y="148"/>
                </a:lnTo>
                <a:lnTo>
                  <a:pt x="38" y="148"/>
                </a:lnTo>
                <a:lnTo>
                  <a:pt x="38" y="147"/>
                </a:lnTo>
                <a:lnTo>
                  <a:pt x="37" y="148"/>
                </a:lnTo>
                <a:lnTo>
                  <a:pt x="36" y="146"/>
                </a:lnTo>
                <a:lnTo>
                  <a:pt x="36" y="145"/>
                </a:lnTo>
                <a:lnTo>
                  <a:pt x="36" y="144"/>
                </a:lnTo>
                <a:lnTo>
                  <a:pt x="35" y="144"/>
                </a:lnTo>
                <a:lnTo>
                  <a:pt x="35" y="143"/>
                </a:lnTo>
                <a:lnTo>
                  <a:pt x="36" y="142"/>
                </a:lnTo>
                <a:lnTo>
                  <a:pt x="36" y="140"/>
                </a:lnTo>
                <a:lnTo>
                  <a:pt x="38" y="138"/>
                </a:lnTo>
                <a:lnTo>
                  <a:pt x="38" y="137"/>
                </a:lnTo>
                <a:lnTo>
                  <a:pt x="42" y="136"/>
                </a:lnTo>
                <a:lnTo>
                  <a:pt x="42" y="134"/>
                </a:lnTo>
                <a:lnTo>
                  <a:pt x="43" y="133"/>
                </a:lnTo>
                <a:lnTo>
                  <a:pt x="43" y="132"/>
                </a:lnTo>
                <a:lnTo>
                  <a:pt x="43" y="131"/>
                </a:lnTo>
                <a:lnTo>
                  <a:pt x="44" y="128"/>
                </a:lnTo>
                <a:lnTo>
                  <a:pt x="44" y="127"/>
                </a:lnTo>
                <a:lnTo>
                  <a:pt x="45" y="127"/>
                </a:lnTo>
                <a:lnTo>
                  <a:pt x="45" y="126"/>
                </a:lnTo>
                <a:lnTo>
                  <a:pt x="46" y="125"/>
                </a:lnTo>
                <a:lnTo>
                  <a:pt x="45" y="123"/>
                </a:lnTo>
                <a:lnTo>
                  <a:pt x="49" y="122"/>
                </a:lnTo>
                <a:lnTo>
                  <a:pt x="50" y="122"/>
                </a:lnTo>
                <a:lnTo>
                  <a:pt x="51" y="121"/>
                </a:lnTo>
                <a:lnTo>
                  <a:pt x="50" y="121"/>
                </a:lnTo>
                <a:lnTo>
                  <a:pt x="50" y="120"/>
                </a:lnTo>
                <a:lnTo>
                  <a:pt x="49" y="119"/>
                </a:lnTo>
                <a:lnTo>
                  <a:pt x="50" y="119"/>
                </a:lnTo>
                <a:lnTo>
                  <a:pt x="50" y="120"/>
                </a:lnTo>
                <a:lnTo>
                  <a:pt x="51" y="119"/>
                </a:lnTo>
                <a:lnTo>
                  <a:pt x="50" y="118"/>
                </a:lnTo>
                <a:lnTo>
                  <a:pt x="51" y="117"/>
                </a:lnTo>
                <a:lnTo>
                  <a:pt x="52" y="117"/>
                </a:lnTo>
                <a:lnTo>
                  <a:pt x="52" y="118"/>
                </a:lnTo>
                <a:lnTo>
                  <a:pt x="53" y="119"/>
                </a:lnTo>
                <a:lnTo>
                  <a:pt x="53" y="118"/>
                </a:lnTo>
                <a:lnTo>
                  <a:pt x="56" y="115"/>
                </a:lnTo>
                <a:lnTo>
                  <a:pt x="57" y="113"/>
                </a:lnTo>
                <a:lnTo>
                  <a:pt x="58" y="112"/>
                </a:lnTo>
                <a:lnTo>
                  <a:pt x="58" y="111"/>
                </a:lnTo>
                <a:lnTo>
                  <a:pt x="59" y="110"/>
                </a:lnTo>
                <a:lnTo>
                  <a:pt x="63" y="110"/>
                </a:lnTo>
                <a:lnTo>
                  <a:pt x="63" y="109"/>
                </a:lnTo>
                <a:lnTo>
                  <a:pt x="70" y="108"/>
                </a:lnTo>
                <a:lnTo>
                  <a:pt x="72" y="103"/>
                </a:lnTo>
                <a:lnTo>
                  <a:pt x="74" y="103"/>
                </a:lnTo>
                <a:lnTo>
                  <a:pt x="75" y="101"/>
                </a:lnTo>
                <a:lnTo>
                  <a:pt x="74" y="101"/>
                </a:lnTo>
                <a:lnTo>
                  <a:pt x="75" y="99"/>
                </a:lnTo>
                <a:lnTo>
                  <a:pt x="77" y="96"/>
                </a:lnTo>
                <a:lnTo>
                  <a:pt x="77" y="95"/>
                </a:lnTo>
                <a:lnTo>
                  <a:pt x="74" y="96"/>
                </a:lnTo>
                <a:lnTo>
                  <a:pt x="73" y="95"/>
                </a:lnTo>
                <a:lnTo>
                  <a:pt x="73" y="94"/>
                </a:lnTo>
                <a:lnTo>
                  <a:pt x="72" y="94"/>
                </a:lnTo>
                <a:lnTo>
                  <a:pt x="71" y="93"/>
                </a:lnTo>
                <a:lnTo>
                  <a:pt x="72" y="92"/>
                </a:lnTo>
                <a:lnTo>
                  <a:pt x="71" y="92"/>
                </a:lnTo>
                <a:lnTo>
                  <a:pt x="71" y="90"/>
                </a:lnTo>
                <a:lnTo>
                  <a:pt x="68" y="91"/>
                </a:lnTo>
                <a:lnTo>
                  <a:pt x="66" y="92"/>
                </a:lnTo>
                <a:lnTo>
                  <a:pt x="64" y="93"/>
                </a:lnTo>
                <a:lnTo>
                  <a:pt x="64" y="92"/>
                </a:lnTo>
                <a:lnTo>
                  <a:pt x="64" y="92"/>
                </a:lnTo>
                <a:lnTo>
                  <a:pt x="63" y="91"/>
                </a:lnTo>
                <a:lnTo>
                  <a:pt x="62" y="92"/>
                </a:lnTo>
                <a:lnTo>
                  <a:pt x="61" y="91"/>
                </a:lnTo>
                <a:lnTo>
                  <a:pt x="61" y="90"/>
                </a:lnTo>
                <a:lnTo>
                  <a:pt x="58" y="91"/>
                </a:lnTo>
                <a:lnTo>
                  <a:pt x="57" y="89"/>
                </a:lnTo>
                <a:lnTo>
                  <a:pt x="55" y="89"/>
                </a:lnTo>
                <a:lnTo>
                  <a:pt x="55" y="88"/>
                </a:lnTo>
                <a:lnTo>
                  <a:pt x="54" y="87"/>
                </a:lnTo>
                <a:lnTo>
                  <a:pt x="54" y="85"/>
                </a:lnTo>
                <a:lnTo>
                  <a:pt x="55" y="84"/>
                </a:lnTo>
                <a:lnTo>
                  <a:pt x="54" y="83"/>
                </a:lnTo>
                <a:lnTo>
                  <a:pt x="56" y="82"/>
                </a:lnTo>
                <a:lnTo>
                  <a:pt x="57" y="81"/>
                </a:lnTo>
                <a:lnTo>
                  <a:pt x="57" y="80"/>
                </a:lnTo>
                <a:lnTo>
                  <a:pt x="56" y="80"/>
                </a:lnTo>
                <a:lnTo>
                  <a:pt x="56" y="79"/>
                </a:lnTo>
                <a:lnTo>
                  <a:pt x="56" y="78"/>
                </a:lnTo>
                <a:lnTo>
                  <a:pt x="56" y="77"/>
                </a:lnTo>
                <a:lnTo>
                  <a:pt x="56" y="76"/>
                </a:lnTo>
                <a:lnTo>
                  <a:pt x="56" y="75"/>
                </a:lnTo>
                <a:lnTo>
                  <a:pt x="55" y="76"/>
                </a:lnTo>
                <a:lnTo>
                  <a:pt x="55" y="75"/>
                </a:lnTo>
                <a:lnTo>
                  <a:pt x="55" y="75"/>
                </a:lnTo>
                <a:lnTo>
                  <a:pt x="55" y="74"/>
                </a:lnTo>
                <a:lnTo>
                  <a:pt x="56" y="74"/>
                </a:lnTo>
                <a:lnTo>
                  <a:pt x="55" y="74"/>
                </a:lnTo>
                <a:lnTo>
                  <a:pt x="54" y="73"/>
                </a:lnTo>
                <a:lnTo>
                  <a:pt x="54" y="73"/>
                </a:lnTo>
                <a:lnTo>
                  <a:pt x="54" y="72"/>
                </a:lnTo>
                <a:lnTo>
                  <a:pt x="54" y="71"/>
                </a:lnTo>
                <a:lnTo>
                  <a:pt x="54" y="70"/>
                </a:lnTo>
                <a:lnTo>
                  <a:pt x="54" y="70"/>
                </a:lnTo>
                <a:lnTo>
                  <a:pt x="53" y="70"/>
                </a:lnTo>
                <a:lnTo>
                  <a:pt x="52" y="70"/>
                </a:lnTo>
                <a:lnTo>
                  <a:pt x="52" y="70"/>
                </a:lnTo>
                <a:lnTo>
                  <a:pt x="51" y="70"/>
                </a:lnTo>
                <a:lnTo>
                  <a:pt x="50" y="70"/>
                </a:lnTo>
                <a:lnTo>
                  <a:pt x="49" y="71"/>
                </a:lnTo>
                <a:lnTo>
                  <a:pt x="49" y="72"/>
                </a:lnTo>
                <a:lnTo>
                  <a:pt x="48" y="72"/>
                </a:lnTo>
                <a:lnTo>
                  <a:pt x="48" y="72"/>
                </a:lnTo>
                <a:lnTo>
                  <a:pt x="48" y="73"/>
                </a:lnTo>
                <a:lnTo>
                  <a:pt x="48" y="73"/>
                </a:lnTo>
                <a:lnTo>
                  <a:pt x="47" y="73"/>
                </a:lnTo>
                <a:lnTo>
                  <a:pt x="47" y="74"/>
                </a:lnTo>
                <a:lnTo>
                  <a:pt x="48" y="74"/>
                </a:lnTo>
                <a:lnTo>
                  <a:pt x="48" y="74"/>
                </a:lnTo>
                <a:lnTo>
                  <a:pt x="48" y="74"/>
                </a:lnTo>
                <a:lnTo>
                  <a:pt x="46" y="74"/>
                </a:lnTo>
                <a:lnTo>
                  <a:pt x="46" y="74"/>
                </a:lnTo>
                <a:lnTo>
                  <a:pt x="45" y="73"/>
                </a:lnTo>
                <a:lnTo>
                  <a:pt x="44" y="72"/>
                </a:lnTo>
                <a:lnTo>
                  <a:pt x="44" y="72"/>
                </a:lnTo>
                <a:lnTo>
                  <a:pt x="42" y="72"/>
                </a:lnTo>
                <a:lnTo>
                  <a:pt x="41" y="72"/>
                </a:lnTo>
                <a:lnTo>
                  <a:pt x="41" y="72"/>
                </a:lnTo>
                <a:lnTo>
                  <a:pt x="40" y="72"/>
                </a:lnTo>
                <a:lnTo>
                  <a:pt x="40" y="72"/>
                </a:lnTo>
                <a:lnTo>
                  <a:pt x="39" y="73"/>
                </a:lnTo>
                <a:lnTo>
                  <a:pt x="39" y="72"/>
                </a:lnTo>
                <a:lnTo>
                  <a:pt x="39" y="72"/>
                </a:lnTo>
                <a:lnTo>
                  <a:pt x="38" y="73"/>
                </a:lnTo>
                <a:lnTo>
                  <a:pt x="37" y="73"/>
                </a:lnTo>
                <a:lnTo>
                  <a:pt x="37" y="74"/>
                </a:lnTo>
                <a:lnTo>
                  <a:pt x="36" y="74"/>
                </a:lnTo>
                <a:lnTo>
                  <a:pt x="34" y="72"/>
                </a:lnTo>
                <a:lnTo>
                  <a:pt x="33" y="73"/>
                </a:lnTo>
                <a:lnTo>
                  <a:pt x="32" y="72"/>
                </a:lnTo>
                <a:lnTo>
                  <a:pt x="32" y="73"/>
                </a:lnTo>
                <a:lnTo>
                  <a:pt x="32" y="72"/>
                </a:lnTo>
                <a:lnTo>
                  <a:pt x="31" y="72"/>
                </a:lnTo>
                <a:lnTo>
                  <a:pt x="31" y="69"/>
                </a:lnTo>
                <a:lnTo>
                  <a:pt x="30" y="69"/>
                </a:lnTo>
                <a:lnTo>
                  <a:pt x="30" y="69"/>
                </a:lnTo>
                <a:lnTo>
                  <a:pt x="32" y="68"/>
                </a:lnTo>
                <a:lnTo>
                  <a:pt x="32" y="68"/>
                </a:lnTo>
                <a:lnTo>
                  <a:pt x="31" y="67"/>
                </a:lnTo>
                <a:lnTo>
                  <a:pt x="31" y="66"/>
                </a:lnTo>
                <a:lnTo>
                  <a:pt x="30" y="65"/>
                </a:lnTo>
                <a:lnTo>
                  <a:pt x="29" y="65"/>
                </a:lnTo>
                <a:lnTo>
                  <a:pt x="30" y="63"/>
                </a:lnTo>
                <a:lnTo>
                  <a:pt x="32" y="61"/>
                </a:lnTo>
                <a:lnTo>
                  <a:pt x="32" y="61"/>
                </a:lnTo>
                <a:lnTo>
                  <a:pt x="35" y="60"/>
                </a:lnTo>
                <a:lnTo>
                  <a:pt x="35" y="59"/>
                </a:lnTo>
                <a:lnTo>
                  <a:pt x="36" y="60"/>
                </a:lnTo>
                <a:lnTo>
                  <a:pt x="36" y="59"/>
                </a:lnTo>
                <a:lnTo>
                  <a:pt x="36" y="59"/>
                </a:lnTo>
                <a:lnTo>
                  <a:pt x="37" y="58"/>
                </a:lnTo>
                <a:lnTo>
                  <a:pt x="38" y="57"/>
                </a:lnTo>
                <a:lnTo>
                  <a:pt x="37" y="55"/>
                </a:lnTo>
                <a:lnTo>
                  <a:pt x="36" y="55"/>
                </a:lnTo>
                <a:lnTo>
                  <a:pt x="34" y="53"/>
                </a:lnTo>
                <a:lnTo>
                  <a:pt x="34" y="52"/>
                </a:lnTo>
                <a:lnTo>
                  <a:pt x="33" y="52"/>
                </a:lnTo>
                <a:lnTo>
                  <a:pt x="34" y="51"/>
                </a:lnTo>
                <a:lnTo>
                  <a:pt x="35" y="50"/>
                </a:lnTo>
                <a:lnTo>
                  <a:pt x="35" y="50"/>
                </a:lnTo>
                <a:lnTo>
                  <a:pt x="36" y="49"/>
                </a:lnTo>
                <a:lnTo>
                  <a:pt x="36" y="49"/>
                </a:lnTo>
                <a:lnTo>
                  <a:pt x="37" y="49"/>
                </a:lnTo>
                <a:lnTo>
                  <a:pt x="37" y="50"/>
                </a:lnTo>
                <a:lnTo>
                  <a:pt x="39" y="48"/>
                </a:lnTo>
                <a:lnTo>
                  <a:pt x="40" y="47"/>
                </a:lnTo>
                <a:lnTo>
                  <a:pt x="40" y="47"/>
                </a:lnTo>
                <a:lnTo>
                  <a:pt x="41" y="44"/>
                </a:lnTo>
                <a:lnTo>
                  <a:pt x="42" y="45"/>
                </a:lnTo>
                <a:lnTo>
                  <a:pt x="42" y="45"/>
                </a:lnTo>
                <a:lnTo>
                  <a:pt x="42" y="45"/>
                </a:lnTo>
                <a:lnTo>
                  <a:pt x="45" y="44"/>
                </a:lnTo>
                <a:lnTo>
                  <a:pt x="45" y="44"/>
                </a:lnTo>
                <a:lnTo>
                  <a:pt x="44" y="43"/>
                </a:lnTo>
                <a:lnTo>
                  <a:pt x="42" y="42"/>
                </a:lnTo>
                <a:lnTo>
                  <a:pt x="42" y="41"/>
                </a:lnTo>
                <a:lnTo>
                  <a:pt x="43" y="41"/>
                </a:lnTo>
                <a:lnTo>
                  <a:pt x="43" y="41"/>
                </a:lnTo>
                <a:lnTo>
                  <a:pt x="45" y="41"/>
                </a:lnTo>
                <a:lnTo>
                  <a:pt x="44" y="40"/>
                </a:lnTo>
                <a:lnTo>
                  <a:pt x="44" y="40"/>
                </a:lnTo>
                <a:lnTo>
                  <a:pt x="46" y="39"/>
                </a:lnTo>
                <a:lnTo>
                  <a:pt x="47" y="39"/>
                </a:lnTo>
                <a:lnTo>
                  <a:pt x="47" y="38"/>
                </a:lnTo>
                <a:lnTo>
                  <a:pt x="47" y="38"/>
                </a:lnTo>
                <a:lnTo>
                  <a:pt x="48" y="38"/>
                </a:lnTo>
                <a:lnTo>
                  <a:pt x="48" y="38"/>
                </a:lnTo>
                <a:lnTo>
                  <a:pt x="48" y="39"/>
                </a:lnTo>
                <a:lnTo>
                  <a:pt x="49" y="40"/>
                </a:lnTo>
                <a:lnTo>
                  <a:pt x="49" y="41"/>
                </a:lnTo>
                <a:lnTo>
                  <a:pt x="51" y="42"/>
                </a:lnTo>
                <a:lnTo>
                  <a:pt x="53" y="43"/>
                </a:lnTo>
                <a:lnTo>
                  <a:pt x="53" y="44"/>
                </a:lnTo>
                <a:lnTo>
                  <a:pt x="54" y="45"/>
                </a:lnTo>
                <a:lnTo>
                  <a:pt x="54" y="45"/>
                </a:lnTo>
                <a:lnTo>
                  <a:pt x="56" y="44"/>
                </a:lnTo>
                <a:lnTo>
                  <a:pt x="58" y="45"/>
                </a:lnTo>
                <a:lnTo>
                  <a:pt x="60" y="45"/>
                </a:lnTo>
                <a:lnTo>
                  <a:pt x="61" y="44"/>
                </a:lnTo>
                <a:lnTo>
                  <a:pt x="62" y="44"/>
                </a:lnTo>
                <a:lnTo>
                  <a:pt x="63" y="45"/>
                </a:lnTo>
                <a:lnTo>
                  <a:pt x="63" y="45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216475" y="3326736"/>
            <a:ext cx="57717" cy="70543"/>
          </a:xfrm>
          <a:custGeom>
            <a:avLst/>
            <a:gdLst/>
            <a:ahLst/>
            <a:cxnLst/>
            <a:rect l="l" t="t" r="r" b="b"/>
            <a:pathLst>
              <a:path w="9" h="11">
                <a:moveTo>
                  <a:pt x="7" y="0"/>
                </a:moveTo>
                <a:lnTo>
                  <a:pt x="5" y="1"/>
                </a:lnTo>
                <a:lnTo>
                  <a:pt x="4" y="2"/>
                </a:lnTo>
                <a:lnTo>
                  <a:pt x="3" y="2"/>
                </a:lnTo>
                <a:lnTo>
                  <a:pt x="1" y="2"/>
                </a:lnTo>
                <a:lnTo>
                  <a:pt x="1" y="2"/>
                </a:lnTo>
                <a:lnTo>
                  <a:pt x="0" y="2"/>
                </a:lnTo>
                <a:lnTo>
                  <a:pt x="0" y="4"/>
                </a:lnTo>
                <a:lnTo>
                  <a:pt x="1" y="4"/>
                </a:lnTo>
                <a:lnTo>
                  <a:pt x="1" y="6"/>
                </a:lnTo>
                <a:lnTo>
                  <a:pt x="1" y="6"/>
                </a:lnTo>
                <a:lnTo>
                  <a:pt x="2" y="6"/>
                </a:lnTo>
                <a:lnTo>
                  <a:pt x="3" y="7"/>
                </a:lnTo>
                <a:lnTo>
                  <a:pt x="3" y="6"/>
                </a:lnTo>
                <a:lnTo>
                  <a:pt x="4" y="8"/>
                </a:lnTo>
                <a:lnTo>
                  <a:pt x="3" y="8"/>
                </a:lnTo>
                <a:lnTo>
                  <a:pt x="3" y="9"/>
                </a:lnTo>
                <a:lnTo>
                  <a:pt x="3" y="9"/>
                </a:lnTo>
                <a:lnTo>
                  <a:pt x="3" y="10"/>
                </a:lnTo>
                <a:lnTo>
                  <a:pt x="4" y="9"/>
                </a:lnTo>
                <a:lnTo>
                  <a:pt x="4" y="11"/>
                </a:lnTo>
                <a:lnTo>
                  <a:pt x="5" y="11"/>
                </a:lnTo>
                <a:lnTo>
                  <a:pt x="5" y="10"/>
                </a:lnTo>
                <a:lnTo>
                  <a:pt x="8" y="11"/>
                </a:lnTo>
                <a:lnTo>
                  <a:pt x="8" y="10"/>
                </a:lnTo>
                <a:lnTo>
                  <a:pt x="8" y="8"/>
                </a:lnTo>
                <a:lnTo>
                  <a:pt x="8" y="8"/>
                </a:lnTo>
                <a:lnTo>
                  <a:pt x="7" y="7"/>
                </a:lnTo>
                <a:lnTo>
                  <a:pt x="7" y="6"/>
                </a:lnTo>
                <a:lnTo>
                  <a:pt x="9" y="6"/>
                </a:lnTo>
                <a:lnTo>
                  <a:pt x="9" y="5"/>
                </a:lnTo>
                <a:lnTo>
                  <a:pt x="7" y="5"/>
                </a:lnTo>
                <a:lnTo>
                  <a:pt x="7" y="4"/>
                </a:lnTo>
                <a:lnTo>
                  <a:pt x="7" y="2"/>
                </a:lnTo>
                <a:lnTo>
                  <a:pt x="7" y="1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5312670" y="3422931"/>
            <a:ext cx="25652" cy="12826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4" y="0"/>
                </a:move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1"/>
                </a:lnTo>
                <a:lnTo>
                  <a:pt x="1" y="1"/>
                </a:lnTo>
                <a:lnTo>
                  <a:pt x="2" y="2"/>
                </a:lnTo>
                <a:lnTo>
                  <a:pt x="2" y="1"/>
                </a:lnTo>
                <a:lnTo>
                  <a:pt x="4" y="1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4543110" y="3269019"/>
            <a:ext cx="442497" cy="929885"/>
          </a:xfrm>
          <a:custGeom>
            <a:avLst/>
            <a:gdLst/>
            <a:ahLst/>
            <a:cxnLst/>
            <a:rect l="l" t="t" r="r" b="b"/>
            <a:pathLst>
              <a:path w="69" h="145">
                <a:moveTo>
                  <a:pt x="3" y="145"/>
                </a:moveTo>
                <a:lnTo>
                  <a:pt x="4" y="145"/>
                </a:lnTo>
                <a:lnTo>
                  <a:pt x="5" y="144"/>
                </a:lnTo>
                <a:lnTo>
                  <a:pt x="6" y="145"/>
                </a:lnTo>
                <a:lnTo>
                  <a:pt x="7" y="144"/>
                </a:lnTo>
                <a:lnTo>
                  <a:pt x="9" y="144"/>
                </a:lnTo>
                <a:lnTo>
                  <a:pt x="10" y="143"/>
                </a:lnTo>
                <a:lnTo>
                  <a:pt x="11" y="143"/>
                </a:lnTo>
                <a:lnTo>
                  <a:pt x="11" y="144"/>
                </a:lnTo>
                <a:lnTo>
                  <a:pt x="12" y="143"/>
                </a:lnTo>
                <a:lnTo>
                  <a:pt x="13" y="141"/>
                </a:lnTo>
                <a:lnTo>
                  <a:pt x="14" y="142"/>
                </a:lnTo>
                <a:lnTo>
                  <a:pt x="15" y="141"/>
                </a:lnTo>
                <a:lnTo>
                  <a:pt x="16" y="140"/>
                </a:lnTo>
                <a:lnTo>
                  <a:pt x="17" y="139"/>
                </a:lnTo>
                <a:lnTo>
                  <a:pt x="18" y="139"/>
                </a:lnTo>
                <a:lnTo>
                  <a:pt x="19" y="139"/>
                </a:lnTo>
                <a:lnTo>
                  <a:pt x="19" y="139"/>
                </a:lnTo>
                <a:lnTo>
                  <a:pt x="20" y="138"/>
                </a:lnTo>
                <a:lnTo>
                  <a:pt x="21" y="139"/>
                </a:lnTo>
                <a:lnTo>
                  <a:pt x="22" y="138"/>
                </a:lnTo>
                <a:lnTo>
                  <a:pt x="24" y="138"/>
                </a:lnTo>
                <a:lnTo>
                  <a:pt x="26" y="136"/>
                </a:lnTo>
                <a:lnTo>
                  <a:pt x="26" y="135"/>
                </a:lnTo>
                <a:lnTo>
                  <a:pt x="26" y="134"/>
                </a:lnTo>
                <a:lnTo>
                  <a:pt x="29" y="133"/>
                </a:lnTo>
                <a:lnTo>
                  <a:pt x="29" y="133"/>
                </a:lnTo>
                <a:lnTo>
                  <a:pt x="31" y="132"/>
                </a:lnTo>
                <a:lnTo>
                  <a:pt x="32" y="132"/>
                </a:lnTo>
                <a:lnTo>
                  <a:pt x="33" y="133"/>
                </a:lnTo>
                <a:lnTo>
                  <a:pt x="33" y="132"/>
                </a:lnTo>
                <a:lnTo>
                  <a:pt x="33" y="130"/>
                </a:lnTo>
                <a:lnTo>
                  <a:pt x="32" y="129"/>
                </a:lnTo>
                <a:lnTo>
                  <a:pt x="33" y="129"/>
                </a:lnTo>
                <a:lnTo>
                  <a:pt x="33" y="127"/>
                </a:lnTo>
                <a:lnTo>
                  <a:pt x="36" y="128"/>
                </a:lnTo>
                <a:lnTo>
                  <a:pt x="37" y="128"/>
                </a:lnTo>
                <a:lnTo>
                  <a:pt x="37" y="128"/>
                </a:lnTo>
                <a:lnTo>
                  <a:pt x="38" y="128"/>
                </a:lnTo>
                <a:lnTo>
                  <a:pt x="39" y="128"/>
                </a:lnTo>
                <a:lnTo>
                  <a:pt x="41" y="128"/>
                </a:lnTo>
                <a:lnTo>
                  <a:pt x="43" y="128"/>
                </a:lnTo>
                <a:lnTo>
                  <a:pt x="43" y="127"/>
                </a:lnTo>
                <a:lnTo>
                  <a:pt x="45" y="128"/>
                </a:lnTo>
                <a:lnTo>
                  <a:pt x="46" y="128"/>
                </a:lnTo>
                <a:lnTo>
                  <a:pt x="47" y="127"/>
                </a:lnTo>
                <a:lnTo>
                  <a:pt x="48" y="127"/>
                </a:lnTo>
                <a:lnTo>
                  <a:pt x="49" y="126"/>
                </a:lnTo>
                <a:lnTo>
                  <a:pt x="49" y="126"/>
                </a:lnTo>
                <a:lnTo>
                  <a:pt x="50" y="126"/>
                </a:lnTo>
                <a:lnTo>
                  <a:pt x="50" y="124"/>
                </a:lnTo>
                <a:lnTo>
                  <a:pt x="52" y="125"/>
                </a:lnTo>
                <a:lnTo>
                  <a:pt x="52" y="124"/>
                </a:lnTo>
                <a:lnTo>
                  <a:pt x="52" y="123"/>
                </a:lnTo>
                <a:lnTo>
                  <a:pt x="53" y="123"/>
                </a:lnTo>
                <a:lnTo>
                  <a:pt x="53" y="122"/>
                </a:lnTo>
                <a:lnTo>
                  <a:pt x="55" y="122"/>
                </a:lnTo>
                <a:lnTo>
                  <a:pt x="55" y="121"/>
                </a:lnTo>
                <a:lnTo>
                  <a:pt x="56" y="121"/>
                </a:lnTo>
                <a:lnTo>
                  <a:pt x="56" y="120"/>
                </a:lnTo>
                <a:lnTo>
                  <a:pt x="58" y="119"/>
                </a:lnTo>
                <a:lnTo>
                  <a:pt x="59" y="117"/>
                </a:lnTo>
                <a:lnTo>
                  <a:pt x="59" y="117"/>
                </a:lnTo>
                <a:lnTo>
                  <a:pt x="60" y="117"/>
                </a:lnTo>
                <a:lnTo>
                  <a:pt x="60" y="117"/>
                </a:lnTo>
                <a:lnTo>
                  <a:pt x="60" y="116"/>
                </a:lnTo>
                <a:lnTo>
                  <a:pt x="60" y="116"/>
                </a:lnTo>
                <a:lnTo>
                  <a:pt x="60" y="113"/>
                </a:lnTo>
                <a:lnTo>
                  <a:pt x="59" y="113"/>
                </a:lnTo>
                <a:lnTo>
                  <a:pt x="61" y="112"/>
                </a:lnTo>
                <a:lnTo>
                  <a:pt x="60" y="112"/>
                </a:lnTo>
                <a:lnTo>
                  <a:pt x="60" y="109"/>
                </a:lnTo>
                <a:lnTo>
                  <a:pt x="61" y="109"/>
                </a:lnTo>
                <a:lnTo>
                  <a:pt x="61" y="108"/>
                </a:lnTo>
                <a:lnTo>
                  <a:pt x="60" y="108"/>
                </a:lnTo>
                <a:lnTo>
                  <a:pt x="61" y="107"/>
                </a:lnTo>
                <a:lnTo>
                  <a:pt x="60" y="106"/>
                </a:lnTo>
                <a:lnTo>
                  <a:pt x="61" y="106"/>
                </a:lnTo>
                <a:lnTo>
                  <a:pt x="60" y="105"/>
                </a:lnTo>
                <a:lnTo>
                  <a:pt x="61" y="104"/>
                </a:lnTo>
                <a:lnTo>
                  <a:pt x="60" y="104"/>
                </a:lnTo>
                <a:lnTo>
                  <a:pt x="61" y="103"/>
                </a:lnTo>
                <a:lnTo>
                  <a:pt x="61" y="100"/>
                </a:lnTo>
                <a:lnTo>
                  <a:pt x="60" y="99"/>
                </a:lnTo>
                <a:lnTo>
                  <a:pt x="58" y="98"/>
                </a:lnTo>
                <a:lnTo>
                  <a:pt x="57" y="97"/>
                </a:lnTo>
                <a:lnTo>
                  <a:pt x="57" y="97"/>
                </a:lnTo>
                <a:lnTo>
                  <a:pt x="58" y="96"/>
                </a:lnTo>
                <a:lnTo>
                  <a:pt x="57" y="95"/>
                </a:lnTo>
                <a:lnTo>
                  <a:pt x="57" y="95"/>
                </a:lnTo>
                <a:lnTo>
                  <a:pt x="57" y="95"/>
                </a:lnTo>
                <a:lnTo>
                  <a:pt x="56" y="94"/>
                </a:lnTo>
                <a:lnTo>
                  <a:pt x="56" y="94"/>
                </a:lnTo>
                <a:lnTo>
                  <a:pt x="56" y="93"/>
                </a:lnTo>
                <a:lnTo>
                  <a:pt x="55" y="93"/>
                </a:lnTo>
                <a:lnTo>
                  <a:pt x="56" y="92"/>
                </a:lnTo>
                <a:lnTo>
                  <a:pt x="57" y="92"/>
                </a:lnTo>
                <a:lnTo>
                  <a:pt x="57" y="92"/>
                </a:lnTo>
                <a:lnTo>
                  <a:pt x="58" y="92"/>
                </a:lnTo>
                <a:lnTo>
                  <a:pt x="59" y="91"/>
                </a:lnTo>
                <a:lnTo>
                  <a:pt x="59" y="89"/>
                </a:lnTo>
                <a:lnTo>
                  <a:pt x="59" y="88"/>
                </a:lnTo>
                <a:lnTo>
                  <a:pt x="61" y="89"/>
                </a:lnTo>
                <a:lnTo>
                  <a:pt x="61" y="88"/>
                </a:lnTo>
                <a:lnTo>
                  <a:pt x="60" y="87"/>
                </a:lnTo>
                <a:lnTo>
                  <a:pt x="61" y="86"/>
                </a:lnTo>
                <a:lnTo>
                  <a:pt x="60" y="85"/>
                </a:lnTo>
                <a:lnTo>
                  <a:pt x="60" y="84"/>
                </a:lnTo>
                <a:lnTo>
                  <a:pt x="60" y="84"/>
                </a:lnTo>
                <a:lnTo>
                  <a:pt x="60" y="82"/>
                </a:lnTo>
                <a:lnTo>
                  <a:pt x="61" y="82"/>
                </a:lnTo>
                <a:lnTo>
                  <a:pt x="61" y="81"/>
                </a:lnTo>
                <a:lnTo>
                  <a:pt x="62" y="80"/>
                </a:lnTo>
                <a:lnTo>
                  <a:pt x="62" y="78"/>
                </a:lnTo>
                <a:lnTo>
                  <a:pt x="63" y="77"/>
                </a:lnTo>
                <a:lnTo>
                  <a:pt x="63" y="76"/>
                </a:lnTo>
                <a:lnTo>
                  <a:pt x="64" y="76"/>
                </a:lnTo>
                <a:lnTo>
                  <a:pt x="64" y="74"/>
                </a:lnTo>
                <a:lnTo>
                  <a:pt x="65" y="72"/>
                </a:lnTo>
                <a:lnTo>
                  <a:pt x="65" y="70"/>
                </a:lnTo>
                <a:lnTo>
                  <a:pt x="65" y="69"/>
                </a:lnTo>
                <a:lnTo>
                  <a:pt x="64" y="69"/>
                </a:lnTo>
                <a:lnTo>
                  <a:pt x="63" y="69"/>
                </a:lnTo>
                <a:lnTo>
                  <a:pt x="63" y="69"/>
                </a:lnTo>
                <a:lnTo>
                  <a:pt x="63" y="68"/>
                </a:lnTo>
                <a:lnTo>
                  <a:pt x="63" y="67"/>
                </a:lnTo>
                <a:lnTo>
                  <a:pt x="62" y="67"/>
                </a:lnTo>
                <a:lnTo>
                  <a:pt x="62" y="65"/>
                </a:lnTo>
                <a:lnTo>
                  <a:pt x="61" y="63"/>
                </a:lnTo>
                <a:lnTo>
                  <a:pt x="60" y="63"/>
                </a:lnTo>
                <a:lnTo>
                  <a:pt x="60" y="61"/>
                </a:lnTo>
                <a:lnTo>
                  <a:pt x="59" y="60"/>
                </a:lnTo>
                <a:lnTo>
                  <a:pt x="59" y="59"/>
                </a:lnTo>
                <a:lnTo>
                  <a:pt x="57" y="59"/>
                </a:lnTo>
                <a:lnTo>
                  <a:pt x="57" y="58"/>
                </a:lnTo>
                <a:lnTo>
                  <a:pt x="56" y="58"/>
                </a:lnTo>
                <a:lnTo>
                  <a:pt x="56" y="58"/>
                </a:lnTo>
                <a:lnTo>
                  <a:pt x="55" y="58"/>
                </a:lnTo>
                <a:lnTo>
                  <a:pt x="54" y="57"/>
                </a:lnTo>
                <a:lnTo>
                  <a:pt x="54" y="55"/>
                </a:lnTo>
                <a:lnTo>
                  <a:pt x="53" y="55"/>
                </a:lnTo>
                <a:lnTo>
                  <a:pt x="54" y="53"/>
                </a:lnTo>
                <a:lnTo>
                  <a:pt x="53" y="52"/>
                </a:lnTo>
                <a:lnTo>
                  <a:pt x="53" y="51"/>
                </a:lnTo>
                <a:lnTo>
                  <a:pt x="54" y="50"/>
                </a:lnTo>
                <a:lnTo>
                  <a:pt x="54" y="48"/>
                </a:lnTo>
                <a:lnTo>
                  <a:pt x="56" y="48"/>
                </a:lnTo>
                <a:lnTo>
                  <a:pt x="56" y="47"/>
                </a:lnTo>
                <a:lnTo>
                  <a:pt x="57" y="47"/>
                </a:lnTo>
                <a:lnTo>
                  <a:pt x="57" y="46"/>
                </a:lnTo>
                <a:lnTo>
                  <a:pt x="58" y="46"/>
                </a:lnTo>
                <a:lnTo>
                  <a:pt x="58" y="44"/>
                </a:lnTo>
                <a:lnTo>
                  <a:pt x="57" y="43"/>
                </a:lnTo>
                <a:lnTo>
                  <a:pt x="56" y="41"/>
                </a:lnTo>
                <a:lnTo>
                  <a:pt x="56" y="40"/>
                </a:lnTo>
                <a:lnTo>
                  <a:pt x="57" y="40"/>
                </a:lnTo>
                <a:lnTo>
                  <a:pt x="58" y="38"/>
                </a:lnTo>
                <a:lnTo>
                  <a:pt x="59" y="38"/>
                </a:lnTo>
                <a:lnTo>
                  <a:pt x="59" y="38"/>
                </a:lnTo>
                <a:lnTo>
                  <a:pt x="60" y="38"/>
                </a:lnTo>
                <a:lnTo>
                  <a:pt x="60" y="37"/>
                </a:lnTo>
                <a:lnTo>
                  <a:pt x="61" y="37"/>
                </a:lnTo>
                <a:lnTo>
                  <a:pt x="61" y="38"/>
                </a:lnTo>
                <a:lnTo>
                  <a:pt x="61" y="38"/>
                </a:lnTo>
                <a:lnTo>
                  <a:pt x="62" y="38"/>
                </a:lnTo>
                <a:lnTo>
                  <a:pt x="66" y="38"/>
                </a:lnTo>
                <a:lnTo>
                  <a:pt x="66" y="35"/>
                </a:lnTo>
                <a:lnTo>
                  <a:pt x="67" y="35"/>
                </a:lnTo>
                <a:lnTo>
                  <a:pt x="68" y="34"/>
                </a:lnTo>
                <a:lnTo>
                  <a:pt x="67" y="34"/>
                </a:lnTo>
                <a:lnTo>
                  <a:pt x="67" y="33"/>
                </a:lnTo>
                <a:lnTo>
                  <a:pt x="67" y="32"/>
                </a:lnTo>
                <a:lnTo>
                  <a:pt x="67" y="32"/>
                </a:lnTo>
                <a:lnTo>
                  <a:pt x="67" y="30"/>
                </a:lnTo>
                <a:lnTo>
                  <a:pt x="68" y="28"/>
                </a:lnTo>
                <a:lnTo>
                  <a:pt x="68" y="28"/>
                </a:lnTo>
                <a:lnTo>
                  <a:pt x="69" y="26"/>
                </a:lnTo>
                <a:lnTo>
                  <a:pt x="68" y="26"/>
                </a:lnTo>
                <a:lnTo>
                  <a:pt x="67" y="25"/>
                </a:lnTo>
                <a:lnTo>
                  <a:pt x="66" y="25"/>
                </a:lnTo>
                <a:lnTo>
                  <a:pt x="66" y="24"/>
                </a:lnTo>
                <a:lnTo>
                  <a:pt x="66" y="22"/>
                </a:lnTo>
                <a:lnTo>
                  <a:pt x="65" y="21"/>
                </a:lnTo>
                <a:lnTo>
                  <a:pt x="65" y="20"/>
                </a:lnTo>
                <a:lnTo>
                  <a:pt x="65" y="19"/>
                </a:lnTo>
                <a:lnTo>
                  <a:pt x="62" y="20"/>
                </a:lnTo>
                <a:lnTo>
                  <a:pt x="62" y="19"/>
                </a:lnTo>
                <a:lnTo>
                  <a:pt x="62" y="19"/>
                </a:lnTo>
                <a:lnTo>
                  <a:pt x="62" y="19"/>
                </a:lnTo>
                <a:lnTo>
                  <a:pt x="61" y="19"/>
                </a:lnTo>
                <a:lnTo>
                  <a:pt x="59" y="19"/>
                </a:lnTo>
                <a:lnTo>
                  <a:pt x="59" y="17"/>
                </a:lnTo>
                <a:lnTo>
                  <a:pt x="57" y="17"/>
                </a:lnTo>
                <a:lnTo>
                  <a:pt x="57" y="16"/>
                </a:lnTo>
                <a:lnTo>
                  <a:pt x="58" y="15"/>
                </a:lnTo>
                <a:lnTo>
                  <a:pt x="58" y="15"/>
                </a:lnTo>
                <a:lnTo>
                  <a:pt x="59" y="16"/>
                </a:lnTo>
                <a:lnTo>
                  <a:pt x="59" y="15"/>
                </a:lnTo>
                <a:lnTo>
                  <a:pt x="60" y="15"/>
                </a:lnTo>
                <a:lnTo>
                  <a:pt x="59" y="13"/>
                </a:lnTo>
                <a:lnTo>
                  <a:pt x="59" y="13"/>
                </a:lnTo>
                <a:lnTo>
                  <a:pt x="60" y="13"/>
                </a:lnTo>
                <a:lnTo>
                  <a:pt x="62" y="12"/>
                </a:lnTo>
                <a:lnTo>
                  <a:pt x="62" y="11"/>
                </a:lnTo>
                <a:lnTo>
                  <a:pt x="64" y="11"/>
                </a:lnTo>
                <a:lnTo>
                  <a:pt x="65" y="10"/>
                </a:lnTo>
                <a:lnTo>
                  <a:pt x="66" y="8"/>
                </a:lnTo>
                <a:lnTo>
                  <a:pt x="65" y="8"/>
                </a:lnTo>
                <a:lnTo>
                  <a:pt x="64" y="9"/>
                </a:lnTo>
                <a:lnTo>
                  <a:pt x="63" y="8"/>
                </a:lnTo>
                <a:lnTo>
                  <a:pt x="62" y="7"/>
                </a:lnTo>
                <a:lnTo>
                  <a:pt x="62" y="7"/>
                </a:lnTo>
                <a:lnTo>
                  <a:pt x="62" y="6"/>
                </a:lnTo>
                <a:lnTo>
                  <a:pt x="62" y="4"/>
                </a:lnTo>
                <a:lnTo>
                  <a:pt x="62" y="4"/>
                </a:lnTo>
                <a:lnTo>
                  <a:pt x="62" y="3"/>
                </a:lnTo>
                <a:lnTo>
                  <a:pt x="61" y="3"/>
                </a:lnTo>
                <a:lnTo>
                  <a:pt x="59" y="0"/>
                </a:lnTo>
                <a:lnTo>
                  <a:pt x="58" y="0"/>
                </a:lnTo>
                <a:lnTo>
                  <a:pt x="58" y="1"/>
                </a:lnTo>
                <a:lnTo>
                  <a:pt x="58" y="2"/>
                </a:lnTo>
                <a:lnTo>
                  <a:pt x="57" y="3"/>
                </a:lnTo>
                <a:lnTo>
                  <a:pt x="58" y="4"/>
                </a:lnTo>
                <a:lnTo>
                  <a:pt x="58" y="5"/>
                </a:lnTo>
                <a:lnTo>
                  <a:pt x="56" y="6"/>
                </a:lnTo>
                <a:lnTo>
                  <a:pt x="55" y="7"/>
                </a:lnTo>
                <a:lnTo>
                  <a:pt x="55" y="7"/>
                </a:lnTo>
                <a:lnTo>
                  <a:pt x="54" y="6"/>
                </a:lnTo>
                <a:lnTo>
                  <a:pt x="53" y="7"/>
                </a:lnTo>
                <a:lnTo>
                  <a:pt x="52" y="7"/>
                </a:lnTo>
                <a:lnTo>
                  <a:pt x="50" y="10"/>
                </a:lnTo>
                <a:lnTo>
                  <a:pt x="46" y="11"/>
                </a:lnTo>
                <a:lnTo>
                  <a:pt x="45" y="9"/>
                </a:lnTo>
                <a:lnTo>
                  <a:pt x="41" y="10"/>
                </a:lnTo>
                <a:lnTo>
                  <a:pt x="39" y="11"/>
                </a:lnTo>
                <a:lnTo>
                  <a:pt x="38" y="14"/>
                </a:lnTo>
                <a:lnTo>
                  <a:pt x="36" y="15"/>
                </a:lnTo>
                <a:lnTo>
                  <a:pt x="34" y="14"/>
                </a:lnTo>
                <a:lnTo>
                  <a:pt x="31" y="12"/>
                </a:lnTo>
                <a:lnTo>
                  <a:pt x="29" y="14"/>
                </a:lnTo>
                <a:lnTo>
                  <a:pt x="29" y="15"/>
                </a:lnTo>
                <a:lnTo>
                  <a:pt x="28" y="16"/>
                </a:lnTo>
                <a:lnTo>
                  <a:pt x="28" y="17"/>
                </a:lnTo>
                <a:lnTo>
                  <a:pt x="27" y="18"/>
                </a:lnTo>
                <a:lnTo>
                  <a:pt x="26" y="19"/>
                </a:lnTo>
                <a:lnTo>
                  <a:pt x="24" y="24"/>
                </a:lnTo>
                <a:lnTo>
                  <a:pt x="24" y="25"/>
                </a:lnTo>
                <a:lnTo>
                  <a:pt x="24" y="27"/>
                </a:lnTo>
                <a:lnTo>
                  <a:pt x="23" y="28"/>
                </a:lnTo>
                <a:lnTo>
                  <a:pt x="24" y="29"/>
                </a:lnTo>
                <a:lnTo>
                  <a:pt x="23" y="29"/>
                </a:lnTo>
                <a:lnTo>
                  <a:pt x="22" y="29"/>
                </a:lnTo>
                <a:lnTo>
                  <a:pt x="21" y="29"/>
                </a:lnTo>
                <a:lnTo>
                  <a:pt x="19" y="28"/>
                </a:lnTo>
                <a:lnTo>
                  <a:pt x="16" y="28"/>
                </a:lnTo>
                <a:lnTo>
                  <a:pt x="15" y="29"/>
                </a:lnTo>
                <a:lnTo>
                  <a:pt x="15" y="29"/>
                </a:lnTo>
                <a:lnTo>
                  <a:pt x="15" y="30"/>
                </a:lnTo>
                <a:lnTo>
                  <a:pt x="15" y="31"/>
                </a:lnTo>
                <a:lnTo>
                  <a:pt x="15" y="32"/>
                </a:lnTo>
                <a:lnTo>
                  <a:pt x="14" y="32"/>
                </a:lnTo>
                <a:lnTo>
                  <a:pt x="14" y="34"/>
                </a:lnTo>
                <a:lnTo>
                  <a:pt x="10" y="34"/>
                </a:lnTo>
                <a:lnTo>
                  <a:pt x="10" y="35"/>
                </a:lnTo>
                <a:lnTo>
                  <a:pt x="11" y="35"/>
                </a:lnTo>
                <a:lnTo>
                  <a:pt x="11" y="36"/>
                </a:lnTo>
                <a:lnTo>
                  <a:pt x="11" y="36"/>
                </a:lnTo>
                <a:lnTo>
                  <a:pt x="11" y="36"/>
                </a:lnTo>
                <a:lnTo>
                  <a:pt x="11" y="37"/>
                </a:lnTo>
                <a:lnTo>
                  <a:pt x="12" y="37"/>
                </a:lnTo>
                <a:lnTo>
                  <a:pt x="11" y="40"/>
                </a:lnTo>
                <a:lnTo>
                  <a:pt x="11" y="41"/>
                </a:lnTo>
                <a:lnTo>
                  <a:pt x="11" y="42"/>
                </a:lnTo>
                <a:lnTo>
                  <a:pt x="10" y="43"/>
                </a:lnTo>
                <a:lnTo>
                  <a:pt x="8" y="44"/>
                </a:lnTo>
                <a:lnTo>
                  <a:pt x="8" y="44"/>
                </a:lnTo>
                <a:lnTo>
                  <a:pt x="9" y="45"/>
                </a:lnTo>
                <a:lnTo>
                  <a:pt x="9" y="46"/>
                </a:lnTo>
                <a:lnTo>
                  <a:pt x="8" y="47"/>
                </a:lnTo>
                <a:lnTo>
                  <a:pt x="9" y="47"/>
                </a:lnTo>
                <a:lnTo>
                  <a:pt x="7" y="52"/>
                </a:lnTo>
                <a:lnTo>
                  <a:pt x="7" y="53"/>
                </a:lnTo>
                <a:lnTo>
                  <a:pt x="7" y="53"/>
                </a:lnTo>
                <a:lnTo>
                  <a:pt x="7" y="55"/>
                </a:lnTo>
                <a:lnTo>
                  <a:pt x="7" y="55"/>
                </a:lnTo>
                <a:lnTo>
                  <a:pt x="7" y="56"/>
                </a:lnTo>
                <a:lnTo>
                  <a:pt x="5" y="57"/>
                </a:lnTo>
                <a:lnTo>
                  <a:pt x="5" y="58"/>
                </a:lnTo>
                <a:lnTo>
                  <a:pt x="4" y="59"/>
                </a:lnTo>
                <a:lnTo>
                  <a:pt x="3" y="60"/>
                </a:lnTo>
                <a:lnTo>
                  <a:pt x="2" y="60"/>
                </a:lnTo>
                <a:lnTo>
                  <a:pt x="2" y="62"/>
                </a:lnTo>
                <a:lnTo>
                  <a:pt x="1" y="63"/>
                </a:lnTo>
                <a:lnTo>
                  <a:pt x="1" y="64"/>
                </a:lnTo>
                <a:lnTo>
                  <a:pt x="1" y="65"/>
                </a:lnTo>
                <a:lnTo>
                  <a:pt x="1" y="68"/>
                </a:lnTo>
                <a:lnTo>
                  <a:pt x="3" y="69"/>
                </a:lnTo>
                <a:lnTo>
                  <a:pt x="4" y="72"/>
                </a:lnTo>
                <a:lnTo>
                  <a:pt x="5" y="72"/>
                </a:lnTo>
                <a:lnTo>
                  <a:pt x="6" y="73"/>
                </a:lnTo>
                <a:lnTo>
                  <a:pt x="5" y="73"/>
                </a:lnTo>
                <a:lnTo>
                  <a:pt x="5" y="74"/>
                </a:lnTo>
                <a:lnTo>
                  <a:pt x="6" y="74"/>
                </a:lnTo>
                <a:lnTo>
                  <a:pt x="7" y="75"/>
                </a:lnTo>
                <a:lnTo>
                  <a:pt x="6" y="75"/>
                </a:lnTo>
                <a:lnTo>
                  <a:pt x="7" y="77"/>
                </a:lnTo>
                <a:lnTo>
                  <a:pt x="6" y="77"/>
                </a:lnTo>
                <a:lnTo>
                  <a:pt x="6" y="79"/>
                </a:lnTo>
                <a:lnTo>
                  <a:pt x="4" y="80"/>
                </a:lnTo>
                <a:lnTo>
                  <a:pt x="4" y="81"/>
                </a:lnTo>
                <a:lnTo>
                  <a:pt x="5" y="82"/>
                </a:lnTo>
                <a:lnTo>
                  <a:pt x="5" y="82"/>
                </a:lnTo>
                <a:lnTo>
                  <a:pt x="5" y="83"/>
                </a:lnTo>
                <a:lnTo>
                  <a:pt x="5" y="83"/>
                </a:lnTo>
                <a:lnTo>
                  <a:pt x="3" y="87"/>
                </a:lnTo>
                <a:lnTo>
                  <a:pt x="3" y="87"/>
                </a:lnTo>
                <a:lnTo>
                  <a:pt x="1" y="89"/>
                </a:lnTo>
                <a:lnTo>
                  <a:pt x="1" y="90"/>
                </a:lnTo>
                <a:lnTo>
                  <a:pt x="0" y="89"/>
                </a:lnTo>
                <a:lnTo>
                  <a:pt x="0" y="90"/>
                </a:lnTo>
                <a:lnTo>
                  <a:pt x="1" y="91"/>
                </a:lnTo>
                <a:lnTo>
                  <a:pt x="1" y="92"/>
                </a:lnTo>
                <a:lnTo>
                  <a:pt x="0" y="93"/>
                </a:lnTo>
                <a:lnTo>
                  <a:pt x="1" y="93"/>
                </a:lnTo>
                <a:lnTo>
                  <a:pt x="1" y="95"/>
                </a:lnTo>
                <a:lnTo>
                  <a:pt x="2" y="96"/>
                </a:lnTo>
                <a:lnTo>
                  <a:pt x="2" y="97"/>
                </a:lnTo>
                <a:lnTo>
                  <a:pt x="1" y="97"/>
                </a:lnTo>
                <a:lnTo>
                  <a:pt x="1" y="97"/>
                </a:lnTo>
                <a:lnTo>
                  <a:pt x="3" y="99"/>
                </a:lnTo>
                <a:lnTo>
                  <a:pt x="3" y="102"/>
                </a:lnTo>
                <a:lnTo>
                  <a:pt x="2" y="102"/>
                </a:lnTo>
                <a:lnTo>
                  <a:pt x="3" y="103"/>
                </a:lnTo>
                <a:lnTo>
                  <a:pt x="2" y="105"/>
                </a:lnTo>
                <a:lnTo>
                  <a:pt x="3" y="107"/>
                </a:lnTo>
                <a:lnTo>
                  <a:pt x="2" y="109"/>
                </a:lnTo>
                <a:lnTo>
                  <a:pt x="3" y="113"/>
                </a:lnTo>
                <a:lnTo>
                  <a:pt x="4" y="113"/>
                </a:lnTo>
                <a:lnTo>
                  <a:pt x="4" y="114"/>
                </a:lnTo>
                <a:lnTo>
                  <a:pt x="4" y="115"/>
                </a:lnTo>
                <a:lnTo>
                  <a:pt x="5" y="115"/>
                </a:lnTo>
                <a:lnTo>
                  <a:pt x="5" y="119"/>
                </a:lnTo>
                <a:lnTo>
                  <a:pt x="6" y="121"/>
                </a:lnTo>
                <a:lnTo>
                  <a:pt x="4" y="126"/>
                </a:lnTo>
                <a:lnTo>
                  <a:pt x="3" y="128"/>
                </a:lnTo>
                <a:lnTo>
                  <a:pt x="2" y="130"/>
                </a:lnTo>
                <a:lnTo>
                  <a:pt x="2" y="132"/>
                </a:lnTo>
                <a:lnTo>
                  <a:pt x="1" y="135"/>
                </a:lnTo>
                <a:lnTo>
                  <a:pt x="0" y="138"/>
                </a:lnTo>
                <a:lnTo>
                  <a:pt x="0" y="140"/>
                </a:lnTo>
                <a:lnTo>
                  <a:pt x="0" y="143"/>
                </a:lnTo>
                <a:lnTo>
                  <a:pt x="1" y="145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3106598" y="1390010"/>
            <a:ext cx="2783242" cy="2411288"/>
          </a:xfrm>
          <a:custGeom>
            <a:avLst/>
            <a:gdLst/>
            <a:ahLst/>
            <a:cxnLst/>
            <a:rect l="l" t="t" r="r" b="b"/>
            <a:pathLst>
              <a:path w="434" h="376">
                <a:moveTo>
                  <a:pt x="0" y="248"/>
                </a:moveTo>
                <a:lnTo>
                  <a:pt x="9" y="275"/>
                </a:lnTo>
                <a:lnTo>
                  <a:pt x="5" y="279"/>
                </a:lnTo>
                <a:lnTo>
                  <a:pt x="5" y="280"/>
                </a:lnTo>
                <a:lnTo>
                  <a:pt x="10" y="288"/>
                </a:lnTo>
                <a:lnTo>
                  <a:pt x="15" y="292"/>
                </a:lnTo>
                <a:lnTo>
                  <a:pt x="16" y="292"/>
                </a:lnTo>
                <a:lnTo>
                  <a:pt x="16" y="300"/>
                </a:lnTo>
                <a:lnTo>
                  <a:pt x="21" y="298"/>
                </a:lnTo>
                <a:lnTo>
                  <a:pt x="20" y="297"/>
                </a:lnTo>
                <a:lnTo>
                  <a:pt x="21" y="296"/>
                </a:lnTo>
                <a:lnTo>
                  <a:pt x="22" y="298"/>
                </a:lnTo>
                <a:lnTo>
                  <a:pt x="23" y="300"/>
                </a:lnTo>
                <a:lnTo>
                  <a:pt x="23" y="298"/>
                </a:lnTo>
                <a:lnTo>
                  <a:pt x="27" y="296"/>
                </a:lnTo>
                <a:lnTo>
                  <a:pt x="28" y="298"/>
                </a:lnTo>
                <a:lnTo>
                  <a:pt x="29" y="299"/>
                </a:lnTo>
                <a:lnTo>
                  <a:pt x="30" y="297"/>
                </a:lnTo>
                <a:lnTo>
                  <a:pt x="30" y="295"/>
                </a:lnTo>
                <a:lnTo>
                  <a:pt x="37" y="295"/>
                </a:lnTo>
                <a:lnTo>
                  <a:pt x="39" y="293"/>
                </a:lnTo>
                <a:lnTo>
                  <a:pt x="45" y="294"/>
                </a:lnTo>
                <a:lnTo>
                  <a:pt x="46" y="295"/>
                </a:lnTo>
                <a:lnTo>
                  <a:pt x="48" y="299"/>
                </a:lnTo>
                <a:lnTo>
                  <a:pt x="48" y="301"/>
                </a:lnTo>
                <a:lnTo>
                  <a:pt x="46" y="303"/>
                </a:lnTo>
                <a:lnTo>
                  <a:pt x="46" y="309"/>
                </a:lnTo>
                <a:lnTo>
                  <a:pt x="43" y="310"/>
                </a:lnTo>
                <a:lnTo>
                  <a:pt x="42" y="311"/>
                </a:lnTo>
                <a:lnTo>
                  <a:pt x="42" y="313"/>
                </a:lnTo>
                <a:lnTo>
                  <a:pt x="40" y="315"/>
                </a:lnTo>
                <a:lnTo>
                  <a:pt x="39" y="315"/>
                </a:lnTo>
                <a:lnTo>
                  <a:pt x="38" y="315"/>
                </a:lnTo>
                <a:lnTo>
                  <a:pt x="35" y="317"/>
                </a:lnTo>
                <a:lnTo>
                  <a:pt x="33" y="317"/>
                </a:lnTo>
                <a:lnTo>
                  <a:pt x="37" y="317"/>
                </a:lnTo>
                <a:lnTo>
                  <a:pt x="40" y="318"/>
                </a:lnTo>
                <a:lnTo>
                  <a:pt x="41" y="320"/>
                </a:lnTo>
                <a:lnTo>
                  <a:pt x="43" y="321"/>
                </a:lnTo>
                <a:lnTo>
                  <a:pt x="45" y="322"/>
                </a:lnTo>
                <a:lnTo>
                  <a:pt x="47" y="322"/>
                </a:lnTo>
                <a:lnTo>
                  <a:pt x="48" y="324"/>
                </a:lnTo>
                <a:lnTo>
                  <a:pt x="48" y="325"/>
                </a:lnTo>
                <a:lnTo>
                  <a:pt x="48" y="326"/>
                </a:lnTo>
                <a:lnTo>
                  <a:pt x="51" y="327"/>
                </a:lnTo>
                <a:lnTo>
                  <a:pt x="51" y="329"/>
                </a:lnTo>
                <a:lnTo>
                  <a:pt x="53" y="329"/>
                </a:lnTo>
                <a:lnTo>
                  <a:pt x="57" y="329"/>
                </a:lnTo>
                <a:lnTo>
                  <a:pt x="57" y="334"/>
                </a:lnTo>
                <a:lnTo>
                  <a:pt x="57" y="336"/>
                </a:lnTo>
                <a:lnTo>
                  <a:pt x="56" y="337"/>
                </a:lnTo>
                <a:lnTo>
                  <a:pt x="56" y="338"/>
                </a:lnTo>
                <a:lnTo>
                  <a:pt x="57" y="338"/>
                </a:lnTo>
                <a:lnTo>
                  <a:pt x="57" y="338"/>
                </a:lnTo>
                <a:lnTo>
                  <a:pt x="58" y="338"/>
                </a:lnTo>
                <a:lnTo>
                  <a:pt x="59" y="340"/>
                </a:lnTo>
                <a:lnTo>
                  <a:pt x="61" y="339"/>
                </a:lnTo>
                <a:lnTo>
                  <a:pt x="63" y="338"/>
                </a:lnTo>
                <a:lnTo>
                  <a:pt x="63" y="340"/>
                </a:lnTo>
                <a:lnTo>
                  <a:pt x="63" y="341"/>
                </a:lnTo>
                <a:lnTo>
                  <a:pt x="63" y="342"/>
                </a:lnTo>
                <a:lnTo>
                  <a:pt x="65" y="342"/>
                </a:lnTo>
                <a:lnTo>
                  <a:pt x="65" y="343"/>
                </a:lnTo>
                <a:lnTo>
                  <a:pt x="64" y="343"/>
                </a:lnTo>
                <a:lnTo>
                  <a:pt x="65" y="344"/>
                </a:lnTo>
                <a:lnTo>
                  <a:pt x="69" y="345"/>
                </a:lnTo>
                <a:lnTo>
                  <a:pt x="69" y="347"/>
                </a:lnTo>
                <a:lnTo>
                  <a:pt x="71" y="346"/>
                </a:lnTo>
                <a:lnTo>
                  <a:pt x="72" y="347"/>
                </a:lnTo>
                <a:lnTo>
                  <a:pt x="75" y="343"/>
                </a:lnTo>
                <a:lnTo>
                  <a:pt x="78" y="342"/>
                </a:lnTo>
                <a:lnTo>
                  <a:pt x="74" y="337"/>
                </a:lnTo>
                <a:lnTo>
                  <a:pt x="75" y="337"/>
                </a:lnTo>
                <a:lnTo>
                  <a:pt x="81" y="335"/>
                </a:lnTo>
                <a:lnTo>
                  <a:pt x="83" y="334"/>
                </a:lnTo>
                <a:lnTo>
                  <a:pt x="84" y="334"/>
                </a:lnTo>
                <a:lnTo>
                  <a:pt x="87" y="336"/>
                </a:lnTo>
                <a:lnTo>
                  <a:pt x="94" y="337"/>
                </a:lnTo>
                <a:lnTo>
                  <a:pt x="100" y="332"/>
                </a:lnTo>
                <a:lnTo>
                  <a:pt x="109" y="329"/>
                </a:lnTo>
                <a:lnTo>
                  <a:pt x="110" y="329"/>
                </a:lnTo>
                <a:lnTo>
                  <a:pt x="113" y="330"/>
                </a:lnTo>
                <a:lnTo>
                  <a:pt x="112" y="333"/>
                </a:lnTo>
                <a:lnTo>
                  <a:pt x="114" y="336"/>
                </a:lnTo>
                <a:lnTo>
                  <a:pt x="115" y="338"/>
                </a:lnTo>
                <a:lnTo>
                  <a:pt x="114" y="340"/>
                </a:lnTo>
                <a:lnTo>
                  <a:pt x="114" y="341"/>
                </a:lnTo>
                <a:lnTo>
                  <a:pt x="112" y="342"/>
                </a:lnTo>
                <a:lnTo>
                  <a:pt x="109" y="348"/>
                </a:lnTo>
                <a:lnTo>
                  <a:pt x="101" y="353"/>
                </a:lnTo>
                <a:lnTo>
                  <a:pt x="102" y="356"/>
                </a:lnTo>
                <a:lnTo>
                  <a:pt x="103" y="359"/>
                </a:lnTo>
                <a:lnTo>
                  <a:pt x="100" y="360"/>
                </a:lnTo>
                <a:lnTo>
                  <a:pt x="100" y="362"/>
                </a:lnTo>
                <a:lnTo>
                  <a:pt x="100" y="366"/>
                </a:lnTo>
                <a:lnTo>
                  <a:pt x="105" y="368"/>
                </a:lnTo>
                <a:lnTo>
                  <a:pt x="109" y="372"/>
                </a:lnTo>
                <a:lnTo>
                  <a:pt x="114" y="376"/>
                </a:lnTo>
                <a:lnTo>
                  <a:pt x="118" y="375"/>
                </a:lnTo>
                <a:lnTo>
                  <a:pt x="118" y="374"/>
                </a:lnTo>
                <a:lnTo>
                  <a:pt x="125" y="373"/>
                </a:lnTo>
                <a:lnTo>
                  <a:pt x="126" y="373"/>
                </a:lnTo>
                <a:lnTo>
                  <a:pt x="129" y="372"/>
                </a:lnTo>
                <a:lnTo>
                  <a:pt x="130" y="371"/>
                </a:lnTo>
                <a:lnTo>
                  <a:pt x="134" y="370"/>
                </a:lnTo>
                <a:lnTo>
                  <a:pt x="139" y="370"/>
                </a:lnTo>
                <a:lnTo>
                  <a:pt x="139" y="368"/>
                </a:lnTo>
                <a:lnTo>
                  <a:pt x="140" y="368"/>
                </a:lnTo>
                <a:lnTo>
                  <a:pt x="142" y="367"/>
                </a:lnTo>
                <a:lnTo>
                  <a:pt x="143" y="366"/>
                </a:lnTo>
                <a:lnTo>
                  <a:pt x="142" y="364"/>
                </a:lnTo>
                <a:lnTo>
                  <a:pt x="143" y="363"/>
                </a:lnTo>
                <a:lnTo>
                  <a:pt x="142" y="360"/>
                </a:lnTo>
                <a:lnTo>
                  <a:pt x="142" y="358"/>
                </a:lnTo>
                <a:lnTo>
                  <a:pt x="143" y="357"/>
                </a:lnTo>
                <a:lnTo>
                  <a:pt x="144" y="356"/>
                </a:lnTo>
                <a:lnTo>
                  <a:pt x="143" y="354"/>
                </a:lnTo>
                <a:lnTo>
                  <a:pt x="143" y="354"/>
                </a:lnTo>
                <a:lnTo>
                  <a:pt x="143" y="353"/>
                </a:lnTo>
                <a:lnTo>
                  <a:pt x="143" y="353"/>
                </a:lnTo>
                <a:lnTo>
                  <a:pt x="143" y="352"/>
                </a:lnTo>
                <a:lnTo>
                  <a:pt x="143" y="350"/>
                </a:lnTo>
                <a:lnTo>
                  <a:pt x="143" y="350"/>
                </a:lnTo>
                <a:lnTo>
                  <a:pt x="144" y="349"/>
                </a:lnTo>
                <a:lnTo>
                  <a:pt x="143" y="348"/>
                </a:lnTo>
                <a:lnTo>
                  <a:pt x="144" y="347"/>
                </a:lnTo>
                <a:lnTo>
                  <a:pt x="144" y="345"/>
                </a:lnTo>
                <a:lnTo>
                  <a:pt x="146" y="343"/>
                </a:lnTo>
                <a:lnTo>
                  <a:pt x="145" y="342"/>
                </a:lnTo>
                <a:lnTo>
                  <a:pt x="147" y="341"/>
                </a:lnTo>
                <a:lnTo>
                  <a:pt x="147" y="340"/>
                </a:lnTo>
                <a:lnTo>
                  <a:pt x="147" y="338"/>
                </a:lnTo>
                <a:lnTo>
                  <a:pt x="148" y="336"/>
                </a:lnTo>
                <a:lnTo>
                  <a:pt x="149" y="336"/>
                </a:lnTo>
                <a:lnTo>
                  <a:pt x="150" y="337"/>
                </a:lnTo>
                <a:lnTo>
                  <a:pt x="151" y="336"/>
                </a:lnTo>
                <a:lnTo>
                  <a:pt x="151" y="334"/>
                </a:lnTo>
                <a:lnTo>
                  <a:pt x="153" y="333"/>
                </a:lnTo>
                <a:lnTo>
                  <a:pt x="155" y="334"/>
                </a:lnTo>
                <a:lnTo>
                  <a:pt x="155" y="333"/>
                </a:lnTo>
                <a:lnTo>
                  <a:pt x="156" y="331"/>
                </a:lnTo>
                <a:lnTo>
                  <a:pt x="157" y="332"/>
                </a:lnTo>
                <a:lnTo>
                  <a:pt x="159" y="331"/>
                </a:lnTo>
                <a:lnTo>
                  <a:pt x="159" y="331"/>
                </a:lnTo>
                <a:lnTo>
                  <a:pt x="160" y="332"/>
                </a:lnTo>
                <a:lnTo>
                  <a:pt x="159" y="335"/>
                </a:lnTo>
                <a:lnTo>
                  <a:pt x="160" y="335"/>
                </a:lnTo>
                <a:lnTo>
                  <a:pt x="161" y="337"/>
                </a:lnTo>
                <a:lnTo>
                  <a:pt x="162" y="338"/>
                </a:lnTo>
                <a:lnTo>
                  <a:pt x="163" y="339"/>
                </a:lnTo>
                <a:lnTo>
                  <a:pt x="162" y="341"/>
                </a:lnTo>
                <a:lnTo>
                  <a:pt x="158" y="346"/>
                </a:lnTo>
                <a:lnTo>
                  <a:pt x="157" y="349"/>
                </a:lnTo>
                <a:lnTo>
                  <a:pt x="157" y="352"/>
                </a:lnTo>
                <a:lnTo>
                  <a:pt x="156" y="354"/>
                </a:lnTo>
                <a:lnTo>
                  <a:pt x="154" y="355"/>
                </a:lnTo>
                <a:lnTo>
                  <a:pt x="157" y="357"/>
                </a:lnTo>
                <a:lnTo>
                  <a:pt x="162" y="359"/>
                </a:lnTo>
                <a:lnTo>
                  <a:pt x="164" y="360"/>
                </a:lnTo>
                <a:lnTo>
                  <a:pt x="165" y="359"/>
                </a:lnTo>
                <a:lnTo>
                  <a:pt x="166" y="359"/>
                </a:lnTo>
                <a:lnTo>
                  <a:pt x="166" y="359"/>
                </a:lnTo>
                <a:lnTo>
                  <a:pt x="167" y="359"/>
                </a:lnTo>
                <a:lnTo>
                  <a:pt x="168" y="360"/>
                </a:lnTo>
                <a:lnTo>
                  <a:pt x="169" y="360"/>
                </a:lnTo>
                <a:lnTo>
                  <a:pt x="170" y="362"/>
                </a:lnTo>
                <a:lnTo>
                  <a:pt x="171" y="362"/>
                </a:lnTo>
                <a:lnTo>
                  <a:pt x="171" y="363"/>
                </a:lnTo>
                <a:lnTo>
                  <a:pt x="171" y="364"/>
                </a:lnTo>
                <a:lnTo>
                  <a:pt x="172" y="363"/>
                </a:lnTo>
                <a:lnTo>
                  <a:pt x="173" y="365"/>
                </a:lnTo>
                <a:lnTo>
                  <a:pt x="175" y="365"/>
                </a:lnTo>
                <a:lnTo>
                  <a:pt x="176" y="365"/>
                </a:lnTo>
                <a:lnTo>
                  <a:pt x="176" y="366"/>
                </a:lnTo>
                <a:lnTo>
                  <a:pt x="181" y="367"/>
                </a:lnTo>
                <a:lnTo>
                  <a:pt x="181" y="368"/>
                </a:lnTo>
                <a:lnTo>
                  <a:pt x="182" y="369"/>
                </a:lnTo>
                <a:lnTo>
                  <a:pt x="182" y="369"/>
                </a:lnTo>
                <a:lnTo>
                  <a:pt x="182" y="370"/>
                </a:lnTo>
                <a:lnTo>
                  <a:pt x="184" y="370"/>
                </a:lnTo>
                <a:lnTo>
                  <a:pt x="186" y="369"/>
                </a:lnTo>
                <a:lnTo>
                  <a:pt x="187" y="370"/>
                </a:lnTo>
                <a:lnTo>
                  <a:pt x="189" y="370"/>
                </a:lnTo>
                <a:lnTo>
                  <a:pt x="191" y="369"/>
                </a:lnTo>
                <a:lnTo>
                  <a:pt x="192" y="370"/>
                </a:lnTo>
                <a:lnTo>
                  <a:pt x="195" y="369"/>
                </a:lnTo>
                <a:lnTo>
                  <a:pt x="195" y="366"/>
                </a:lnTo>
                <a:lnTo>
                  <a:pt x="195" y="363"/>
                </a:lnTo>
                <a:lnTo>
                  <a:pt x="196" y="362"/>
                </a:lnTo>
                <a:lnTo>
                  <a:pt x="195" y="360"/>
                </a:lnTo>
                <a:lnTo>
                  <a:pt x="196" y="360"/>
                </a:lnTo>
                <a:lnTo>
                  <a:pt x="197" y="361"/>
                </a:lnTo>
                <a:lnTo>
                  <a:pt x="198" y="363"/>
                </a:lnTo>
                <a:lnTo>
                  <a:pt x="199" y="362"/>
                </a:lnTo>
                <a:lnTo>
                  <a:pt x="199" y="361"/>
                </a:lnTo>
                <a:lnTo>
                  <a:pt x="200" y="361"/>
                </a:lnTo>
                <a:lnTo>
                  <a:pt x="199" y="360"/>
                </a:lnTo>
                <a:lnTo>
                  <a:pt x="200" y="359"/>
                </a:lnTo>
                <a:lnTo>
                  <a:pt x="198" y="358"/>
                </a:lnTo>
                <a:lnTo>
                  <a:pt x="197" y="357"/>
                </a:lnTo>
                <a:lnTo>
                  <a:pt x="198" y="356"/>
                </a:lnTo>
                <a:lnTo>
                  <a:pt x="198" y="355"/>
                </a:lnTo>
                <a:lnTo>
                  <a:pt x="198" y="353"/>
                </a:lnTo>
                <a:lnTo>
                  <a:pt x="199" y="352"/>
                </a:lnTo>
                <a:lnTo>
                  <a:pt x="199" y="351"/>
                </a:lnTo>
                <a:lnTo>
                  <a:pt x="201" y="349"/>
                </a:lnTo>
                <a:lnTo>
                  <a:pt x="203" y="347"/>
                </a:lnTo>
                <a:lnTo>
                  <a:pt x="204" y="347"/>
                </a:lnTo>
                <a:lnTo>
                  <a:pt x="204" y="347"/>
                </a:lnTo>
                <a:lnTo>
                  <a:pt x="204" y="346"/>
                </a:lnTo>
                <a:lnTo>
                  <a:pt x="204" y="345"/>
                </a:lnTo>
                <a:lnTo>
                  <a:pt x="205" y="345"/>
                </a:lnTo>
                <a:lnTo>
                  <a:pt x="206" y="343"/>
                </a:lnTo>
                <a:lnTo>
                  <a:pt x="207" y="342"/>
                </a:lnTo>
                <a:lnTo>
                  <a:pt x="207" y="343"/>
                </a:lnTo>
                <a:lnTo>
                  <a:pt x="209" y="341"/>
                </a:lnTo>
                <a:lnTo>
                  <a:pt x="209" y="340"/>
                </a:lnTo>
                <a:lnTo>
                  <a:pt x="210" y="339"/>
                </a:lnTo>
                <a:lnTo>
                  <a:pt x="209" y="338"/>
                </a:lnTo>
                <a:lnTo>
                  <a:pt x="211" y="337"/>
                </a:lnTo>
                <a:lnTo>
                  <a:pt x="212" y="335"/>
                </a:lnTo>
                <a:lnTo>
                  <a:pt x="214" y="335"/>
                </a:lnTo>
                <a:lnTo>
                  <a:pt x="213" y="335"/>
                </a:lnTo>
                <a:lnTo>
                  <a:pt x="214" y="333"/>
                </a:lnTo>
                <a:lnTo>
                  <a:pt x="213" y="332"/>
                </a:lnTo>
                <a:lnTo>
                  <a:pt x="213" y="332"/>
                </a:lnTo>
                <a:lnTo>
                  <a:pt x="214" y="333"/>
                </a:lnTo>
                <a:lnTo>
                  <a:pt x="215" y="333"/>
                </a:lnTo>
                <a:lnTo>
                  <a:pt x="218" y="331"/>
                </a:lnTo>
                <a:lnTo>
                  <a:pt x="217" y="329"/>
                </a:lnTo>
                <a:lnTo>
                  <a:pt x="217" y="329"/>
                </a:lnTo>
                <a:lnTo>
                  <a:pt x="217" y="328"/>
                </a:lnTo>
                <a:lnTo>
                  <a:pt x="217" y="327"/>
                </a:lnTo>
                <a:lnTo>
                  <a:pt x="219" y="328"/>
                </a:lnTo>
                <a:lnTo>
                  <a:pt x="221" y="330"/>
                </a:lnTo>
                <a:lnTo>
                  <a:pt x="222" y="330"/>
                </a:lnTo>
                <a:lnTo>
                  <a:pt x="222" y="329"/>
                </a:lnTo>
                <a:lnTo>
                  <a:pt x="223" y="329"/>
                </a:lnTo>
                <a:lnTo>
                  <a:pt x="224" y="329"/>
                </a:lnTo>
                <a:lnTo>
                  <a:pt x="225" y="331"/>
                </a:lnTo>
                <a:lnTo>
                  <a:pt x="227" y="331"/>
                </a:lnTo>
                <a:lnTo>
                  <a:pt x="227" y="329"/>
                </a:lnTo>
                <a:lnTo>
                  <a:pt x="230" y="325"/>
                </a:lnTo>
                <a:lnTo>
                  <a:pt x="231" y="325"/>
                </a:lnTo>
                <a:lnTo>
                  <a:pt x="232" y="324"/>
                </a:lnTo>
                <a:lnTo>
                  <a:pt x="233" y="324"/>
                </a:lnTo>
                <a:lnTo>
                  <a:pt x="234" y="323"/>
                </a:lnTo>
                <a:lnTo>
                  <a:pt x="234" y="324"/>
                </a:lnTo>
                <a:lnTo>
                  <a:pt x="234" y="325"/>
                </a:lnTo>
                <a:lnTo>
                  <a:pt x="233" y="325"/>
                </a:lnTo>
                <a:lnTo>
                  <a:pt x="233" y="326"/>
                </a:lnTo>
                <a:lnTo>
                  <a:pt x="233" y="327"/>
                </a:lnTo>
                <a:lnTo>
                  <a:pt x="233" y="328"/>
                </a:lnTo>
                <a:lnTo>
                  <a:pt x="233" y="328"/>
                </a:lnTo>
                <a:lnTo>
                  <a:pt x="233" y="328"/>
                </a:lnTo>
                <a:lnTo>
                  <a:pt x="234" y="328"/>
                </a:lnTo>
                <a:lnTo>
                  <a:pt x="234" y="327"/>
                </a:lnTo>
                <a:lnTo>
                  <a:pt x="235" y="327"/>
                </a:lnTo>
                <a:lnTo>
                  <a:pt x="238" y="327"/>
                </a:lnTo>
                <a:lnTo>
                  <a:pt x="238" y="327"/>
                </a:lnTo>
                <a:lnTo>
                  <a:pt x="238" y="325"/>
                </a:lnTo>
                <a:lnTo>
                  <a:pt x="239" y="325"/>
                </a:lnTo>
                <a:lnTo>
                  <a:pt x="239" y="324"/>
                </a:lnTo>
                <a:lnTo>
                  <a:pt x="239" y="323"/>
                </a:lnTo>
                <a:lnTo>
                  <a:pt x="239" y="322"/>
                </a:lnTo>
                <a:lnTo>
                  <a:pt x="239" y="322"/>
                </a:lnTo>
                <a:lnTo>
                  <a:pt x="240" y="321"/>
                </a:lnTo>
                <a:lnTo>
                  <a:pt x="243" y="321"/>
                </a:lnTo>
                <a:lnTo>
                  <a:pt x="245" y="322"/>
                </a:lnTo>
                <a:lnTo>
                  <a:pt x="246" y="322"/>
                </a:lnTo>
                <a:lnTo>
                  <a:pt x="247" y="322"/>
                </a:lnTo>
                <a:lnTo>
                  <a:pt x="248" y="322"/>
                </a:lnTo>
                <a:lnTo>
                  <a:pt x="247" y="321"/>
                </a:lnTo>
                <a:lnTo>
                  <a:pt x="248" y="320"/>
                </a:lnTo>
                <a:lnTo>
                  <a:pt x="248" y="318"/>
                </a:lnTo>
                <a:lnTo>
                  <a:pt x="248" y="317"/>
                </a:lnTo>
                <a:lnTo>
                  <a:pt x="250" y="312"/>
                </a:lnTo>
                <a:lnTo>
                  <a:pt x="251" y="311"/>
                </a:lnTo>
                <a:lnTo>
                  <a:pt x="252" y="310"/>
                </a:lnTo>
                <a:lnTo>
                  <a:pt x="252" y="309"/>
                </a:lnTo>
                <a:lnTo>
                  <a:pt x="253" y="308"/>
                </a:lnTo>
                <a:lnTo>
                  <a:pt x="253" y="307"/>
                </a:lnTo>
                <a:lnTo>
                  <a:pt x="255" y="305"/>
                </a:lnTo>
                <a:lnTo>
                  <a:pt x="258" y="307"/>
                </a:lnTo>
                <a:lnTo>
                  <a:pt x="260" y="308"/>
                </a:lnTo>
                <a:lnTo>
                  <a:pt x="262" y="307"/>
                </a:lnTo>
                <a:lnTo>
                  <a:pt x="263" y="304"/>
                </a:lnTo>
                <a:lnTo>
                  <a:pt x="265" y="303"/>
                </a:lnTo>
                <a:lnTo>
                  <a:pt x="269" y="302"/>
                </a:lnTo>
                <a:lnTo>
                  <a:pt x="270" y="304"/>
                </a:lnTo>
                <a:lnTo>
                  <a:pt x="273" y="303"/>
                </a:lnTo>
                <a:lnTo>
                  <a:pt x="274" y="303"/>
                </a:lnTo>
                <a:lnTo>
                  <a:pt x="276" y="300"/>
                </a:lnTo>
                <a:lnTo>
                  <a:pt x="277" y="300"/>
                </a:lnTo>
                <a:lnTo>
                  <a:pt x="278" y="299"/>
                </a:lnTo>
                <a:lnTo>
                  <a:pt x="279" y="300"/>
                </a:lnTo>
                <a:lnTo>
                  <a:pt x="279" y="300"/>
                </a:lnTo>
                <a:lnTo>
                  <a:pt x="280" y="299"/>
                </a:lnTo>
                <a:lnTo>
                  <a:pt x="282" y="298"/>
                </a:lnTo>
                <a:lnTo>
                  <a:pt x="282" y="297"/>
                </a:lnTo>
                <a:lnTo>
                  <a:pt x="281" y="296"/>
                </a:lnTo>
                <a:lnTo>
                  <a:pt x="282" y="295"/>
                </a:lnTo>
                <a:lnTo>
                  <a:pt x="282" y="294"/>
                </a:lnTo>
                <a:lnTo>
                  <a:pt x="282" y="293"/>
                </a:lnTo>
                <a:lnTo>
                  <a:pt x="283" y="293"/>
                </a:lnTo>
                <a:lnTo>
                  <a:pt x="282" y="292"/>
                </a:lnTo>
                <a:lnTo>
                  <a:pt x="282" y="292"/>
                </a:lnTo>
                <a:lnTo>
                  <a:pt x="282" y="292"/>
                </a:lnTo>
                <a:lnTo>
                  <a:pt x="281" y="291"/>
                </a:lnTo>
                <a:lnTo>
                  <a:pt x="282" y="291"/>
                </a:lnTo>
                <a:lnTo>
                  <a:pt x="281" y="289"/>
                </a:lnTo>
                <a:lnTo>
                  <a:pt x="281" y="289"/>
                </a:lnTo>
                <a:lnTo>
                  <a:pt x="280" y="289"/>
                </a:lnTo>
                <a:lnTo>
                  <a:pt x="280" y="288"/>
                </a:lnTo>
                <a:lnTo>
                  <a:pt x="277" y="285"/>
                </a:lnTo>
                <a:lnTo>
                  <a:pt x="278" y="285"/>
                </a:lnTo>
                <a:lnTo>
                  <a:pt x="278" y="284"/>
                </a:lnTo>
                <a:lnTo>
                  <a:pt x="280" y="283"/>
                </a:lnTo>
                <a:lnTo>
                  <a:pt x="280" y="282"/>
                </a:lnTo>
                <a:lnTo>
                  <a:pt x="279" y="281"/>
                </a:lnTo>
                <a:lnTo>
                  <a:pt x="279" y="282"/>
                </a:lnTo>
                <a:lnTo>
                  <a:pt x="279" y="281"/>
                </a:lnTo>
                <a:lnTo>
                  <a:pt x="278" y="280"/>
                </a:lnTo>
                <a:lnTo>
                  <a:pt x="278" y="280"/>
                </a:lnTo>
                <a:lnTo>
                  <a:pt x="278" y="279"/>
                </a:lnTo>
                <a:lnTo>
                  <a:pt x="277" y="278"/>
                </a:lnTo>
                <a:lnTo>
                  <a:pt x="278" y="276"/>
                </a:lnTo>
                <a:lnTo>
                  <a:pt x="279" y="275"/>
                </a:lnTo>
                <a:lnTo>
                  <a:pt x="281" y="275"/>
                </a:lnTo>
                <a:lnTo>
                  <a:pt x="283" y="275"/>
                </a:lnTo>
                <a:lnTo>
                  <a:pt x="282" y="273"/>
                </a:lnTo>
                <a:lnTo>
                  <a:pt x="283" y="273"/>
                </a:lnTo>
                <a:lnTo>
                  <a:pt x="282" y="272"/>
                </a:lnTo>
                <a:lnTo>
                  <a:pt x="282" y="271"/>
                </a:lnTo>
                <a:lnTo>
                  <a:pt x="282" y="270"/>
                </a:lnTo>
                <a:lnTo>
                  <a:pt x="282" y="269"/>
                </a:lnTo>
                <a:lnTo>
                  <a:pt x="284" y="265"/>
                </a:lnTo>
                <a:lnTo>
                  <a:pt x="286" y="265"/>
                </a:lnTo>
                <a:lnTo>
                  <a:pt x="286" y="264"/>
                </a:lnTo>
                <a:lnTo>
                  <a:pt x="286" y="263"/>
                </a:lnTo>
                <a:lnTo>
                  <a:pt x="286" y="263"/>
                </a:lnTo>
                <a:lnTo>
                  <a:pt x="286" y="262"/>
                </a:lnTo>
                <a:lnTo>
                  <a:pt x="286" y="261"/>
                </a:lnTo>
                <a:lnTo>
                  <a:pt x="287" y="261"/>
                </a:lnTo>
                <a:lnTo>
                  <a:pt x="288" y="261"/>
                </a:lnTo>
                <a:lnTo>
                  <a:pt x="290" y="261"/>
                </a:lnTo>
                <a:lnTo>
                  <a:pt x="291" y="260"/>
                </a:lnTo>
                <a:lnTo>
                  <a:pt x="292" y="261"/>
                </a:lnTo>
                <a:lnTo>
                  <a:pt x="292" y="262"/>
                </a:lnTo>
                <a:lnTo>
                  <a:pt x="293" y="263"/>
                </a:lnTo>
                <a:lnTo>
                  <a:pt x="294" y="267"/>
                </a:lnTo>
                <a:lnTo>
                  <a:pt x="294" y="267"/>
                </a:lnTo>
                <a:lnTo>
                  <a:pt x="293" y="268"/>
                </a:lnTo>
                <a:lnTo>
                  <a:pt x="293" y="269"/>
                </a:lnTo>
                <a:lnTo>
                  <a:pt x="294" y="270"/>
                </a:lnTo>
                <a:lnTo>
                  <a:pt x="294" y="272"/>
                </a:lnTo>
                <a:lnTo>
                  <a:pt x="293" y="272"/>
                </a:lnTo>
                <a:lnTo>
                  <a:pt x="296" y="272"/>
                </a:lnTo>
                <a:lnTo>
                  <a:pt x="296" y="272"/>
                </a:lnTo>
                <a:lnTo>
                  <a:pt x="297" y="272"/>
                </a:lnTo>
                <a:lnTo>
                  <a:pt x="299" y="272"/>
                </a:lnTo>
                <a:lnTo>
                  <a:pt x="299" y="273"/>
                </a:lnTo>
                <a:lnTo>
                  <a:pt x="300" y="272"/>
                </a:lnTo>
                <a:lnTo>
                  <a:pt x="300" y="271"/>
                </a:lnTo>
                <a:lnTo>
                  <a:pt x="300" y="271"/>
                </a:lnTo>
                <a:lnTo>
                  <a:pt x="301" y="272"/>
                </a:lnTo>
                <a:lnTo>
                  <a:pt x="302" y="272"/>
                </a:lnTo>
                <a:lnTo>
                  <a:pt x="301" y="271"/>
                </a:lnTo>
                <a:lnTo>
                  <a:pt x="301" y="270"/>
                </a:lnTo>
                <a:lnTo>
                  <a:pt x="300" y="270"/>
                </a:lnTo>
                <a:lnTo>
                  <a:pt x="301" y="269"/>
                </a:lnTo>
                <a:lnTo>
                  <a:pt x="302" y="269"/>
                </a:lnTo>
                <a:lnTo>
                  <a:pt x="306" y="266"/>
                </a:lnTo>
                <a:lnTo>
                  <a:pt x="306" y="265"/>
                </a:lnTo>
                <a:lnTo>
                  <a:pt x="307" y="265"/>
                </a:lnTo>
                <a:lnTo>
                  <a:pt x="308" y="263"/>
                </a:lnTo>
                <a:lnTo>
                  <a:pt x="309" y="263"/>
                </a:lnTo>
                <a:lnTo>
                  <a:pt x="310" y="263"/>
                </a:lnTo>
                <a:lnTo>
                  <a:pt x="312" y="266"/>
                </a:lnTo>
                <a:lnTo>
                  <a:pt x="313" y="266"/>
                </a:lnTo>
                <a:lnTo>
                  <a:pt x="314" y="266"/>
                </a:lnTo>
                <a:lnTo>
                  <a:pt x="313" y="265"/>
                </a:lnTo>
                <a:lnTo>
                  <a:pt x="313" y="264"/>
                </a:lnTo>
                <a:lnTo>
                  <a:pt x="315" y="264"/>
                </a:lnTo>
                <a:lnTo>
                  <a:pt x="315" y="263"/>
                </a:lnTo>
                <a:lnTo>
                  <a:pt x="316" y="262"/>
                </a:lnTo>
                <a:lnTo>
                  <a:pt x="316" y="261"/>
                </a:lnTo>
                <a:lnTo>
                  <a:pt x="317" y="260"/>
                </a:lnTo>
                <a:lnTo>
                  <a:pt x="318" y="261"/>
                </a:lnTo>
                <a:lnTo>
                  <a:pt x="318" y="262"/>
                </a:lnTo>
                <a:lnTo>
                  <a:pt x="319" y="262"/>
                </a:lnTo>
                <a:lnTo>
                  <a:pt x="319" y="261"/>
                </a:lnTo>
                <a:lnTo>
                  <a:pt x="320" y="261"/>
                </a:lnTo>
                <a:lnTo>
                  <a:pt x="320" y="262"/>
                </a:lnTo>
                <a:lnTo>
                  <a:pt x="322" y="262"/>
                </a:lnTo>
                <a:lnTo>
                  <a:pt x="323" y="261"/>
                </a:lnTo>
                <a:lnTo>
                  <a:pt x="323" y="260"/>
                </a:lnTo>
                <a:lnTo>
                  <a:pt x="324" y="260"/>
                </a:lnTo>
                <a:lnTo>
                  <a:pt x="326" y="259"/>
                </a:lnTo>
                <a:lnTo>
                  <a:pt x="325" y="258"/>
                </a:lnTo>
                <a:lnTo>
                  <a:pt x="325" y="256"/>
                </a:lnTo>
                <a:lnTo>
                  <a:pt x="324" y="256"/>
                </a:lnTo>
                <a:lnTo>
                  <a:pt x="324" y="255"/>
                </a:lnTo>
                <a:lnTo>
                  <a:pt x="325" y="255"/>
                </a:lnTo>
                <a:lnTo>
                  <a:pt x="326" y="254"/>
                </a:lnTo>
                <a:lnTo>
                  <a:pt x="325" y="251"/>
                </a:lnTo>
                <a:lnTo>
                  <a:pt x="325" y="251"/>
                </a:lnTo>
                <a:lnTo>
                  <a:pt x="328" y="248"/>
                </a:lnTo>
                <a:lnTo>
                  <a:pt x="333" y="248"/>
                </a:lnTo>
                <a:lnTo>
                  <a:pt x="333" y="248"/>
                </a:lnTo>
                <a:lnTo>
                  <a:pt x="333" y="247"/>
                </a:lnTo>
                <a:lnTo>
                  <a:pt x="332" y="247"/>
                </a:lnTo>
                <a:lnTo>
                  <a:pt x="333" y="246"/>
                </a:lnTo>
                <a:lnTo>
                  <a:pt x="333" y="245"/>
                </a:lnTo>
                <a:lnTo>
                  <a:pt x="334" y="245"/>
                </a:lnTo>
                <a:lnTo>
                  <a:pt x="335" y="245"/>
                </a:lnTo>
                <a:lnTo>
                  <a:pt x="336" y="245"/>
                </a:lnTo>
                <a:lnTo>
                  <a:pt x="337" y="245"/>
                </a:lnTo>
                <a:lnTo>
                  <a:pt x="339" y="244"/>
                </a:lnTo>
                <a:lnTo>
                  <a:pt x="339" y="244"/>
                </a:lnTo>
                <a:lnTo>
                  <a:pt x="339" y="245"/>
                </a:lnTo>
                <a:lnTo>
                  <a:pt x="340" y="246"/>
                </a:lnTo>
                <a:lnTo>
                  <a:pt x="343" y="249"/>
                </a:lnTo>
                <a:lnTo>
                  <a:pt x="343" y="250"/>
                </a:lnTo>
                <a:lnTo>
                  <a:pt x="344" y="251"/>
                </a:lnTo>
                <a:lnTo>
                  <a:pt x="343" y="252"/>
                </a:lnTo>
                <a:lnTo>
                  <a:pt x="343" y="252"/>
                </a:lnTo>
                <a:lnTo>
                  <a:pt x="345" y="253"/>
                </a:lnTo>
                <a:lnTo>
                  <a:pt x="345" y="255"/>
                </a:lnTo>
                <a:lnTo>
                  <a:pt x="346" y="255"/>
                </a:lnTo>
                <a:lnTo>
                  <a:pt x="346" y="256"/>
                </a:lnTo>
                <a:lnTo>
                  <a:pt x="347" y="256"/>
                </a:lnTo>
                <a:lnTo>
                  <a:pt x="347" y="256"/>
                </a:lnTo>
                <a:lnTo>
                  <a:pt x="347" y="255"/>
                </a:lnTo>
                <a:lnTo>
                  <a:pt x="348" y="255"/>
                </a:lnTo>
                <a:lnTo>
                  <a:pt x="349" y="255"/>
                </a:lnTo>
                <a:lnTo>
                  <a:pt x="349" y="256"/>
                </a:lnTo>
                <a:lnTo>
                  <a:pt x="348" y="256"/>
                </a:lnTo>
                <a:lnTo>
                  <a:pt x="349" y="257"/>
                </a:lnTo>
                <a:lnTo>
                  <a:pt x="349" y="258"/>
                </a:lnTo>
                <a:lnTo>
                  <a:pt x="349" y="258"/>
                </a:lnTo>
                <a:lnTo>
                  <a:pt x="350" y="260"/>
                </a:lnTo>
                <a:lnTo>
                  <a:pt x="350" y="260"/>
                </a:lnTo>
                <a:lnTo>
                  <a:pt x="350" y="262"/>
                </a:lnTo>
                <a:lnTo>
                  <a:pt x="349" y="262"/>
                </a:lnTo>
                <a:lnTo>
                  <a:pt x="349" y="261"/>
                </a:lnTo>
                <a:lnTo>
                  <a:pt x="348" y="261"/>
                </a:lnTo>
                <a:lnTo>
                  <a:pt x="347" y="262"/>
                </a:lnTo>
                <a:lnTo>
                  <a:pt x="347" y="263"/>
                </a:lnTo>
                <a:lnTo>
                  <a:pt x="347" y="264"/>
                </a:lnTo>
                <a:lnTo>
                  <a:pt x="348" y="264"/>
                </a:lnTo>
                <a:lnTo>
                  <a:pt x="349" y="265"/>
                </a:lnTo>
                <a:lnTo>
                  <a:pt x="349" y="266"/>
                </a:lnTo>
                <a:lnTo>
                  <a:pt x="350" y="267"/>
                </a:lnTo>
                <a:lnTo>
                  <a:pt x="351" y="268"/>
                </a:lnTo>
                <a:lnTo>
                  <a:pt x="350" y="269"/>
                </a:lnTo>
                <a:lnTo>
                  <a:pt x="352" y="269"/>
                </a:lnTo>
                <a:lnTo>
                  <a:pt x="352" y="270"/>
                </a:lnTo>
                <a:lnTo>
                  <a:pt x="352" y="271"/>
                </a:lnTo>
                <a:lnTo>
                  <a:pt x="352" y="272"/>
                </a:lnTo>
                <a:lnTo>
                  <a:pt x="355" y="271"/>
                </a:lnTo>
                <a:lnTo>
                  <a:pt x="357" y="270"/>
                </a:lnTo>
                <a:lnTo>
                  <a:pt x="358" y="271"/>
                </a:lnTo>
                <a:lnTo>
                  <a:pt x="359" y="270"/>
                </a:lnTo>
                <a:lnTo>
                  <a:pt x="360" y="270"/>
                </a:lnTo>
                <a:lnTo>
                  <a:pt x="360" y="270"/>
                </a:lnTo>
                <a:lnTo>
                  <a:pt x="361" y="271"/>
                </a:lnTo>
                <a:lnTo>
                  <a:pt x="362" y="271"/>
                </a:lnTo>
                <a:lnTo>
                  <a:pt x="366" y="271"/>
                </a:lnTo>
                <a:lnTo>
                  <a:pt x="366" y="270"/>
                </a:lnTo>
                <a:lnTo>
                  <a:pt x="368" y="270"/>
                </a:lnTo>
                <a:lnTo>
                  <a:pt x="368" y="268"/>
                </a:lnTo>
                <a:lnTo>
                  <a:pt x="368" y="268"/>
                </a:lnTo>
                <a:lnTo>
                  <a:pt x="369" y="267"/>
                </a:lnTo>
                <a:lnTo>
                  <a:pt x="369" y="265"/>
                </a:lnTo>
                <a:lnTo>
                  <a:pt x="368" y="264"/>
                </a:lnTo>
                <a:lnTo>
                  <a:pt x="368" y="264"/>
                </a:lnTo>
                <a:lnTo>
                  <a:pt x="369" y="264"/>
                </a:lnTo>
                <a:lnTo>
                  <a:pt x="369" y="263"/>
                </a:lnTo>
                <a:lnTo>
                  <a:pt x="367" y="263"/>
                </a:lnTo>
                <a:lnTo>
                  <a:pt x="367" y="262"/>
                </a:lnTo>
                <a:lnTo>
                  <a:pt x="366" y="261"/>
                </a:lnTo>
                <a:lnTo>
                  <a:pt x="367" y="260"/>
                </a:lnTo>
                <a:lnTo>
                  <a:pt x="366" y="259"/>
                </a:lnTo>
                <a:lnTo>
                  <a:pt x="366" y="257"/>
                </a:lnTo>
                <a:lnTo>
                  <a:pt x="366" y="255"/>
                </a:lnTo>
                <a:lnTo>
                  <a:pt x="367" y="254"/>
                </a:lnTo>
                <a:lnTo>
                  <a:pt x="367" y="252"/>
                </a:lnTo>
                <a:lnTo>
                  <a:pt x="366" y="252"/>
                </a:lnTo>
                <a:lnTo>
                  <a:pt x="365" y="252"/>
                </a:lnTo>
                <a:lnTo>
                  <a:pt x="364" y="250"/>
                </a:lnTo>
                <a:lnTo>
                  <a:pt x="364" y="250"/>
                </a:lnTo>
                <a:lnTo>
                  <a:pt x="364" y="249"/>
                </a:lnTo>
                <a:lnTo>
                  <a:pt x="365" y="248"/>
                </a:lnTo>
                <a:lnTo>
                  <a:pt x="367" y="247"/>
                </a:lnTo>
                <a:lnTo>
                  <a:pt x="367" y="246"/>
                </a:lnTo>
                <a:lnTo>
                  <a:pt x="367" y="245"/>
                </a:lnTo>
                <a:lnTo>
                  <a:pt x="369" y="246"/>
                </a:lnTo>
                <a:lnTo>
                  <a:pt x="368" y="247"/>
                </a:lnTo>
                <a:lnTo>
                  <a:pt x="370" y="247"/>
                </a:lnTo>
                <a:lnTo>
                  <a:pt x="370" y="248"/>
                </a:lnTo>
                <a:lnTo>
                  <a:pt x="372" y="249"/>
                </a:lnTo>
                <a:lnTo>
                  <a:pt x="374" y="248"/>
                </a:lnTo>
                <a:lnTo>
                  <a:pt x="374" y="251"/>
                </a:lnTo>
                <a:lnTo>
                  <a:pt x="376" y="253"/>
                </a:lnTo>
                <a:lnTo>
                  <a:pt x="376" y="255"/>
                </a:lnTo>
                <a:lnTo>
                  <a:pt x="377" y="255"/>
                </a:lnTo>
                <a:lnTo>
                  <a:pt x="378" y="257"/>
                </a:lnTo>
                <a:lnTo>
                  <a:pt x="378" y="257"/>
                </a:lnTo>
                <a:lnTo>
                  <a:pt x="379" y="258"/>
                </a:lnTo>
                <a:lnTo>
                  <a:pt x="378" y="259"/>
                </a:lnTo>
                <a:lnTo>
                  <a:pt x="379" y="259"/>
                </a:lnTo>
                <a:lnTo>
                  <a:pt x="380" y="259"/>
                </a:lnTo>
                <a:lnTo>
                  <a:pt x="380" y="258"/>
                </a:lnTo>
                <a:lnTo>
                  <a:pt x="380" y="257"/>
                </a:lnTo>
                <a:lnTo>
                  <a:pt x="381" y="256"/>
                </a:lnTo>
                <a:lnTo>
                  <a:pt x="382" y="255"/>
                </a:lnTo>
                <a:lnTo>
                  <a:pt x="382" y="255"/>
                </a:lnTo>
                <a:lnTo>
                  <a:pt x="382" y="254"/>
                </a:lnTo>
                <a:lnTo>
                  <a:pt x="382" y="254"/>
                </a:lnTo>
                <a:lnTo>
                  <a:pt x="382" y="254"/>
                </a:lnTo>
                <a:lnTo>
                  <a:pt x="382" y="253"/>
                </a:lnTo>
                <a:lnTo>
                  <a:pt x="382" y="253"/>
                </a:lnTo>
                <a:lnTo>
                  <a:pt x="383" y="252"/>
                </a:lnTo>
                <a:lnTo>
                  <a:pt x="384" y="252"/>
                </a:lnTo>
                <a:lnTo>
                  <a:pt x="384" y="251"/>
                </a:lnTo>
                <a:lnTo>
                  <a:pt x="384" y="250"/>
                </a:lnTo>
                <a:lnTo>
                  <a:pt x="385" y="250"/>
                </a:lnTo>
                <a:lnTo>
                  <a:pt x="384" y="249"/>
                </a:lnTo>
                <a:lnTo>
                  <a:pt x="386" y="247"/>
                </a:lnTo>
                <a:lnTo>
                  <a:pt x="387" y="248"/>
                </a:lnTo>
                <a:lnTo>
                  <a:pt x="388" y="246"/>
                </a:lnTo>
                <a:lnTo>
                  <a:pt x="390" y="245"/>
                </a:lnTo>
                <a:lnTo>
                  <a:pt x="390" y="245"/>
                </a:lnTo>
                <a:lnTo>
                  <a:pt x="391" y="245"/>
                </a:lnTo>
                <a:lnTo>
                  <a:pt x="391" y="244"/>
                </a:lnTo>
                <a:lnTo>
                  <a:pt x="391" y="244"/>
                </a:lnTo>
                <a:lnTo>
                  <a:pt x="393" y="245"/>
                </a:lnTo>
                <a:lnTo>
                  <a:pt x="394" y="244"/>
                </a:lnTo>
                <a:lnTo>
                  <a:pt x="396" y="241"/>
                </a:lnTo>
                <a:lnTo>
                  <a:pt x="397" y="241"/>
                </a:lnTo>
                <a:lnTo>
                  <a:pt x="397" y="239"/>
                </a:lnTo>
                <a:lnTo>
                  <a:pt x="398" y="238"/>
                </a:lnTo>
                <a:lnTo>
                  <a:pt x="399" y="238"/>
                </a:lnTo>
                <a:lnTo>
                  <a:pt x="401" y="238"/>
                </a:lnTo>
                <a:lnTo>
                  <a:pt x="401" y="237"/>
                </a:lnTo>
                <a:lnTo>
                  <a:pt x="401" y="237"/>
                </a:lnTo>
                <a:lnTo>
                  <a:pt x="403" y="238"/>
                </a:lnTo>
                <a:lnTo>
                  <a:pt x="403" y="238"/>
                </a:lnTo>
                <a:lnTo>
                  <a:pt x="404" y="237"/>
                </a:lnTo>
                <a:lnTo>
                  <a:pt x="405" y="236"/>
                </a:lnTo>
                <a:lnTo>
                  <a:pt x="405" y="237"/>
                </a:lnTo>
                <a:lnTo>
                  <a:pt x="405" y="236"/>
                </a:lnTo>
                <a:lnTo>
                  <a:pt x="405" y="236"/>
                </a:lnTo>
                <a:lnTo>
                  <a:pt x="406" y="235"/>
                </a:lnTo>
                <a:lnTo>
                  <a:pt x="406" y="234"/>
                </a:lnTo>
                <a:lnTo>
                  <a:pt x="406" y="233"/>
                </a:lnTo>
                <a:lnTo>
                  <a:pt x="406" y="233"/>
                </a:lnTo>
                <a:lnTo>
                  <a:pt x="406" y="232"/>
                </a:lnTo>
                <a:lnTo>
                  <a:pt x="408" y="231"/>
                </a:lnTo>
                <a:lnTo>
                  <a:pt x="410" y="231"/>
                </a:lnTo>
                <a:lnTo>
                  <a:pt x="410" y="230"/>
                </a:lnTo>
                <a:lnTo>
                  <a:pt x="413" y="231"/>
                </a:lnTo>
                <a:lnTo>
                  <a:pt x="414" y="231"/>
                </a:lnTo>
                <a:lnTo>
                  <a:pt x="413" y="230"/>
                </a:lnTo>
                <a:lnTo>
                  <a:pt x="414" y="229"/>
                </a:lnTo>
                <a:lnTo>
                  <a:pt x="413" y="229"/>
                </a:lnTo>
                <a:lnTo>
                  <a:pt x="412" y="228"/>
                </a:lnTo>
                <a:lnTo>
                  <a:pt x="414" y="227"/>
                </a:lnTo>
                <a:lnTo>
                  <a:pt x="416" y="227"/>
                </a:lnTo>
                <a:lnTo>
                  <a:pt x="416" y="227"/>
                </a:lnTo>
                <a:lnTo>
                  <a:pt x="416" y="228"/>
                </a:lnTo>
                <a:lnTo>
                  <a:pt x="417" y="228"/>
                </a:lnTo>
                <a:lnTo>
                  <a:pt x="419" y="228"/>
                </a:lnTo>
                <a:lnTo>
                  <a:pt x="421" y="229"/>
                </a:lnTo>
                <a:lnTo>
                  <a:pt x="421" y="228"/>
                </a:lnTo>
                <a:lnTo>
                  <a:pt x="422" y="227"/>
                </a:lnTo>
                <a:lnTo>
                  <a:pt x="422" y="228"/>
                </a:lnTo>
                <a:lnTo>
                  <a:pt x="423" y="227"/>
                </a:lnTo>
                <a:lnTo>
                  <a:pt x="424" y="227"/>
                </a:lnTo>
                <a:lnTo>
                  <a:pt x="426" y="225"/>
                </a:lnTo>
                <a:lnTo>
                  <a:pt x="425" y="225"/>
                </a:lnTo>
                <a:lnTo>
                  <a:pt x="425" y="223"/>
                </a:lnTo>
                <a:lnTo>
                  <a:pt x="426" y="221"/>
                </a:lnTo>
                <a:lnTo>
                  <a:pt x="430" y="220"/>
                </a:lnTo>
                <a:lnTo>
                  <a:pt x="431" y="220"/>
                </a:lnTo>
                <a:lnTo>
                  <a:pt x="432" y="216"/>
                </a:lnTo>
                <a:lnTo>
                  <a:pt x="432" y="215"/>
                </a:lnTo>
                <a:lnTo>
                  <a:pt x="432" y="215"/>
                </a:lnTo>
                <a:lnTo>
                  <a:pt x="432" y="214"/>
                </a:lnTo>
                <a:lnTo>
                  <a:pt x="432" y="214"/>
                </a:lnTo>
                <a:lnTo>
                  <a:pt x="432" y="212"/>
                </a:lnTo>
                <a:lnTo>
                  <a:pt x="430" y="212"/>
                </a:lnTo>
                <a:lnTo>
                  <a:pt x="429" y="211"/>
                </a:lnTo>
                <a:lnTo>
                  <a:pt x="429" y="212"/>
                </a:lnTo>
                <a:lnTo>
                  <a:pt x="428" y="211"/>
                </a:lnTo>
                <a:lnTo>
                  <a:pt x="427" y="211"/>
                </a:lnTo>
                <a:lnTo>
                  <a:pt x="427" y="212"/>
                </a:lnTo>
                <a:lnTo>
                  <a:pt x="426" y="210"/>
                </a:lnTo>
                <a:lnTo>
                  <a:pt x="425" y="210"/>
                </a:lnTo>
                <a:lnTo>
                  <a:pt x="425" y="210"/>
                </a:lnTo>
                <a:lnTo>
                  <a:pt x="425" y="209"/>
                </a:lnTo>
                <a:lnTo>
                  <a:pt x="425" y="208"/>
                </a:lnTo>
                <a:lnTo>
                  <a:pt x="427" y="209"/>
                </a:lnTo>
                <a:lnTo>
                  <a:pt x="427" y="208"/>
                </a:lnTo>
                <a:lnTo>
                  <a:pt x="426" y="207"/>
                </a:lnTo>
                <a:lnTo>
                  <a:pt x="428" y="207"/>
                </a:lnTo>
                <a:lnTo>
                  <a:pt x="428" y="207"/>
                </a:lnTo>
                <a:lnTo>
                  <a:pt x="428" y="206"/>
                </a:lnTo>
                <a:lnTo>
                  <a:pt x="427" y="205"/>
                </a:lnTo>
                <a:lnTo>
                  <a:pt x="427" y="204"/>
                </a:lnTo>
                <a:lnTo>
                  <a:pt x="427" y="203"/>
                </a:lnTo>
                <a:lnTo>
                  <a:pt x="426" y="202"/>
                </a:lnTo>
                <a:lnTo>
                  <a:pt x="426" y="202"/>
                </a:lnTo>
                <a:lnTo>
                  <a:pt x="424" y="199"/>
                </a:lnTo>
                <a:lnTo>
                  <a:pt x="424" y="199"/>
                </a:lnTo>
                <a:lnTo>
                  <a:pt x="423" y="198"/>
                </a:lnTo>
                <a:lnTo>
                  <a:pt x="423" y="197"/>
                </a:lnTo>
                <a:lnTo>
                  <a:pt x="423" y="197"/>
                </a:lnTo>
                <a:lnTo>
                  <a:pt x="423" y="195"/>
                </a:lnTo>
                <a:lnTo>
                  <a:pt x="422" y="194"/>
                </a:lnTo>
                <a:lnTo>
                  <a:pt x="421" y="193"/>
                </a:lnTo>
                <a:lnTo>
                  <a:pt x="420" y="192"/>
                </a:lnTo>
                <a:lnTo>
                  <a:pt x="418" y="191"/>
                </a:lnTo>
                <a:lnTo>
                  <a:pt x="418" y="191"/>
                </a:lnTo>
                <a:lnTo>
                  <a:pt x="418" y="190"/>
                </a:lnTo>
                <a:lnTo>
                  <a:pt x="418" y="188"/>
                </a:lnTo>
                <a:lnTo>
                  <a:pt x="416" y="189"/>
                </a:lnTo>
                <a:lnTo>
                  <a:pt x="414" y="191"/>
                </a:lnTo>
                <a:lnTo>
                  <a:pt x="413" y="192"/>
                </a:lnTo>
                <a:lnTo>
                  <a:pt x="412" y="194"/>
                </a:lnTo>
                <a:lnTo>
                  <a:pt x="409" y="196"/>
                </a:lnTo>
                <a:lnTo>
                  <a:pt x="406" y="197"/>
                </a:lnTo>
                <a:lnTo>
                  <a:pt x="405" y="196"/>
                </a:lnTo>
                <a:lnTo>
                  <a:pt x="405" y="195"/>
                </a:lnTo>
                <a:lnTo>
                  <a:pt x="405" y="191"/>
                </a:lnTo>
                <a:lnTo>
                  <a:pt x="404" y="191"/>
                </a:lnTo>
                <a:lnTo>
                  <a:pt x="404" y="190"/>
                </a:lnTo>
                <a:lnTo>
                  <a:pt x="403" y="190"/>
                </a:lnTo>
                <a:lnTo>
                  <a:pt x="402" y="189"/>
                </a:lnTo>
                <a:lnTo>
                  <a:pt x="401" y="187"/>
                </a:lnTo>
                <a:lnTo>
                  <a:pt x="402" y="186"/>
                </a:lnTo>
                <a:lnTo>
                  <a:pt x="402" y="186"/>
                </a:lnTo>
                <a:lnTo>
                  <a:pt x="401" y="186"/>
                </a:lnTo>
                <a:lnTo>
                  <a:pt x="401" y="185"/>
                </a:lnTo>
                <a:lnTo>
                  <a:pt x="401" y="185"/>
                </a:lnTo>
                <a:lnTo>
                  <a:pt x="402" y="185"/>
                </a:lnTo>
                <a:lnTo>
                  <a:pt x="401" y="185"/>
                </a:lnTo>
                <a:lnTo>
                  <a:pt x="399" y="182"/>
                </a:lnTo>
                <a:lnTo>
                  <a:pt x="400" y="182"/>
                </a:lnTo>
                <a:lnTo>
                  <a:pt x="399" y="180"/>
                </a:lnTo>
                <a:lnTo>
                  <a:pt x="400" y="179"/>
                </a:lnTo>
                <a:lnTo>
                  <a:pt x="399" y="177"/>
                </a:lnTo>
                <a:lnTo>
                  <a:pt x="400" y="176"/>
                </a:lnTo>
                <a:lnTo>
                  <a:pt x="400" y="176"/>
                </a:lnTo>
                <a:lnTo>
                  <a:pt x="401" y="175"/>
                </a:lnTo>
                <a:lnTo>
                  <a:pt x="401" y="174"/>
                </a:lnTo>
                <a:lnTo>
                  <a:pt x="399" y="173"/>
                </a:lnTo>
                <a:lnTo>
                  <a:pt x="399" y="172"/>
                </a:lnTo>
                <a:lnTo>
                  <a:pt x="399" y="171"/>
                </a:lnTo>
                <a:lnTo>
                  <a:pt x="399" y="170"/>
                </a:lnTo>
                <a:lnTo>
                  <a:pt x="396" y="169"/>
                </a:lnTo>
                <a:lnTo>
                  <a:pt x="395" y="167"/>
                </a:lnTo>
                <a:lnTo>
                  <a:pt x="396" y="167"/>
                </a:lnTo>
                <a:lnTo>
                  <a:pt x="396" y="167"/>
                </a:lnTo>
                <a:lnTo>
                  <a:pt x="395" y="165"/>
                </a:lnTo>
                <a:lnTo>
                  <a:pt x="393" y="165"/>
                </a:lnTo>
                <a:lnTo>
                  <a:pt x="393" y="165"/>
                </a:lnTo>
                <a:lnTo>
                  <a:pt x="393" y="166"/>
                </a:lnTo>
                <a:lnTo>
                  <a:pt x="391" y="166"/>
                </a:lnTo>
                <a:lnTo>
                  <a:pt x="390" y="165"/>
                </a:lnTo>
                <a:lnTo>
                  <a:pt x="390" y="164"/>
                </a:lnTo>
                <a:lnTo>
                  <a:pt x="391" y="164"/>
                </a:lnTo>
                <a:lnTo>
                  <a:pt x="391" y="163"/>
                </a:lnTo>
                <a:lnTo>
                  <a:pt x="391" y="162"/>
                </a:lnTo>
                <a:lnTo>
                  <a:pt x="392" y="161"/>
                </a:lnTo>
                <a:lnTo>
                  <a:pt x="391" y="160"/>
                </a:lnTo>
                <a:lnTo>
                  <a:pt x="391" y="159"/>
                </a:lnTo>
                <a:lnTo>
                  <a:pt x="392" y="158"/>
                </a:lnTo>
                <a:lnTo>
                  <a:pt x="392" y="159"/>
                </a:lnTo>
                <a:lnTo>
                  <a:pt x="393" y="158"/>
                </a:lnTo>
                <a:lnTo>
                  <a:pt x="393" y="159"/>
                </a:lnTo>
                <a:lnTo>
                  <a:pt x="395" y="159"/>
                </a:lnTo>
                <a:lnTo>
                  <a:pt x="396" y="161"/>
                </a:lnTo>
                <a:lnTo>
                  <a:pt x="398" y="161"/>
                </a:lnTo>
                <a:lnTo>
                  <a:pt x="399" y="162"/>
                </a:lnTo>
                <a:lnTo>
                  <a:pt x="400" y="162"/>
                </a:lnTo>
                <a:lnTo>
                  <a:pt x="400" y="160"/>
                </a:lnTo>
                <a:lnTo>
                  <a:pt x="401" y="160"/>
                </a:lnTo>
                <a:lnTo>
                  <a:pt x="400" y="159"/>
                </a:lnTo>
                <a:lnTo>
                  <a:pt x="402" y="159"/>
                </a:lnTo>
                <a:lnTo>
                  <a:pt x="403" y="160"/>
                </a:lnTo>
                <a:lnTo>
                  <a:pt x="403" y="162"/>
                </a:lnTo>
                <a:lnTo>
                  <a:pt x="404" y="161"/>
                </a:lnTo>
                <a:lnTo>
                  <a:pt x="405" y="161"/>
                </a:lnTo>
                <a:lnTo>
                  <a:pt x="405" y="162"/>
                </a:lnTo>
                <a:lnTo>
                  <a:pt x="406" y="163"/>
                </a:lnTo>
                <a:lnTo>
                  <a:pt x="407" y="163"/>
                </a:lnTo>
                <a:lnTo>
                  <a:pt x="407" y="162"/>
                </a:lnTo>
                <a:lnTo>
                  <a:pt x="408" y="161"/>
                </a:lnTo>
                <a:lnTo>
                  <a:pt x="407" y="160"/>
                </a:lnTo>
                <a:lnTo>
                  <a:pt x="407" y="159"/>
                </a:lnTo>
                <a:lnTo>
                  <a:pt x="407" y="158"/>
                </a:lnTo>
                <a:lnTo>
                  <a:pt x="406" y="154"/>
                </a:lnTo>
                <a:lnTo>
                  <a:pt x="410" y="153"/>
                </a:lnTo>
                <a:lnTo>
                  <a:pt x="411" y="152"/>
                </a:lnTo>
                <a:lnTo>
                  <a:pt x="411" y="151"/>
                </a:lnTo>
                <a:lnTo>
                  <a:pt x="411" y="151"/>
                </a:lnTo>
                <a:lnTo>
                  <a:pt x="411" y="150"/>
                </a:lnTo>
                <a:lnTo>
                  <a:pt x="412" y="149"/>
                </a:lnTo>
                <a:lnTo>
                  <a:pt x="408" y="146"/>
                </a:lnTo>
                <a:lnTo>
                  <a:pt x="407" y="143"/>
                </a:lnTo>
                <a:lnTo>
                  <a:pt x="408" y="142"/>
                </a:lnTo>
                <a:lnTo>
                  <a:pt x="408" y="142"/>
                </a:lnTo>
                <a:lnTo>
                  <a:pt x="408" y="141"/>
                </a:lnTo>
                <a:lnTo>
                  <a:pt x="409" y="142"/>
                </a:lnTo>
                <a:lnTo>
                  <a:pt x="410" y="141"/>
                </a:lnTo>
                <a:lnTo>
                  <a:pt x="411" y="142"/>
                </a:lnTo>
                <a:lnTo>
                  <a:pt x="412" y="141"/>
                </a:lnTo>
                <a:lnTo>
                  <a:pt x="411" y="140"/>
                </a:lnTo>
                <a:lnTo>
                  <a:pt x="416" y="138"/>
                </a:lnTo>
                <a:lnTo>
                  <a:pt x="416" y="138"/>
                </a:lnTo>
                <a:lnTo>
                  <a:pt x="416" y="136"/>
                </a:lnTo>
                <a:lnTo>
                  <a:pt x="415" y="136"/>
                </a:lnTo>
                <a:lnTo>
                  <a:pt x="416" y="135"/>
                </a:lnTo>
                <a:lnTo>
                  <a:pt x="415" y="135"/>
                </a:lnTo>
                <a:lnTo>
                  <a:pt x="415" y="134"/>
                </a:lnTo>
                <a:lnTo>
                  <a:pt x="415" y="134"/>
                </a:lnTo>
                <a:lnTo>
                  <a:pt x="415" y="136"/>
                </a:lnTo>
                <a:lnTo>
                  <a:pt x="414" y="136"/>
                </a:lnTo>
                <a:lnTo>
                  <a:pt x="414" y="135"/>
                </a:lnTo>
                <a:lnTo>
                  <a:pt x="414" y="133"/>
                </a:lnTo>
                <a:lnTo>
                  <a:pt x="413" y="133"/>
                </a:lnTo>
                <a:lnTo>
                  <a:pt x="412" y="134"/>
                </a:lnTo>
                <a:lnTo>
                  <a:pt x="410" y="133"/>
                </a:lnTo>
                <a:lnTo>
                  <a:pt x="410" y="133"/>
                </a:lnTo>
                <a:lnTo>
                  <a:pt x="411" y="133"/>
                </a:lnTo>
                <a:lnTo>
                  <a:pt x="412" y="134"/>
                </a:lnTo>
                <a:lnTo>
                  <a:pt x="412" y="136"/>
                </a:lnTo>
                <a:lnTo>
                  <a:pt x="412" y="136"/>
                </a:lnTo>
                <a:lnTo>
                  <a:pt x="411" y="136"/>
                </a:lnTo>
                <a:lnTo>
                  <a:pt x="410" y="136"/>
                </a:lnTo>
                <a:lnTo>
                  <a:pt x="410" y="137"/>
                </a:lnTo>
                <a:lnTo>
                  <a:pt x="409" y="139"/>
                </a:lnTo>
                <a:lnTo>
                  <a:pt x="408" y="139"/>
                </a:lnTo>
                <a:lnTo>
                  <a:pt x="407" y="139"/>
                </a:lnTo>
                <a:lnTo>
                  <a:pt x="407" y="139"/>
                </a:lnTo>
                <a:lnTo>
                  <a:pt x="407" y="139"/>
                </a:lnTo>
                <a:lnTo>
                  <a:pt x="405" y="138"/>
                </a:lnTo>
                <a:lnTo>
                  <a:pt x="404" y="135"/>
                </a:lnTo>
                <a:lnTo>
                  <a:pt x="404" y="135"/>
                </a:lnTo>
                <a:lnTo>
                  <a:pt x="403" y="135"/>
                </a:lnTo>
                <a:lnTo>
                  <a:pt x="403" y="135"/>
                </a:lnTo>
                <a:lnTo>
                  <a:pt x="402" y="135"/>
                </a:lnTo>
                <a:lnTo>
                  <a:pt x="402" y="134"/>
                </a:lnTo>
                <a:lnTo>
                  <a:pt x="403" y="133"/>
                </a:lnTo>
                <a:lnTo>
                  <a:pt x="403" y="132"/>
                </a:lnTo>
                <a:lnTo>
                  <a:pt x="400" y="132"/>
                </a:lnTo>
                <a:lnTo>
                  <a:pt x="399" y="132"/>
                </a:lnTo>
                <a:lnTo>
                  <a:pt x="398" y="130"/>
                </a:lnTo>
                <a:lnTo>
                  <a:pt x="395" y="127"/>
                </a:lnTo>
                <a:lnTo>
                  <a:pt x="397" y="126"/>
                </a:lnTo>
                <a:lnTo>
                  <a:pt x="397" y="124"/>
                </a:lnTo>
                <a:lnTo>
                  <a:pt x="397" y="122"/>
                </a:lnTo>
                <a:lnTo>
                  <a:pt x="400" y="121"/>
                </a:lnTo>
                <a:lnTo>
                  <a:pt x="401" y="119"/>
                </a:lnTo>
                <a:lnTo>
                  <a:pt x="405" y="116"/>
                </a:lnTo>
                <a:lnTo>
                  <a:pt x="406" y="115"/>
                </a:lnTo>
                <a:lnTo>
                  <a:pt x="406" y="112"/>
                </a:lnTo>
                <a:lnTo>
                  <a:pt x="410" y="109"/>
                </a:lnTo>
                <a:lnTo>
                  <a:pt x="412" y="105"/>
                </a:lnTo>
                <a:lnTo>
                  <a:pt x="416" y="99"/>
                </a:lnTo>
                <a:lnTo>
                  <a:pt x="418" y="96"/>
                </a:lnTo>
                <a:lnTo>
                  <a:pt x="419" y="97"/>
                </a:lnTo>
                <a:lnTo>
                  <a:pt x="419" y="98"/>
                </a:lnTo>
                <a:lnTo>
                  <a:pt x="420" y="98"/>
                </a:lnTo>
                <a:lnTo>
                  <a:pt x="420" y="99"/>
                </a:lnTo>
                <a:lnTo>
                  <a:pt x="420" y="99"/>
                </a:lnTo>
                <a:lnTo>
                  <a:pt x="420" y="100"/>
                </a:lnTo>
                <a:lnTo>
                  <a:pt x="421" y="101"/>
                </a:lnTo>
                <a:lnTo>
                  <a:pt x="422" y="102"/>
                </a:lnTo>
                <a:lnTo>
                  <a:pt x="422" y="103"/>
                </a:lnTo>
                <a:lnTo>
                  <a:pt x="423" y="103"/>
                </a:lnTo>
                <a:lnTo>
                  <a:pt x="423" y="104"/>
                </a:lnTo>
                <a:lnTo>
                  <a:pt x="423" y="105"/>
                </a:lnTo>
                <a:lnTo>
                  <a:pt x="422" y="105"/>
                </a:lnTo>
                <a:lnTo>
                  <a:pt x="423" y="105"/>
                </a:lnTo>
                <a:lnTo>
                  <a:pt x="423" y="104"/>
                </a:lnTo>
                <a:lnTo>
                  <a:pt x="424" y="104"/>
                </a:lnTo>
                <a:lnTo>
                  <a:pt x="424" y="103"/>
                </a:lnTo>
                <a:lnTo>
                  <a:pt x="424" y="101"/>
                </a:lnTo>
                <a:lnTo>
                  <a:pt x="424" y="101"/>
                </a:lnTo>
                <a:lnTo>
                  <a:pt x="424" y="100"/>
                </a:lnTo>
                <a:lnTo>
                  <a:pt x="423" y="99"/>
                </a:lnTo>
                <a:lnTo>
                  <a:pt x="423" y="98"/>
                </a:lnTo>
                <a:lnTo>
                  <a:pt x="422" y="97"/>
                </a:lnTo>
                <a:lnTo>
                  <a:pt x="423" y="97"/>
                </a:lnTo>
                <a:lnTo>
                  <a:pt x="422" y="96"/>
                </a:lnTo>
                <a:lnTo>
                  <a:pt x="423" y="95"/>
                </a:lnTo>
                <a:lnTo>
                  <a:pt x="422" y="95"/>
                </a:lnTo>
                <a:lnTo>
                  <a:pt x="423" y="93"/>
                </a:lnTo>
                <a:lnTo>
                  <a:pt x="423" y="91"/>
                </a:lnTo>
                <a:lnTo>
                  <a:pt x="423" y="90"/>
                </a:lnTo>
                <a:lnTo>
                  <a:pt x="423" y="90"/>
                </a:lnTo>
                <a:lnTo>
                  <a:pt x="423" y="88"/>
                </a:lnTo>
                <a:lnTo>
                  <a:pt x="423" y="88"/>
                </a:lnTo>
                <a:lnTo>
                  <a:pt x="423" y="86"/>
                </a:lnTo>
                <a:lnTo>
                  <a:pt x="424" y="86"/>
                </a:lnTo>
                <a:lnTo>
                  <a:pt x="424" y="85"/>
                </a:lnTo>
                <a:lnTo>
                  <a:pt x="424" y="84"/>
                </a:lnTo>
                <a:lnTo>
                  <a:pt x="424" y="83"/>
                </a:lnTo>
                <a:lnTo>
                  <a:pt x="424" y="82"/>
                </a:lnTo>
                <a:lnTo>
                  <a:pt x="424" y="81"/>
                </a:lnTo>
                <a:lnTo>
                  <a:pt x="424" y="81"/>
                </a:lnTo>
                <a:lnTo>
                  <a:pt x="425" y="80"/>
                </a:lnTo>
                <a:lnTo>
                  <a:pt x="426" y="80"/>
                </a:lnTo>
                <a:lnTo>
                  <a:pt x="427" y="80"/>
                </a:lnTo>
                <a:lnTo>
                  <a:pt x="427" y="80"/>
                </a:lnTo>
                <a:lnTo>
                  <a:pt x="428" y="81"/>
                </a:lnTo>
                <a:lnTo>
                  <a:pt x="429" y="80"/>
                </a:lnTo>
                <a:lnTo>
                  <a:pt x="429" y="79"/>
                </a:lnTo>
                <a:lnTo>
                  <a:pt x="430" y="79"/>
                </a:lnTo>
                <a:lnTo>
                  <a:pt x="429" y="77"/>
                </a:lnTo>
                <a:lnTo>
                  <a:pt x="430" y="76"/>
                </a:lnTo>
                <a:lnTo>
                  <a:pt x="429" y="75"/>
                </a:lnTo>
                <a:lnTo>
                  <a:pt x="430" y="75"/>
                </a:lnTo>
                <a:lnTo>
                  <a:pt x="429" y="74"/>
                </a:lnTo>
                <a:lnTo>
                  <a:pt x="429" y="74"/>
                </a:lnTo>
                <a:lnTo>
                  <a:pt x="429" y="73"/>
                </a:lnTo>
                <a:lnTo>
                  <a:pt x="428" y="73"/>
                </a:lnTo>
                <a:lnTo>
                  <a:pt x="428" y="71"/>
                </a:lnTo>
                <a:lnTo>
                  <a:pt x="428" y="71"/>
                </a:lnTo>
                <a:lnTo>
                  <a:pt x="428" y="70"/>
                </a:lnTo>
                <a:lnTo>
                  <a:pt x="427" y="70"/>
                </a:lnTo>
                <a:lnTo>
                  <a:pt x="427" y="70"/>
                </a:lnTo>
                <a:lnTo>
                  <a:pt x="427" y="70"/>
                </a:lnTo>
                <a:lnTo>
                  <a:pt x="426" y="69"/>
                </a:lnTo>
                <a:lnTo>
                  <a:pt x="426" y="69"/>
                </a:lnTo>
                <a:lnTo>
                  <a:pt x="427" y="69"/>
                </a:lnTo>
                <a:lnTo>
                  <a:pt x="427" y="69"/>
                </a:lnTo>
                <a:lnTo>
                  <a:pt x="427" y="69"/>
                </a:lnTo>
                <a:lnTo>
                  <a:pt x="427" y="69"/>
                </a:lnTo>
                <a:lnTo>
                  <a:pt x="427" y="67"/>
                </a:lnTo>
                <a:lnTo>
                  <a:pt x="427" y="67"/>
                </a:lnTo>
                <a:lnTo>
                  <a:pt x="427" y="66"/>
                </a:lnTo>
                <a:lnTo>
                  <a:pt x="426" y="65"/>
                </a:lnTo>
                <a:lnTo>
                  <a:pt x="427" y="65"/>
                </a:lnTo>
                <a:lnTo>
                  <a:pt x="427" y="64"/>
                </a:lnTo>
                <a:lnTo>
                  <a:pt x="427" y="64"/>
                </a:lnTo>
                <a:lnTo>
                  <a:pt x="426" y="62"/>
                </a:lnTo>
                <a:lnTo>
                  <a:pt x="426" y="62"/>
                </a:lnTo>
                <a:lnTo>
                  <a:pt x="426" y="62"/>
                </a:lnTo>
                <a:lnTo>
                  <a:pt x="427" y="61"/>
                </a:lnTo>
                <a:lnTo>
                  <a:pt x="426" y="60"/>
                </a:lnTo>
                <a:lnTo>
                  <a:pt x="427" y="60"/>
                </a:lnTo>
                <a:lnTo>
                  <a:pt x="427" y="60"/>
                </a:lnTo>
                <a:lnTo>
                  <a:pt x="427" y="60"/>
                </a:lnTo>
                <a:lnTo>
                  <a:pt x="426" y="60"/>
                </a:lnTo>
                <a:lnTo>
                  <a:pt x="426" y="59"/>
                </a:lnTo>
                <a:lnTo>
                  <a:pt x="426" y="59"/>
                </a:lnTo>
                <a:lnTo>
                  <a:pt x="427" y="58"/>
                </a:lnTo>
                <a:lnTo>
                  <a:pt x="428" y="58"/>
                </a:lnTo>
                <a:lnTo>
                  <a:pt x="427" y="58"/>
                </a:lnTo>
                <a:lnTo>
                  <a:pt x="428" y="56"/>
                </a:lnTo>
                <a:lnTo>
                  <a:pt x="428" y="55"/>
                </a:lnTo>
                <a:lnTo>
                  <a:pt x="428" y="55"/>
                </a:lnTo>
                <a:lnTo>
                  <a:pt x="428" y="54"/>
                </a:lnTo>
                <a:lnTo>
                  <a:pt x="429" y="53"/>
                </a:lnTo>
                <a:lnTo>
                  <a:pt x="429" y="53"/>
                </a:lnTo>
                <a:lnTo>
                  <a:pt x="429" y="53"/>
                </a:lnTo>
                <a:lnTo>
                  <a:pt x="428" y="52"/>
                </a:lnTo>
                <a:lnTo>
                  <a:pt x="429" y="51"/>
                </a:lnTo>
                <a:lnTo>
                  <a:pt x="429" y="52"/>
                </a:lnTo>
                <a:lnTo>
                  <a:pt x="429" y="51"/>
                </a:lnTo>
                <a:lnTo>
                  <a:pt x="429" y="51"/>
                </a:lnTo>
                <a:lnTo>
                  <a:pt x="430" y="51"/>
                </a:lnTo>
                <a:lnTo>
                  <a:pt x="432" y="47"/>
                </a:lnTo>
                <a:lnTo>
                  <a:pt x="431" y="45"/>
                </a:lnTo>
                <a:lnTo>
                  <a:pt x="431" y="44"/>
                </a:lnTo>
                <a:lnTo>
                  <a:pt x="431" y="44"/>
                </a:lnTo>
                <a:lnTo>
                  <a:pt x="431" y="44"/>
                </a:lnTo>
                <a:lnTo>
                  <a:pt x="430" y="44"/>
                </a:lnTo>
                <a:lnTo>
                  <a:pt x="431" y="43"/>
                </a:lnTo>
                <a:lnTo>
                  <a:pt x="431" y="43"/>
                </a:lnTo>
                <a:lnTo>
                  <a:pt x="431" y="43"/>
                </a:lnTo>
                <a:lnTo>
                  <a:pt x="431" y="42"/>
                </a:lnTo>
                <a:lnTo>
                  <a:pt x="432" y="42"/>
                </a:lnTo>
                <a:lnTo>
                  <a:pt x="432" y="42"/>
                </a:lnTo>
                <a:lnTo>
                  <a:pt x="432" y="42"/>
                </a:lnTo>
                <a:lnTo>
                  <a:pt x="432" y="40"/>
                </a:lnTo>
                <a:lnTo>
                  <a:pt x="433" y="40"/>
                </a:lnTo>
                <a:lnTo>
                  <a:pt x="433" y="40"/>
                </a:lnTo>
                <a:lnTo>
                  <a:pt x="433" y="39"/>
                </a:lnTo>
                <a:lnTo>
                  <a:pt x="434" y="38"/>
                </a:lnTo>
                <a:lnTo>
                  <a:pt x="433" y="37"/>
                </a:lnTo>
                <a:lnTo>
                  <a:pt x="433" y="36"/>
                </a:lnTo>
                <a:lnTo>
                  <a:pt x="432" y="36"/>
                </a:lnTo>
                <a:lnTo>
                  <a:pt x="432" y="35"/>
                </a:lnTo>
                <a:lnTo>
                  <a:pt x="431" y="35"/>
                </a:lnTo>
                <a:lnTo>
                  <a:pt x="431" y="35"/>
                </a:lnTo>
                <a:lnTo>
                  <a:pt x="430" y="35"/>
                </a:lnTo>
                <a:lnTo>
                  <a:pt x="429" y="33"/>
                </a:lnTo>
                <a:lnTo>
                  <a:pt x="428" y="33"/>
                </a:lnTo>
                <a:lnTo>
                  <a:pt x="428" y="33"/>
                </a:lnTo>
                <a:lnTo>
                  <a:pt x="427" y="31"/>
                </a:lnTo>
                <a:lnTo>
                  <a:pt x="420" y="26"/>
                </a:lnTo>
                <a:lnTo>
                  <a:pt x="420" y="27"/>
                </a:lnTo>
                <a:lnTo>
                  <a:pt x="420" y="26"/>
                </a:lnTo>
                <a:lnTo>
                  <a:pt x="417" y="27"/>
                </a:lnTo>
                <a:lnTo>
                  <a:pt x="417" y="26"/>
                </a:lnTo>
                <a:lnTo>
                  <a:pt x="417" y="26"/>
                </a:lnTo>
                <a:lnTo>
                  <a:pt x="416" y="28"/>
                </a:lnTo>
                <a:lnTo>
                  <a:pt x="417" y="28"/>
                </a:lnTo>
                <a:lnTo>
                  <a:pt x="417" y="29"/>
                </a:lnTo>
                <a:lnTo>
                  <a:pt x="415" y="30"/>
                </a:lnTo>
                <a:lnTo>
                  <a:pt x="415" y="31"/>
                </a:lnTo>
                <a:lnTo>
                  <a:pt x="415" y="31"/>
                </a:lnTo>
                <a:lnTo>
                  <a:pt x="415" y="33"/>
                </a:lnTo>
                <a:lnTo>
                  <a:pt x="413" y="33"/>
                </a:lnTo>
                <a:lnTo>
                  <a:pt x="412" y="34"/>
                </a:lnTo>
                <a:lnTo>
                  <a:pt x="412" y="35"/>
                </a:lnTo>
                <a:lnTo>
                  <a:pt x="411" y="34"/>
                </a:lnTo>
                <a:lnTo>
                  <a:pt x="409" y="34"/>
                </a:lnTo>
                <a:lnTo>
                  <a:pt x="409" y="34"/>
                </a:lnTo>
                <a:lnTo>
                  <a:pt x="409" y="36"/>
                </a:lnTo>
                <a:lnTo>
                  <a:pt x="407" y="36"/>
                </a:lnTo>
                <a:lnTo>
                  <a:pt x="406" y="35"/>
                </a:lnTo>
                <a:lnTo>
                  <a:pt x="404" y="36"/>
                </a:lnTo>
                <a:lnTo>
                  <a:pt x="404" y="36"/>
                </a:lnTo>
                <a:lnTo>
                  <a:pt x="403" y="36"/>
                </a:lnTo>
                <a:lnTo>
                  <a:pt x="402" y="37"/>
                </a:lnTo>
                <a:lnTo>
                  <a:pt x="400" y="36"/>
                </a:lnTo>
                <a:lnTo>
                  <a:pt x="400" y="36"/>
                </a:lnTo>
                <a:lnTo>
                  <a:pt x="398" y="36"/>
                </a:lnTo>
                <a:lnTo>
                  <a:pt x="398" y="37"/>
                </a:lnTo>
                <a:lnTo>
                  <a:pt x="398" y="37"/>
                </a:lnTo>
                <a:lnTo>
                  <a:pt x="395" y="39"/>
                </a:lnTo>
                <a:lnTo>
                  <a:pt x="393" y="39"/>
                </a:lnTo>
                <a:lnTo>
                  <a:pt x="393" y="40"/>
                </a:lnTo>
                <a:lnTo>
                  <a:pt x="389" y="39"/>
                </a:lnTo>
                <a:lnTo>
                  <a:pt x="388" y="39"/>
                </a:lnTo>
                <a:lnTo>
                  <a:pt x="388" y="39"/>
                </a:lnTo>
                <a:lnTo>
                  <a:pt x="388" y="38"/>
                </a:lnTo>
                <a:lnTo>
                  <a:pt x="387" y="37"/>
                </a:lnTo>
                <a:lnTo>
                  <a:pt x="386" y="37"/>
                </a:lnTo>
                <a:lnTo>
                  <a:pt x="386" y="36"/>
                </a:lnTo>
                <a:lnTo>
                  <a:pt x="386" y="35"/>
                </a:lnTo>
                <a:lnTo>
                  <a:pt x="386" y="35"/>
                </a:lnTo>
                <a:lnTo>
                  <a:pt x="386" y="35"/>
                </a:lnTo>
                <a:lnTo>
                  <a:pt x="386" y="34"/>
                </a:lnTo>
                <a:lnTo>
                  <a:pt x="385" y="34"/>
                </a:lnTo>
                <a:lnTo>
                  <a:pt x="385" y="33"/>
                </a:lnTo>
                <a:lnTo>
                  <a:pt x="385" y="33"/>
                </a:lnTo>
                <a:lnTo>
                  <a:pt x="383" y="31"/>
                </a:lnTo>
                <a:lnTo>
                  <a:pt x="383" y="30"/>
                </a:lnTo>
                <a:lnTo>
                  <a:pt x="382" y="28"/>
                </a:lnTo>
                <a:lnTo>
                  <a:pt x="382" y="27"/>
                </a:lnTo>
                <a:lnTo>
                  <a:pt x="382" y="26"/>
                </a:lnTo>
                <a:lnTo>
                  <a:pt x="381" y="26"/>
                </a:lnTo>
                <a:lnTo>
                  <a:pt x="380" y="24"/>
                </a:lnTo>
                <a:lnTo>
                  <a:pt x="380" y="24"/>
                </a:lnTo>
                <a:lnTo>
                  <a:pt x="380" y="23"/>
                </a:lnTo>
                <a:lnTo>
                  <a:pt x="380" y="23"/>
                </a:lnTo>
                <a:lnTo>
                  <a:pt x="381" y="22"/>
                </a:lnTo>
                <a:lnTo>
                  <a:pt x="382" y="21"/>
                </a:lnTo>
                <a:lnTo>
                  <a:pt x="381" y="20"/>
                </a:lnTo>
                <a:lnTo>
                  <a:pt x="382" y="20"/>
                </a:lnTo>
                <a:lnTo>
                  <a:pt x="381" y="20"/>
                </a:lnTo>
                <a:lnTo>
                  <a:pt x="381" y="20"/>
                </a:lnTo>
                <a:lnTo>
                  <a:pt x="380" y="20"/>
                </a:lnTo>
                <a:lnTo>
                  <a:pt x="379" y="20"/>
                </a:lnTo>
                <a:lnTo>
                  <a:pt x="377" y="20"/>
                </a:lnTo>
                <a:lnTo>
                  <a:pt x="377" y="19"/>
                </a:lnTo>
                <a:lnTo>
                  <a:pt x="376" y="18"/>
                </a:lnTo>
                <a:lnTo>
                  <a:pt x="376" y="18"/>
                </a:lnTo>
                <a:lnTo>
                  <a:pt x="375" y="17"/>
                </a:lnTo>
                <a:lnTo>
                  <a:pt x="374" y="16"/>
                </a:lnTo>
                <a:lnTo>
                  <a:pt x="373" y="17"/>
                </a:lnTo>
                <a:lnTo>
                  <a:pt x="372" y="16"/>
                </a:lnTo>
                <a:lnTo>
                  <a:pt x="372" y="16"/>
                </a:lnTo>
                <a:lnTo>
                  <a:pt x="371" y="17"/>
                </a:lnTo>
                <a:lnTo>
                  <a:pt x="371" y="18"/>
                </a:lnTo>
                <a:lnTo>
                  <a:pt x="371" y="18"/>
                </a:lnTo>
                <a:lnTo>
                  <a:pt x="371" y="18"/>
                </a:lnTo>
                <a:lnTo>
                  <a:pt x="371" y="19"/>
                </a:lnTo>
                <a:lnTo>
                  <a:pt x="370" y="20"/>
                </a:lnTo>
                <a:lnTo>
                  <a:pt x="370" y="21"/>
                </a:lnTo>
                <a:lnTo>
                  <a:pt x="368" y="21"/>
                </a:lnTo>
                <a:lnTo>
                  <a:pt x="366" y="21"/>
                </a:lnTo>
                <a:lnTo>
                  <a:pt x="366" y="21"/>
                </a:lnTo>
                <a:lnTo>
                  <a:pt x="365" y="20"/>
                </a:lnTo>
                <a:lnTo>
                  <a:pt x="365" y="19"/>
                </a:lnTo>
                <a:lnTo>
                  <a:pt x="365" y="19"/>
                </a:lnTo>
                <a:lnTo>
                  <a:pt x="363" y="19"/>
                </a:lnTo>
                <a:lnTo>
                  <a:pt x="363" y="18"/>
                </a:lnTo>
                <a:lnTo>
                  <a:pt x="361" y="18"/>
                </a:lnTo>
                <a:lnTo>
                  <a:pt x="361" y="17"/>
                </a:lnTo>
                <a:lnTo>
                  <a:pt x="360" y="17"/>
                </a:lnTo>
                <a:lnTo>
                  <a:pt x="360" y="16"/>
                </a:lnTo>
                <a:lnTo>
                  <a:pt x="358" y="17"/>
                </a:lnTo>
                <a:lnTo>
                  <a:pt x="358" y="16"/>
                </a:lnTo>
                <a:lnTo>
                  <a:pt x="359" y="14"/>
                </a:lnTo>
                <a:lnTo>
                  <a:pt x="360" y="14"/>
                </a:lnTo>
                <a:lnTo>
                  <a:pt x="361" y="13"/>
                </a:lnTo>
                <a:lnTo>
                  <a:pt x="361" y="12"/>
                </a:lnTo>
                <a:lnTo>
                  <a:pt x="363" y="10"/>
                </a:lnTo>
                <a:lnTo>
                  <a:pt x="363" y="10"/>
                </a:lnTo>
                <a:lnTo>
                  <a:pt x="363" y="9"/>
                </a:lnTo>
                <a:lnTo>
                  <a:pt x="363" y="8"/>
                </a:lnTo>
                <a:lnTo>
                  <a:pt x="364" y="7"/>
                </a:lnTo>
                <a:lnTo>
                  <a:pt x="365" y="6"/>
                </a:lnTo>
                <a:lnTo>
                  <a:pt x="365" y="5"/>
                </a:lnTo>
                <a:lnTo>
                  <a:pt x="364" y="4"/>
                </a:lnTo>
                <a:lnTo>
                  <a:pt x="364" y="4"/>
                </a:lnTo>
                <a:lnTo>
                  <a:pt x="364" y="3"/>
                </a:lnTo>
                <a:lnTo>
                  <a:pt x="362" y="3"/>
                </a:lnTo>
                <a:lnTo>
                  <a:pt x="362" y="1"/>
                </a:lnTo>
                <a:lnTo>
                  <a:pt x="361" y="1"/>
                </a:lnTo>
                <a:lnTo>
                  <a:pt x="360" y="0"/>
                </a:lnTo>
                <a:lnTo>
                  <a:pt x="357" y="0"/>
                </a:lnTo>
                <a:lnTo>
                  <a:pt x="356" y="2"/>
                </a:lnTo>
                <a:lnTo>
                  <a:pt x="355" y="2"/>
                </a:lnTo>
                <a:lnTo>
                  <a:pt x="354" y="1"/>
                </a:lnTo>
                <a:lnTo>
                  <a:pt x="354" y="2"/>
                </a:lnTo>
                <a:lnTo>
                  <a:pt x="351" y="2"/>
                </a:lnTo>
                <a:lnTo>
                  <a:pt x="350" y="3"/>
                </a:lnTo>
                <a:lnTo>
                  <a:pt x="351" y="3"/>
                </a:lnTo>
                <a:lnTo>
                  <a:pt x="349" y="5"/>
                </a:lnTo>
                <a:lnTo>
                  <a:pt x="349" y="6"/>
                </a:lnTo>
                <a:lnTo>
                  <a:pt x="349" y="6"/>
                </a:lnTo>
                <a:lnTo>
                  <a:pt x="348" y="7"/>
                </a:lnTo>
                <a:lnTo>
                  <a:pt x="347" y="7"/>
                </a:lnTo>
                <a:lnTo>
                  <a:pt x="347" y="8"/>
                </a:lnTo>
                <a:lnTo>
                  <a:pt x="346" y="9"/>
                </a:lnTo>
                <a:lnTo>
                  <a:pt x="346" y="10"/>
                </a:lnTo>
                <a:lnTo>
                  <a:pt x="345" y="11"/>
                </a:lnTo>
                <a:lnTo>
                  <a:pt x="345" y="12"/>
                </a:lnTo>
                <a:lnTo>
                  <a:pt x="344" y="12"/>
                </a:lnTo>
                <a:lnTo>
                  <a:pt x="344" y="12"/>
                </a:lnTo>
                <a:lnTo>
                  <a:pt x="343" y="14"/>
                </a:lnTo>
                <a:lnTo>
                  <a:pt x="342" y="14"/>
                </a:lnTo>
                <a:lnTo>
                  <a:pt x="341" y="15"/>
                </a:lnTo>
                <a:lnTo>
                  <a:pt x="342" y="16"/>
                </a:lnTo>
                <a:lnTo>
                  <a:pt x="342" y="18"/>
                </a:lnTo>
                <a:lnTo>
                  <a:pt x="342" y="19"/>
                </a:lnTo>
                <a:lnTo>
                  <a:pt x="342" y="19"/>
                </a:lnTo>
                <a:lnTo>
                  <a:pt x="344" y="19"/>
                </a:lnTo>
                <a:lnTo>
                  <a:pt x="345" y="18"/>
                </a:lnTo>
                <a:lnTo>
                  <a:pt x="347" y="18"/>
                </a:lnTo>
                <a:lnTo>
                  <a:pt x="348" y="17"/>
                </a:lnTo>
                <a:lnTo>
                  <a:pt x="352" y="19"/>
                </a:lnTo>
                <a:lnTo>
                  <a:pt x="351" y="19"/>
                </a:lnTo>
                <a:lnTo>
                  <a:pt x="351" y="20"/>
                </a:lnTo>
                <a:lnTo>
                  <a:pt x="351" y="20"/>
                </a:lnTo>
                <a:lnTo>
                  <a:pt x="351" y="21"/>
                </a:lnTo>
                <a:lnTo>
                  <a:pt x="351" y="22"/>
                </a:lnTo>
                <a:lnTo>
                  <a:pt x="351" y="22"/>
                </a:lnTo>
                <a:lnTo>
                  <a:pt x="351" y="23"/>
                </a:lnTo>
                <a:lnTo>
                  <a:pt x="351" y="23"/>
                </a:lnTo>
                <a:lnTo>
                  <a:pt x="352" y="25"/>
                </a:lnTo>
                <a:lnTo>
                  <a:pt x="353" y="25"/>
                </a:lnTo>
                <a:lnTo>
                  <a:pt x="353" y="26"/>
                </a:lnTo>
                <a:lnTo>
                  <a:pt x="354" y="27"/>
                </a:lnTo>
                <a:lnTo>
                  <a:pt x="353" y="27"/>
                </a:lnTo>
                <a:lnTo>
                  <a:pt x="354" y="28"/>
                </a:lnTo>
                <a:lnTo>
                  <a:pt x="353" y="29"/>
                </a:lnTo>
                <a:lnTo>
                  <a:pt x="353" y="30"/>
                </a:lnTo>
                <a:lnTo>
                  <a:pt x="353" y="30"/>
                </a:lnTo>
                <a:lnTo>
                  <a:pt x="353" y="31"/>
                </a:lnTo>
                <a:lnTo>
                  <a:pt x="353" y="31"/>
                </a:lnTo>
                <a:lnTo>
                  <a:pt x="353" y="32"/>
                </a:lnTo>
                <a:lnTo>
                  <a:pt x="351" y="33"/>
                </a:lnTo>
                <a:lnTo>
                  <a:pt x="351" y="33"/>
                </a:lnTo>
                <a:lnTo>
                  <a:pt x="350" y="33"/>
                </a:lnTo>
                <a:lnTo>
                  <a:pt x="350" y="34"/>
                </a:lnTo>
                <a:lnTo>
                  <a:pt x="349" y="35"/>
                </a:lnTo>
                <a:lnTo>
                  <a:pt x="350" y="35"/>
                </a:lnTo>
                <a:lnTo>
                  <a:pt x="348" y="36"/>
                </a:lnTo>
                <a:lnTo>
                  <a:pt x="348" y="36"/>
                </a:lnTo>
                <a:lnTo>
                  <a:pt x="347" y="38"/>
                </a:lnTo>
                <a:lnTo>
                  <a:pt x="345" y="39"/>
                </a:lnTo>
                <a:lnTo>
                  <a:pt x="346" y="39"/>
                </a:lnTo>
                <a:lnTo>
                  <a:pt x="345" y="40"/>
                </a:lnTo>
                <a:lnTo>
                  <a:pt x="345" y="41"/>
                </a:lnTo>
                <a:lnTo>
                  <a:pt x="345" y="41"/>
                </a:lnTo>
                <a:lnTo>
                  <a:pt x="345" y="43"/>
                </a:lnTo>
                <a:lnTo>
                  <a:pt x="345" y="43"/>
                </a:lnTo>
                <a:lnTo>
                  <a:pt x="345" y="45"/>
                </a:lnTo>
                <a:lnTo>
                  <a:pt x="344" y="45"/>
                </a:lnTo>
                <a:lnTo>
                  <a:pt x="344" y="46"/>
                </a:lnTo>
                <a:lnTo>
                  <a:pt x="344" y="46"/>
                </a:lnTo>
                <a:lnTo>
                  <a:pt x="344" y="47"/>
                </a:lnTo>
                <a:lnTo>
                  <a:pt x="343" y="48"/>
                </a:lnTo>
                <a:lnTo>
                  <a:pt x="343" y="48"/>
                </a:lnTo>
                <a:lnTo>
                  <a:pt x="343" y="49"/>
                </a:lnTo>
                <a:lnTo>
                  <a:pt x="343" y="49"/>
                </a:lnTo>
                <a:lnTo>
                  <a:pt x="343" y="49"/>
                </a:lnTo>
                <a:lnTo>
                  <a:pt x="342" y="49"/>
                </a:lnTo>
                <a:lnTo>
                  <a:pt x="343" y="50"/>
                </a:lnTo>
                <a:lnTo>
                  <a:pt x="343" y="51"/>
                </a:lnTo>
                <a:lnTo>
                  <a:pt x="342" y="51"/>
                </a:lnTo>
                <a:lnTo>
                  <a:pt x="343" y="52"/>
                </a:lnTo>
                <a:lnTo>
                  <a:pt x="342" y="52"/>
                </a:lnTo>
                <a:lnTo>
                  <a:pt x="342" y="53"/>
                </a:lnTo>
                <a:lnTo>
                  <a:pt x="342" y="54"/>
                </a:lnTo>
                <a:lnTo>
                  <a:pt x="341" y="55"/>
                </a:lnTo>
                <a:lnTo>
                  <a:pt x="340" y="56"/>
                </a:lnTo>
                <a:lnTo>
                  <a:pt x="340" y="57"/>
                </a:lnTo>
                <a:lnTo>
                  <a:pt x="340" y="59"/>
                </a:lnTo>
                <a:lnTo>
                  <a:pt x="340" y="60"/>
                </a:lnTo>
                <a:lnTo>
                  <a:pt x="339" y="61"/>
                </a:lnTo>
                <a:lnTo>
                  <a:pt x="339" y="62"/>
                </a:lnTo>
                <a:lnTo>
                  <a:pt x="339" y="62"/>
                </a:lnTo>
                <a:lnTo>
                  <a:pt x="338" y="63"/>
                </a:lnTo>
                <a:lnTo>
                  <a:pt x="337" y="64"/>
                </a:lnTo>
                <a:lnTo>
                  <a:pt x="338" y="64"/>
                </a:lnTo>
                <a:lnTo>
                  <a:pt x="337" y="65"/>
                </a:lnTo>
                <a:lnTo>
                  <a:pt x="337" y="67"/>
                </a:lnTo>
                <a:lnTo>
                  <a:pt x="337" y="67"/>
                </a:lnTo>
                <a:lnTo>
                  <a:pt x="337" y="68"/>
                </a:lnTo>
                <a:lnTo>
                  <a:pt x="336" y="68"/>
                </a:lnTo>
                <a:lnTo>
                  <a:pt x="336" y="69"/>
                </a:lnTo>
                <a:lnTo>
                  <a:pt x="337" y="69"/>
                </a:lnTo>
                <a:lnTo>
                  <a:pt x="336" y="69"/>
                </a:lnTo>
                <a:lnTo>
                  <a:pt x="337" y="69"/>
                </a:lnTo>
                <a:lnTo>
                  <a:pt x="337" y="69"/>
                </a:lnTo>
                <a:lnTo>
                  <a:pt x="338" y="69"/>
                </a:lnTo>
                <a:lnTo>
                  <a:pt x="338" y="69"/>
                </a:lnTo>
                <a:lnTo>
                  <a:pt x="339" y="69"/>
                </a:lnTo>
                <a:lnTo>
                  <a:pt x="340" y="69"/>
                </a:lnTo>
                <a:lnTo>
                  <a:pt x="339" y="70"/>
                </a:lnTo>
                <a:lnTo>
                  <a:pt x="339" y="72"/>
                </a:lnTo>
                <a:lnTo>
                  <a:pt x="340" y="72"/>
                </a:lnTo>
                <a:lnTo>
                  <a:pt x="339" y="72"/>
                </a:lnTo>
                <a:lnTo>
                  <a:pt x="340" y="73"/>
                </a:lnTo>
                <a:lnTo>
                  <a:pt x="339" y="73"/>
                </a:lnTo>
                <a:lnTo>
                  <a:pt x="338" y="75"/>
                </a:lnTo>
                <a:lnTo>
                  <a:pt x="338" y="75"/>
                </a:lnTo>
                <a:lnTo>
                  <a:pt x="337" y="76"/>
                </a:lnTo>
                <a:lnTo>
                  <a:pt x="336" y="77"/>
                </a:lnTo>
                <a:lnTo>
                  <a:pt x="335" y="78"/>
                </a:lnTo>
                <a:lnTo>
                  <a:pt x="329" y="80"/>
                </a:lnTo>
                <a:lnTo>
                  <a:pt x="328" y="81"/>
                </a:lnTo>
                <a:lnTo>
                  <a:pt x="328" y="82"/>
                </a:lnTo>
                <a:lnTo>
                  <a:pt x="327" y="82"/>
                </a:lnTo>
                <a:lnTo>
                  <a:pt x="327" y="83"/>
                </a:lnTo>
                <a:lnTo>
                  <a:pt x="327" y="83"/>
                </a:lnTo>
                <a:lnTo>
                  <a:pt x="324" y="85"/>
                </a:lnTo>
                <a:lnTo>
                  <a:pt x="324" y="86"/>
                </a:lnTo>
                <a:lnTo>
                  <a:pt x="324" y="86"/>
                </a:lnTo>
                <a:lnTo>
                  <a:pt x="323" y="86"/>
                </a:lnTo>
                <a:lnTo>
                  <a:pt x="323" y="88"/>
                </a:lnTo>
                <a:lnTo>
                  <a:pt x="321" y="88"/>
                </a:lnTo>
                <a:lnTo>
                  <a:pt x="321" y="88"/>
                </a:lnTo>
                <a:lnTo>
                  <a:pt x="320" y="89"/>
                </a:lnTo>
                <a:lnTo>
                  <a:pt x="320" y="89"/>
                </a:lnTo>
                <a:lnTo>
                  <a:pt x="319" y="90"/>
                </a:lnTo>
                <a:lnTo>
                  <a:pt x="314" y="88"/>
                </a:lnTo>
                <a:lnTo>
                  <a:pt x="311" y="89"/>
                </a:lnTo>
                <a:lnTo>
                  <a:pt x="308" y="88"/>
                </a:lnTo>
                <a:lnTo>
                  <a:pt x="302" y="85"/>
                </a:lnTo>
                <a:lnTo>
                  <a:pt x="295" y="108"/>
                </a:lnTo>
                <a:lnTo>
                  <a:pt x="295" y="109"/>
                </a:lnTo>
                <a:lnTo>
                  <a:pt x="292" y="116"/>
                </a:lnTo>
                <a:lnTo>
                  <a:pt x="293" y="122"/>
                </a:lnTo>
                <a:lnTo>
                  <a:pt x="288" y="124"/>
                </a:lnTo>
                <a:lnTo>
                  <a:pt x="290" y="129"/>
                </a:lnTo>
                <a:lnTo>
                  <a:pt x="296" y="134"/>
                </a:lnTo>
                <a:lnTo>
                  <a:pt x="298" y="131"/>
                </a:lnTo>
                <a:lnTo>
                  <a:pt x="300" y="129"/>
                </a:lnTo>
                <a:lnTo>
                  <a:pt x="303" y="130"/>
                </a:lnTo>
                <a:lnTo>
                  <a:pt x="306" y="128"/>
                </a:lnTo>
                <a:lnTo>
                  <a:pt x="308" y="128"/>
                </a:lnTo>
                <a:lnTo>
                  <a:pt x="310" y="128"/>
                </a:lnTo>
                <a:lnTo>
                  <a:pt x="313" y="129"/>
                </a:lnTo>
                <a:lnTo>
                  <a:pt x="318" y="132"/>
                </a:lnTo>
                <a:lnTo>
                  <a:pt x="319" y="130"/>
                </a:lnTo>
                <a:lnTo>
                  <a:pt x="320" y="130"/>
                </a:lnTo>
                <a:lnTo>
                  <a:pt x="323" y="123"/>
                </a:lnTo>
                <a:lnTo>
                  <a:pt x="327" y="123"/>
                </a:lnTo>
                <a:lnTo>
                  <a:pt x="328" y="122"/>
                </a:lnTo>
                <a:lnTo>
                  <a:pt x="330" y="122"/>
                </a:lnTo>
                <a:lnTo>
                  <a:pt x="331" y="123"/>
                </a:lnTo>
                <a:lnTo>
                  <a:pt x="333" y="122"/>
                </a:lnTo>
                <a:lnTo>
                  <a:pt x="333" y="123"/>
                </a:lnTo>
                <a:lnTo>
                  <a:pt x="335" y="122"/>
                </a:lnTo>
                <a:lnTo>
                  <a:pt x="339" y="127"/>
                </a:lnTo>
                <a:lnTo>
                  <a:pt x="344" y="128"/>
                </a:lnTo>
                <a:lnTo>
                  <a:pt x="345" y="131"/>
                </a:lnTo>
                <a:lnTo>
                  <a:pt x="349" y="132"/>
                </a:lnTo>
                <a:lnTo>
                  <a:pt x="348" y="133"/>
                </a:lnTo>
                <a:lnTo>
                  <a:pt x="349" y="133"/>
                </a:lnTo>
                <a:lnTo>
                  <a:pt x="350" y="135"/>
                </a:lnTo>
                <a:lnTo>
                  <a:pt x="352" y="135"/>
                </a:lnTo>
                <a:lnTo>
                  <a:pt x="352" y="137"/>
                </a:lnTo>
                <a:lnTo>
                  <a:pt x="353" y="136"/>
                </a:lnTo>
                <a:lnTo>
                  <a:pt x="355" y="137"/>
                </a:lnTo>
                <a:lnTo>
                  <a:pt x="357" y="140"/>
                </a:lnTo>
                <a:lnTo>
                  <a:pt x="357" y="141"/>
                </a:lnTo>
                <a:lnTo>
                  <a:pt x="357" y="141"/>
                </a:lnTo>
                <a:lnTo>
                  <a:pt x="358" y="142"/>
                </a:lnTo>
                <a:lnTo>
                  <a:pt x="358" y="143"/>
                </a:lnTo>
                <a:lnTo>
                  <a:pt x="359" y="143"/>
                </a:lnTo>
                <a:lnTo>
                  <a:pt x="360" y="146"/>
                </a:lnTo>
                <a:lnTo>
                  <a:pt x="359" y="147"/>
                </a:lnTo>
                <a:lnTo>
                  <a:pt x="360" y="148"/>
                </a:lnTo>
                <a:lnTo>
                  <a:pt x="360" y="149"/>
                </a:lnTo>
                <a:lnTo>
                  <a:pt x="358" y="149"/>
                </a:lnTo>
                <a:lnTo>
                  <a:pt x="358" y="149"/>
                </a:lnTo>
                <a:lnTo>
                  <a:pt x="358" y="150"/>
                </a:lnTo>
                <a:lnTo>
                  <a:pt x="356" y="151"/>
                </a:lnTo>
                <a:lnTo>
                  <a:pt x="356" y="151"/>
                </a:lnTo>
                <a:lnTo>
                  <a:pt x="356" y="150"/>
                </a:lnTo>
                <a:lnTo>
                  <a:pt x="355" y="150"/>
                </a:lnTo>
                <a:lnTo>
                  <a:pt x="354" y="150"/>
                </a:lnTo>
                <a:lnTo>
                  <a:pt x="352" y="150"/>
                </a:lnTo>
                <a:lnTo>
                  <a:pt x="352" y="151"/>
                </a:lnTo>
                <a:lnTo>
                  <a:pt x="351" y="151"/>
                </a:lnTo>
                <a:lnTo>
                  <a:pt x="351" y="151"/>
                </a:lnTo>
                <a:lnTo>
                  <a:pt x="350" y="151"/>
                </a:lnTo>
                <a:lnTo>
                  <a:pt x="348" y="151"/>
                </a:lnTo>
                <a:lnTo>
                  <a:pt x="348" y="151"/>
                </a:lnTo>
                <a:lnTo>
                  <a:pt x="346" y="149"/>
                </a:lnTo>
                <a:lnTo>
                  <a:pt x="345" y="150"/>
                </a:lnTo>
                <a:lnTo>
                  <a:pt x="344" y="149"/>
                </a:lnTo>
                <a:lnTo>
                  <a:pt x="344" y="149"/>
                </a:lnTo>
                <a:lnTo>
                  <a:pt x="343" y="149"/>
                </a:lnTo>
                <a:lnTo>
                  <a:pt x="342" y="150"/>
                </a:lnTo>
                <a:lnTo>
                  <a:pt x="342" y="151"/>
                </a:lnTo>
                <a:lnTo>
                  <a:pt x="341" y="151"/>
                </a:lnTo>
                <a:lnTo>
                  <a:pt x="340" y="150"/>
                </a:lnTo>
                <a:lnTo>
                  <a:pt x="339" y="151"/>
                </a:lnTo>
                <a:lnTo>
                  <a:pt x="337" y="151"/>
                </a:lnTo>
                <a:lnTo>
                  <a:pt x="336" y="151"/>
                </a:lnTo>
                <a:lnTo>
                  <a:pt x="335" y="151"/>
                </a:lnTo>
                <a:lnTo>
                  <a:pt x="333" y="152"/>
                </a:lnTo>
                <a:lnTo>
                  <a:pt x="332" y="152"/>
                </a:lnTo>
                <a:lnTo>
                  <a:pt x="331" y="154"/>
                </a:lnTo>
                <a:lnTo>
                  <a:pt x="329" y="154"/>
                </a:lnTo>
                <a:lnTo>
                  <a:pt x="328" y="155"/>
                </a:lnTo>
                <a:lnTo>
                  <a:pt x="329" y="156"/>
                </a:lnTo>
                <a:lnTo>
                  <a:pt x="327" y="157"/>
                </a:lnTo>
                <a:lnTo>
                  <a:pt x="326" y="157"/>
                </a:lnTo>
                <a:lnTo>
                  <a:pt x="324" y="155"/>
                </a:lnTo>
                <a:lnTo>
                  <a:pt x="321" y="156"/>
                </a:lnTo>
                <a:lnTo>
                  <a:pt x="322" y="157"/>
                </a:lnTo>
                <a:lnTo>
                  <a:pt x="321" y="159"/>
                </a:lnTo>
                <a:lnTo>
                  <a:pt x="321" y="161"/>
                </a:lnTo>
                <a:lnTo>
                  <a:pt x="317" y="162"/>
                </a:lnTo>
                <a:lnTo>
                  <a:pt x="313" y="161"/>
                </a:lnTo>
                <a:lnTo>
                  <a:pt x="313" y="162"/>
                </a:lnTo>
                <a:lnTo>
                  <a:pt x="312" y="163"/>
                </a:lnTo>
                <a:lnTo>
                  <a:pt x="311" y="163"/>
                </a:lnTo>
                <a:lnTo>
                  <a:pt x="309" y="164"/>
                </a:lnTo>
                <a:lnTo>
                  <a:pt x="309" y="165"/>
                </a:lnTo>
                <a:lnTo>
                  <a:pt x="307" y="168"/>
                </a:lnTo>
                <a:lnTo>
                  <a:pt x="307" y="168"/>
                </a:lnTo>
                <a:lnTo>
                  <a:pt x="305" y="172"/>
                </a:lnTo>
                <a:lnTo>
                  <a:pt x="305" y="174"/>
                </a:lnTo>
                <a:lnTo>
                  <a:pt x="306" y="175"/>
                </a:lnTo>
                <a:lnTo>
                  <a:pt x="306" y="176"/>
                </a:lnTo>
                <a:lnTo>
                  <a:pt x="305" y="177"/>
                </a:lnTo>
                <a:lnTo>
                  <a:pt x="304" y="178"/>
                </a:lnTo>
                <a:lnTo>
                  <a:pt x="302" y="179"/>
                </a:lnTo>
                <a:lnTo>
                  <a:pt x="302" y="179"/>
                </a:lnTo>
                <a:lnTo>
                  <a:pt x="301" y="180"/>
                </a:lnTo>
                <a:lnTo>
                  <a:pt x="298" y="184"/>
                </a:lnTo>
                <a:lnTo>
                  <a:pt x="292" y="186"/>
                </a:lnTo>
                <a:lnTo>
                  <a:pt x="286" y="187"/>
                </a:lnTo>
                <a:lnTo>
                  <a:pt x="283" y="186"/>
                </a:lnTo>
                <a:lnTo>
                  <a:pt x="280" y="188"/>
                </a:lnTo>
                <a:lnTo>
                  <a:pt x="279" y="190"/>
                </a:lnTo>
                <a:lnTo>
                  <a:pt x="279" y="192"/>
                </a:lnTo>
                <a:lnTo>
                  <a:pt x="277" y="194"/>
                </a:lnTo>
                <a:lnTo>
                  <a:pt x="275" y="196"/>
                </a:lnTo>
                <a:lnTo>
                  <a:pt x="274" y="198"/>
                </a:lnTo>
                <a:lnTo>
                  <a:pt x="273" y="199"/>
                </a:lnTo>
                <a:lnTo>
                  <a:pt x="270" y="199"/>
                </a:lnTo>
                <a:lnTo>
                  <a:pt x="270" y="200"/>
                </a:lnTo>
                <a:lnTo>
                  <a:pt x="269" y="201"/>
                </a:lnTo>
                <a:lnTo>
                  <a:pt x="266" y="203"/>
                </a:lnTo>
                <a:lnTo>
                  <a:pt x="264" y="203"/>
                </a:lnTo>
                <a:lnTo>
                  <a:pt x="258" y="203"/>
                </a:lnTo>
                <a:lnTo>
                  <a:pt x="255" y="202"/>
                </a:lnTo>
                <a:lnTo>
                  <a:pt x="254" y="202"/>
                </a:lnTo>
                <a:lnTo>
                  <a:pt x="250" y="201"/>
                </a:lnTo>
                <a:lnTo>
                  <a:pt x="249" y="199"/>
                </a:lnTo>
                <a:lnTo>
                  <a:pt x="247" y="198"/>
                </a:lnTo>
                <a:lnTo>
                  <a:pt x="242" y="198"/>
                </a:lnTo>
                <a:lnTo>
                  <a:pt x="241" y="197"/>
                </a:lnTo>
                <a:lnTo>
                  <a:pt x="240" y="198"/>
                </a:lnTo>
                <a:lnTo>
                  <a:pt x="236" y="201"/>
                </a:lnTo>
                <a:lnTo>
                  <a:pt x="234" y="205"/>
                </a:lnTo>
                <a:lnTo>
                  <a:pt x="233" y="208"/>
                </a:lnTo>
                <a:lnTo>
                  <a:pt x="234" y="210"/>
                </a:lnTo>
                <a:lnTo>
                  <a:pt x="232" y="212"/>
                </a:lnTo>
                <a:lnTo>
                  <a:pt x="232" y="215"/>
                </a:lnTo>
                <a:lnTo>
                  <a:pt x="232" y="216"/>
                </a:lnTo>
                <a:lnTo>
                  <a:pt x="233" y="216"/>
                </a:lnTo>
                <a:lnTo>
                  <a:pt x="234" y="217"/>
                </a:lnTo>
                <a:lnTo>
                  <a:pt x="234" y="219"/>
                </a:lnTo>
                <a:lnTo>
                  <a:pt x="236" y="221"/>
                </a:lnTo>
                <a:lnTo>
                  <a:pt x="240" y="224"/>
                </a:lnTo>
                <a:lnTo>
                  <a:pt x="241" y="226"/>
                </a:lnTo>
                <a:lnTo>
                  <a:pt x="241" y="228"/>
                </a:lnTo>
                <a:lnTo>
                  <a:pt x="241" y="229"/>
                </a:lnTo>
                <a:lnTo>
                  <a:pt x="239" y="230"/>
                </a:lnTo>
                <a:lnTo>
                  <a:pt x="235" y="234"/>
                </a:lnTo>
                <a:lnTo>
                  <a:pt x="234" y="234"/>
                </a:lnTo>
                <a:lnTo>
                  <a:pt x="232" y="236"/>
                </a:lnTo>
                <a:lnTo>
                  <a:pt x="229" y="237"/>
                </a:lnTo>
                <a:lnTo>
                  <a:pt x="227" y="238"/>
                </a:lnTo>
                <a:lnTo>
                  <a:pt x="223" y="244"/>
                </a:lnTo>
                <a:lnTo>
                  <a:pt x="222" y="244"/>
                </a:lnTo>
                <a:lnTo>
                  <a:pt x="221" y="248"/>
                </a:lnTo>
                <a:lnTo>
                  <a:pt x="218" y="250"/>
                </a:lnTo>
                <a:lnTo>
                  <a:pt x="218" y="251"/>
                </a:lnTo>
                <a:lnTo>
                  <a:pt x="213" y="254"/>
                </a:lnTo>
                <a:lnTo>
                  <a:pt x="213" y="255"/>
                </a:lnTo>
                <a:lnTo>
                  <a:pt x="209" y="255"/>
                </a:lnTo>
                <a:lnTo>
                  <a:pt x="206" y="257"/>
                </a:lnTo>
                <a:lnTo>
                  <a:pt x="203" y="259"/>
                </a:lnTo>
                <a:lnTo>
                  <a:pt x="199" y="260"/>
                </a:lnTo>
                <a:lnTo>
                  <a:pt x="195" y="260"/>
                </a:lnTo>
                <a:lnTo>
                  <a:pt x="192" y="261"/>
                </a:lnTo>
                <a:lnTo>
                  <a:pt x="191" y="261"/>
                </a:lnTo>
                <a:lnTo>
                  <a:pt x="187" y="261"/>
                </a:lnTo>
                <a:lnTo>
                  <a:pt x="183" y="261"/>
                </a:lnTo>
                <a:lnTo>
                  <a:pt x="182" y="260"/>
                </a:lnTo>
                <a:lnTo>
                  <a:pt x="178" y="261"/>
                </a:lnTo>
                <a:lnTo>
                  <a:pt x="177" y="262"/>
                </a:lnTo>
                <a:lnTo>
                  <a:pt x="171" y="262"/>
                </a:lnTo>
                <a:lnTo>
                  <a:pt x="169" y="261"/>
                </a:lnTo>
                <a:lnTo>
                  <a:pt x="167" y="262"/>
                </a:lnTo>
                <a:lnTo>
                  <a:pt x="166" y="263"/>
                </a:lnTo>
                <a:lnTo>
                  <a:pt x="158" y="265"/>
                </a:lnTo>
                <a:lnTo>
                  <a:pt x="141" y="273"/>
                </a:lnTo>
                <a:lnTo>
                  <a:pt x="133" y="277"/>
                </a:lnTo>
                <a:lnTo>
                  <a:pt x="132" y="277"/>
                </a:lnTo>
                <a:lnTo>
                  <a:pt x="129" y="281"/>
                </a:lnTo>
                <a:lnTo>
                  <a:pt x="127" y="279"/>
                </a:lnTo>
                <a:lnTo>
                  <a:pt x="123" y="280"/>
                </a:lnTo>
                <a:lnTo>
                  <a:pt x="120" y="279"/>
                </a:lnTo>
                <a:lnTo>
                  <a:pt x="121" y="274"/>
                </a:lnTo>
                <a:lnTo>
                  <a:pt x="113" y="276"/>
                </a:lnTo>
                <a:lnTo>
                  <a:pt x="110" y="276"/>
                </a:lnTo>
                <a:lnTo>
                  <a:pt x="102" y="274"/>
                </a:lnTo>
                <a:lnTo>
                  <a:pt x="90" y="268"/>
                </a:lnTo>
                <a:lnTo>
                  <a:pt x="88" y="267"/>
                </a:lnTo>
                <a:lnTo>
                  <a:pt x="86" y="268"/>
                </a:lnTo>
                <a:lnTo>
                  <a:pt x="80" y="266"/>
                </a:lnTo>
                <a:lnTo>
                  <a:pt x="76" y="259"/>
                </a:lnTo>
                <a:lnTo>
                  <a:pt x="72" y="259"/>
                </a:lnTo>
                <a:lnTo>
                  <a:pt x="60" y="255"/>
                </a:lnTo>
                <a:lnTo>
                  <a:pt x="51" y="254"/>
                </a:lnTo>
                <a:lnTo>
                  <a:pt x="50" y="255"/>
                </a:lnTo>
                <a:lnTo>
                  <a:pt x="46" y="255"/>
                </a:lnTo>
                <a:lnTo>
                  <a:pt x="38" y="256"/>
                </a:lnTo>
                <a:lnTo>
                  <a:pt x="16" y="253"/>
                </a:lnTo>
                <a:lnTo>
                  <a:pt x="2" y="249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5428104" y="2730327"/>
            <a:ext cx="731082" cy="731082"/>
          </a:xfrm>
          <a:custGeom>
            <a:avLst/>
            <a:gdLst/>
            <a:ahLst/>
            <a:cxnLst/>
            <a:rect l="l" t="t" r="r" b="b"/>
            <a:pathLst>
              <a:path w="114" h="114">
                <a:moveTo>
                  <a:pt x="82" y="83"/>
                </a:moveTo>
                <a:lnTo>
                  <a:pt x="83" y="84"/>
                </a:lnTo>
                <a:lnTo>
                  <a:pt x="83" y="83"/>
                </a:lnTo>
                <a:lnTo>
                  <a:pt x="84" y="83"/>
                </a:lnTo>
                <a:lnTo>
                  <a:pt x="84" y="83"/>
                </a:lnTo>
                <a:lnTo>
                  <a:pt x="84" y="82"/>
                </a:lnTo>
                <a:lnTo>
                  <a:pt x="85" y="82"/>
                </a:lnTo>
                <a:lnTo>
                  <a:pt x="85" y="82"/>
                </a:lnTo>
                <a:lnTo>
                  <a:pt x="87" y="81"/>
                </a:lnTo>
                <a:lnTo>
                  <a:pt x="90" y="81"/>
                </a:lnTo>
                <a:lnTo>
                  <a:pt x="92" y="81"/>
                </a:lnTo>
                <a:lnTo>
                  <a:pt x="92" y="82"/>
                </a:lnTo>
                <a:lnTo>
                  <a:pt x="93" y="82"/>
                </a:lnTo>
                <a:lnTo>
                  <a:pt x="93" y="80"/>
                </a:lnTo>
                <a:lnTo>
                  <a:pt x="93" y="79"/>
                </a:lnTo>
                <a:lnTo>
                  <a:pt x="94" y="78"/>
                </a:lnTo>
                <a:lnTo>
                  <a:pt x="94" y="78"/>
                </a:lnTo>
                <a:lnTo>
                  <a:pt x="94" y="77"/>
                </a:lnTo>
                <a:lnTo>
                  <a:pt x="95" y="76"/>
                </a:lnTo>
                <a:lnTo>
                  <a:pt x="95" y="75"/>
                </a:lnTo>
                <a:lnTo>
                  <a:pt x="95" y="75"/>
                </a:lnTo>
                <a:lnTo>
                  <a:pt x="95" y="74"/>
                </a:lnTo>
                <a:lnTo>
                  <a:pt x="97" y="70"/>
                </a:lnTo>
                <a:lnTo>
                  <a:pt x="98" y="68"/>
                </a:lnTo>
                <a:lnTo>
                  <a:pt x="100" y="67"/>
                </a:lnTo>
                <a:lnTo>
                  <a:pt x="100" y="66"/>
                </a:lnTo>
                <a:lnTo>
                  <a:pt x="102" y="63"/>
                </a:lnTo>
                <a:lnTo>
                  <a:pt x="103" y="64"/>
                </a:lnTo>
                <a:lnTo>
                  <a:pt x="104" y="63"/>
                </a:lnTo>
                <a:lnTo>
                  <a:pt x="105" y="63"/>
                </a:lnTo>
                <a:lnTo>
                  <a:pt x="104" y="63"/>
                </a:lnTo>
                <a:lnTo>
                  <a:pt x="104" y="63"/>
                </a:lnTo>
                <a:lnTo>
                  <a:pt x="104" y="62"/>
                </a:lnTo>
                <a:lnTo>
                  <a:pt x="106" y="59"/>
                </a:lnTo>
                <a:lnTo>
                  <a:pt x="108" y="59"/>
                </a:lnTo>
                <a:lnTo>
                  <a:pt x="108" y="58"/>
                </a:lnTo>
                <a:lnTo>
                  <a:pt x="109" y="58"/>
                </a:lnTo>
                <a:lnTo>
                  <a:pt x="109" y="58"/>
                </a:lnTo>
                <a:lnTo>
                  <a:pt x="110" y="58"/>
                </a:lnTo>
                <a:lnTo>
                  <a:pt x="110" y="57"/>
                </a:lnTo>
                <a:lnTo>
                  <a:pt x="110" y="57"/>
                </a:lnTo>
                <a:lnTo>
                  <a:pt x="110" y="56"/>
                </a:lnTo>
                <a:lnTo>
                  <a:pt x="111" y="56"/>
                </a:lnTo>
                <a:lnTo>
                  <a:pt x="112" y="55"/>
                </a:lnTo>
                <a:lnTo>
                  <a:pt x="112" y="55"/>
                </a:lnTo>
                <a:lnTo>
                  <a:pt x="112" y="54"/>
                </a:lnTo>
                <a:lnTo>
                  <a:pt x="113" y="54"/>
                </a:lnTo>
                <a:lnTo>
                  <a:pt x="114" y="54"/>
                </a:lnTo>
                <a:lnTo>
                  <a:pt x="113" y="54"/>
                </a:lnTo>
                <a:lnTo>
                  <a:pt x="113" y="53"/>
                </a:lnTo>
                <a:lnTo>
                  <a:pt x="114" y="52"/>
                </a:lnTo>
                <a:lnTo>
                  <a:pt x="113" y="51"/>
                </a:lnTo>
                <a:lnTo>
                  <a:pt x="112" y="52"/>
                </a:lnTo>
                <a:lnTo>
                  <a:pt x="111" y="51"/>
                </a:lnTo>
                <a:lnTo>
                  <a:pt x="113" y="50"/>
                </a:lnTo>
                <a:lnTo>
                  <a:pt x="113" y="48"/>
                </a:lnTo>
                <a:lnTo>
                  <a:pt x="113" y="47"/>
                </a:lnTo>
                <a:lnTo>
                  <a:pt x="113" y="47"/>
                </a:lnTo>
                <a:lnTo>
                  <a:pt x="114" y="45"/>
                </a:lnTo>
                <a:lnTo>
                  <a:pt x="113" y="45"/>
                </a:lnTo>
                <a:lnTo>
                  <a:pt x="113" y="43"/>
                </a:lnTo>
                <a:lnTo>
                  <a:pt x="112" y="43"/>
                </a:lnTo>
                <a:lnTo>
                  <a:pt x="111" y="43"/>
                </a:lnTo>
                <a:lnTo>
                  <a:pt x="111" y="43"/>
                </a:lnTo>
                <a:lnTo>
                  <a:pt x="110" y="42"/>
                </a:lnTo>
                <a:lnTo>
                  <a:pt x="110" y="41"/>
                </a:lnTo>
                <a:lnTo>
                  <a:pt x="109" y="41"/>
                </a:lnTo>
                <a:lnTo>
                  <a:pt x="109" y="40"/>
                </a:lnTo>
                <a:lnTo>
                  <a:pt x="109" y="40"/>
                </a:lnTo>
                <a:lnTo>
                  <a:pt x="108" y="39"/>
                </a:lnTo>
                <a:lnTo>
                  <a:pt x="107" y="38"/>
                </a:lnTo>
                <a:lnTo>
                  <a:pt x="107" y="38"/>
                </a:lnTo>
                <a:lnTo>
                  <a:pt x="107" y="38"/>
                </a:lnTo>
                <a:lnTo>
                  <a:pt x="106" y="36"/>
                </a:lnTo>
                <a:lnTo>
                  <a:pt x="106" y="35"/>
                </a:lnTo>
                <a:lnTo>
                  <a:pt x="106" y="35"/>
                </a:lnTo>
                <a:lnTo>
                  <a:pt x="105" y="34"/>
                </a:lnTo>
                <a:lnTo>
                  <a:pt x="103" y="35"/>
                </a:lnTo>
                <a:lnTo>
                  <a:pt x="103" y="33"/>
                </a:lnTo>
                <a:lnTo>
                  <a:pt x="102" y="32"/>
                </a:lnTo>
                <a:lnTo>
                  <a:pt x="102" y="30"/>
                </a:lnTo>
                <a:lnTo>
                  <a:pt x="103" y="29"/>
                </a:lnTo>
                <a:lnTo>
                  <a:pt x="102" y="29"/>
                </a:lnTo>
                <a:lnTo>
                  <a:pt x="102" y="29"/>
                </a:lnTo>
                <a:lnTo>
                  <a:pt x="103" y="28"/>
                </a:lnTo>
                <a:lnTo>
                  <a:pt x="103" y="27"/>
                </a:lnTo>
                <a:lnTo>
                  <a:pt x="103" y="26"/>
                </a:lnTo>
                <a:lnTo>
                  <a:pt x="103" y="25"/>
                </a:lnTo>
                <a:lnTo>
                  <a:pt x="104" y="25"/>
                </a:lnTo>
                <a:lnTo>
                  <a:pt x="104" y="24"/>
                </a:lnTo>
                <a:lnTo>
                  <a:pt x="102" y="24"/>
                </a:lnTo>
                <a:lnTo>
                  <a:pt x="102" y="25"/>
                </a:lnTo>
                <a:lnTo>
                  <a:pt x="101" y="25"/>
                </a:lnTo>
                <a:lnTo>
                  <a:pt x="101" y="24"/>
                </a:lnTo>
                <a:lnTo>
                  <a:pt x="101" y="24"/>
                </a:lnTo>
                <a:lnTo>
                  <a:pt x="101" y="23"/>
                </a:lnTo>
                <a:lnTo>
                  <a:pt x="100" y="23"/>
                </a:lnTo>
                <a:lnTo>
                  <a:pt x="100" y="22"/>
                </a:lnTo>
                <a:lnTo>
                  <a:pt x="100" y="22"/>
                </a:lnTo>
                <a:lnTo>
                  <a:pt x="100" y="21"/>
                </a:lnTo>
                <a:lnTo>
                  <a:pt x="98" y="22"/>
                </a:lnTo>
                <a:lnTo>
                  <a:pt x="98" y="21"/>
                </a:lnTo>
                <a:lnTo>
                  <a:pt x="98" y="20"/>
                </a:lnTo>
                <a:lnTo>
                  <a:pt x="98" y="20"/>
                </a:lnTo>
                <a:lnTo>
                  <a:pt x="98" y="19"/>
                </a:lnTo>
                <a:lnTo>
                  <a:pt x="96" y="18"/>
                </a:lnTo>
                <a:lnTo>
                  <a:pt x="96" y="17"/>
                </a:lnTo>
                <a:lnTo>
                  <a:pt x="95" y="17"/>
                </a:lnTo>
                <a:lnTo>
                  <a:pt x="96" y="15"/>
                </a:lnTo>
                <a:lnTo>
                  <a:pt x="95" y="15"/>
                </a:lnTo>
                <a:lnTo>
                  <a:pt x="94" y="15"/>
                </a:lnTo>
                <a:lnTo>
                  <a:pt x="94" y="14"/>
                </a:lnTo>
                <a:lnTo>
                  <a:pt x="93" y="13"/>
                </a:lnTo>
                <a:lnTo>
                  <a:pt x="93" y="12"/>
                </a:lnTo>
                <a:lnTo>
                  <a:pt x="93" y="11"/>
                </a:lnTo>
                <a:lnTo>
                  <a:pt x="92" y="11"/>
                </a:lnTo>
                <a:lnTo>
                  <a:pt x="92" y="12"/>
                </a:lnTo>
                <a:lnTo>
                  <a:pt x="91" y="12"/>
                </a:lnTo>
                <a:lnTo>
                  <a:pt x="90" y="10"/>
                </a:lnTo>
                <a:lnTo>
                  <a:pt x="90" y="7"/>
                </a:lnTo>
                <a:lnTo>
                  <a:pt x="90" y="7"/>
                </a:lnTo>
                <a:lnTo>
                  <a:pt x="90" y="5"/>
                </a:lnTo>
                <a:lnTo>
                  <a:pt x="90" y="4"/>
                </a:lnTo>
                <a:lnTo>
                  <a:pt x="88" y="5"/>
                </a:lnTo>
                <a:lnTo>
                  <a:pt x="88" y="6"/>
                </a:lnTo>
                <a:lnTo>
                  <a:pt x="87" y="7"/>
                </a:lnTo>
                <a:lnTo>
                  <a:pt x="87" y="8"/>
                </a:lnTo>
                <a:lnTo>
                  <a:pt x="87" y="9"/>
                </a:lnTo>
                <a:lnTo>
                  <a:pt x="86" y="10"/>
                </a:lnTo>
                <a:lnTo>
                  <a:pt x="84" y="12"/>
                </a:lnTo>
                <a:lnTo>
                  <a:pt x="84" y="11"/>
                </a:lnTo>
                <a:lnTo>
                  <a:pt x="83" y="11"/>
                </a:lnTo>
                <a:lnTo>
                  <a:pt x="83" y="11"/>
                </a:lnTo>
                <a:lnTo>
                  <a:pt x="83" y="10"/>
                </a:lnTo>
                <a:lnTo>
                  <a:pt x="83" y="10"/>
                </a:lnTo>
                <a:lnTo>
                  <a:pt x="82" y="9"/>
                </a:lnTo>
                <a:lnTo>
                  <a:pt x="83" y="7"/>
                </a:lnTo>
                <a:lnTo>
                  <a:pt x="80" y="5"/>
                </a:lnTo>
                <a:lnTo>
                  <a:pt x="80" y="4"/>
                </a:lnTo>
                <a:lnTo>
                  <a:pt x="80" y="4"/>
                </a:lnTo>
                <a:lnTo>
                  <a:pt x="79" y="4"/>
                </a:lnTo>
                <a:lnTo>
                  <a:pt x="79" y="4"/>
                </a:lnTo>
                <a:lnTo>
                  <a:pt x="77" y="4"/>
                </a:lnTo>
                <a:lnTo>
                  <a:pt x="77" y="3"/>
                </a:lnTo>
                <a:lnTo>
                  <a:pt x="76" y="3"/>
                </a:lnTo>
                <a:lnTo>
                  <a:pt x="75" y="4"/>
                </a:lnTo>
                <a:lnTo>
                  <a:pt x="74" y="3"/>
                </a:lnTo>
                <a:lnTo>
                  <a:pt x="73" y="2"/>
                </a:lnTo>
                <a:lnTo>
                  <a:pt x="72" y="1"/>
                </a:lnTo>
                <a:lnTo>
                  <a:pt x="72" y="0"/>
                </a:lnTo>
                <a:lnTo>
                  <a:pt x="71" y="0"/>
                </a:lnTo>
                <a:lnTo>
                  <a:pt x="70" y="0"/>
                </a:lnTo>
                <a:lnTo>
                  <a:pt x="70" y="1"/>
                </a:lnTo>
                <a:lnTo>
                  <a:pt x="70" y="2"/>
                </a:lnTo>
                <a:lnTo>
                  <a:pt x="70" y="5"/>
                </a:lnTo>
                <a:lnTo>
                  <a:pt x="70" y="5"/>
                </a:lnTo>
                <a:lnTo>
                  <a:pt x="70" y="6"/>
                </a:lnTo>
                <a:lnTo>
                  <a:pt x="70" y="6"/>
                </a:lnTo>
                <a:lnTo>
                  <a:pt x="70" y="7"/>
                </a:lnTo>
                <a:lnTo>
                  <a:pt x="69" y="11"/>
                </a:lnTo>
                <a:lnTo>
                  <a:pt x="68" y="11"/>
                </a:lnTo>
                <a:lnTo>
                  <a:pt x="64" y="12"/>
                </a:lnTo>
                <a:lnTo>
                  <a:pt x="63" y="14"/>
                </a:lnTo>
                <a:lnTo>
                  <a:pt x="63" y="16"/>
                </a:lnTo>
                <a:lnTo>
                  <a:pt x="64" y="16"/>
                </a:lnTo>
                <a:lnTo>
                  <a:pt x="62" y="18"/>
                </a:lnTo>
                <a:lnTo>
                  <a:pt x="61" y="18"/>
                </a:lnTo>
                <a:lnTo>
                  <a:pt x="60" y="19"/>
                </a:lnTo>
                <a:lnTo>
                  <a:pt x="60" y="18"/>
                </a:lnTo>
                <a:lnTo>
                  <a:pt x="59" y="19"/>
                </a:lnTo>
                <a:lnTo>
                  <a:pt x="59" y="20"/>
                </a:lnTo>
                <a:lnTo>
                  <a:pt x="57" y="19"/>
                </a:lnTo>
                <a:lnTo>
                  <a:pt x="55" y="19"/>
                </a:lnTo>
                <a:lnTo>
                  <a:pt x="54" y="19"/>
                </a:lnTo>
                <a:lnTo>
                  <a:pt x="54" y="18"/>
                </a:lnTo>
                <a:lnTo>
                  <a:pt x="54" y="18"/>
                </a:lnTo>
                <a:lnTo>
                  <a:pt x="52" y="18"/>
                </a:lnTo>
                <a:lnTo>
                  <a:pt x="50" y="19"/>
                </a:lnTo>
                <a:lnTo>
                  <a:pt x="51" y="20"/>
                </a:lnTo>
                <a:lnTo>
                  <a:pt x="52" y="20"/>
                </a:lnTo>
                <a:lnTo>
                  <a:pt x="51" y="21"/>
                </a:lnTo>
                <a:lnTo>
                  <a:pt x="52" y="22"/>
                </a:lnTo>
                <a:lnTo>
                  <a:pt x="51" y="22"/>
                </a:lnTo>
                <a:lnTo>
                  <a:pt x="48" y="21"/>
                </a:lnTo>
                <a:lnTo>
                  <a:pt x="48" y="22"/>
                </a:lnTo>
                <a:lnTo>
                  <a:pt x="46" y="22"/>
                </a:lnTo>
                <a:lnTo>
                  <a:pt x="44" y="23"/>
                </a:lnTo>
                <a:lnTo>
                  <a:pt x="44" y="24"/>
                </a:lnTo>
                <a:lnTo>
                  <a:pt x="44" y="24"/>
                </a:lnTo>
                <a:lnTo>
                  <a:pt x="44" y="25"/>
                </a:lnTo>
                <a:lnTo>
                  <a:pt x="44" y="26"/>
                </a:lnTo>
                <a:lnTo>
                  <a:pt x="43" y="27"/>
                </a:lnTo>
                <a:lnTo>
                  <a:pt x="43" y="27"/>
                </a:lnTo>
                <a:lnTo>
                  <a:pt x="43" y="28"/>
                </a:lnTo>
                <a:lnTo>
                  <a:pt x="43" y="27"/>
                </a:lnTo>
                <a:lnTo>
                  <a:pt x="42" y="28"/>
                </a:lnTo>
                <a:lnTo>
                  <a:pt x="41" y="29"/>
                </a:lnTo>
                <a:lnTo>
                  <a:pt x="41" y="29"/>
                </a:lnTo>
                <a:lnTo>
                  <a:pt x="39" y="28"/>
                </a:lnTo>
                <a:lnTo>
                  <a:pt x="39" y="28"/>
                </a:lnTo>
                <a:lnTo>
                  <a:pt x="39" y="29"/>
                </a:lnTo>
                <a:lnTo>
                  <a:pt x="37" y="29"/>
                </a:lnTo>
                <a:lnTo>
                  <a:pt x="36" y="29"/>
                </a:lnTo>
                <a:lnTo>
                  <a:pt x="35" y="30"/>
                </a:lnTo>
                <a:lnTo>
                  <a:pt x="35" y="32"/>
                </a:lnTo>
                <a:lnTo>
                  <a:pt x="34" y="32"/>
                </a:lnTo>
                <a:lnTo>
                  <a:pt x="32" y="35"/>
                </a:lnTo>
                <a:lnTo>
                  <a:pt x="31" y="36"/>
                </a:lnTo>
                <a:lnTo>
                  <a:pt x="29" y="35"/>
                </a:lnTo>
                <a:lnTo>
                  <a:pt x="29" y="35"/>
                </a:lnTo>
                <a:lnTo>
                  <a:pt x="29" y="36"/>
                </a:lnTo>
                <a:lnTo>
                  <a:pt x="28" y="36"/>
                </a:lnTo>
                <a:lnTo>
                  <a:pt x="28" y="36"/>
                </a:lnTo>
                <a:lnTo>
                  <a:pt x="26" y="37"/>
                </a:lnTo>
                <a:lnTo>
                  <a:pt x="25" y="39"/>
                </a:lnTo>
                <a:lnTo>
                  <a:pt x="24" y="38"/>
                </a:lnTo>
                <a:lnTo>
                  <a:pt x="22" y="40"/>
                </a:lnTo>
                <a:lnTo>
                  <a:pt x="23" y="41"/>
                </a:lnTo>
                <a:lnTo>
                  <a:pt x="22" y="41"/>
                </a:lnTo>
                <a:lnTo>
                  <a:pt x="22" y="42"/>
                </a:lnTo>
                <a:lnTo>
                  <a:pt x="22" y="43"/>
                </a:lnTo>
                <a:lnTo>
                  <a:pt x="21" y="43"/>
                </a:lnTo>
                <a:lnTo>
                  <a:pt x="20" y="44"/>
                </a:lnTo>
                <a:lnTo>
                  <a:pt x="20" y="44"/>
                </a:lnTo>
                <a:lnTo>
                  <a:pt x="20" y="45"/>
                </a:lnTo>
                <a:lnTo>
                  <a:pt x="20" y="45"/>
                </a:lnTo>
                <a:lnTo>
                  <a:pt x="20" y="45"/>
                </a:lnTo>
                <a:lnTo>
                  <a:pt x="20" y="46"/>
                </a:lnTo>
                <a:lnTo>
                  <a:pt x="20" y="46"/>
                </a:lnTo>
                <a:lnTo>
                  <a:pt x="19" y="47"/>
                </a:lnTo>
                <a:lnTo>
                  <a:pt x="18" y="48"/>
                </a:lnTo>
                <a:lnTo>
                  <a:pt x="18" y="49"/>
                </a:lnTo>
                <a:lnTo>
                  <a:pt x="18" y="50"/>
                </a:lnTo>
                <a:lnTo>
                  <a:pt x="17" y="50"/>
                </a:lnTo>
                <a:lnTo>
                  <a:pt x="16" y="50"/>
                </a:lnTo>
                <a:lnTo>
                  <a:pt x="17" y="49"/>
                </a:lnTo>
                <a:lnTo>
                  <a:pt x="16" y="48"/>
                </a:lnTo>
                <a:lnTo>
                  <a:pt x="16" y="48"/>
                </a:lnTo>
                <a:lnTo>
                  <a:pt x="15" y="46"/>
                </a:lnTo>
                <a:lnTo>
                  <a:pt x="14" y="46"/>
                </a:lnTo>
                <a:lnTo>
                  <a:pt x="14" y="44"/>
                </a:lnTo>
                <a:lnTo>
                  <a:pt x="12" y="42"/>
                </a:lnTo>
                <a:lnTo>
                  <a:pt x="12" y="39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6" y="38"/>
                </a:lnTo>
                <a:lnTo>
                  <a:pt x="7" y="37"/>
                </a:lnTo>
                <a:lnTo>
                  <a:pt x="5" y="36"/>
                </a:lnTo>
                <a:lnTo>
                  <a:pt x="5" y="37"/>
                </a:lnTo>
                <a:lnTo>
                  <a:pt x="5" y="38"/>
                </a:lnTo>
                <a:lnTo>
                  <a:pt x="3" y="39"/>
                </a:lnTo>
                <a:lnTo>
                  <a:pt x="2" y="40"/>
                </a:lnTo>
                <a:lnTo>
                  <a:pt x="2" y="41"/>
                </a:lnTo>
                <a:lnTo>
                  <a:pt x="2" y="41"/>
                </a:lnTo>
                <a:lnTo>
                  <a:pt x="3" y="43"/>
                </a:lnTo>
                <a:lnTo>
                  <a:pt x="4" y="43"/>
                </a:lnTo>
                <a:lnTo>
                  <a:pt x="5" y="43"/>
                </a:lnTo>
                <a:lnTo>
                  <a:pt x="5" y="45"/>
                </a:lnTo>
                <a:lnTo>
                  <a:pt x="4" y="46"/>
                </a:lnTo>
                <a:lnTo>
                  <a:pt x="4" y="48"/>
                </a:lnTo>
                <a:lnTo>
                  <a:pt x="4" y="50"/>
                </a:lnTo>
                <a:lnTo>
                  <a:pt x="5" y="51"/>
                </a:lnTo>
                <a:lnTo>
                  <a:pt x="4" y="52"/>
                </a:lnTo>
                <a:lnTo>
                  <a:pt x="5" y="53"/>
                </a:lnTo>
                <a:lnTo>
                  <a:pt x="5" y="54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6" y="55"/>
                </a:lnTo>
                <a:lnTo>
                  <a:pt x="7" y="56"/>
                </a:lnTo>
                <a:lnTo>
                  <a:pt x="7" y="57"/>
                </a:lnTo>
                <a:lnTo>
                  <a:pt x="7" y="57"/>
                </a:lnTo>
                <a:lnTo>
                  <a:pt x="7" y="58"/>
                </a:lnTo>
                <a:lnTo>
                  <a:pt x="6" y="59"/>
                </a:lnTo>
                <a:lnTo>
                  <a:pt x="6" y="59"/>
                </a:lnTo>
                <a:lnTo>
                  <a:pt x="6" y="61"/>
                </a:lnTo>
                <a:lnTo>
                  <a:pt x="5" y="61"/>
                </a:lnTo>
                <a:lnTo>
                  <a:pt x="5" y="62"/>
                </a:lnTo>
                <a:lnTo>
                  <a:pt x="4" y="63"/>
                </a:lnTo>
                <a:lnTo>
                  <a:pt x="4" y="63"/>
                </a:lnTo>
                <a:lnTo>
                  <a:pt x="4" y="64"/>
                </a:lnTo>
                <a:lnTo>
                  <a:pt x="3" y="65"/>
                </a:lnTo>
                <a:lnTo>
                  <a:pt x="3" y="65"/>
                </a:lnTo>
                <a:lnTo>
                  <a:pt x="3" y="66"/>
                </a:lnTo>
                <a:lnTo>
                  <a:pt x="2" y="67"/>
                </a:lnTo>
                <a:lnTo>
                  <a:pt x="1" y="67"/>
                </a:lnTo>
                <a:lnTo>
                  <a:pt x="1" y="68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lnTo>
                  <a:pt x="0" y="70"/>
                </a:lnTo>
                <a:lnTo>
                  <a:pt x="0" y="72"/>
                </a:lnTo>
                <a:lnTo>
                  <a:pt x="0" y="73"/>
                </a:lnTo>
                <a:lnTo>
                  <a:pt x="1" y="74"/>
                </a:lnTo>
                <a:lnTo>
                  <a:pt x="1" y="74"/>
                </a:lnTo>
                <a:lnTo>
                  <a:pt x="2" y="74"/>
                </a:lnTo>
                <a:lnTo>
                  <a:pt x="2" y="75"/>
                </a:lnTo>
                <a:lnTo>
                  <a:pt x="4" y="76"/>
                </a:lnTo>
                <a:lnTo>
                  <a:pt x="5" y="76"/>
                </a:lnTo>
                <a:lnTo>
                  <a:pt x="5" y="75"/>
                </a:lnTo>
                <a:lnTo>
                  <a:pt x="6" y="75"/>
                </a:lnTo>
                <a:lnTo>
                  <a:pt x="5" y="77"/>
                </a:lnTo>
                <a:lnTo>
                  <a:pt x="6" y="77"/>
                </a:lnTo>
                <a:lnTo>
                  <a:pt x="7" y="77"/>
                </a:lnTo>
                <a:lnTo>
                  <a:pt x="7" y="78"/>
                </a:lnTo>
                <a:lnTo>
                  <a:pt x="8" y="78"/>
                </a:lnTo>
                <a:lnTo>
                  <a:pt x="8" y="78"/>
                </a:lnTo>
                <a:lnTo>
                  <a:pt x="13" y="77"/>
                </a:lnTo>
                <a:lnTo>
                  <a:pt x="13" y="78"/>
                </a:lnTo>
                <a:lnTo>
                  <a:pt x="13" y="78"/>
                </a:lnTo>
                <a:lnTo>
                  <a:pt x="14" y="79"/>
                </a:lnTo>
                <a:lnTo>
                  <a:pt x="14" y="81"/>
                </a:lnTo>
                <a:lnTo>
                  <a:pt x="14" y="82"/>
                </a:lnTo>
                <a:lnTo>
                  <a:pt x="15" y="83"/>
                </a:lnTo>
                <a:lnTo>
                  <a:pt x="15" y="84"/>
                </a:lnTo>
                <a:lnTo>
                  <a:pt x="16" y="84"/>
                </a:lnTo>
                <a:lnTo>
                  <a:pt x="16" y="85"/>
                </a:lnTo>
                <a:lnTo>
                  <a:pt x="17" y="85"/>
                </a:lnTo>
                <a:lnTo>
                  <a:pt x="17" y="86"/>
                </a:lnTo>
                <a:lnTo>
                  <a:pt x="17" y="87"/>
                </a:lnTo>
                <a:lnTo>
                  <a:pt x="18" y="87"/>
                </a:lnTo>
                <a:lnTo>
                  <a:pt x="18" y="88"/>
                </a:lnTo>
                <a:lnTo>
                  <a:pt x="19" y="88"/>
                </a:lnTo>
                <a:lnTo>
                  <a:pt x="19" y="88"/>
                </a:lnTo>
                <a:lnTo>
                  <a:pt x="19" y="89"/>
                </a:lnTo>
                <a:lnTo>
                  <a:pt x="21" y="89"/>
                </a:lnTo>
                <a:lnTo>
                  <a:pt x="21" y="88"/>
                </a:lnTo>
                <a:lnTo>
                  <a:pt x="24" y="87"/>
                </a:lnTo>
                <a:lnTo>
                  <a:pt x="28" y="84"/>
                </a:lnTo>
                <a:lnTo>
                  <a:pt x="29" y="83"/>
                </a:lnTo>
                <a:lnTo>
                  <a:pt x="29" y="83"/>
                </a:lnTo>
                <a:lnTo>
                  <a:pt x="30" y="82"/>
                </a:lnTo>
                <a:lnTo>
                  <a:pt x="30" y="80"/>
                </a:lnTo>
                <a:lnTo>
                  <a:pt x="31" y="79"/>
                </a:lnTo>
                <a:lnTo>
                  <a:pt x="31" y="78"/>
                </a:lnTo>
                <a:lnTo>
                  <a:pt x="31" y="78"/>
                </a:lnTo>
                <a:lnTo>
                  <a:pt x="31" y="77"/>
                </a:lnTo>
                <a:lnTo>
                  <a:pt x="31" y="76"/>
                </a:lnTo>
                <a:lnTo>
                  <a:pt x="32" y="75"/>
                </a:lnTo>
                <a:lnTo>
                  <a:pt x="34" y="73"/>
                </a:lnTo>
                <a:lnTo>
                  <a:pt x="33" y="71"/>
                </a:lnTo>
                <a:lnTo>
                  <a:pt x="35" y="71"/>
                </a:lnTo>
                <a:lnTo>
                  <a:pt x="36" y="70"/>
                </a:lnTo>
                <a:lnTo>
                  <a:pt x="37" y="70"/>
                </a:lnTo>
                <a:lnTo>
                  <a:pt x="36" y="69"/>
                </a:lnTo>
                <a:lnTo>
                  <a:pt x="36" y="69"/>
                </a:lnTo>
                <a:lnTo>
                  <a:pt x="36" y="69"/>
                </a:lnTo>
                <a:lnTo>
                  <a:pt x="36" y="68"/>
                </a:lnTo>
                <a:lnTo>
                  <a:pt x="35" y="68"/>
                </a:lnTo>
                <a:lnTo>
                  <a:pt x="36" y="68"/>
                </a:lnTo>
                <a:lnTo>
                  <a:pt x="36" y="68"/>
                </a:lnTo>
                <a:lnTo>
                  <a:pt x="37" y="68"/>
                </a:lnTo>
                <a:lnTo>
                  <a:pt x="37" y="67"/>
                </a:lnTo>
                <a:lnTo>
                  <a:pt x="38" y="66"/>
                </a:lnTo>
                <a:lnTo>
                  <a:pt x="43" y="66"/>
                </a:lnTo>
                <a:lnTo>
                  <a:pt x="43" y="65"/>
                </a:lnTo>
                <a:lnTo>
                  <a:pt x="44" y="65"/>
                </a:lnTo>
                <a:lnTo>
                  <a:pt x="45" y="65"/>
                </a:lnTo>
                <a:lnTo>
                  <a:pt x="45" y="66"/>
                </a:lnTo>
                <a:lnTo>
                  <a:pt x="46" y="65"/>
                </a:lnTo>
                <a:lnTo>
                  <a:pt x="47" y="65"/>
                </a:lnTo>
                <a:lnTo>
                  <a:pt x="49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8"/>
                </a:lnTo>
                <a:lnTo>
                  <a:pt x="53" y="68"/>
                </a:lnTo>
                <a:lnTo>
                  <a:pt x="54" y="68"/>
                </a:lnTo>
                <a:lnTo>
                  <a:pt x="55" y="68"/>
                </a:lnTo>
                <a:lnTo>
                  <a:pt x="55" y="69"/>
                </a:lnTo>
                <a:lnTo>
                  <a:pt x="58" y="71"/>
                </a:lnTo>
                <a:lnTo>
                  <a:pt x="57" y="71"/>
                </a:lnTo>
                <a:lnTo>
                  <a:pt x="58" y="72"/>
                </a:lnTo>
                <a:lnTo>
                  <a:pt x="57" y="72"/>
                </a:lnTo>
                <a:lnTo>
                  <a:pt x="58" y="72"/>
                </a:lnTo>
                <a:lnTo>
                  <a:pt x="58" y="73"/>
                </a:lnTo>
                <a:lnTo>
                  <a:pt x="57" y="73"/>
                </a:lnTo>
                <a:lnTo>
                  <a:pt x="57" y="74"/>
                </a:lnTo>
                <a:lnTo>
                  <a:pt x="57" y="75"/>
                </a:lnTo>
                <a:lnTo>
                  <a:pt x="56" y="74"/>
                </a:lnTo>
                <a:lnTo>
                  <a:pt x="56" y="75"/>
                </a:lnTo>
                <a:lnTo>
                  <a:pt x="57" y="75"/>
                </a:lnTo>
                <a:lnTo>
                  <a:pt x="56" y="76"/>
                </a:lnTo>
                <a:lnTo>
                  <a:pt x="56" y="75"/>
                </a:lnTo>
                <a:lnTo>
                  <a:pt x="55" y="76"/>
                </a:lnTo>
                <a:lnTo>
                  <a:pt x="55" y="78"/>
                </a:lnTo>
                <a:lnTo>
                  <a:pt x="54" y="78"/>
                </a:lnTo>
                <a:lnTo>
                  <a:pt x="54" y="79"/>
                </a:lnTo>
                <a:lnTo>
                  <a:pt x="55" y="79"/>
                </a:lnTo>
                <a:lnTo>
                  <a:pt x="55" y="80"/>
                </a:lnTo>
                <a:lnTo>
                  <a:pt x="54" y="80"/>
                </a:lnTo>
                <a:lnTo>
                  <a:pt x="54" y="82"/>
                </a:lnTo>
                <a:lnTo>
                  <a:pt x="53" y="83"/>
                </a:lnTo>
                <a:lnTo>
                  <a:pt x="52" y="85"/>
                </a:lnTo>
                <a:lnTo>
                  <a:pt x="51" y="85"/>
                </a:lnTo>
                <a:lnTo>
                  <a:pt x="50" y="87"/>
                </a:lnTo>
                <a:lnTo>
                  <a:pt x="49" y="87"/>
                </a:lnTo>
                <a:lnTo>
                  <a:pt x="48" y="87"/>
                </a:lnTo>
                <a:lnTo>
                  <a:pt x="47" y="89"/>
                </a:lnTo>
                <a:lnTo>
                  <a:pt x="48" y="90"/>
                </a:lnTo>
                <a:lnTo>
                  <a:pt x="47" y="90"/>
                </a:lnTo>
                <a:lnTo>
                  <a:pt x="48" y="91"/>
                </a:lnTo>
                <a:lnTo>
                  <a:pt x="48" y="92"/>
                </a:lnTo>
                <a:lnTo>
                  <a:pt x="48" y="92"/>
                </a:lnTo>
                <a:lnTo>
                  <a:pt x="48" y="93"/>
                </a:lnTo>
                <a:lnTo>
                  <a:pt x="45" y="94"/>
                </a:lnTo>
                <a:lnTo>
                  <a:pt x="44" y="95"/>
                </a:lnTo>
                <a:lnTo>
                  <a:pt x="44" y="96"/>
                </a:lnTo>
                <a:lnTo>
                  <a:pt x="45" y="97"/>
                </a:lnTo>
                <a:lnTo>
                  <a:pt x="45" y="96"/>
                </a:lnTo>
                <a:lnTo>
                  <a:pt x="46" y="97"/>
                </a:lnTo>
                <a:lnTo>
                  <a:pt x="45" y="98"/>
                </a:lnTo>
                <a:lnTo>
                  <a:pt x="45" y="98"/>
                </a:lnTo>
                <a:lnTo>
                  <a:pt x="45" y="98"/>
                </a:lnTo>
                <a:lnTo>
                  <a:pt x="45" y="99"/>
                </a:lnTo>
                <a:lnTo>
                  <a:pt x="46" y="99"/>
                </a:lnTo>
                <a:lnTo>
                  <a:pt x="46" y="99"/>
                </a:lnTo>
                <a:lnTo>
                  <a:pt x="47" y="99"/>
                </a:lnTo>
                <a:lnTo>
                  <a:pt x="48" y="99"/>
                </a:lnTo>
                <a:lnTo>
                  <a:pt x="49" y="100"/>
                </a:lnTo>
                <a:lnTo>
                  <a:pt x="49" y="100"/>
                </a:lnTo>
                <a:lnTo>
                  <a:pt x="49" y="100"/>
                </a:lnTo>
                <a:lnTo>
                  <a:pt x="50" y="101"/>
                </a:lnTo>
                <a:lnTo>
                  <a:pt x="51" y="100"/>
                </a:lnTo>
                <a:lnTo>
                  <a:pt x="53" y="98"/>
                </a:lnTo>
                <a:lnTo>
                  <a:pt x="53" y="99"/>
                </a:lnTo>
                <a:lnTo>
                  <a:pt x="53" y="100"/>
                </a:lnTo>
                <a:lnTo>
                  <a:pt x="53" y="100"/>
                </a:lnTo>
                <a:lnTo>
                  <a:pt x="52" y="100"/>
                </a:lnTo>
                <a:lnTo>
                  <a:pt x="51" y="101"/>
                </a:lnTo>
                <a:lnTo>
                  <a:pt x="52" y="102"/>
                </a:lnTo>
                <a:lnTo>
                  <a:pt x="52" y="102"/>
                </a:lnTo>
                <a:lnTo>
                  <a:pt x="52" y="103"/>
                </a:lnTo>
                <a:lnTo>
                  <a:pt x="53" y="103"/>
                </a:lnTo>
                <a:lnTo>
                  <a:pt x="54" y="104"/>
                </a:lnTo>
                <a:lnTo>
                  <a:pt x="53" y="105"/>
                </a:lnTo>
                <a:lnTo>
                  <a:pt x="52" y="105"/>
                </a:lnTo>
                <a:lnTo>
                  <a:pt x="53" y="104"/>
                </a:lnTo>
                <a:lnTo>
                  <a:pt x="52" y="103"/>
                </a:lnTo>
                <a:lnTo>
                  <a:pt x="52" y="104"/>
                </a:lnTo>
                <a:lnTo>
                  <a:pt x="52" y="105"/>
                </a:lnTo>
                <a:lnTo>
                  <a:pt x="51" y="106"/>
                </a:lnTo>
                <a:lnTo>
                  <a:pt x="50" y="107"/>
                </a:lnTo>
                <a:lnTo>
                  <a:pt x="49" y="106"/>
                </a:lnTo>
                <a:lnTo>
                  <a:pt x="48" y="107"/>
                </a:lnTo>
                <a:lnTo>
                  <a:pt x="48" y="108"/>
                </a:lnTo>
                <a:lnTo>
                  <a:pt x="46" y="109"/>
                </a:lnTo>
                <a:lnTo>
                  <a:pt x="46" y="109"/>
                </a:lnTo>
                <a:lnTo>
                  <a:pt x="45" y="109"/>
                </a:lnTo>
                <a:lnTo>
                  <a:pt x="44" y="110"/>
                </a:lnTo>
                <a:lnTo>
                  <a:pt x="44" y="111"/>
                </a:lnTo>
                <a:lnTo>
                  <a:pt x="45" y="111"/>
                </a:lnTo>
                <a:lnTo>
                  <a:pt x="45" y="111"/>
                </a:lnTo>
                <a:lnTo>
                  <a:pt x="45" y="113"/>
                </a:lnTo>
                <a:lnTo>
                  <a:pt x="45" y="113"/>
                </a:lnTo>
                <a:lnTo>
                  <a:pt x="46" y="114"/>
                </a:lnTo>
                <a:lnTo>
                  <a:pt x="47" y="114"/>
                </a:lnTo>
                <a:lnTo>
                  <a:pt x="48" y="113"/>
                </a:lnTo>
                <a:lnTo>
                  <a:pt x="49" y="111"/>
                </a:lnTo>
                <a:lnTo>
                  <a:pt x="52" y="111"/>
                </a:lnTo>
                <a:lnTo>
                  <a:pt x="53" y="110"/>
                </a:lnTo>
                <a:lnTo>
                  <a:pt x="55" y="109"/>
                </a:lnTo>
                <a:lnTo>
                  <a:pt x="55" y="108"/>
                </a:lnTo>
                <a:lnTo>
                  <a:pt x="53" y="108"/>
                </a:lnTo>
                <a:lnTo>
                  <a:pt x="54" y="107"/>
                </a:lnTo>
                <a:lnTo>
                  <a:pt x="54" y="106"/>
                </a:lnTo>
                <a:lnTo>
                  <a:pt x="55" y="106"/>
                </a:lnTo>
                <a:lnTo>
                  <a:pt x="55" y="106"/>
                </a:lnTo>
                <a:lnTo>
                  <a:pt x="56" y="106"/>
                </a:lnTo>
                <a:lnTo>
                  <a:pt x="56" y="107"/>
                </a:lnTo>
                <a:lnTo>
                  <a:pt x="57" y="107"/>
                </a:lnTo>
                <a:lnTo>
                  <a:pt x="58" y="107"/>
                </a:lnTo>
                <a:lnTo>
                  <a:pt x="57" y="105"/>
                </a:lnTo>
                <a:lnTo>
                  <a:pt x="58" y="105"/>
                </a:lnTo>
                <a:lnTo>
                  <a:pt x="58" y="105"/>
                </a:lnTo>
                <a:lnTo>
                  <a:pt x="59" y="105"/>
                </a:lnTo>
                <a:lnTo>
                  <a:pt x="59" y="104"/>
                </a:lnTo>
                <a:lnTo>
                  <a:pt x="60" y="104"/>
                </a:lnTo>
                <a:lnTo>
                  <a:pt x="60" y="104"/>
                </a:lnTo>
                <a:lnTo>
                  <a:pt x="60" y="103"/>
                </a:lnTo>
                <a:lnTo>
                  <a:pt x="62" y="102"/>
                </a:lnTo>
                <a:lnTo>
                  <a:pt x="61" y="101"/>
                </a:lnTo>
                <a:lnTo>
                  <a:pt x="61" y="100"/>
                </a:lnTo>
                <a:lnTo>
                  <a:pt x="63" y="99"/>
                </a:lnTo>
                <a:lnTo>
                  <a:pt x="63" y="98"/>
                </a:lnTo>
                <a:lnTo>
                  <a:pt x="65" y="95"/>
                </a:lnTo>
                <a:lnTo>
                  <a:pt x="66" y="95"/>
                </a:lnTo>
                <a:lnTo>
                  <a:pt x="67" y="95"/>
                </a:lnTo>
                <a:lnTo>
                  <a:pt x="68" y="93"/>
                </a:lnTo>
                <a:lnTo>
                  <a:pt x="68" y="92"/>
                </a:lnTo>
                <a:lnTo>
                  <a:pt x="71" y="91"/>
                </a:lnTo>
                <a:lnTo>
                  <a:pt x="72" y="89"/>
                </a:lnTo>
                <a:lnTo>
                  <a:pt x="74" y="89"/>
                </a:lnTo>
                <a:lnTo>
                  <a:pt x="74" y="88"/>
                </a:lnTo>
                <a:lnTo>
                  <a:pt x="74" y="88"/>
                </a:lnTo>
                <a:lnTo>
                  <a:pt x="76" y="87"/>
                </a:lnTo>
                <a:lnTo>
                  <a:pt x="76" y="88"/>
                </a:lnTo>
                <a:lnTo>
                  <a:pt x="77" y="87"/>
                </a:lnTo>
                <a:lnTo>
                  <a:pt x="77" y="87"/>
                </a:lnTo>
                <a:lnTo>
                  <a:pt x="77" y="86"/>
                </a:lnTo>
                <a:lnTo>
                  <a:pt x="78" y="86"/>
                </a:lnTo>
                <a:lnTo>
                  <a:pt x="78" y="86"/>
                </a:lnTo>
                <a:lnTo>
                  <a:pt x="78" y="85"/>
                </a:lnTo>
                <a:lnTo>
                  <a:pt x="80" y="85"/>
                </a:lnTo>
                <a:lnTo>
                  <a:pt x="80" y="85"/>
                </a:lnTo>
                <a:lnTo>
                  <a:pt x="82" y="84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5607668" y="2326308"/>
            <a:ext cx="1045319" cy="737495"/>
          </a:xfrm>
          <a:custGeom>
            <a:avLst/>
            <a:gdLst/>
            <a:ahLst/>
            <a:cxnLst/>
            <a:rect l="l" t="t" r="r" b="b"/>
            <a:pathLst>
              <a:path w="163" h="115">
                <a:moveTo>
                  <a:pt x="141" y="66"/>
                </a:moveTo>
                <a:lnTo>
                  <a:pt x="141" y="65"/>
                </a:lnTo>
                <a:lnTo>
                  <a:pt x="141" y="65"/>
                </a:lnTo>
                <a:lnTo>
                  <a:pt x="142" y="65"/>
                </a:lnTo>
                <a:lnTo>
                  <a:pt x="143" y="65"/>
                </a:lnTo>
                <a:lnTo>
                  <a:pt x="143" y="64"/>
                </a:lnTo>
                <a:lnTo>
                  <a:pt x="142" y="61"/>
                </a:lnTo>
                <a:lnTo>
                  <a:pt x="143" y="61"/>
                </a:lnTo>
                <a:lnTo>
                  <a:pt x="142" y="60"/>
                </a:lnTo>
                <a:lnTo>
                  <a:pt x="143" y="59"/>
                </a:lnTo>
                <a:lnTo>
                  <a:pt x="142" y="59"/>
                </a:lnTo>
                <a:lnTo>
                  <a:pt x="142" y="54"/>
                </a:lnTo>
                <a:lnTo>
                  <a:pt x="143" y="53"/>
                </a:lnTo>
                <a:lnTo>
                  <a:pt x="142" y="53"/>
                </a:lnTo>
                <a:lnTo>
                  <a:pt x="142" y="52"/>
                </a:lnTo>
                <a:lnTo>
                  <a:pt x="143" y="52"/>
                </a:lnTo>
                <a:lnTo>
                  <a:pt x="143" y="52"/>
                </a:lnTo>
                <a:lnTo>
                  <a:pt x="143" y="51"/>
                </a:lnTo>
                <a:lnTo>
                  <a:pt x="144" y="52"/>
                </a:lnTo>
                <a:lnTo>
                  <a:pt x="145" y="52"/>
                </a:lnTo>
                <a:lnTo>
                  <a:pt x="146" y="51"/>
                </a:lnTo>
                <a:lnTo>
                  <a:pt x="147" y="51"/>
                </a:lnTo>
                <a:lnTo>
                  <a:pt x="146" y="52"/>
                </a:lnTo>
                <a:lnTo>
                  <a:pt x="147" y="52"/>
                </a:lnTo>
                <a:lnTo>
                  <a:pt x="146" y="53"/>
                </a:lnTo>
                <a:lnTo>
                  <a:pt x="147" y="53"/>
                </a:lnTo>
                <a:lnTo>
                  <a:pt x="149" y="52"/>
                </a:lnTo>
                <a:lnTo>
                  <a:pt x="149" y="52"/>
                </a:lnTo>
                <a:lnTo>
                  <a:pt x="149" y="55"/>
                </a:lnTo>
                <a:lnTo>
                  <a:pt x="150" y="57"/>
                </a:lnTo>
                <a:lnTo>
                  <a:pt x="150" y="57"/>
                </a:lnTo>
                <a:lnTo>
                  <a:pt x="153" y="58"/>
                </a:lnTo>
                <a:lnTo>
                  <a:pt x="154" y="58"/>
                </a:lnTo>
                <a:lnTo>
                  <a:pt x="153" y="59"/>
                </a:lnTo>
                <a:lnTo>
                  <a:pt x="154" y="59"/>
                </a:lnTo>
                <a:lnTo>
                  <a:pt x="154" y="59"/>
                </a:lnTo>
                <a:lnTo>
                  <a:pt x="154" y="58"/>
                </a:lnTo>
                <a:lnTo>
                  <a:pt x="154" y="57"/>
                </a:lnTo>
                <a:lnTo>
                  <a:pt x="155" y="57"/>
                </a:lnTo>
                <a:lnTo>
                  <a:pt x="156" y="60"/>
                </a:lnTo>
                <a:lnTo>
                  <a:pt x="156" y="60"/>
                </a:lnTo>
                <a:lnTo>
                  <a:pt x="157" y="61"/>
                </a:lnTo>
                <a:lnTo>
                  <a:pt x="158" y="61"/>
                </a:lnTo>
                <a:lnTo>
                  <a:pt x="157" y="61"/>
                </a:lnTo>
                <a:lnTo>
                  <a:pt x="157" y="60"/>
                </a:lnTo>
                <a:lnTo>
                  <a:pt x="156" y="60"/>
                </a:lnTo>
                <a:lnTo>
                  <a:pt x="156" y="59"/>
                </a:lnTo>
                <a:lnTo>
                  <a:pt x="157" y="58"/>
                </a:lnTo>
                <a:lnTo>
                  <a:pt x="157" y="57"/>
                </a:lnTo>
                <a:lnTo>
                  <a:pt x="155" y="56"/>
                </a:lnTo>
                <a:lnTo>
                  <a:pt x="154" y="56"/>
                </a:lnTo>
                <a:lnTo>
                  <a:pt x="153" y="56"/>
                </a:lnTo>
                <a:lnTo>
                  <a:pt x="152" y="55"/>
                </a:lnTo>
                <a:lnTo>
                  <a:pt x="153" y="54"/>
                </a:lnTo>
                <a:lnTo>
                  <a:pt x="156" y="52"/>
                </a:lnTo>
                <a:lnTo>
                  <a:pt x="157" y="52"/>
                </a:lnTo>
                <a:lnTo>
                  <a:pt x="158" y="51"/>
                </a:lnTo>
                <a:lnTo>
                  <a:pt x="158" y="51"/>
                </a:lnTo>
                <a:lnTo>
                  <a:pt x="158" y="50"/>
                </a:lnTo>
                <a:lnTo>
                  <a:pt x="159" y="51"/>
                </a:lnTo>
                <a:lnTo>
                  <a:pt x="160" y="50"/>
                </a:lnTo>
                <a:lnTo>
                  <a:pt x="161" y="50"/>
                </a:lnTo>
                <a:lnTo>
                  <a:pt x="162" y="50"/>
                </a:lnTo>
                <a:lnTo>
                  <a:pt x="161" y="49"/>
                </a:lnTo>
                <a:lnTo>
                  <a:pt x="161" y="48"/>
                </a:lnTo>
                <a:lnTo>
                  <a:pt x="162" y="48"/>
                </a:lnTo>
                <a:lnTo>
                  <a:pt x="163" y="48"/>
                </a:lnTo>
                <a:lnTo>
                  <a:pt x="163" y="47"/>
                </a:lnTo>
                <a:lnTo>
                  <a:pt x="162" y="47"/>
                </a:lnTo>
                <a:lnTo>
                  <a:pt x="162" y="46"/>
                </a:lnTo>
                <a:lnTo>
                  <a:pt x="162" y="45"/>
                </a:lnTo>
                <a:lnTo>
                  <a:pt x="162" y="45"/>
                </a:lnTo>
                <a:lnTo>
                  <a:pt x="162" y="44"/>
                </a:lnTo>
                <a:lnTo>
                  <a:pt x="163" y="43"/>
                </a:lnTo>
                <a:lnTo>
                  <a:pt x="162" y="42"/>
                </a:lnTo>
                <a:lnTo>
                  <a:pt x="162" y="42"/>
                </a:lnTo>
                <a:lnTo>
                  <a:pt x="162" y="41"/>
                </a:lnTo>
                <a:lnTo>
                  <a:pt x="162" y="40"/>
                </a:lnTo>
                <a:lnTo>
                  <a:pt x="162" y="38"/>
                </a:lnTo>
                <a:lnTo>
                  <a:pt x="163" y="37"/>
                </a:lnTo>
                <a:lnTo>
                  <a:pt x="162" y="36"/>
                </a:lnTo>
                <a:lnTo>
                  <a:pt x="162" y="35"/>
                </a:lnTo>
                <a:lnTo>
                  <a:pt x="162" y="35"/>
                </a:lnTo>
                <a:lnTo>
                  <a:pt x="162" y="36"/>
                </a:lnTo>
                <a:lnTo>
                  <a:pt x="161" y="36"/>
                </a:lnTo>
                <a:lnTo>
                  <a:pt x="161" y="37"/>
                </a:lnTo>
                <a:lnTo>
                  <a:pt x="160" y="37"/>
                </a:lnTo>
                <a:lnTo>
                  <a:pt x="157" y="36"/>
                </a:lnTo>
                <a:lnTo>
                  <a:pt x="157" y="37"/>
                </a:lnTo>
                <a:lnTo>
                  <a:pt x="156" y="38"/>
                </a:lnTo>
                <a:lnTo>
                  <a:pt x="155" y="38"/>
                </a:lnTo>
                <a:lnTo>
                  <a:pt x="154" y="37"/>
                </a:lnTo>
                <a:lnTo>
                  <a:pt x="152" y="36"/>
                </a:lnTo>
                <a:lnTo>
                  <a:pt x="151" y="36"/>
                </a:lnTo>
                <a:lnTo>
                  <a:pt x="151" y="35"/>
                </a:lnTo>
                <a:lnTo>
                  <a:pt x="148" y="35"/>
                </a:lnTo>
                <a:lnTo>
                  <a:pt x="148" y="35"/>
                </a:lnTo>
                <a:lnTo>
                  <a:pt x="147" y="35"/>
                </a:lnTo>
                <a:lnTo>
                  <a:pt x="146" y="34"/>
                </a:lnTo>
                <a:lnTo>
                  <a:pt x="147" y="33"/>
                </a:lnTo>
                <a:lnTo>
                  <a:pt x="146" y="33"/>
                </a:lnTo>
                <a:lnTo>
                  <a:pt x="145" y="31"/>
                </a:lnTo>
                <a:lnTo>
                  <a:pt x="145" y="31"/>
                </a:lnTo>
                <a:lnTo>
                  <a:pt x="145" y="30"/>
                </a:lnTo>
                <a:lnTo>
                  <a:pt x="145" y="30"/>
                </a:lnTo>
                <a:lnTo>
                  <a:pt x="144" y="29"/>
                </a:lnTo>
                <a:lnTo>
                  <a:pt x="144" y="28"/>
                </a:lnTo>
                <a:lnTo>
                  <a:pt x="144" y="27"/>
                </a:lnTo>
                <a:lnTo>
                  <a:pt x="143" y="27"/>
                </a:lnTo>
                <a:lnTo>
                  <a:pt x="143" y="29"/>
                </a:lnTo>
                <a:lnTo>
                  <a:pt x="142" y="30"/>
                </a:lnTo>
                <a:lnTo>
                  <a:pt x="141" y="31"/>
                </a:lnTo>
                <a:lnTo>
                  <a:pt x="141" y="31"/>
                </a:lnTo>
                <a:lnTo>
                  <a:pt x="141" y="32"/>
                </a:lnTo>
                <a:lnTo>
                  <a:pt x="141" y="32"/>
                </a:lnTo>
                <a:lnTo>
                  <a:pt x="141" y="33"/>
                </a:lnTo>
                <a:lnTo>
                  <a:pt x="140" y="32"/>
                </a:lnTo>
                <a:lnTo>
                  <a:pt x="139" y="32"/>
                </a:lnTo>
                <a:lnTo>
                  <a:pt x="139" y="30"/>
                </a:lnTo>
                <a:lnTo>
                  <a:pt x="138" y="29"/>
                </a:lnTo>
                <a:lnTo>
                  <a:pt x="137" y="29"/>
                </a:lnTo>
                <a:lnTo>
                  <a:pt x="137" y="30"/>
                </a:lnTo>
                <a:lnTo>
                  <a:pt x="136" y="30"/>
                </a:lnTo>
                <a:lnTo>
                  <a:pt x="136" y="31"/>
                </a:lnTo>
                <a:lnTo>
                  <a:pt x="136" y="33"/>
                </a:lnTo>
                <a:lnTo>
                  <a:pt x="135" y="33"/>
                </a:lnTo>
                <a:lnTo>
                  <a:pt x="135" y="33"/>
                </a:lnTo>
                <a:lnTo>
                  <a:pt x="131" y="34"/>
                </a:lnTo>
                <a:lnTo>
                  <a:pt x="130" y="36"/>
                </a:lnTo>
                <a:lnTo>
                  <a:pt x="129" y="36"/>
                </a:lnTo>
                <a:lnTo>
                  <a:pt x="129" y="36"/>
                </a:lnTo>
                <a:lnTo>
                  <a:pt x="128" y="37"/>
                </a:lnTo>
                <a:lnTo>
                  <a:pt x="128" y="36"/>
                </a:lnTo>
                <a:lnTo>
                  <a:pt x="127" y="37"/>
                </a:lnTo>
                <a:lnTo>
                  <a:pt x="128" y="39"/>
                </a:lnTo>
                <a:lnTo>
                  <a:pt x="128" y="39"/>
                </a:lnTo>
                <a:lnTo>
                  <a:pt x="129" y="41"/>
                </a:lnTo>
                <a:lnTo>
                  <a:pt x="126" y="44"/>
                </a:lnTo>
                <a:lnTo>
                  <a:pt x="124" y="43"/>
                </a:lnTo>
                <a:lnTo>
                  <a:pt x="123" y="44"/>
                </a:lnTo>
                <a:lnTo>
                  <a:pt x="122" y="43"/>
                </a:lnTo>
                <a:lnTo>
                  <a:pt x="121" y="40"/>
                </a:lnTo>
                <a:lnTo>
                  <a:pt x="120" y="40"/>
                </a:lnTo>
                <a:lnTo>
                  <a:pt x="120" y="40"/>
                </a:lnTo>
                <a:lnTo>
                  <a:pt x="119" y="38"/>
                </a:lnTo>
                <a:lnTo>
                  <a:pt x="120" y="37"/>
                </a:lnTo>
                <a:lnTo>
                  <a:pt x="119" y="37"/>
                </a:lnTo>
                <a:lnTo>
                  <a:pt x="118" y="37"/>
                </a:lnTo>
                <a:lnTo>
                  <a:pt x="117" y="36"/>
                </a:lnTo>
                <a:lnTo>
                  <a:pt x="116" y="35"/>
                </a:lnTo>
                <a:lnTo>
                  <a:pt x="116" y="34"/>
                </a:lnTo>
                <a:lnTo>
                  <a:pt x="114" y="32"/>
                </a:lnTo>
                <a:lnTo>
                  <a:pt x="113" y="31"/>
                </a:lnTo>
                <a:lnTo>
                  <a:pt x="113" y="30"/>
                </a:lnTo>
                <a:lnTo>
                  <a:pt x="113" y="30"/>
                </a:lnTo>
                <a:lnTo>
                  <a:pt x="113" y="28"/>
                </a:lnTo>
                <a:lnTo>
                  <a:pt x="112" y="28"/>
                </a:lnTo>
                <a:lnTo>
                  <a:pt x="113" y="28"/>
                </a:lnTo>
                <a:lnTo>
                  <a:pt x="113" y="27"/>
                </a:lnTo>
                <a:lnTo>
                  <a:pt x="112" y="26"/>
                </a:lnTo>
                <a:lnTo>
                  <a:pt x="112" y="26"/>
                </a:lnTo>
                <a:lnTo>
                  <a:pt x="110" y="24"/>
                </a:lnTo>
                <a:lnTo>
                  <a:pt x="108" y="27"/>
                </a:lnTo>
                <a:lnTo>
                  <a:pt x="108" y="29"/>
                </a:lnTo>
                <a:lnTo>
                  <a:pt x="106" y="29"/>
                </a:lnTo>
                <a:lnTo>
                  <a:pt x="106" y="29"/>
                </a:lnTo>
                <a:lnTo>
                  <a:pt x="107" y="30"/>
                </a:lnTo>
                <a:lnTo>
                  <a:pt x="107" y="30"/>
                </a:lnTo>
                <a:lnTo>
                  <a:pt x="107" y="31"/>
                </a:lnTo>
                <a:lnTo>
                  <a:pt x="108" y="32"/>
                </a:lnTo>
                <a:lnTo>
                  <a:pt x="108" y="33"/>
                </a:lnTo>
                <a:lnTo>
                  <a:pt x="107" y="33"/>
                </a:lnTo>
                <a:lnTo>
                  <a:pt x="108" y="33"/>
                </a:lnTo>
                <a:lnTo>
                  <a:pt x="108" y="34"/>
                </a:lnTo>
                <a:lnTo>
                  <a:pt x="105" y="36"/>
                </a:lnTo>
                <a:lnTo>
                  <a:pt x="104" y="36"/>
                </a:lnTo>
                <a:lnTo>
                  <a:pt x="103" y="36"/>
                </a:lnTo>
                <a:lnTo>
                  <a:pt x="102" y="36"/>
                </a:lnTo>
                <a:lnTo>
                  <a:pt x="102" y="34"/>
                </a:lnTo>
                <a:lnTo>
                  <a:pt x="101" y="35"/>
                </a:lnTo>
                <a:lnTo>
                  <a:pt x="100" y="34"/>
                </a:lnTo>
                <a:lnTo>
                  <a:pt x="99" y="34"/>
                </a:lnTo>
                <a:lnTo>
                  <a:pt x="100" y="32"/>
                </a:lnTo>
                <a:lnTo>
                  <a:pt x="97" y="30"/>
                </a:lnTo>
                <a:lnTo>
                  <a:pt x="97" y="29"/>
                </a:lnTo>
                <a:lnTo>
                  <a:pt x="96" y="28"/>
                </a:lnTo>
                <a:lnTo>
                  <a:pt x="96" y="28"/>
                </a:lnTo>
                <a:lnTo>
                  <a:pt x="97" y="27"/>
                </a:lnTo>
                <a:lnTo>
                  <a:pt x="97" y="27"/>
                </a:lnTo>
                <a:lnTo>
                  <a:pt x="97" y="26"/>
                </a:lnTo>
                <a:lnTo>
                  <a:pt x="94" y="25"/>
                </a:lnTo>
                <a:lnTo>
                  <a:pt x="92" y="26"/>
                </a:lnTo>
                <a:lnTo>
                  <a:pt x="92" y="26"/>
                </a:lnTo>
                <a:lnTo>
                  <a:pt x="92" y="26"/>
                </a:lnTo>
                <a:lnTo>
                  <a:pt x="92" y="26"/>
                </a:lnTo>
                <a:lnTo>
                  <a:pt x="91" y="26"/>
                </a:lnTo>
                <a:lnTo>
                  <a:pt x="90" y="27"/>
                </a:lnTo>
                <a:lnTo>
                  <a:pt x="90" y="27"/>
                </a:lnTo>
                <a:lnTo>
                  <a:pt x="89" y="28"/>
                </a:lnTo>
                <a:lnTo>
                  <a:pt x="88" y="26"/>
                </a:lnTo>
                <a:lnTo>
                  <a:pt x="88" y="25"/>
                </a:lnTo>
                <a:lnTo>
                  <a:pt x="87" y="24"/>
                </a:lnTo>
                <a:lnTo>
                  <a:pt x="87" y="23"/>
                </a:lnTo>
                <a:lnTo>
                  <a:pt x="87" y="22"/>
                </a:lnTo>
                <a:lnTo>
                  <a:pt x="87" y="21"/>
                </a:lnTo>
                <a:lnTo>
                  <a:pt x="88" y="21"/>
                </a:lnTo>
                <a:lnTo>
                  <a:pt x="88" y="20"/>
                </a:lnTo>
                <a:lnTo>
                  <a:pt x="86" y="17"/>
                </a:lnTo>
                <a:lnTo>
                  <a:pt x="85" y="16"/>
                </a:lnTo>
                <a:lnTo>
                  <a:pt x="82" y="16"/>
                </a:lnTo>
                <a:lnTo>
                  <a:pt x="82" y="16"/>
                </a:lnTo>
                <a:lnTo>
                  <a:pt x="81" y="16"/>
                </a:lnTo>
                <a:lnTo>
                  <a:pt x="81" y="16"/>
                </a:lnTo>
                <a:lnTo>
                  <a:pt x="80" y="15"/>
                </a:lnTo>
                <a:lnTo>
                  <a:pt x="78" y="15"/>
                </a:lnTo>
                <a:lnTo>
                  <a:pt x="76" y="16"/>
                </a:lnTo>
                <a:lnTo>
                  <a:pt x="75" y="17"/>
                </a:lnTo>
                <a:lnTo>
                  <a:pt x="74" y="17"/>
                </a:lnTo>
                <a:lnTo>
                  <a:pt x="74" y="18"/>
                </a:lnTo>
                <a:lnTo>
                  <a:pt x="74" y="18"/>
                </a:lnTo>
                <a:lnTo>
                  <a:pt x="73" y="19"/>
                </a:lnTo>
                <a:lnTo>
                  <a:pt x="71" y="18"/>
                </a:lnTo>
                <a:lnTo>
                  <a:pt x="70" y="19"/>
                </a:lnTo>
                <a:lnTo>
                  <a:pt x="70" y="18"/>
                </a:lnTo>
                <a:lnTo>
                  <a:pt x="69" y="18"/>
                </a:lnTo>
                <a:lnTo>
                  <a:pt x="67" y="18"/>
                </a:lnTo>
                <a:lnTo>
                  <a:pt x="67" y="17"/>
                </a:lnTo>
                <a:lnTo>
                  <a:pt x="64" y="15"/>
                </a:lnTo>
                <a:lnTo>
                  <a:pt x="64" y="15"/>
                </a:lnTo>
                <a:lnTo>
                  <a:pt x="64" y="13"/>
                </a:lnTo>
                <a:lnTo>
                  <a:pt x="63" y="12"/>
                </a:lnTo>
                <a:lnTo>
                  <a:pt x="62" y="12"/>
                </a:lnTo>
                <a:lnTo>
                  <a:pt x="61" y="14"/>
                </a:lnTo>
                <a:lnTo>
                  <a:pt x="60" y="13"/>
                </a:lnTo>
                <a:lnTo>
                  <a:pt x="60" y="13"/>
                </a:lnTo>
                <a:lnTo>
                  <a:pt x="60" y="14"/>
                </a:lnTo>
                <a:lnTo>
                  <a:pt x="59" y="16"/>
                </a:lnTo>
                <a:lnTo>
                  <a:pt x="58" y="15"/>
                </a:lnTo>
                <a:lnTo>
                  <a:pt x="58" y="16"/>
                </a:lnTo>
                <a:lnTo>
                  <a:pt x="57" y="15"/>
                </a:lnTo>
                <a:lnTo>
                  <a:pt x="56" y="16"/>
                </a:lnTo>
                <a:lnTo>
                  <a:pt x="55" y="16"/>
                </a:lnTo>
                <a:lnTo>
                  <a:pt x="55" y="17"/>
                </a:lnTo>
                <a:lnTo>
                  <a:pt x="54" y="16"/>
                </a:lnTo>
                <a:lnTo>
                  <a:pt x="55" y="16"/>
                </a:lnTo>
                <a:lnTo>
                  <a:pt x="54" y="16"/>
                </a:lnTo>
                <a:lnTo>
                  <a:pt x="53" y="15"/>
                </a:lnTo>
                <a:lnTo>
                  <a:pt x="52" y="15"/>
                </a:lnTo>
                <a:lnTo>
                  <a:pt x="52" y="14"/>
                </a:lnTo>
                <a:lnTo>
                  <a:pt x="51" y="14"/>
                </a:lnTo>
                <a:lnTo>
                  <a:pt x="51" y="15"/>
                </a:lnTo>
                <a:lnTo>
                  <a:pt x="51" y="16"/>
                </a:lnTo>
                <a:lnTo>
                  <a:pt x="51" y="16"/>
                </a:lnTo>
                <a:lnTo>
                  <a:pt x="50" y="16"/>
                </a:lnTo>
                <a:lnTo>
                  <a:pt x="50" y="16"/>
                </a:lnTo>
                <a:lnTo>
                  <a:pt x="49" y="17"/>
                </a:lnTo>
                <a:lnTo>
                  <a:pt x="47" y="17"/>
                </a:lnTo>
                <a:lnTo>
                  <a:pt x="47" y="17"/>
                </a:lnTo>
                <a:lnTo>
                  <a:pt x="46" y="18"/>
                </a:lnTo>
                <a:lnTo>
                  <a:pt x="45" y="17"/>
                </a:lnTo>
                <a:lnTo>
                  <a:pt x="44" y="18"/>
                </a:lnTo>
                <a:lnTo>
                  <a:pt x="43" y="17"/>
                </a:lnTo>
                <a:lnTo>
                  <a:pt x="43" y="16"/>
                </a:lnTo>
                <a:lnTo>
                  <a:pt x="43" y="15"/>
                </a:lnTo>
                <a:lnTo>
                  <a:pt x="42" y="16"/>
                </a:lnTo>
                <a:lnTo>
                  <a:pt x="41" y="16"/>
                </a:lnTo>
                <a:lnTo>
                  <a:pt x="41" y="15"/>
                </a:lnTo>
                <a:lnTo>
                  <a:pt x="41" y="15"/>
                </a:lnTo>
                <a:lnTo>
                  <a:pt x="40" y="14"/>
                </a:lnTo>
                <a:lnTo>
                  <a:pt x="39" y="14"/>
                </a:lnTo>
                <a:lnTo>
                  <a:pt x="39" y="14"/>
                </a:lnTo>
                <a:lnTo>
                  <a:pt x="39" y="13"/>
                </a:lnTo>
                <a:lnTo>
                  <a:pt x="39" y="13"/>
                </a:lnTo>
                <a:lnTo>
                  <a:pt x="39" y="13"/>
                </a:lnTo>
                <a:lnTo>
                  <a:pt x="36" y="12"/>
                </a:lnTo>
                <a:lnTo>
                  <a:pt x="37" y="11"/>
                </a:lnTo>
                <a:lnTo>
                  <a:pt x="36" y="10"/>
                </a:lnTo>
                <a:lnTo>
                  <a:pt x="37" y="10"/>
                </a:lnTo>
                <a:lnTo>
                  <a:pt x="37" y="9"/>
                </a:lnTo>
                <a:lnTo>
                  <a:pt x="36" y="9"/>
                </a:lnTo>
                <a:lnTo>
                  <a:pt x="35" y="8"/>
                </a:lnTo>
                <a:lnTo>
                  <a:pt x="35" y="7"/>
                </a:lnTo>
                <a:lnTo>
                  <a:pt x="35" y="7"/>
                </a:lnTo>
                <a:lnTo>
                  <a:pt x="35" y="6"/>
                </a:lnTo>
                <a:lnTo>
                  <a:pt x="36" y="6"/>
                </a:lnTo>
                <a:lnTo>
                  <a:pt x="35" y="5"/>
                </a:lnTo>
                <a:lnTo>
                  <a:pt x="35" y="5"/>
                </a:lnTo>
                <a:lnTo>
                  <a:pt x="35" y="4"/>
                </a:lnTo>
                <a:lnTo>
                  <a:pt x="35" y="4"/>
                </a:lnTo>
                <a:lnTo>
                  <a:pt x="34" y="3"/>
                </a:lnTo>
                <a:lnTo>
                  <a:pt x="35" y="3"/>
                </a:lnTo>
                <a:lnTo>
                  <a:pt x="34" y="3"/>
                </a:lnTo>
                <a:lnTo>
                  <a:pt x="34" y="2"/>
                </a:lnTo>
                <a:lnTo>
                  <a:pt x="34" y="2"/>
                </a:lnTo>
                <a:lnTo>
                  <a:pt x="33" y="1"/>
                </a:lnTo>
                <a:lnTo>
                  <a:pt x="33" y="0"/>
                </a:lnTo>
                <a:lnTo>
                  <a:pt x="33" y="0"/>
                </a:lnTo>
                <a:lnTo>
                  <a:pt x="33" y="1"/>
                </a:lnTo>
                <a:lnTo>
                  <a:pt x="32" y="0"/>
                </a:lnTo>
                <a:lnTo>
                  <a:pt x="32" y="0"/>
                </a:lnTo>
                <a:lnTo>
                  <a:pt x="31" y="1"/>
                </a:lnTo>
                <a:lnTo>
                  <a:pt x="28" y="2"/>
                </a:lnTo>
                <a:lnTo>
                  <a:pt x="28" y="3"/>
                </a:lnTo>
                <a:lnTo>
                  <a:pt x="26" y="2"/>
                </a:lnTo>
                <a:lnTo>
                  <a:pt x="26" y="3"/>
                </a:lnTo>
                <a:lnTo>
                  <a:pt x="24" y="3"/>
                </a:lnTo>
                <a:lnTo>
                  <a:pt x="22" y="3"/>
                </a:lnTo>
                <a:lnTo>
                  <a:pt x="21" y="4"/>
                </a:lnTo>
                <a:lnTo>
                  <a:pt x="21" y="5"/>
                </a:lnTo>
                <a:lnTo>
                  <a:pt x="21" y="5"/>
                </a:lnTo>
                <a:lnTo>
                  <a:pt x="21" y="6"/>
                </a:lnTo>
                <a:lnTo>
                  <a:pt x="20" y="7"/>
                </a:lnTo>
                <a:lnTo>
                  <a:pt x="16" y="8"/>
                </a:lnTo>
                <a:lnTo>
                  <a:pt x="17" y="12"/>
                </a:lnTo>
                <a:lnTo>
                  <a:pt x="17" y="13"/>
                </a:lnTo>
                <a:lnTo>
                  <a:pt x="17" y="14"/>
                </a:lnTo>
                <a:lnTo>
                  <a:pt x="18" y="15"/>
                </a:lnTo>
                <a:lnTo>
                  <a:pt x="17" y="16"/>
                </a:lnTo>
                <a:lnTo>
                  <a:pt x="17" y="17"/>
                </a:lnTo>
                <a:lnTo>
                  <a:pt x="16" y="17"/>
                </a:lnTo>
                <a:lnTo>
                  <a:pt x="15" y="16"/>
                </a:lnTo>
                <a:lnTo>
                  <a:pt x="15" y="15"/>
                </a:lnTo>
                <a:lnTo>
                  <a:pt x="14" y="15"/>
                </a:lnTo>
                <a:lnTo>
                  <a:pt x="13" y="16"/>
                </a:lnTo>
                <a:lnTo>
                  <a:pt x="13" y="14"/>
                </a:lnTo>
                <a:lnTo>
                  <a:pt x="12" y="13"/>
                </a:lnTo>
                <a:lnTo>
                  <a:pt x="10" y="13"/>
                </a:lnTo>
                <a:lnTo>
                  <a:pt x="11" y="14"/>
                </a:lnTo>
                <a:lnTo>
                  <a:pt x="10" y="14"/>
                </a:lnTo>
                <a:lnTo>
                  <a:pt x="10" y="16"/>
                </a:lnTo>
                <a:lnTo>
                  <a:pt x="9" y="16"/>
                </a:lnTo>
                <a:lnTo>
                  <a:pt x="8" y="15"/>
                </a:lnTo>
                <a:lnTo>
                  <a:pt x="6" y="15"/>
                </a:lnTo>
                <a:lnTo>
                  <a:pt x="5" y="13"/>
                </a:lnTo>
                <a:lnTo>
                  <a:pt x="3" y="13"/>
                </a:lnTo>
                <a:lnTo>
                  <a:pt x="3" y="12"/>
                </a:lnTo>
                <a:lnTo>
                  <a:pt x="2" y="13"/>
                </a:lnTo>
                <a:lnTo>
                  <a:pt x="2" y="12"/>
                </a:lnTo>
                <a:lnTo>
                  <a:pt x="1" y="13"/>
                </a:lnTo>
                <a:lnTo>
                  <a:pt x="1" y="14"/>
                </a:lnTo>
                <a:lnTo>
                  <a:pt x="2" y="15"/>
                </a:lnTo>
                <a:lnTo>
                  <a:pt x="1" y="16"/>
                </a:lnTo>
                <a:lnTo>
                  <a:pt x="1" y="17"/>
                </a:lnTo>
                <a:lnTo>
                  <a:pt x="1" y="18"/>
                </a:lnTo>
                <a:lnTo>
                  <a:pt x="0" y="18"/>
                </a:lnTo>
                <a:lnTo>
                  <a:pt x="0" y="19"/>
                </a:lnTo>
                <a:lnTo>
                  <a:pt x="1" y="20"/>
                </a:lnTo>
                <a:lnTo>
                  <a:pt x="3" y="20"/>
                </a:lnTo>
                <a:lnTo>
                  <a:pt x="3" y="19"/>
                </a:lnTo>
                <a:lnTo>
                  <a:pt x="3" y="19"/>
                </a:lnTo>
                <a:lnTo>
                  <a:pt x="5" y="19"/>
                </a:lnTo>
                <a:lnTo>
                  <a:pt x="6" y="21"/>
                </a:lnTo>
                <a:lnTo>
                  <a:pt x="6" y="21"/>
                </a:lnTo>
                <a:lnTo>
                  <a:pt x="5" y="21"/>
                </a:lnTo>
                <a:lnTo>
                  <a:pt x="6" y="23"/>
                </a:lnTo>
                <a:lnTo>
                  <a:pt x="9" y="24"/>
                </a:lnTo>
                <a:lnTo>
                  <a:pt x="9" y="25"/>
                </a:lnTo>
                <a:lnTo>
                  <a:pt x="9" y="26"/>
                </a:lnTo>
                <a:lnTo>
                  <a:pt x="9" y="27"/>
                </a:lnTo>
                <a:lnTo>
                  <a:pt x="11" y="28"/>
                </a:lnTo>
                <a:lnTo>
                  <a:pt x="11" y="29"/>
                </a:lnTo>
                <a:lnTo>
                  <a:pt x="10" y="30"/>
                </a:lnTo>
                <a:lnTo>
                  <a:pt x="10" y="30"/>
                </a:lnTo>
                <a:lnTo>
                  <a:pt x="9" y="31"/>
                </a:lnTo>
                <a:lnTo>
                  <a:pt x="10" y="33"/>
                </a:lnTo>
                <a:lnTo>
                  <a:pt x="9" y="34"/>
                </a:lnTo>
                <a:lnTo>
                  <a:pt x="10" y="36"/>
                </a:lnTo>
                <a:lnTo>
                  <a:pt x="9" y="36"/>
                </a:lnTo>
                <a:lnTo>
                  <a:pt x="11" y="39"/>
                </a:lnTo>
                <a:lnTo>
                  <a:pt x="12" y="39"/>
                </a:lnTo>
                <a:lnTo>
                  <a:pt x="11" y="39"/>
                </a:lnTo>
                <a:lnTo>
                  <a:pt x="11" y="39"/>
                </a:lnTo>
                <a:lnTo>
                  <a:pt x="11" y="40"/>
                </a:lnTo>
                <a:lnTo>
                  <a:pt x="12" y="40"/>
                </a:lnTo>
                <a:lnTo>
                  <a:pt x="12" y="40"/>
                </a:lnTo>
                <a:lnTo>
                  <a:pt x="11" y="41"/>
                </a:lnTo>
                <a:lnTo>
                  <a:pt x="12" y="43"/>
                </a:lnTo>
                <a:lnTo>
                  <a:pt x="13" y="44"/>
                </a:lnTo>
                <a:lnTo>
                  <a:pt x="14" y="44"/>
                </a:lnTo>
                <a:lnTo>
                  <a:pt x="14" y="45"/>
                </a:lnTo>
                <a:lnTo>
                  <a:pt x="15" y="45"/>
                </a:lnTo>
                <a:lnTo>
                  <a:pt x="15" y="49"/>
                </a:lnTo>
                <a:lnTo>
                  <a:pt x="15" y="50"/>
                </a:lnTo>
                <a:lnTo>
                  <a:pt x="16" y="51"/>
                </a:lnTo>
                <a:lnTo>
                  <a:pt x="19" y="50"/>
                </a:lnTo>
                <a:lnTo>
                  <a:pt x="22" y="48"/>
                </a:lnTo>
                <a:lnTo>
                  <a:pt x="23" y="46"/>
                </a:lnTo>
                <a:lnTo>
                  <a:pt x="24" y="45"/>
                </a:lnTo>
                <a:lnTo>
                  <a:pt x="26" y="43"/>
                </a:lnTo>
                <a:lnTo>
                  <a:pt x="28" y="42"/>
                </a:lnTo>
                <a:lnTo>
                  <a:pt x="28" y="44"/>
                </a:lnTo>
                <a:lnTo>
                  <a:pt x="28" y="45"/>
                </a:lnTo>
                <a:lnTo>
                  <a:pt x="28" y="45"/>
                </a:lnTo>
                <a:lnTo>
                  <a:pt x="30" y="46"/>
                </a:lnTo>
                <a:lnTo>
                  <a:pt x="31" y="47"/>
                </a:lnTo>
                <a:lnTo>
                  <a:pt x="32" y="48"/>
                </a:lnTo>
                <a:lnTo>
                  <a:pt x="33" y="49"/>
                </a:lnTo>
                <a:lnTo>
                  <a:pt x="33" y="51"/>
                </a:lnTo>
                <a:lnTo>
                  <a:pt x="33" y="51"/>
                </a:lnTo>
                <a:lnTo>
                  <a:pt x="33" y="52"/>
                </a:lnTo>
                <a:lnTo>
                  <a:pt x="34" y="53"/>
                </a:lnTo>
                <a:lnTo>
                  <a:pt x="34" y="53"/>
                </a:lnTo>
                <a:lnTo>
                  <a:pt x="36" y="56"/>
                </a:lnTo>
                <a:lnTo>
                  <a:pt x="36" y="56"/>
                </a:lnTo>
                <a:lnTo>
                  <a:pt x="37" y="57"/>
                </a:lnTo>
                <a:lnTo>
                  <a:pt x="37" y="58"/>
                </a:lnTo>
                <a:lnTo>
                  <a:pt x="37" y="59"/>
                </a:lnTo>
                <a:lnTo>
                  <a:pt x="38" y="60"/>
                </a:lnTo>
                <a:lnTo>
                  <a:pt x="38" y="61"/>
                </a:lnTo>
                <a:lnTo>
                  <a:pt x="38" y="61"/>
                </a:lnTo>
                <a:lnTo>
                  <a:pt x="36" y="61"/>
                </a:lnTo>
                <a:lnTo>
                  <a:pt x="37" y="62"/>
                </a:lnTo>
                <a:lnTo>
                  <a:pt x="37" y="63"/>
                </a:lnTo>
                <a:lnTo>
                  <a:pt x="35" y="62"/>
                </a:lnTo>
                <a:lnTo>
                  <a:pt x="35" y="63"/>
                </a:lnTo>
                <a:lnTo>
                  <a:pt x="35" y="64"/>
                </a:lnTo>
                <a:lnTo>
                  <a:pt x="35" y="64"/>
                </a:lnTo>
                <a:lnTo>
                  <a:pt x="36" y="64"/>
                </a:lnTo>
                <a:lnTo>
                  <a:pt x="37" y="66"/>
                </a:lnTo>
                <a:lnTo>
                  <a:pt x="37" y="65"/>
                </a:lnTo>
                <a:lnTo>
                  <a:pt x="38" y="65"/>
                </a:lnTo>
                <a:lnTo>
                  <a:pt x="39" y="66"/>
                </a:lnTo>
                <a:lnTo>
                  <a:pt x="39" y="65"/>
                </a:lnTo>
                <a:lnTo>
                  <a:pt x="40" y="66"/>
                </a:lnTo>
                <a:lnTo>
                  <a:pt x="42" y="66"/>
                </a:lnTo>
                <a:lnTo>
                  <a:pt x="42" y="65"/>
                </a:lnTo>
                <a:lnTo>
                  <a:pt x="42" y="64"/>
                </a:lnTo>
                <a:lnTo>
                  <a:pt x="42" y="63"/>
                </a:lnTo>
                <a:lnTo>
                  <a:pt x="43" y="63"/>
                </a:lnTo>
                <a:lnTo>
                  <a:pt x="44" y="63"/>
                </a:lnTo>
                <a:lnTo>
                  <a:pt x="44" y="64"/>
                </a:lnTo>
                <a:lnTo>
                  <a:pt x="45" y="65"/>
                </a:lnTo>
                <a:lnTo>
                  <a:pt x="46" y="66"/>
                </a:lnTo>
                <a:lnTo>
                  <a:pt x="47" y="67"/>
                </a:lnTo>
                <a:lnTo>
                  <a:pt x="48" y="66"/>
                </a:lnTo>
                <a:lnTo>
                  <a:pt x="49" y="66"/>
                </a:lnTo>
                <a:lnTo>
                  <a:pt x="49" y="67"/>
                </a:lnTo>
                <a:lnTo>
                  <a:pt x="51" y="67"/>
                </a:lnTo>
                <a:lnTo>
                  <a:pt x="51" y="67"/>
                </a:lnTo>
                <a:lnTo>
                  <a:pt x="52" y="67"/>
                </a:lnTo>
                <a:lnTo>
                  <a:pt x="52" y="67"/>
                </a:lnTo>
                <a:lnTo>
                  <a:pt x="52" y="68"/>
                </a:lnTo>
                <a:lnTo>
                  <a:pt x="55" y="70"/>
                </a:lnTo>
                <a:lnTo>
                  <a:pt x="54" y="72"/>
                </a:lnTo>
                <a:lnTo>
                  <a:pt x="55" y="73"/>
                </a:lnTo>
                <a:lnTo>
                  <a:pt x="55" y="73"/>
                </a:lnTo>
                <a:lnTo>
                  <a:pt x="55" y="74"/>
                </a:lnTo>
                <a:lnTo>
                  <a:pt x="55" y="74"/>
                </a:lnTo>
                <a:lnTo>
                  <a:pt x="56" y="74"/>
                </a:lnTo>
                <a:lnTo>
                  <a:pt x="56" y="75"/>
                </a:lnTo>
                <a:lnTo>
                  <a:pt x="58" y="73"/>
                </a:lnTo>
                <a:lnTo>
                  <a:pt x="59" y="72"/>
                </a:lnTo>
                <a:lnTo>
                  <a:pt x="59" y="71"/>
                </a:lnTo>
                <a:lnTo>
                  <a:pt x="59" y="70"/>
                </a:lnTo>
                <a:lnTo>
                  <a:pt x="60" y="69"/>
                </a:lnTo>
                <a:lnTo>
                  <a:pt x="60" y="68"/>
                </a:lnTo>
                <a:lnTo>
                  <a:pt x="62" y="67"/>
                </a:lnTo>
                <a:lnTo>
                  <a:pt x="62" y="68"/>
                </a:lnTo>
                <a:lnTo>
                  <a:pt x="62" y="70"/>
                </a:lnTo>
                <a:lnTo>
                  <a:pt x="62" y="70"/>
                </a:lnTo>
                <a:lnTo>
                  <a:pt x="62" y="73"/>
                </a:lnTo>
                <a:lnTo>
                  <a:pt x="63" y="75"/>
                </a:lnTo>
                <a:lnTo>
                  <a:pt x="64" y="75"/>
                </a:lnTo>
                <a:lnTo>
                  <a:pt x="64" y="74"/>
                </a:lnTo>
                <a:lnTo>
                  <a:pt x="65" y="74"/>
                </a:lnTo>
                <a:lnTo>
                  <a:pt x="65" y="75"/>
                </a:lnTo>
                <a:lnTo>
                  <a:pt x="65" y="76"/>
                </a:lnTo>
                <a:lnTo>
                  <a:pt x="66" y="77"/>
                </a:lnTo>
                <a:lnTo>
                  <a:pt x="66" y="78"/>
                </a:lnTo>
                <a:lnTo>
                  <a:pt x="67" y="78"/>
                </a:lnTo>
                <a:lnTo>
                  <a:pt x="68" y="78"/>
                </a:lnTo>
                <a:lnTo>
                  <a:pt x="67" y="80"/>
                </a:lnTo>
                <a:lnTo>
                  <a:pt x="68" y="80"/>
                </a:lnTo>
                <a:lnTo>
                  <a:pt x="68" y="81"/>
                </a:lnTo>
                <a:lnTo>
                  <a:pt x="70" y="82"/>
                </a:lnTo>
                <a:lnTo>
                  <a:pt x="70" y="83"/>
                </a:lnTo>
                <a:lnTo>
                  <a:pt x="70" y="83"/>
                </a:lnTo>
                <a:lnTo>
                  <a:pt x="70" y="84"/>
                </a:lnTo>
                <a:lnTo>
                  <a:pt x="70" y="85"/>
                </a:lnTo>
                <a:lnTo>
                  <a:pt x="72" y="84"/>
                </a:lnTo>
                <a:lnTo>
                  <a:pt x="72" y="85"/>
                </a:lnTo>
                <a:lnTo>
                  <a:pt x="72" y="85"/>
                </a:lnTo>
                <a:lnTo>
                  <a:pt x="72" y="86"/>
                </a:lnTo>
                <a:lnTo>
                  <a:pt x="73" y="86"/>
                </a:lnTo>
                <a:lnTo>
                  <a:pt x="73" y="87"/>
                </a:lnTo>
                <a:lnTo>
                  <a:pt x="73" y="87"/>
                </a:lnTo>
                <a:lnTo>
                  <a:pt x="73" y="88"/>
                </a:lnTo>
                <a:lnTo>
                  <a:pt x="74" y="88"/>
                </a:lnTo>
                <a:lnTo>
                  <a:pt x="74" y="87"/>
                </a:lnTo>
                <a:lnTo>
                  <a:pt x="76" y="87"/>
                </a:lnTo>
                <a:lnTo>
                  <a:pt x="76" y="88"/>
                </a:lnTo>
                <a:lnTo>
                  <a:pt x="75" y="88"/>
                </a:lnTo>
                <a:lnTo>
                  <a:pt x="75" y="89"/>
                </a:lnTo>
                <a:lnTo>
                  <a:pt x="75" y="90"/>
                </a:lnTo>
                <a:lnTo>
                  <a:pt x="75" y="91"/>
                </a:lnTo>
                <a:lnTo>
                  <a:pt x="74" y="92"/>
                </a:lnTo>
                <a:lnTo>
                  <a:pt x="75" y="92"/>
                </a:lnTo>
                <a:lnTo>
                  <a:pt x="74" y="93"/>
                </a:lnTo>
                <a:lnTo>
                  <a:pt x="74" y="95"/>
                </a:lnTo>
                <a:lnTo>
                  <a:pt x="75" y="96"/>
                </a:lnTo>
                <a:lnTo>
                  <a:pt x="75" y="98"/>
                </a:lnTo>
                <a:lnTo>
                  <a:pt x="77" y="97"/>
                </a:lnTo>
                <a:lnTo>
                  <a:pt x="78" y="98"/>
                </a:lnTo>
                <a:lnTo>
                  <a:pt x="78" y="98"/>
                </a:lnTo>
                <a:lnTo>
                  <a:pt x="78" y="99"/>
                </a:lnTo>
                <a:lnTo>
                  <a:pt x="79" y="101"/>
                </a:lnTo>
                <a:lnTo>
                  <a:pt x="79" y="101"/>
                </a:lnTo>
                <a:lnTo>
                  <a:pt x="79" y="101"/>
                </a:lnTo>
                <a:lnTo>
                  <a:pt x="80" y="102"/>
                </a:lnTo>
                <a:lnTo>
                  <a:pt x="81" y="103"/>
                </a:lnTo>
                <a:lnTo>
                  <a:pt x="81" y="103"/>
                </a:lnTo>
                <a:lnTo>
                  <a:pt x="81" y="104"/>
                </a:lnTo>
                <a:lnTo>
                  <a:pt x="82" y="104"/>
                </a:lnTo>
                <a:lnTo>
                  <a:pt x="82" y="105"/>
                </a:lnTo>
                <a:lnTo>
                  <a:pt x="83" y="106"/>
                </a:lnTo>
                <a:lnTo>
                  <a:pt x="83" y="106"/>
                </a:lnTo>
                <a:lnTo>
                  <a:pt x="84" y="106"/>
                </a:lnTo>
                <a:lnTo>
                  <a:pt x="85" y="106"/>
                </a:lnTo>
                <a:lnTo>
                  <a:pt x="85" y="108"/>
                </a:lnTo>
                <a:lnTo>
                  <a:pt x="86" y="108"/>
                </a:lnTo>
                <a:lnTo>
                  <a:pt x="85" y="110"/>
                </a:lnTo>
                <a:lnTo>
                  <a:pt x="85" y="110"/>
                </a:lnTo>
                <a:lnTo>
                  <a:pt x="85" y="111"/>
                </a:lnTo>
                <a:lnTo>
                  <a:pt x="85" y="113"/>
                </a:lnTo>
                <a:lnTo>
                  <a:pt x="83" y="114"/>
                </a:lnTo>
                <a:lnTo>
                  <a:pt x="84" y="115"/>
                </a:lnTo>
                <a:lnTo>
                  <a:pt x="85" y="114"/>
                </a:lnTo>
                <a:lnTo>
                  <a:pt x="86" y="115"/>
                </a:lnTo>
                <a:lnTo>
                  <a:pt x="87" y="114"/>
                </a:lnTo>
                <a:lnTo>
                  <a:pt x="88" y="114"/>
                </a:lnTo>
                <a:lnTo>
                  <a:pt x="88" y="113"/>
                </a:lnTo>
                <a:lnTo>
                  <a:pt x="90" y="114"/>
                </a:lnTo>
                <a:lnTo>
                  <a:pt x="90" y="112"/>
                </a:lnTo>
                <a:lnTo>
                  <a:pt x="91" y="112"/>
                </a:lnTo>
                <a:lnTo>
                  <a:pt x="91" y="111"/>
                </a:lnTo>
                <a:lnTo>
                  <a:pt x="91" y="111"/>
                </a:lnTo>
                <a:lnTo>
                  <a:pt x="91" y="111"/>
                </a:lnTo>
                <a:lnTo>
                  <a:pt x="92" y="110"/>
                </a:lnTo>
                <a:lnTo>
                  <a:pt x="91" y="110"/>
                </a:lnTo>
                <a:lnTo>
                  <a:pt x="92" y="109"/>
                </a:lnTo>
                <a:lnTo>
                  <a:pt x="92" y="108"/>
                </a:lnTo>
                <a:lnTo>
                  <a:pt x="92" y="108"/>
                </a:lnTo>
                <a:lnTo>
                  <a:pt x="94" y="106"/>
                </a:lnTo>
                <a:lnTo>
                  <a:pt x="95" y="101"/>
                </a:lnTo>
                <a:lnTo>
                  <a:pt x="96" y="101"/>
                </a:lnTo>
                <a:lnTo>
                  <a:pt x="97" y="101"/>
                </a:lnTo>
                <a:lnTo>
                  <a:pt x="97" y="101"/>
                </a:lnTo>
                <a:lnTo>
                  <a:pt x="96" y="100"/>
                </a:lnTo>
                <a:lnTo>
                  <a:pt x="96" y="97"/>
                </a:lnTo>
                <a:lnTo>
                  <a:pt x="97" y="96"/>
                </a:lnTo>
                <a:lnTo>
                  <a:pt x="96" y="95"/>
                </a:lnTo>
                <a:lnTo>
                  <a:pt x="97" y="95"/>
                </a:lnTo>
                <a:lnTo>
                  <a:pt x="97" y="94"/>
                </a:lnTo>
                <a:lnTo>
                  <a:pt x="98" y="93"/>
                </a:lnTo>
                <a:lnTo>
                  <a:pt x="98" y="92"/>
                </a:lnTo>
                <a:lnTo>
                  <a:pt x="98" y="92"/>
                </a:lnTo>
                <a:lnTo>
                  <a:pt x="98" y="92"/>
                </a:lnTo>
                <a:lnTo>
                  <a:pt x="98" y="91"/>
                </a:lnTo>
                <a:lnTo>
                  <a:pt x="100" y="92"/>
                </a:lnTo>
                <a:lnTo>
                  <a:pt x="100" y="91"/>
                </a:lnTo>
                <a:lnTo>
                  <a:pt x="100" y="91"/>
                </a:lnTo>
                <a:lnTo>
                  <a:pt x="101" y="90"/>
                </a:lnTo>
                <a:lnTo>
                  <a:pt x="101" y="89"/>
                </a:lnTo>
                <a:lnTo>
                  <a:pt x="102" y="89"/>
                </a:lnTo>
                <a:lnTo>
                  <a:pt x="102" y="90"/>
                </a:lnTo>
                <a:lnTo>
                  <a:pt x="102" y="90"/>
                </a:lnTo>
                <a:lnTo>
                  <a:pt x="103" y="91"/>
                </a:lnTo>
                <a:lnTo>
                  <a:pt x="103" y="90"/>
                </a:lnTo>
                <a:lnTo>
                  <a:pt x="104" y="91"/>
                </a:lnTo>
                <a:lnTo>
                  <a:pt x="104" y="92"/>
                </a:lnTo>
                <a:lnTo>
                  <a:pt x="105" y="92"/>
                </a:lnTo>
                <a:lnTo>
                  <a:pt x="105" y="93"/>
                </a:lnTo>
                <a:lnTo>
                  <a:pt x="105" y="93"/>
                </a:lnTo>
                <a:lnTo>
                  <a:pt x="106" y="93"/>
                </a:lnTo>
                <a:lnTo>
                  <a:pt x="106" y="93"/>
                </a:lnTo>
                <a:lnTo>
                  <a:pt x="106" y="94"/>
                </a:lnTo>
                <a:lnTo>
                  <a:pt x="106" y="95"/>
                </a:lnTo>
                <a:lnTo>
                  <a:pt x="108" y="95"/>
                </a:lnTo>
                <a:lnTo>
                  <a:pt x="109" y="95"/>
                </a:lnTo>
                <a:lnTo>
                  <a:pt x="108" y="95"/>
                </a:lnTo>
                <a:lnTo>
                  <a:pt x="110" y="95"/>
                </a:lnTo>
                <a:lnTo>
                  <a:pt x="110" y="95"/>
                </a:lnTo>
                <a:lnTo>
                  <a:pt x="111" y="95"/>
                </a:lnTo>
                <a:lnTo>
                  <a:pt x="111" y="95"/>
                </a:lnTo>
                <a:lnTo>
                  <a:pt x="112" y="95"/>
                </a:lnTo>
                <a:lnTo>
                  <a:pt x="112" y="95"/>
                </a:lnTo>
                <a:lnTo>
                  <a:pt x="113" y="95"/>
                </a:lnTo>
                <a:lnTo>
                  <a:pt x="113" y="95"/>
                </a:lnTo>
                <a:lnTo>
                  <a:pt x="114" y="95"/>
                </a:lnTo>
                <a:lnTo>
                  <a:pt x="115" y="96"/>
                </a:lnTo>
                <a:lnTo>
                  <a:pt x="117" y="95"/>
                </a:lnTo>
                <a:lnTo>
                  <a:pt x="118" y="95"/>
                </a:lnTo>
                <a:lnTo>
                  <a:pt x="119" y="95"/>
                </a:lnTo>
                <a:lnTo>
                  <a:pt x="119" y="94"/>
                </a:lnTo>
                <a:lnTo>
                  <a:pt x="120" y="94"/>
                </a:lnTo>
                <a:lnTo>
                  <a:pt x="120" y="94"/>
                </a:lnTo>
                <a:lnTo>
                  <a:pt x="121" y="94"/>
                </a:lnTo>
                <a:lnTo>
                  <a:pt x="123" y="94"/>
                </a:lnTo>
                <a:lnTo>
                  <a:pt x="122" y="95"/>
                </a:lnTo>
                <a:lnTo>
                  <a:pt x="123" y="95"/>
                </a:lnTo>
                <a:lnTo>
                  <a:pt x="124" y="93"/>
                </a:lnTo>
                <a:lnTo>
                  <a:pt x="124" y="92"/>
                </a:lnTo>
                <a:lnTo>
                  <a:pt x="124" y="91"/>
                </a:lnTo>
                <a:lnTo>
                  <a:pt x="125" y="90"/>
                </a:lnTo>
                <a:lnTo>
                  <a:pt x="125" y="89"/>
                </a:lnTo>
                <a:lnTo>
                  <a:pt x="124" y="88"/>
                </a:lnTo>
                <a:lnTo>
                  <a:pt x="123" y="87"/>
                </a:lnTo>
                <a:lnTo>
                  <a:pt x="122" y="87"/>
                </a:lnTo>
                <a:lnTo>
                  <a:pt x="121" y="85"/>
                </a:lnTo>
                <a:lnTo>
                  <a:pt x="120" y="85"/>
                </a:lnTo>
                <a:lnTo>
                  <a:pt x="120" y="82"/>
                </a:lnTo>
                <a:lnTo>
                  <a:pt x="118" y="81"/>
                </a:lnTo>
                <a:lnTo>
                  <a:pt x="119" y="80"/>
                </a:lnTo>
                <a:lnTo>
                  <a:pt x="122" y="80"/>
                </a:lnTo>
                <a:lnTo>
                  <a:pt x="125" y="79"/>
                </a:lnTo>
                <a:lnTo>
                  <a:pt x="126" y="79"/>
                </a:lnTo>
                <a:lnTo>
                  <a:pt x="127" y="79"/>
                </a:lnTo>
                <a:lnTo>
                  <a:pt x="127" y="78"/>
                </a:lnTo>
                <a:lnTo>
                  <a:pt x="129" y="78"/>
                </a:lnTo>
                <a:lnTo>
                  <a:pt x="129" y="77"/>
                </a:lnTo>
                <a:lnTo>
                  <a:pt x="132" y="77"/>
                </a:lnTo>
                <a:lnTo>
                  <a:pt x="133" y="77"/>
                </a:lnTo>
                <a:lnTo>
                  <a:pt x="133" y="76"/>
                </a:lnTo>
                <a:lnTo>
                  <a:pt x="133" y="75"/>
                </a:lnTo>
                <a:lnTo>
                  <a:pt x="133" y="75"/>
                </a:lnTo>
                <a:lnTo>
                  <a:pt x="134" y="75"/>
                </a:lnTo>
                <a:lnTo>
                  <a:pt x="134" y="74"/>
                </a:lnTo>
                <a:lnTo>
                  <a:pt x="135" y="74"/>
                </a:lnTo>
                <a:lnTo>
                  <a:pt x="136" y="72"/>
                </a:lnTo>
                <a:lnTo>
                  <a:pt x="135" y="71"/>
                </a:lnTo>
                <a:lnTo>
                  <a:pt x="136" y="71"/>
                </a:lnTo>
                <a:lnTo>
                  <a:pt x="136" y="70"/>
                </a:lnTo>
                <a:lnTo>
                  <a:pt x="135" y="70"/>
                </a:lnTo>
                <a:lnTo>
                  <a:pt x="136" y="69"/>
                </a:lnTo>
                <a:lnTo>
                  <a:pt x="135" y="69"/>
                </a:lnTo>
                <a:lnTo>
                  <a:pt x="136" y="68"/>
                </a:lnTo>
                <a:lnTo>
                  <a:pt x="137" y="67"/>
                </a:lnTo>
                <a:lnTo>
                  <a:pt x="136" y="67"/>
                </a:lnTo>
                <a:lnTo>
                  <a:pt x="137" y="67"/>
                </a:lnTo>
                <a:lnTo>
                  <a:pt x="137" y="66"/>
                </a:lnTo>
                <a:lnTo>
                  <a:pt x="137" y="66"/>
                </a:lnTo>
                <a:lnTo>
                  <a:pt x="137" y="66"/>
                </a:lnTo>
                <a:lnTo>
                  <a:pt x="137" y="66"/>
                </a:lnTo>
                <a:lnTo>
                  <a:pt x="138" y="66"/>
                </a:lnTo>
                <a:lnTo>
                  <a:pt x="138" y="66"/>
                </a:lnTo>
                <a:lnTo>
                  <a:pt x="139" y="66"/>
                </a:lnTo>
                <a:lnTo>
                  <a:pt x="141" y="67"/>
                </a:lnTo>
                <a:lnTo>
                  <a:pt x="141" y="67"/>
                </a:lnTo>
                <a:lnTo>
                  <a:pt x="141" y="66"/>
                </a:lnTo>
                <a:close/>
              </a:path>
            </a:pathLst>
          </a:custGeom>
          <a:solidFill>
            <a:srgbClr val="AECBE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5402452" y="1325880"/>
            <a:ext cx="1410860" cy="1282600"/>
          </a:xfrm>
          <a:custGeom>
            <a:avLst/>
            <a:gdLst/>
            <a:ahLst/>
            <a:cxnLst/>
            <a:rect l="l" t="t" r="r" b="b"/>
            <a:pathLst>
              <a:path w="220" h="200">
                <a:moveTo>
                  <a:pt x="60" y="159"/>
                </a:moveTo>
                <a:lnTo>
                  <a:pt x="60" y="158"/>
                </a:lnTo>
                <a:lnTo>
                  <a:pt x="63" y="157"/>
                </a:lnTo>
                <a:lnTo>
                  <a:pt x="64" y="156"/>
                </a:lnTo>
                <a:lnTo>
                  <a:pt x="64" y="156"/>
                </a:lnTo>
                <a:lnTo>
                  <a:pt x="65" y="157"/>
                </a:lnTo>
                <a:lnTo>
                  <a:pt x="65" y="156"/>
                </a:lnTo>
                <a:lnTo>
                  <a:pt x="65" y="156"/>
                </a:lnTo>
                <a:lnTo>
                  <a:pt x="65" y="157"/>
                </a:lnTo>
                <a:lnTo>
                  <a:pt x="66" y="158"/>
                </a:lnTo>
                <a:lnTo>
                  <a:pt x="66" y="158"/>
                </a:lnTo>
                <a:lnTo>
                  <a:pt x="66" y="159"/>
                </a:lnTo>
                <a:lnTo>
                  <a:pt x="67" y="159"/>
                </a:lnTo>
                <a:lnTo>
                  <a:pt x="66" y="159"/>
                </a:lnTo>
                <a:lnTo>
                  <a:pt x="67" y="160"/>
                </a:lnTo>
                <a:lnTo>
                  <a:pt x="67" y="160"/>
                </a:lnTo>
                <a:lnTo>
                  <a:pt x="67" y="161"/>
                </a:lnTo>
                <a:lnTo>
                  <a:pt x="67" y="161"/>
                </a:lnTo>
                <a:lnTo>
                  <a:pt x="68" y="162"/>
                </a:lnTo>
                <a:lnTo>
                  <a:pt x="67" y="162"/>
                </a:lnTo>
                <a:lnTo>
                  <a:pt x="67" y="163"/>
                </a:lnTo>
                <a:lnTo>
                  <a:pt x="67" y="163"/>
                </a:lnTo>
                <a:lnTo>
                  <a:pt x="67" y="164"/>
                </a:lnTo>
                <a:lnTo>
                  <a:pt x="68" y="165"/>
                </a:lnTo>
                <a:lnTo>
                  <a:pt x="69" y="165"/>
                </a:lnTo>
                <a:lnTo>
                  <a:pt x="69" y="166"/>
                </a:lnTo>
                <a:lnTo>
                  <a:pt x="68" y="166"/>
                </a:lnTo>
                <a:lnTo>
                  <a:pt x="69" y="167"/>
                </a:lnTo>
                <a:lnTo>
                  <a:pt x="68" y="168"/>
                </a:lnTo>
                <a:lnTo>
                  <a:pt x="71" y="169"/>
                </a:lnTo>
                <a:lnTo>
                  <a:pt x="71" y="169"/>
                </a:lnTo>
                <a:lnTo>
                  <a:pt x="71" y="169"/>
                </a:lnTo>
                <a:lnTo>
                  <a:pt x="71" y="170"/>
                </a:lnTo>
                <a:lnTo>
                  <a:pt x="71" y="170"/>
                </a:lnTo>
                <a:lnTo>
                  <a:pt x="72" y="170"/>
                </a:lnTo>
                <a:lnTo>
                  <a:pt x="73" y="171"/>
                </a:lnTo>
                <a:lnTo>
                  <a:pt x="73" y="171"/>
                </a:lnTo>
                <a:lnTo>
                  <a:pt x="73" y="172"/>
                </a:lnTo>
                <a:lnTo>
                  <a:pt x="74" y="172"/>
                </a:lnTo>
                <a:lnTo>
                  <a:pt x="75" y="171"/>
                </a:lnTo>
                <a:lnTo>
                  <a:pt x="75" y="172"/>
                </a:lnTo>
                <a:lnTo>
                  <a:pt x="75" y="173"/>
                </a:lnTo>
                <a:lnTo>
                  <a:pt x="76" y="174"/>
                </a:lnTo>
                <a:lnTo>
                  <a:pt x="77" y="173"/>
                </a:lnTo>
                <a:lnTo>
                  <a:pt x="78" y="174"/>
                </a:lnTo>
                <a:lnTo>
                  <a:pt x="79" y="173"/>
                </a:lnTo>
                <a:lnTo>
                  <a:pt x="79" y="173"/>
                </a:lnTo>
                <a:lnTo>
                  <a:pt x="81" y="173"/>
                </a:lnTo>
                <a:lnTo>
                  <a:pt x="82" y="172"/>
                </a:lnTo>
                <a:lnTo>
                  <a:pt x="82" y="172"/>
                </a:lnTo>
                <a:lnTo>
                  <a:pt x="83" y="172"/>
                </a:lnTo>
                <a:lnTo>
                  <a:pt x="83" y="172"/>
                </a:lnTo>
                <a:lnTo>
                  <a:pt x="83" y="171"/>
                </a:lnTo>
                <a:lnTo>
                  <a:pt x="83" y="170"/>
                </a:lnTo>
                <a:lnTo>
                  <a:pt x="84" y="170"/>
                </a:lnTo>
                <a:lnTo>
                  <a:pt x="84" y="171"/>
                </a:lnTo>
                <a:lnTo>
                  <a:pt x="85" y="171"/>
                </a:lnTo>
                <a:lnTo>
                  <a:pt x="86" y="172"/>
                </a:lnTo>
                <a:lnTo>
                  <a:pt x="87" y="172"/>
                </a:lnTo>
                <a:lnTo>
                  <a:pt x="86" y="172"/>
                </a:lnTo>
                <a:lnTo>
                  <a:pt x="87" y="173"/>
                </a:lnTo>
                <a:lnTo>
                  <a:pt x="87" y="172"/>
                </a:lnTo>
                <a:lnTo>
                  <a:pt x="88" y="172"/>
                </a:lnTo>
                <a:lnTo>
                  <a:pt x="89" y="171"/>
                </a:lnTo>
                <a:lnTo>
                  <a:pt x="90" y="172"/>
                </a:lnTo>
                <a:lnTo>
                  <a:pt x="90" y="171"/>
                </a:lnTo>
                <a:lnTo>
                  <a:pt x="91" y="172"/>
                </a:lnTo>
                <a:lnTo>
                  <a:pt x="92" y="170"/>
                </a:lnTo>
                <a:lnTo>
                  <a:pt x="92" y="169"/>
                </a:lnTo>
                <a:lnTo>
                  <a:pt x="92" y="169"/>
                </a:lnTo>
                <a:lnTo>
                  <a:pt x="93" y="170"/>
                </a:lnTo>
                <a:lnTo>
                  <a:pt x="94" y="168"/>
                </a:lnTo>
                <a:lnTo>
                  <a:pt x="95" y="168"/>
                </a:lnTo>
                <a:lnTo>
                  <a:pt x="96" y="169"/>
                </a:lnTo>
                <a:lnTo>
                  <a:pt x="96" y="171"/>
                </a:lnTo>
                <a:lnTo>
                  <a:pt x="96" y="171"/>
                </a:lnTo>
                <a:lnTo>
                  <a:pt x="99" y="173"/>
                </a:lnTo>
                <a:lnTo>
                  <a:pt x="99" y="174"/>
                </a:lnTo>
                <a:lnTo>
                  <a:pt x="101" y="174"/>
                </a:lnTo>
                <a:lnTo>
                  <a:pt x="102" y="174"/>
                </a:lnTo>
                <a:lnTo>
                  <a:pt x="102" y="175"/>
                </a:lnTo>
                <a:lnTo>
                  <a:pt x="103" y="174"/>
                </a:lnTo>
                <a:lnTo>
                  <a:pt x="105" y="175"/>
                </a:lnTo>
                <a:lnTo>
                  <a:pt x="106" y="174"/>
                </a:lnTo>
                <a:lnTo>
                  <a:pt x="106" y="174"/>
                </a:lnTo>
                <a:lnTo>
                  <a:pt x="106" y="173"/>
                </a:lnTo>
                <a:lnTo>
                  <a:pt x="107" y="173"/>
                </a:lnTo>
                <a:lnTo>
                  <a:pt x="108" y="172"/>
                </a:lnTo>
                <a:lnTo>
                  <a:pt x="110" y="171"/>
                </a:lnTo>
                <a:lnTo>
                  <a:pt x="112" y="171"/>
                </a:lnTo>
                <a:lnTo>
                  <a:pt x="113" y="172"/>
                </a:lnTo>
                <a:lnTo>
                  <a:pt x="113" y="172"/>
                </a:lnTo>
                <a:lnTo>
                  <a:pt x="114" y="172"/>
                </a:lnTo>
                <a:lnTo>
                  <a:pt x="114" y="172"/>
                </a:lnTo>
                <a:lnTo>
                  <a:pt x="117" y="172"/>
                </a:lnTo>
                <a:lnTo>
                  <a:pt x="118" y="173"/>
                </a:lnTo>
                <a:lnTo>
                  <a:pt x="120" y="176"/>
                </a:lnTo>
                <a:lnTo>
                  <a:pt x="120" y="177"/>
                </a:lnTo>
                <a:lnTo>
                  <a:pt x="119" y="177"/>
                </a:lnTo>
                <a:lnTo>
                  <a:pt x="119" y="178"/>
                </a:lnTo>
                <a:lnTo>
                  <a:pt x="119" y="179"/>
                </a:lnTo>
                <a:lnTo>
                  <a:pt x="119" y="180"/>
                </a:lnTo>
                <a:lnTo>
                  <a:pt x="120" y="181"/>
                </a:lnTo>
                <a:lnTo>
                  <a:pt x="120" y="182"/>
                </a:lnTo>
                <a:lnTo>
                  <a:pt x="121" y="184"/>
                </a:lnTo>
                <a:lnTo>
                  <a:pt x="122" y="183"/>
                </a:lnTo>
                <a:lnTo>
                  <a:pt x="122" y="183"/>
                </a:lnTo>
                <a:lnTo>
                  <a:pt x="123" y="182"/>
                </a:lnTo>
                <a:lnTo>
                  <a:pt x="124" y="182"/>
                </a:lnTo>
                <a:lnTo>
                  <a:pt x="124" y="182"/>
                </a:lnTo>
                <a:lnTo>
                  <a:pt x="124" y="182"/>
                </a:lnTo>
                <a:lnTo>
                  <a:pt x="124" y="182"/>
                </a:lnTo>
                <a:lnTo>
                  <a:pt x="126" y="181"/>
                </a:lnTo>
                <a:lnTo>
                  <a:pt x="129" y="182"/>
                </a:lnTo>
                <a:lnTo>
                  <a:pt x="129" y="183"/>
                </a:lnTo>
                <a:lnTo>
                  <a:pt x="129" y="183"/>
                </a:lnTo>
                <a:lnTo>
                  <a:pt x="128" y="184"/>
                </a:lnTo>
                <a:lnTo>
                  <a:pt x="128" y="184"/>
                </a:lnTo>
                <a:lnTo>
                  <a:pt x="129" y="185"/>
                </a:lnTo>
                <a:lnTo>
                  <a:pt x="129" y="186"/>
                </a:lnTo>
                <a:lnTo>
                  <a:pt x="132" y="188"/>
                </a:lnTo>
                <a:lnTo>
                  <a:pt x="131" y="190"/>
                </a:lnTo>
                <a:lnTo>
                  <a:pt x="132" y="190"/>
                </a:lnTo>
                <a:lnTo>
                  <a:pt x="133" y="191"/>
                </a:lnTo>
                <a:lnTo>
                  <a:pt x="134" y="190"/>
                </a:lnTo>
                <a:lnTo>
                  <a:pt x="134" y="192"/>
                </a:lnTo>
                <a:lnTo>
                  <a:pt x="135" y="192"/>
                </a:lnTo>
                <a:lnTo>
                  <a:pt x="136" y="192"/>
                </a:lnTo>
                <a:lnTo>
                  <a:pt x="137" y="192"/>
                </a:lnTo>
                <a:lnTo>
                  <a:pt x="140" y="190"/>
                </a:lnTo>
                <a:lnTo>
                  <a:pt x="140" y="189"/>
                </a:lnTo>
                <a:lnTo>
                  <a:pt x="139" y="189"/>
                </a:lnTo>
                <a:lnTo>
                  <a:pt x="140" y="189"/>
                </a:lnTo>
                <a:lnTo>
                  <a:pt x="140" y="188"/>
                </a:lnTo>
                <a:lnTo>
                  <a:pt x="139" y="187"/>
                </a:lnTo>
                <a:lnTo>
                  <a:pt x="139" y="186"/>
                </a:lnTo>
                <a:lnTo>
                  <a:pt x="139" y="186"/>
                </a:lnTo>
                <a:lnTo>
                  <a:pt x="138" y="185"/>
                </a:lnTo>
                <a:lnTo>
                  <a:pt x="138" y="185"/>
                </a:lnTo>
                <a:lnTo>
                  <a:pt x="140" y="185"/>
                </a:lnTo>
                <a:lnTo>
                  <a:pt x="140" y="183"/>
                </a:lnTo>
                <a:lnTo>
                  <a:pt x="142" y="180"/>
                </a:lnTo>
                <a:lnTo>
                  <a:pt x="144" y="182"/>
                </a:lnTo>
                <a:lnTo>
                  <a:pt x="144" y="182"/>
                </a:lnTo>
                <a:lnTo>
                  <a:pt x="145" y="183"/>
                </a:lnTo>
                <a:lnTo>
                  <a:pt x="145" y="184"/>
                </a:lnTo>
                <a:lnTo>
                  <a:pt x="144" y="184"/>
                </a:lnTo>
                <a:lnTo>
                  <a:pt x="145" y="184"/>
                </a:lnTo>
                <a:lnTo>
                  <a:pt x="145" y="186"/>
                </a:lnTo>
                <a:lnTo>
                  <a:pt x="145" y="186"/>
                </a:lnTo>
                <a:lnTo>
                  <a:pt x="145" y="187"/>
                </a:lnTo>
                <a:lnTo>
                  <a:pt x="146" y="188"/>
                </a:lnTo>
                <a:lnTo>
                  <a:pt x="148" y="190"/>
                </a:lnTo>
                <a:lnTo>
                  <a:pt x="148" y="191"/>
                </a:lnTo>
                <a:lnTo>
                  <a:pt x="149" y="192"/>
                </a:lnTo>
                <a:lnTo>
                  <a:pt x="150" y="193"/>
                </a:lnTo>
                <a:lnTo>
                  <a:pt x="151" y="193"/>
                </a:lnTo>
                <a:lnTo>
                  <a:pt x="152" y="193"/>
                </a:lnTo>
                <a:lnTo>
                  <a:pt x="151" y="194"/>
                </a:lnTo>
                <a:lnTo>
                  <a:pt x="152" y="196"/>
                </a:lnTo>
                <a:lnTo>
                  <a:pt x="152" y="196"/>
                </a:lnTo>
                <a:lnTo>
                  <a:pt x="153" y="196"/>
                </a:lnTo>
                <a:lnTo>
                  <a:pt x="154" y="199"/>
                </a:lnTo>
                <a:lnTo>
                  <a:pt x="155" y="200"/>
                </a:lnTo>
                <a:lnTo>
                  <a:pt x="156" y="199"/>
                </a:lnTo>
                <a:lnTo>
                  <a:pt x="158" y="200"/>
                </a:lnTo>
                <a:lnTo>
                  <a:pt x="161" y="197"/>
                </a:lnTo>
                <a:lnTo>
                  <a:pt x="160" y="195"/>
                </a:lnTo>
                <a:lnTo>
                  <a:pt x="160" y="195"/>
                </a:lnTo>
                <a:lnTo>
                  <a:pt x="159" y="193"/>
                </a:lnTo>
                <a:lnTo>
                  <a:pt x="160" y="192"/>
                </a:lnTo>
                <a:lnTo>
                  <a:pt x="160" y="193"/>
                </a:lnTo>
                <a:lnTo>
                  <a:pt x="161" y="192"/>
                </a:lnTo>
                <a:lnTo>
                  <a:pt x="161" y="192"/>
                </a:lnTo>
                <a:lnTo>
                  <a:pt x="162" y="192"/>
                </a:lnTo>
                <a:lnTo>
                  <a:pt x="163" y="190"/>
                </a:lnTo>
                <a:lnTo>
                  <a:pt x="167" y="189"/>
                </a:lnTo>
                <a:lnTo>
                  <a:pt x="167" y="189"/>
                </a:lnTo>
                <a:lnTo>
                  <a:pt x="168" y="189"/>
                </a:lnTo>
                <a:lnTo>
                  <a:pt x="168" y="187"/>
                </a:lnTo>
                <a:lnTo>
                  <a:pt x="168" y="186"/>
                </a:lnTo>
                <a:lnTo>
                  <a:pt x="169" y="186"/>
                </a:lnTo>
                <a:lnTo>
                  <a:pt x="169" y="185"/>
                </a:lnTo>
                <a:lnTo>
                  <a:pt x="170" y="185"/>
                </a:lnTo>
                <a:lnTo>
                  <a:pt x="171" y="186"/>
                </a:lnTo>
                <a:lnTo>
                  <a:pt x="171" y="188"/>
                </a:lnTo>
                <a:lnTo>
                  <a:pt x="172" y="188"/>
                </a:lnTo>
                <a:lnTo>
                  <a:pt x="173" y="189"/>
                </a:lnTo>
                <a:lnTo>
                  <a:pt x="173" y="188"/>
                </a:lnTo>
                <a:lnTo>
                  <a:pt x="173" y="188"/>
                </a:lnTo>
                <a:lnTo>
                  <a:pt x="173" y="187"/>
                </a:lnTo>
                <a:lnTo>
                  <a:pt x="173" y="187"/>
                </a:lnTo>
                <a:lnTo>
                  <a:pt x="174" y="186"/>
                </a:lnTo>
                <a:lnTo>
                  <a:pt x="175" y="185"/>
                </a:lnTo>
                <a:lnTo>
                  <a:pt x="175" y="183"/>
                </a:lnTo>
                <a:lnTo>
                  <a:pt x="176" y="183"/>
                </a:lnTo>
                <a:lnTo>
                  <a:pt x="176" y="184"/>
                </a:lnTo>
                <a:lnTo>
                  <a:pt x="176" y="185"/>
                </a:lnTo>
                <a:lnTo>
                  <a:pt x="177" y="186"/>
                </a:lnTo>
                <a:lnTo>
                  <a:pt x="177" y="186"/>
                </a:lnTo>
                <a:lnTo>
                  <a:pt x="177" y="187"/>
                </a:lnTo>
                <a:lnTo>
                  <a:pt x="177" y="187"/>
                </a:lnTo>
                <a:lnTo>
                  <a:pt x="178" y="189"/>
                </a:lnTo>
                <a:lnTo>
                  <a:pt x="179" y="189"/>
                </a:lnTo>
                <a:lnTo>
                  <a:pt x="178" y="190"/>
                </a:lnTo>
                <a:lnTo>
                  <a:pt x="179" y="191"/>
                </a:lnTo>
                <a:lnTo>
                  <a:pt x="180" y="191"/>
                </a:lnTo>
                <a:lnTo>
                  <a:pt x="180" y="191"/>
                </a:lnTo>
                <a:lnTo>
                  <a:pt x="183" y="191"/>
                </a:lnTo>
                <a:lnTo>
                  <a:pt x="183" y="192"/>
                </a:lnTo>
                <a:lnTo>
                  <a:pt x="184" y="192"/>
                </a:lnTo>
                <a:lnTo>
                  <a:pt x="186" y="193"/>
                </a:lnTo>
                <a:lnTo>
                  <a:pt x="187" y="194"/>
                </a:lnTo>
                <a:lnTo>
                  <a:pt x="188" y="194"/>
                </a:lnTo>
                <a:lnTo>
                  <a:pt x="189" y="193"/>
                </a:lnTo>
                <a:lnTo>
                  <a:pt x="189" y="192"/>
                </a:lnTo>
                <a:lnTo>
                  <a:pt x="192" y="193"/>
                </a:lnTo>
                <a:lnTo>
                  <a:pt x="193" y="193"/>
                </a:lnTo>
                <a:lnTo>
                  <a:pt x="193" y="192"/>
                </a:lnTo>
                <a:lnTo>
                  <a:pt x="194" y="192"/>
                </a:lnTo>
                <a:lnTo>
                  <a:pt x="194" y="191"/>
                </a:lnTo>
                <a:lnTo>
                  <a:pt x="193" y="191"/>
                </a:lnTo>
                <a:lnTo>
                  <a:pt x="192" y="191"/>
                </a:lnTo>
                <a:lnTo>
                  <a:pt x="192" y="187"/>
                </a:lnTo>
                <a:lnTo>
                  <a:pt x="191" y="187"/>
                </a:lnTo>
                <a:lnTo>
                  <a:pt x="191" y="186"/>
                </a:lnTo>
                <a:lnTo>
                  <a:pt x="191" y="186"/>
                </a:lnTo>
                <a:lnTo>
                  <a:pt x="190" y="184"/>
                </a:lnTo>
                <a:lnTo>
                  <a:pt x="191" y="182"/>
                </a:lnTo>
                <a:lnTo>
                  <a:pt x="191" y="181"/>
                </a:lnTo>
                <a:lnTo>
                  <a:pt x="190" y="181"/>
                </a:lnTo>
                <a:lnTo>
                  <a:pt x="190" y="179"/>
                </a:lnTo>
                <a:lnTo>
                  <a:pt x="191" y="179"/>
                </a:lnTo>
                <a:lnTo>
                  <a:pt x="184" y="165"/>
                </a:lnTo>
                <a:lnTo>
                  <a:pt x="183" y="165"/>
                </a:lnTo>
                <a:lnTo>
                  <a:pt x="183" y="165"/>
                </a:lnTo>
                <a:lnTo>
                  <a:pt x="182" y="164"/>
                </a:lnTo>
                <a:lnTo>
                  <a:pt x="182" y="164"/>
                </a:lnTo>
                <a:lnTo>
                  <a:pt x="182" y="163"/>
                </a:lnTo>
                <a:lnTo>
                  <a:pt x="181" y="163"/>
                </a:lnTo>
                <a:lnTo>
                  <a:pt x="181" y="163"/>
                </a:lnTo>
                <a:lnTo>
                  <a:pt x="182" y="162"/>
                </a:lnTo>
                <a:lnTo>
                  <a:pt x="182" y="161"/>
                </a:lnTo>
                <a:lnTo>
                  <a:pt x="182" y="161"/>
                </a:lnTo>
                <a:lnTo>
                  <a:pt x="183" y="160"/>
                </a:lnTo>
                <a:lnTo>
                  <a:pt x="184" y="160"/>
                </a:lnTo>
                <a:lnTo>
                  <a:pt x="184" y="160"/>
                </a:lnTo>
                <a:lnTo>
                  <a:pt x="185" y="160"/>
                </a:lnTo>
                <a:lnTo>
                  <a:pt x="186" y="158"/>
                </a:lnTo>
                <a:lnTo>
                  <a:pt x="188" y="158"/>
                </a:lnTo>
                <a:lnTo>
                  <a:pt x="188" y="158"/>
                </a:lnTo>
                <a:lnTo>
                  <a:pt x="188" y="157"/>
                </a:lnTo>
                <a:lnTo>
                  <a:pt x="190" y="155"/>
                </a:lnTo>
                <a:lnTo>
                  <a:pt x="190" y="154"/>
                </a:lnTo>
                <a:lnTo>
                  <a:pt x="189" y="153"/>
                </a:lnTo>
                <a:lnTo>
                  <a:pt x="189" y="152"/>
                </a:lnTo>
                <a:lnTo>
                  <a:pt x="190" y="151"/>
                </a:lnTo>
                <a:lnTo>
                  <a:pt x="191" y="151"/>
                </a:lnTo>
                <a:lnTo>
                  <a:pt x="191" y="151"/>
                </a:lnTo>
                <a:lnTo>
                  <a:pt x="191" y="149"/>
                </a:lnTo>
                <a:lnTo>
                  <a:pt x="192" y="148"/>
                </a:lnTo>
                <a:lnTo>
                  <a:pt x="192" y="148"/>
                </a:lnTo>
                <a:lnTo>
                  <a:pt x="193" y="149"/>
                </a:lnTo>
                <a:lnTo>
                  <a:pt x="194" y="150"/>
                </a:lnTo>
                <a:lnTo>
                  <a:pt x="209" y="150"/>
                </a:lnTo>
                <a:lnTo>
                  <a:pt x="210" y="150"/>
                </a:lnTo>
                <a:lnTo>
                  <a:pt x="211" y="149"/>
                </a:lnTo>
                <a:lnTo>
                  <a:pt x="212" y="148"/>
                </a:lnTo>
                <a:lnTo>
                  <a:pt x="212" y="147"/>
                </a:lnTo>
                <a:lnTo>
                  <a:pt x="212" y="146"/>
                </a:lnTo>
                <a:lnTo>
                  <a:pt x="211" y="145"/>
                </a:lnTo>
                <a:lnTo>
                  <a:pt x="211" y="143"/>
                </a:lnTo>
                <a:lnTo>
                  <a:pt x="211" y="143"/>
                </a:lnTo>
                <a:lnTo>
                  <a:pt x="211" y="142"/>
                </a:lnTo>
                <a:lnTo>
                  <a:pt x="210" y="141"/>
                </a:lnTo>
                <a:lnTo>
                  <a:pt x="211" y="141"/>
                </a:lnTo>
                <a:lnTo>
                  <a:pt x="211" y="139"/>
                </a:lnTo>
                <a:lnTo>
                  <a:pt x="214" y="136"/>
                </a:lnTo>
                <a:lnTo>
                  <a:pt x="213" y="136"/>
                </a:lnTo>
                <a:lnTo>
                  <a:pt x="214" y="135"/>
                </a:lnTo>
                <a:lnTo>
                  <a:pt x="214" y="135"/>
                </a:lnTo>
                <a:lnTo>
                  <a:pt x="214" y="134"/>
                </a:lnTo>
                <a:lnTo>
                  <a:pt x="214" y="134"/>
                </a:lnTo>
                <a:lnTo>
                  <a:pt x="213" y="134"/>
                </a:lnTo>
                <a:lnTo>
                  <a:pt x="213" y="133"/>
                </a:lnTo>
                <a:lnTo>
                  <a:pt x="214" y="133"/>
                </a:lnTo>
                <a:lnTo>
                  <a:pt x="213" y="132"/>
                </a:lnTo>
                <a:lnTo>
                  <a:pt x="214" y="132"/>
                </a:lnTo>
                <a:lnTo>
                  <a:pt x="213" y="131"/>
                </a:lnTo>
                <a:lnTo>
                  <a:pt x="213" y="131"/>
                </a:lnTo>
                <a:lnTo>
                  <a:pt x="213" y="130"/>
                </a:lnTo>
                <a:lnTo>
                  <a:pt x="213" y="129"/>
                </a:lnTo>
                <a:lnTo>
                  <a:pt x="214" y="129"/>
                </a:lnTo>
                <a:lnTo>
                  <a:pt x="214" y="129"/>
                </a:lnTo>
                <a:lnTo>
                  <a:pt x="215" y="128"/>
                </a:lnTo>
                <a:lnTo>
                  <a:pt x="214" y="128"/>
                </a:lnTo>
                <a:lnTo>
                  <a:pt x="215" y="127"/>
                </a:lnTo>
                <a:lnTo>
                  <a:pt x="215" y="126"/>
                </a:lnTo>
                <a:lnTo>
                  <a:pt x="215" y="124"/>
                </a:lnTo>
                <a:lnTo>
                  <a:pt x="214" y="123"/>
                </a:lnTo>
                <a:lnTo>
                  <a:pt x="214" y="122"/>
                </a:lnTo>
                <a:lnTo>
                  <a:pt x="215" y="122"/>
                </a:lnTo>
                <a:lnTo>
                  <a:pt x="215" y="121"/>
                </a:lnTo>
                <a:lnTo>
                  <a:pt x="216" y="121"/>
                </a:lnTo>
                <a:lnTo>
                  <a:pt x="216" y="120"/>
                </a:lnTo>
                <a:lnTo>
                  <a:pt x="216" y="120"/>
                </a:lnTo>
                <a:lnTo>
                  <a:pt x="217" y="120"/>
                </a:lnTo>
                <a:lnTo>
                  <a:pt x="216" y="118"/>
                </a:lnTo>
                <a:lnTo>
                  <a:pt x="216" y="118"/>
                </a:lnTo>
                <a:lnTo>
                  <a:pt x="216" y="117"/>
                </a:lnTo>
                <a:lnTo>
                  <a:pt x="216" y="117"/>
                </a:lnTo>
                <a:lnTo>
                  <a:pt x="216" y="116"/>
                </a:lnTo>
                <a:lnTo>
                  <a:pt x="215" y="116"/>
                </a:lnTo>
                <a:lnTo>
                  <a:pt x="215" y="116"/>
                </a:lnTo>
                <a:lnTo>
                  <a:pt x="214" y="115"/>
                </a:lnTo>
                <a:lnTo>
                  <a:pt x="215" y="112"/>
                </a:lnTo>
                <a:lnTo>
                  <a:pt x="216" y="111"/>
                </a:lnTo>
                <a:lnTo>
                  <a:pt x="215" y="108"/>
                </a:lnTo>
                <a:lnTo>
                  <a:pt x="215" y="108"/>
                </a:lnTo>
                <a:lnTo>
                  <a:pt x="215" y="107"/>
                </a:lnTo>
                <a:lnTo>
                  <a:pt x="215" y="105"/>
                </a:lnTo>
                <a:lnTo>
                  <a:pt x="215" y="104"/>
                </a:lnTo>
                <a:lnTo>
                  <a:pt x="214" y="103"/>
                </a:lnTo>
                <a:lnTo>
                  <a:pt x="215" y="103"/>
                </a:lnTo>
                <a:lnTo>
                  <a:pt x="215" y="101"/>
                </a:lnTo>
                <a:lnTo>
                  <a:pt x="216" y="100"/>
                </a:lnTo>
                <a:lnTo>
                  <a:pt x="215" y="98"/>
                </a:lnTo>
                <a:lnTo>
                  <a:pt x="214" y="97"/>
                </a:lnTo>
                <a:lnTo>
                  <a:pt x="214" y="95"/>
                </a:lnTo>
                <a:lnTo>
                  <a:pt x="215" y="94"/>
                </a:lnTo>
                <a:lnTo>
                  <a:pt x="215" y="93"/>
                </a:lnTo>
                <a:lnTo>
                  <a:pt x="218" y="91"/>
                </a:lnTo>
                <a:lnTo>
                  <a:pt x="218" y="90"/>
                </a:lnTo>
                <a:lnTo>
                  <a:pt x="218" y="89"/>
                </a:lnTo>
                <a:lnTo>
                  <a:pt x="219" y="88"/>
                </a:lnTo>
                <a:lnTo>
                  <a:pt x="219" y="86"/>
                </a:lnTo>
                <a:lnTo>
                  <a:pt x="220" y="84"/>
                </a:lnTo>
                <a:lnTo>
                  <a:pt x="220" y="83"/>
                </a:lnTo>
                <a:lnTo>
                  <a:pt x="218" y="83"/>
                </a:lnTo>
                <a:lnTo>
                  <a:pt x="217" y="81"/>
                </a:lnTo>
                <a:lnTo>
                  <a:pt x="216" y="81"/>
                </a:lnTo>
                <a:lnTo>
                  <a:pt x="216" y="80"/>
                </a:lnTo>
                <a:lnTo>
                  <a:pt x="215" y="80"/>
                </a:lnTo>
                <a:lnTo>
                  <a:pt x="215" y="79"/>
                </a:lnTo>
                <a:lnTo>
                  <a:pt x="215" y="77"/>
                </a:lnTo>
                <a:lnTo>
                  <a:pt x="215" y="75"/>
                </a:lnTo>
                <a:lnTo>
                  <a:pt x="215" y="73"/>
                </a:lnTo>
                <a:lnTo>
                  <a:pt x="220" y="68"/>
                </a:lnTo>
                <a:lnTo>
                  <a:pt x="220" y="68"/>
                </a:lnTo>
                <a:lnTo>
                  <a:pt x="219" y="67"/>
                </a:lnTo>
                <a:lnTo>
                  <a:pt x="219" y="68"/>
                </a:lnTo>
                <a:lnTo>
                  <a:pt x="217" y="68"/>
                </a:lnTo>
                <a:lnTo>
                  <a:pt x="217" y="69"/>
                </a:lnTo>
                <a:lnTo>
                  <a:pt x="216" y="70"/>
                </a:lnTo>
                <a:lnTo>
                  <a:pt x="215" y="71"/>
                </a:lnTo>
                <a:lnTo>
                  <a:pt x="214" y="70"/>
                </a:lnTo>
                <a:lnTo>
                  <a:pt x="211" y="71"/>
                </a:lnTo>
                <a:lnTo>
                  <a:pt x="210" y="72"/>
                </a:lnTo>
                <a:lnTo>
                  <a:pt x="207" y="73"/>
                </a:lnTo>
                <a:lnTo>
                  <a:pt x="206" y="74"/>
                </a:lnTo>
                <a:lnTo>
                  <a:pt x="206" y="74"/>
                </a:lnTo>
                <a:lnTo>
                  <a:pt x="205" y="75"/>
                </a:lnTo>
                <a:lnTo>
                  <a:pt x="201" y="78"/>
                </a:lnTo>
                <a:lnTo>
                  <a:pt x="201" y="79"/>
                </a:lnTo>
                <a:lnTo>
                  <a:pt x="199" y="80"/>
                </a:lnTo>
                <a:lnTo>
                  <a:pt x="199" y="81"/>
                </a:lnTo>
                <a:lnTo>
                  <a:pt x="197" y="82"/>
                </a:lnTo>
                <a:lnTo>
                  <a:pt x="196" y="83"/>
                </a:lnTo>
                <a:lnTo>
                  <a:pt x="193" y="83"/>
                </a:lnTo>
                <a:lnTo>
                  <a:pt x="192" y="84"/>
                </a:lnTo>
                <a:lnTo>
                  <a:pt x="192" y="85"/>
                </a:lnTo>
                <a:lnTo>
                  <a:pt x="190" y="87"/>
                </a:lnTo>
                <a:lnTo>
                  <a:pt x="190" y="88"/>
                </a:lnTo>
                <a:lnTo>
                  <a:pt x="188" y="88"/>
                </a:lnTo>
                <a:lnTo>
                  <a:pt x="187" y="89"/>
                </a:lnTo>
                <a:lnTo>
                  <a:pt x="188" y="90"/>
                </a:lnTo>
                <a:lnTo>
                  <a:pt x="188" y="92"/>
                </a:lnTo>
                <a:lnTo>
                  <a:pt x="188" y="93"/>
                </a:lnTo>
                <a:lnTo>
                  <a:pt x="187" y="94"/>
                </a:lnTo>
                <a:lnTo>
                  <a:pt x="186" y="94"/>
                </a:lnTo>
                <a:lnTo>
                  <a:pt x="184" y="94"/>
                </a:lnTo>
                <a:lnTo>
                  <a:pt x="184" y="94"/>
                </a:lnTo>
                <a:lnTo>
                  <a:pt x="183" y="96"/>
                </a:lnTo>
                <a:lnTo>
                  <a:pt x="179" y="97"/>
                </a:lnTo>
                <a:lnTo>
                  <a:pt x="179" y="97"/>
                </a:lnTo>
                <a:lnTo>
                  <a:pt x="177" y="98"/>
                </a:lnTo>
                <a:lnTo>
                  <a:pt x="175" y="98"/>
                </a:lnTo>
                <a:lnTo>
                  <a:pt x="174" y="99"/>
                </a:lnTo>
                <a:lnTo>
                  <a:pt x="173" y="99"/>
                </a:lnTo>
                <a:lnTo>
                  <a:pt x="172" y="98"/>
                </a:lnTo>
                <a:lnTo>
                  <a:pt x="171" y="98"/>
                </a:lnTo>
                <a:lnTo>
                  <a:pt x="168" y="99"/>
                </a:lnTo>
                <a:lnTo>
                  <a:pt x="166" y="101"/>
                </a:lnTo>
                <a:lnTo>
                  <a:pt x="165" y="101"/>
                </a:lnTo>
                <a:lnTo>
                  <a:pt x="164" y="100"/>
                </a:lnTo>
                <a:lnTo>
                  <a:pt x="163" y="98"/>
                </a:lnTo>
                <a:lnTo>
                  <a:pt x="162" y="96"/>
                </a:lnTo>
                <a:lnTo>
                  <a:pt x="158" y="95"/>
                </a:lnTo>
                <a:lnTo>
                  <a:pt x="157" y="93"/>
                </a:lnTo>
                <a:lnTo>
                  <a:pt x="157" y="93"/>
                </a:lnTo>
                <a:lnTo>
                  <a:pt x="158" y="91"/>
                </a:lnTo>
                <a:lnTo>
                  <a:pt x="158" y="90"/>
                </a:lnTo>
                <a:lnTo>
                  <a:pt x="159" y="89"/>
                </a:lnTo>
                <a:lnTo>
                  <a:pt x="157" y="87"/>
                </a:lnTo>
                <a:lnTo>
                  <a:pt x="156" y="86"/>
                </a:lnTo>
                <a:lnTo>
                  <a:pt x="157" y="85"/>
                </a:lnTo>
                <a:lnTo>
                  <a:pt x="156" y="84"/>
                </a:lnTo>
                <a:lnTo>
                  <a:pt x="156" y="85"/>
                </a:lnTo>
                <a:lnTo>
                  <a:pt x="155" y="85"/>
                </a:lnTo>
                <a:lnTo>
                  <a:pt x="154" y="85"/>
                </a:lnTo>
                <a:lnTo>
                  <a:pt x="154" y="83"/>
                </a:lnTo>
                <a:lnTo>
                  <a:pt x="152" y="83"/>
                </a:lnTo>
                <a:lnTo>
                  <a:pt x="153" y="79"/>
                </a:lnTo>
                <a:lnTo>
                  <a:pt x="153" y="77"/>
                </a:lnTo>
                <a:lnTo>
                  <a:pt x="153" y="77"/>
                </a:lnTo>
                <a:lnTo>
                  <a:pt x="150" y="78"/>
                </a:lnTo>
                <a:lnTo>
                  <a:pt x="150" y="77"/>
                </a:lnTo>
                <a:lnTo>
                  <a:pt x="149" y="77"/>
                </a:lnTo>
                <a:lnTo>
                  <a:pt x="147" y="79"/>
                </a:lnTo>
                <a:lnTo>
                  <a:pt x="146" y="78"/>
                </a:lnTo>
                <a:lnTo>
                  <a:pt x="143" y="77"/>
                </a:lnTo>
                <a:lnTo>
                  <a:pt x="143" y="76"/>
                </a:lnTo>
                <a:lnTo>
                  <a:pt x="141" y="76"/>
                </a:lnTo>
                <a:lnTo>
                  <a:pt x="141" y="75"/>
                </a:lnTo>
                <a:lnTo>
                  <a:pt x="140" y="75"/>
                </a:lnTo>
                <a:lnTo>
                  <a:pt x="139" y="73"/>
                </a:lnTo>
                <a:lnTo>
                  <a:pt x="138" y="74"/>
                </a:lnTo>
                <a:lnTo>
                  <a:pt x="138" y="73"/>
                </a:lnTo>
                <a:lnTo>
                  <a:pt x="137" y="72"/>
                </a:lnTo>
                <a:lnTo>
                  <a:pt x="137" y="72"/>
                </a:lnTo>
                <a:lnTo>
                  <a:pt x="136" y="72"/>
                </a:lnTo>
                <a:lnTo>
                  <a:pt x="135" y="72"/>
                </a:lnTo>
                <a:lnTo>
                  <a:pt x="134" y="72"/>
                </a:lnTo>
                <a:lnTo>
                  <a:pt x="134" y="70"/>
                </a:lnTo>
                <a:lnTo>
                  <a:pt x="133" y="69"/>
                </a:lnTo>
                <a:lnTo>
                  <a:pt x="132" y="69"/>
                </a:lnTo>
                <a:lnTo>
                  <a:pt x="131" y="70"/>
                </a:lnTo>
                <a:lnTo>
                  <a:pt x="131" y="70"/>
                </a:lnTo>
                <a:lnTo>
                  <a:pt x="131" y="71"/>
                </a:lnTo>
                <a:lnTo>
                  <a:pt x="131" y="72"/>
                </a:lnTo>
                <a:lnTo>
                  <a:pt x="129" y="71"/>
                </a:lnTo>
                <a:lnTo>
                  <a:pt x="128" y="72"/>
                </a:lnTo>
                <a:lnTo>
                  <a:pt x="127" y="72"/>
                </a:lnTo>
                <a:lnTo>
                  <a:pt x="126" y="71"/>
                </a:lnTo>
                <a:lnTo>
                  <a:pt x="123" y="70"/>
                </a:lnTo>
                <a:lnTo>
                  <a:pt x="122" y="71"/>
                </a:lnTo>
                <a:lnTo>
                  <a:pt x="122" y="70"/>
                </a:lnTo>
                <a:lnTo>
                  <a:pt x="122" y="69"/>
                </a:lnTo>
                <a:lnTo>
                  <a:pt x="122" y="69"/>
                </a:lnTo>
                <a:lnTo>
                  <a:pt x="121" y="69"/>
                </a:lnTo>
                <a:lnTo>
                  <a:pt x="121" y="69"/>
                </a:lnTo>
                <a:lnTo>
                  <a:pt x="118" y="69"/>
                </a:lnTo>
                <a:lnTo>
                  <a:pt x="116" y="70"/>
                </a:lnTo>
                <a:lnTo>
                  <a:pt x="115" y="71"/>
                </a:lnTo>
                <a:lnTo>
                  <a:pt x="114" y="71"/>
                </a:lnTo>
                <a:lnTo>
                  <a:pt x="113" y="72"/>
                </a:lnTo>
                <a:lnTo>
                  <a:pt x="111" y="72"/>
                </a:lnTo>
                <a:lnTo>
                  <a:pt x="110" y="71"/>
                </a:lnTo>
                <a:lnTo>
                  <a:pt x="109" y="72"/>
                </a:lnTo>
                <a:lnTo>
                  <a:pt x="107" y="72"/>
                </a:lnTo>
                <a:lnTo>
                  <a:pt x="105" y="70"/>
                </a:lnTo>
                <a:lnTo>
                  <a:pt x="105" y="69"/>
                </a:lnTo>
                <a:lnTo>
                  <a:pt x="103" y="69"/>
                </a:lnTo>
                <a:lnTo>
                  <a:pt x="102" y="68"/>
                </a:lnTo>
                <a:lnTo>
                  <a:pt x="102" y="66"/>
                </a:lnTo>
                <a:lnTo>
                  <a:pt x="101" y="64"/>
                </a:lnTo>
                <a:lnTo>
                  <a:pt x="101" y="63"/>
                </a:lnTo>
                <a:lnTo>
                  <a:pt x="101" y="61"/>
                </a:lnTo>
                <a:lnTo>
                  <a:pt x="102" y="60"/>
                </a:lnTo>
                <a:lnTo>
                  <a:pt x="101" y="59"/>
                </a:lnTo>
                <a:lnTo>
                  <a:pt x="98" y="58"/>
                </a:lnTo>
                <a:lnTo>
                  <a:pt x="97" y="57"/>
                </a:lnTo>
                <a:lnTo>
                  <a:pt x="97" y="56"/>
                </a:lnTo>
                <a:lnTo>
                  <a:pt x="97" y="55"/>
                </a:lnTo>
                <a:lnTo>
                  <a:pt x="96" y="55"/>
                </a:lnTo>
                <a:lnTo>
                  <a:pt x="96" y="52"/>
                </a:lnTo>
                <a:lnTo>
                  <a:pt x="95" y="51"/>
                </a:lnTo>
                <a:lnTo>
                  <a:pt x="94" y="49"/>
                </a:lnTo>
                <a:lnTo>
                  <a:pt x="93" y="48"/>
                </a:lnTo>
                <a:lnTo>
                  <a:pt x="91" y="45"/>
                </a:lnTo>
                <a:lnTo>
                  <a:pt x="90" y="45"/>
                </a:lnTo>
                <a:lnTo>
                  <a:pt x="88" y="44"/>
                </a:lnTo>
                <a:lnTo>
                  <a:pt x="87" y="43"/>
                </a:lnTo>
                <a:lnTo>
                  <a:pt x="86" y="40"/>
                </a:lnTo>
                <a:lnTo>
                  <a:pt x="87" y="38"/>
                </a:lnTo>
                <a:lnTo>
                  <a:pt x="87" y="37"/>
                </a:lnTo>
                <a:lnTo>
                  <a:pt x="86" y="38"/>
                </a:lnTo>
                <a:lnTo>
                  <a:pt x="86" y="38"/>
                </a:lnTo>
                <a:lnTo>
                  <a:pt x="86" y="39"/>
                </a:lnTo>
                <a:lnTo>
                  <a:pt x="86" y="39"/>
                </a:lnTo>
                <a:lnTo>
                  <a:pt x="86" y="40"/>
                </a:lnTo>
                <a:lnTo>
                  <a:pt x="85" y="39"/>
                </a:lnTo>
                <a:lnTo>
                  <a:pt x="85" y="38"/>
                </a:lnTo>
                <a:lnTo>
                  <a:pt x="85" y="38"/>
                </a:lnTo>
                <a:lnTo>
                  <a:pt x="86" y="37"/>
                </a:lnTo>
                <a:lnTo>
                  <a:pt x="86" y="37"/>
                </a:lnTo>
                <a:lnTo>
                  <a:pt x="86" y="36"/>
                </a:lnTo>
                <a:lnTo>
                  <a:pt x="84" y="36"/>
                </a:lnTo>
                <a:lnTo>
                  <a:pt x="84" y="36"/>
                </a:lnTo>
                <a:lnTo>
                  <a:pt x="84" y="34"/>
                </a:lnTo>
                <a:lnTo>
                  <a:pt x="84" y="33"/>
                </a:lnTo>
                <a:lnTo>
                  <a:pt x="82" y="33"/>
                </a:lnTo>
                <a:lnTo>
                  <a:pt x="81" y="33"/>
                </a:lnTo>
                <a:lnTo>
                  <a:pt x="82" y="31"/>
                </a:lnTo>
                <a:lnTo>
                  <a:pt x="82" y="31"/>
                </a:lnTo>
                <a:lnTo>
                  <a:pt x="82" y="30"/>
                </a:lnTo>
                <a:lnTo>
                  <a:pt x="81" y="30"/>
                </a:lnTo>
                <a:lnTo>
                  <a:pt x="77" y="26"/>
                </a:lnTo>
                <a:lnTo>
                  <a:pt x="77" y="26"/>
                </a:lnTo>
                <a:lnTo>
                  <a:pt x="76" y="24"/>
                </a:lnTo>
                <a:lnTo>
                  <a:pt x="77" y="24"/>
                </a:lnTo>
                <a:lnTo>
                  <a:pt x="77" y="22"/>
                </a:lnTo>
                <a:lnTo>
                  <a:pt x="77" y="22"/>
                </a:lnTo>
                <a:lnTo>
                  <a:pt x="73" y="21"/>
                </a:lnTo>
                <a:lnTo>
                  <a:pt x="73" y="20"/>
                </a:lnTo>
                <a:lnTo>
                  <a:pt x="74" y="19"/>
                </a:lnTo>
                <a:lnTo>
                  <a:pt x="75" y="19"/>
                </a:lnTo>
                <a:lnTo>
                  <a:pt x="75" y="18"/>
                </a:lnTo>
                <a:lnTo>
                  <a:pt x="73" y="19"/>
                </a:lnTo>
                <a:lnTo>
                  <a:pt x="73" y="18"/>
                </a:lnTo>
                <a:lnTo>
                  <a:pt x="73" y="17"/>
                </a:lnTo>
                <a:lnTo>
                  <a:pt x="73" y="17"/>
                </a:lnTo>
                <a:lnTo>
                  <a:pt x="71" y="15"/>
                </a:lnTo>
                <a:lnTo>
                  <a:pt x="71" y="16"/>
                </a:lnTo>
                <a:lnTo>
                  <a:pt x="70" y="15"/>
                </a:lnTo>
                <a:lnTo>
                  <a:pt x="70" y="14"/>
                </a:lnTo>
                <a:lnTo>
                  <a:pt x="69" y="14"/>
                </a:lnTo>
                <a:lnTo>
                  <a:pt x="68" y="13"/>
                </a:lnTo>
                <a:lnTo>
                  <a:pt x="68" y="14"/>
                </a:lnTo>
                <a:lnTo>
                  <a:pt x="67" y="13"/>
                </a:lnTo>
                <a:lnTo>
                  <a:pt x="67" y="12"/>
                </a:lnTo>
                <a:lnTo>
                  <a:pt x="68" y="12"/>
                </a:lnTo>
                <a:lnTo>
                  <a:pt x="68" y="11"/>
                </a:lnTo>
                <a:lnTo>
                  <a:pt x="67" y="10"/>
                </a:lnTo>
                <a:lnTo>
                  <a:pt x="68" y="10"/>
                </a:lnTo>
                <a:lnTo>
                  <a:pt x="67" y="9"/>
                </a:lnTo>
                <a:lnTo>
                  <a:pt x="66" y="10"/>
                </a:lnTo>
                <a:lnTo>
                  <a:pt x="64" y="8"/>
                </a:lnTo>
                <a:lnTo>
                  <a:pt x="64" y="8"/>
                </a:lnTo>
                <a:lnTo>
                  <a:pt x="63" y="8"/>
                </a:lnTo>
                <a:lnTo>
                  <a:pt x="63" y="8"/>
                </a:lnTo>
                <a:lnTo>
                  <a:pt x="62" y="9"/>
                </a:lnTo>
                <a:lnTo>
                  <a:pt x="61" y="8"/>
                </a:lnTo>
                <a:lnTo>
                  <a:pt x="62" y="7"/>
                </a:lnTo>
                <a:lnTo>
                  <a:pt x="62" y="6"/>
                </a:lnTo>
                <a:lnTo>
                  <a:pt x="61" y="6"/>
                </a:lnTo>
                <a:lnTo>
                  <a:pt x="60" y="4"/>
                </a:lnTo>
                <a:lnTo>
                  <a:pt x="59" y="5"/>
                </a:lnTo>
                <a:lnTo>
                  <a:pt x="58" y="5"/>
                </a:lnTo>
                <a:lnTo>
                  <a:pt x="58" y="4"/>
                </a:lnTo>
                <a:lnTo>
                  <a:pt x="53" y="3"/>
                </a:lnTo>
                <a:lnTo>
                  <a:pt x="50" y="4"/>
                </a:lnTo>
                <a:lnTo>
                  <a:pt x="49" y="5"/>
                </a:lnTo>
                <a:lnTo>
                  <a:pt x="50" y="6"/>
                </a:lnTo>
                <a:lnTo>
                  <a:pt x="49" y="6"/>
                </a:lnTo>
                <a:lnTo>
                  <a:pt x="49" y="5"/>
                </a:lnTo>
                <a:lnTo>
                  <a:pt x="47" y="6"/>
                </a:lnTo>
                <a:lnTo>
                  <a:pt x="47" y="5"/>
                </a:lnTo>
                <a:lnTo>
                  <a:pt x="47" y="5"/>
                </a:lnTo>
                <a:lnTo>
                  <a:pt x="46" y="4"/>
                </a:lnTo>
                <a:lnTo>
                  <a:pt x="45" y="5"/>
                </a:lnTo>
                <a:lnTo>
                  <a:pt x="43" y="5"/>
                </a:lnTo>
                <a:lnTo>
                  <a:pt x="42" y="4"/>
                </a:lnTo>
                <a:lnTo>
                  <a:pt x="41" y="3"/>
                </a:lnTo>
                <a:lnTo>
                  <a:pt x="39" y="2"/>
                </a:lnTo>
                <a:lnTo>
                  <a:pt x="38" y="3"/>
                </a:lnTo>
                <a:lnTo>
                  <a:pt x="37" y="2"/>
                </a:lnTo>
                <a:lnTo>
                  <a:pt x="36" y="2"/>
                </a:lnTo>
                <a:lnTo>
                  <a:pt x="36" y="1"/>
                </a:lnTo>
                <a:lnTo>
                  <a:pt x="34" y="1"/>
                </a:lnTo>
                <a:lnTo>
                  <a:pt x="31" y="1"/>
                </a:lnTo>
                <a:lnTo>
                  <a:pt x="31" y="0"/>
                </a:lnTo>
                <a:lnTo>
                  <a:pt x="30" y="0"/>
                </a:lnTo>
                <a:lnTo>
                  <a:pt x="30" y="0"/>
                </a:lnTo>
                <a:lnTo>
                  <a:pt x="30" y="1"/>
                </a:lnTo>
                <a:lnTo>
                  <a:pt x="29" y="1"/>
                </a:lnTo>
                <a:lnTo>
                  <a:pt x="29" y="1"/>
                </a:lnTo>
                <a:lnTo>
                  <a:pt x="29" y="0"/>
                </a:lnTo>
                <a:lnTo>
                  <a:pt x="28" y="0"/>
                </a:lnTo>
                <a:lnTo>
                  <a:pt x="29" y="1"/>
                </a:lnTo>
                <a:lnTo>
                  <a:pt x="29" y="1"/>
                </a:lnTo>
                <a:lnTo>
                  <a:pt x="28" y="1"/>
                </a:lnTo>
                <a:lnTo>
                  <a:pt x="25" y="1"/>
                </a:lnTo>
                <a:lnTo>
                  <a:pt x="24" y="2"/>
                </a:lnTo>
                <a:lnTo>
                  <a:pt x="22" y="2"/>
                </a:lnTo>
                <a:lnTo>
                  <a:pt x="20" y="4"/>
                </a:lnTo>
                <a:lnTo>
                  <a:pt x="16" y="4"/>
                </a:lnTo>
                <a:lnTo>
                  <a:pt x="14" y="5"/>
                </a:lnTo>
                <a:lnTo>
                  <a:pt x="13" y="4"/>
                </a:lnTo>
                <a:lnTo>
                  <a:pt x="11" y="5"/>
                </a:lnTo>
                <a:lnTo>
                  <a:pt x="10" y="5"/>
                </a:lnTo>
                <a:lnTo>
                  <a:pt x="10" y="6"/>
                </a:lnTo>
                <a:lnTo>
                  <a:pt x="6" y="7"/>
                </a:lnTo>
                <a:lnTo>
                  <a:pt x="2" y="10"/>
                </a:lnTo>
                <a:lnTo>
                  <a:pt x="3" y="11"/>
                </a:lnTo>
                <a:lnTo>
                  <a:pt x="4" y="11"/>
                </a:lnTo>
                <a:lnTo>
                  <a:pt x="4" y="13"/>
                </a:lnTo>
                <a:lnTo>
                  <a:pt x="6" y="13"/>
                </a:lnTo>
                <a:lnTo>
                  <a:pt x="6" y="14"/>
                </a:lnTo>
                <a:lnTo>
                  <a:pt x="6" y="14"/>
                </a:lnTo>
                <a:lnTo>
                  <a:pt x="7" y="15"/>
                </a:lnTo>
                <a:lnTo>
                  <a:pt x="7" y="16"/>
                </a:lnTo>
                <a:lnTo>
                  <a:pt x="6" y="17"/>
                </a:lnTo>
                <a:lnTo>
                  <a:pt x="5" y="18"/>
                </a:lnTo>
                <a:lnTo>
                  <a:pt x="5" y="19"/>
                </a:lnTo>
                <a:lnTo>
                  <a:pt x="5" y="20"/>
                </a:lnTo>
                <a:lnTo>
                  <a:pt x="5" y="20"/>
                </a:lnTo>
                <a:lnTo>
                  <a:pt x="3" y="22"/>
                </a:lnTo>
                <a:lnTo>
                  <a:pt x="3" y="23"/>
                </a:lnTo>
                <a:lnTo>
                  <a:pt x="2" y="24"/>
                </a:lnTo>
                <a:lnTo>
                  <a:pt x="1" y="24"/>
                </a:lnTo>
                <a:lnTo>
                  <a:pt x="0" y="26"/>
                </a:lnTo>
                <a:lnTo>
                  <a:pt x="0" y="27"/>
                </a:lnTo>
                <a:lnTo>
                  <a:pt x="2" y="26"/>
                </a:lnTo>
                <a:lnTo>
                  <a:pt x="2" y="27"/>
                </a:lnTo>
                <a:lnTo>
                  <a:pt x="3" y="27"/>
                </a:lnTo>
                <a:lnTo>
                  <a:pt x="3" y="28"/>
                </a:lnTo>
                <a:lnTo>
                  <a:pt x="5" y="28"/>
                </a:lnTo>
                <a:lnTo>
                  <a:pt x="5" y="29"/>
                </a:lnTo>
                <a:lnTo>
                  <a:pt x="7" y="29"/>
                </a:lnTo>
                <a:lnTo>
                  <a:pt x="7" y="29"/>
                </a:lnTo>
                <a:lnTo>
                  <a:pt x="7" y="30"/>
                </a:lnTo>
                <a:lnTo>
                  <a:pt x="8" y="31"/>
                </a:lnTo>
                <a:lnTo>
                  <a:pt x="8" y="31"/>
                </a:lnTo>
                <a:lnTo>
                  <a:pt x="10" y="31"/>
                </a:lnTo>
                <a:lnTo>
                  <a:pt x="12" y="31"/>
                </a:lnTo>
                <a:lnTo>
                  <a:pt x="12" y="30"/>
                </a:lnTo>
                <a:lnTo>
                  <a:pt x="13" y="29"/>
                </a:lnTo>
                <a:lnTo>
                  <a:pt x="13" y="28"/>
                </a:lnTo>
                <a:lnTo>
                  <a:pt x="13" y="28"/>
                </a:lnTo>
                <a:lnTo>
                  <a:pt x="13" y="28"/>
                </a:lnTo>
                <a:lnTo>
                  <a:pt x="13" y="27"/>
                </a:lnTo>
                <a:lnTo>
                  <a:pt x="14" y="26"/>
                </a:lnTo>
                <a:lnTo>
                  <a:pt x="14" y="26"/>
                </a:lnTo>
                <a:lnTo>
                  <a:pt x="15" y="27"/>
                </a:lnTo>
                <a:lnTo>
                  <a:pt x="16" y="26"/>
                </a:lnTo>
                <a:lnTo>
                  <a:pt x="17" y="27"/>
                </a:lnTo>
                <a:lnTo>
                  <a:pt x="18" y="28"/>
                </a:lnTo>
                <a:lnTo>
                  <a:pt x="18" y="28"/>
                </a:lnTo>
                <a:lnTo>
                  <a:pt x="19" y="29"/>
                </a:lnTo>
                <a:lnTo>
                  <a:pt x="19" y="30"/>
                </a:lnTo>
                <a:lnTo>
                  <a:pt x="21" y="30"/>
                </a:lnTo>
                <a:lnTo>
                  <a:pt x="22" y="30"/>
                </a:lnTo>
                <a:lnTo>
                  <a:pt x="23" y="30"/>
                </a:lnTo>
                <a:lnTo>
                  <a:pt x="23" y="30"/>
                </a:lnTo>
                <a:lnTo>
                  <a:pt x="24" y="30"/>
                </a:lnTo>
                <a:lnTo>
                  <a:pt x="23" y="30"/>
                </a:lnTo>
                <a:lnTo>
                  <a:pt x="24" y="31"/>
                </a:lnTo>
                <a:lnTo>
                  <a:pt x="23" y="32"/>
                </a:lnTo>
                <a:lnTo>
                  <a:pt x="22" y="33"/>
                </a:lnTo>
                <a:lnTo>
                  <a:pt x="22" y="33"/>
                </a:lnTo>
                <a:lnTo>
                  <a:pt x="22" y="34"/>
                </a:lnTo>
                <a:lnTo>
                  <a:pt x="22" y="34"/>
                </a:lnTo>
                <a:lnTo>
                  <a:pt x="23" y="36"/>
                </a:lnTo>
                <a:lnTo>
                  <a:pt x="24" y="36"/>
                </a:lnTo>
                <a:lnTo>
                  <a:pt x="24" y="37"/>
                </a:lnTo>
                <a:lnTo>
                  <a:pt x="24" y="38"/>
                </a:lnTo>
                <a:lnTo>
                  <a:pt x="25" y="40"/>
                </a:lnTo>
                <a:lnTo>
                  <a:pt x="25" y="41"/>
                </a:lnTo>
                <a:lnTo>
                  <a:pt x="27" y="43"/>
                </a:lnTo>
                <a:lnTo>
                  <a:pt x="27" y="43"/>
                </a:lnTo>
                <a:lnTo>
                  <a:pt x="27" y="44"/>
                </a:lnTo>
                <a:lnTo>
                  <a:pt x="28" y="44"/>
                </a:lnTo>
                <a:lnTo>
                  <a:pt x="28" y="45"/>
                </a:lnTo>
                <a:lnTo>
                  <a:pt x="28" y="45"/>
                </a:lnTo>
                <a:lnTo>
                  <a:pt x="28" y="45"/>
                </a:lnTo>
                <a:lnTo>
                  <a:pt x="28" y="46"/>
                </a:lnTo>
                <a:lnTo>
                  <a:pt x="28" y="47"/>
                </a:lnTo>
                <a:lnTo>
                  <a:pt x="29" y="47"/>
                </a:lnTo>
                <a:lnTo>
                  <a:pt x="30" y="48"/>
                </a:lnTo>
                <a:lnTo>
                  <a:pt x="30" y="49"/>
                </a:lnTo>
                <a:lnTo>
                  <a:pt x="30" y="49"/>
                </a:lnTo>
                <a:lnTo>
                  <a:pt x="31" y="49"/>
                </a:lnTo>
                <a:lnTo>
                  <a:pt x="35" y="50"/>
                </a:lnTo>
                <a:lnTo>
                  <a:pt x="35" y="49"/>
                </a:lnTo>
                <a:lnTo>
                  <a:pt x="37" y="49"/>
                </a:lnTo>
                <a:lnTo>
                  <a:pt x="40" y="47"/>
                </a:lnTo>
                <a:lnTo>
                  <a:pt x="40" y="47"/>
                </a:lnTo>
                <a:lnTo>
                  <a:pt x="40" y="46"/>
                </a:lnTo>
                <a:lnTo>
                  <a:pt x="42" y="46"/>
                </a:lnTo>
                <a:lnTo>
                  <a:pt x="42" y="46"/>
                </a:lnTo>
                <a:lnTo>
                  <a:pt x="44" y="47"/>
                </a:lnTo>
                <a:lnTo>
                  <a:pt x="45" y="46"/>
                </a:lnTo>
                <a:lnTo>
                  <a:pt x="46" y="46"/>
                </a:lnTo>
                <a:lnTo>
                  <a:pt x="46" y="46"/>
                </a:lnTo>
                <a:lnTo>
                  <a:pt x="48" y="45"/>
                </a:lnTo>
                <a:lnTo>
                  <a:pt x="49" y="46"/>
                </a:lnTo>
                <a:lnTo>
                  <a:pt x="51" y="46"/>
                </a:lnTo>
                <a:lnTo>
                  <a:pt x="51" y="44"/>
                </a:lnTo>
                <a:lnTo>
                  <a:pt x="51" y="44"/>
                </a:lnTo>
                <a:lnTo>
                  <a:pt x="53" y="44"/>
                </a:lnTo>
                <a:lnTo>
                  <a:pt x="54" y="45"/>
                </a:lnTo>
                <a:lnTo>
                  <a:pt x="54" y="44"/>
                </a:lnTo>
                <a:lnTo>
                  <a:pt x="55" y="43"/>
                </a:lnTo>
                <a:lnTo>
                  <a:pt x="57" y="43"/>
                </a:lnTo>
                <a:lnTo>
                  <a:pt x="57" y="41"/>
                </a:lnTo>
                <a:lnTo>
                  <a:pt x="57" y="41"/>
                </a:lnTo>
                <a:lnTo>
                  <a:pt x="57" y="40"/>
                </a:lnTo>
                <a:lnTo>
                  <a:pt x="59" y="39"/>
                </a:lnTo>
                <a:lnTo>
                  <a:pt x="59" y="38"/>
                </a:lnTo>
                <a:lnTo>
                  <a:pt x="58" y="38"/>
                </a:lnTo>
                <a:lnTo>
                  <a:pt x="59" y="36"/>
                </a:lnTo>
                <a:lnTo>
                  <a:pt x="59" y="36"/>
                </a:lnTo>
                <a:lnTo>
                  <a:pt x="59" y="37"/>
                </a:lnTo>
                <a:lnTo>
                  <a:pt x="62" y="36"/>
                </a:lnTo>
                <a:lnTo>
                  <a:pt x="62" y="37"/>
                </a:lnTo>
                <a:lnTo>
                  <a:pt x="62" y="36"/>
                </a:lnTo>
                <a:lnTo>
                  <a:pt x="69" y="41"/>
                </a:lnTo>
                <a:lnTo>
                  <a:pt x="70" y="43"/>
                </a:lnTo>
                <a:lnTo>
                  <a:pt x="70" y="43"/>
                </a:lnTo>
                <a:lnTo>
                  <a:pt x="71" y="43"/>
                </a:lnTo>
                <a:lnTo>
                  <a:pt x="72" y="45"/>
                </a:lnTo>
                <a:lnTo>
                  <a:pt x="73" y="45"/>
                </a:lnTo>
                <a:lnTo>
                  <a:pt x="73" y="45"/>
                </a:lnTo>
                <a:lnTo>
                  <a:pt x="74" y="45"/>
                </a:lnTo>
                <a:lnTo>
                  <a:pt x="74" y="46"/>
                </a:lnTo>
                <a:lnTo>
                  <a:pt x="75" y="46"/>
                </a:lnTo>
                <a:lnTo>
                  <a:pt x="75" y="47"/>
                </a:lnTo>
                <a:lnTo>
                  <a:pt x="76" y="48"/>
                </a:lnTo>
                <a:lnTo>
                  <a:pt x="75" y="49"/>
                </a:lnTo>
                <a:lnTo>
                  <a:pt x="75" y="50"/>
                </a:lnTo>
                <a:lnTo>
                  <a:pt x="75" y="50"/>
                </a:lnTo>
                <a:lnTo>
                  <a:pt x="74" y="50"/>
                </a:lnTo>
                <a:lnTo>
                  <a:pt x="74" y="52"/>
                </a:lnTo>
                <a:lnTo>
                  <a:pt x="74" y="52"/>
                </a:lnTo>
                <a:lnTo>
                  <a:pt x="74" y="52"/>
                </a:lnTo>
                <a:lnTo>
                  <a:pt x="73" y="52"/>
                </a:lnTo>
                <a:lnTo>
                  <a:pt x="73" y="53"/>
                </a:lnTo>
                <a:lnTo>
                  <a:pt x="73" y="53"/>
                </a:lnTo>
                <a:lnTo>
                  <a:pt x="73" y="53"/>
                </a:lnTo>
                <a:lnTo>
                  <a:pt x="72" y="54"/>
                </a:lnTo>
                <a:lnTo>
                  <a:pt x="73" y="54"/>
                </a:lnTo>
                <a:lnTo>
                  <a:pt x="73" y="54"/>
                </a:lnTo>
                <a:lnTo>
                  <a:pt x="73" y="54"/>
                </a:lnTo>
                <a:lnTo>
                  <a:pt x="73" y="55"/>
                </a:lnTo>
                <a:lnTo>
                  <a:pt x="74" y="57"/>
                </a:lnTo>
                <a:lnTo>
                  <a:pt x="72" y="61"/>
                </a:lnTo>
                <a:lnTo>
                  <a:pt x="71" y="61"/>
                </a:lnTo>
                <a:lnTo>
                  <a:pt x="71" y="61"/>
                </a:lnTo>
                <a:lnTo>
                  <a:pt x="71" y="62"/>
                </a:lnTo>
                <a:lnTo>
                  <a:pt x="71" y="61"/>
                </a:lnTo>
                <a:lnTo>
                  <a:pt x="70" y="62"/>
                </a:lnTo>
                <a:lnTo>
                  <a:pt x="71" y="63"/>
                </a:lnTo>
                <a:lnTo>
                  <a:pt x="71" y="63"/>
                </a:lnTo>
                <a:lnTo>
                  <a:pt x="71" y="63"/>
                </a:lnTo>
                <a:lnTo>
                  <a:pt x="70" y="64"/>
                </a:lnTo>
                <a:lnTo>
                  <a:pt x="70" y="65"/>
                </a:lnTo>
                <a:lnTo>
                  <a:pt x="70" y="65"/>
                </a:lnTo>
                <a:lnTo>
                  <a:pt x="70" y="66"/>
                </a:lnTo>
                <a:lnTo>
                  <a:pt x="69" y="68"/>
                </a:lnTo>
                <a:lnTo>
                  <a:pt x="70" y="68"/>
                </a:lnTo>
                <a:lnTo>
                  <a:pt x="69" y="68"/>
                </a:lnTo>
                <a:lnTo>
                  <a:pt x="68" y="69"/>
                </a:lnTo>
                <a:lnTo>
                  <a:pt x="68" y="69"/>
                </a:lnTo>
                <a:lnTo>
                  <a:pt x="68" y="70"/>
                </a:lnTo>
                <a:lnTo>
                  <a:pt x="69" y="70"/>
                </a:lnTo>
                <a:lnTo>
                  <a:pt x="69" y="70"/>
                </a:lnTo>
                <a:lnTo>
                  <a:pt x="69" y="70"/>
                </a:lnTo>
                <a:lnTo>
                  <a:pt x="68" y="70"/>
                </a:lnTo>
                <a:lnTo>
                  <a:pt x="69" y="71"/>
                </a:lnTo>
                <a:lnTo>
                  <a:pt x="68" y="72"/>
                </a:lnTo>
                <a:lnTo>
                  <a:pt x="68" y="72"/>
                </a:lnTo>
                <a:lnTo>
                  <a:pt x="68" y="72"/>
                </a:lnTo>
                <a:lnTo>
                  <a:pt x="69" y="74"/>
                </a:lnTo>
                <a:lnTo>
                  <a:pt x="69" y="74"/>
                </a:lnTo>
                <a:lnTo>
                  <a:pt x="69" y="75"/>
                </a:lnTo>
                <a:lnTo>
                  <a:pt x="68" y="75"/>
                </a:lnTo>
                <a:lnTo>
                  <a:pt x="69" y="76"/>
                </a:lnTo>
                <a:lnTo>
                  <a:pt x="69" y="77"/>
                </a:lnTo>
                <a:lnTo>
                  <a:pt x="69" y="77"/>
                </a:lnTo>
                <a:lnTo>
                  <a:pt x="69" y="79"/>
                </a:lnTo>
                <a:lnTo>
                  <a:pt x="69" y="79"/>
                </a:lnTo>
                <a:lnTo>
                  <a:pt x="69" y="79"/>
                </a:lnTo>
                <a:lnTo>
                  <a:pt x="69" y="79"/>
                </a:lnTo>
                <a:lnTo>
                  <a:pt x="68" y="79"/>
                </a:lnTo>
                <a:lnTo>
                  <a:pt x="68" y="79"/>
                </a:lnTo>
                <a:lnTo>
                  <a:pt x="69" y="80"/>
                </a:lnTo>
                <a:lnTo>
                  <a:pt x="69" y="80"/>
                </a:lnTo>
                <a:lnTo>
                  <a:pt x="69" y="80"/>
                </a:lnTo>
                <a:lnTo>
                  <a:pt x="70" y="80"/>
                </a:lnTo>
                <a:lnTo>
                  <a:pt x="70" y="81"/>
                </a:lnTo>
                <a:lnTo>
                  <a:pt x="70" y="81"/>
                </a:lnTo>
                <a:lnTo>
                  <a:pt x="70" y="83"/>
                </a:lnTo>
                <a:lnTo>
                  <a:pt x="71" y="83"/>
                </a:lnTo>
                <a:lnTo>
                  <a:pt x="71" y="84"/>
                </a:lnTo>
                <a:lnTo>
                  <a:pt x="71" y="84"/>
                </a:lnTo>
                <a:lnTo>
                  <a:pt x="72" y="85"/>
                </a:lnTo>
                <a:lnTo>
                  <a:pt x="71" y="85"/>
                </a:lnTo>
                <a:lnTo>
                  <a:pt x="72" y="86"/>
                </a:lnTo>
                <a:lnTo>
                  <a:pt x="71" y="87"/>
                </a:lnTo>
                <a:lnTo>
                  <a:pt x="72" y="89"/>
                </a:lnTo>
                <a:lnTo>
                  <a:pt x="71" y="89"/>
                </a:lnTo>
                <a:lnTo>
                  <a:pt x="71" y="90"/>
                </a:lnTo>
                <a:lnTo>
                  <a:pt x="70" y="91"/>
                </a:lnTo>
                <a:lnTo>
                  <a:pt x="69" y="90"/>
                </a:lnTo>
                <a:lnTo>
                  <a:pt x="69" y="90"/>
                </a:lnTo>
                <a:lnTo>
                  <a:pt x="68" y="90"/>
                </a:lnTo>
                <a:lnTo>
                  <a:pt x="67" y="90"/>
                </a:lnTo>
                <a:lnTo>
                  <a:pt x="66" y="91"/>
                </a:lnTo>
                <a:lnTo>
                  <a:pt x="66" y="91"/>
                </a:lnTo>
                <a:lnTo>
                  <a:pt x="66" y="92"/>
                </a:lnTo>
                <a:lnTo>
                  <a:pt x="66" y="93"/>
                </a:lnTo>
                <a:lnTo>
                  <a:pt x="66" y="94"/>
                </a:lnTo>
                <a:lnTo>
                  <a:pt x="66" y="95"/>
                </a:lnTo>
                <a:lnTo>
                  <a:pt x="66" y="96"/>
                </a:lnTo>
                <a:lnTo>
                  <a:pt x="65" y="96"/>
                </a:lnTo>
                <a:lnTo>
                  <a:pt x="65" y="98"/>
                </a:lnTo>
                <a:lnTo>
                  <a:pt x="65" y="98"/>
                </a:lnTo>
                <a:lnTo>
                  <a:pt x="65" y="100"/>
                </a:lnTo>
                <a:lnTo>
                  <a:pt x="65" y="100"/>
                </a:lnTo>
                <a:lnTo>
                  <a:pt x="65" y="101"/>
                </a:lnTo>
                <a:lnTo>
                  <a:pt x="65" y="103"/>
                </a:lnTo>
                <a:lnTo>
                  <a:pt x="64" y="105"/>
                </a:lnTo>
                <a:lnTo>
                  <a:pt x="65" y="105"/>
                </a:lnTo>
                <a:lnTo>
                  <a:pt x="64" y="106"/>
                </a:lnTo>
                <a:lnTo>
                  <a:pt x="65" y="107"/>
                </a:lnTo>
                <a:lnTo>
                  <a:pt x="64" y="107"/>
                </a:lnTo>
                <a:lnTo>
                  <a:pt x="65" y="108"/>
                </a:lnTo>
                <a:lnTo>
                  <a:pt x="65" y="109"/>
                </a:lnTo>
                <a:lnTo>
                  <a:pt x="66" y="110"/>
                </a:lnTo>
                <a:lnTo>
                  <a:pt x="66" y="111"/>
                </a:lnTo>
                <a:lnTo>
                  <a:pt x="66" y="111"/>
                </a:lnTo>
                <a:lnTo>
                  <a:pt x="66" y="113"/>
                </a:lnTo>
                <a:lnTo>
                  <a:pt x="66" y="114"/>
                </a:lnTo>
                <a:lnTo>
                  <a:pt x="65" y="114"/>
                </a:lnTo>
                <a:lnTo>
                  <a:pt x="65" y="115"/>
                </a:lnTo>
                <a:lnTo>
                  <a:pt x="64" y="115"/>
                </a:lnTo>
                <a:lnTo>
                  <a:pt x="65" y="115"/>
                </a:lnTo>
                <a:lnTo>
                  <a:pt x="65" y="114"/>
                </a:lnTo>
                <a:lnTo>
                  <a:pt x="65" y="113"/>
                </a:lnTo>
                <a:lnTo>
                  <a:pt x="64" y="113"/>
                </a:lnTo>
                <a:lnTo>
                  <a:pt x="64" y="112"/>
                </a:lnTo>
                <a:lnTo>
                  <a:pt x="63" y="111"/>
                </a:lnTo>
                <a:lnTo>
                  <a:pt x="62" y="110"/>
                </a:lnTo>
                <a:lnTo>
                  <a:pt x="62" y="109"/>
                </a:lnTo>
                <a:lnTo>
                  <a:pt x="62" y="109"/>
                </a:lnTo>
                <a:lnTo>
                  <a:pt x="62" y="108"/>
                </a:lnTo>
                <a:lnTo>
                  <a:pt x="61" y="108"/>
                </a:lnTo>
                <a:lnTo>
                  <a:pt x="61" y="107"/>
                </a:lnTo>
                <a:lnTo>
                  <a:pt x="60" y="106"/>
                </a:lnTo>
                <a:lnTo>
                  <a:pt x="58" y="109"/>
                </a:lnTo>
                <a:lnTo>
                  <a:pt x="54" y="115"/>
                </a:lnTo>
                <a:lnTo>
                  <a:pt x="52" y="119"/>
                </a:lnTo>
                <a:lnTo>
                  <a:pt x="48" y="122"/>
                </a:lnTo>
                <a:lnTo>
                  <a:pt x="48" y="125"/>
                </a:lnTo>
                <a:lnTo>
                  <a:pt x="47" y="126"/>
                </a:lnTo>
                <a:lnTo>
                  <a:pt x="43" y="129"/>
                </a:lnTo>
                <a:lnTo>
                  <a:pt x="42" y="131"/>
                </a:lnTo>
                <a:lnTo>
                  <a:pt x="39" y="132"/>
                </a:lnTo>
                <a:lnTo>
                  <a:pt x="39" y="134"/>
                </a:lnTo>
                <a:lnTo>
                  <a:pt x="39" y="136"/>
                </a:lnTo>
                <a:lnTo>
                  <a:pt x="37" y="137"/>
                </a:lnTo>
                <a:lnTo>
                  <a:pt x="40" y="140"/>
                </a:lnTo>
                <a:lnTo>
                  <a:pt x="41" y="142"/>
                </a:lnTo>
                <a:lnTo>
                  <a:pt x="42" y="142"/>
                </a:lnTo>
                <a:lnTo>
                  <a:pt x="45" y="142"/>
                </a:lnTo>
                <a:lnTo>
                  <a:pt x="45" y="143"/>
                </a:lnTo>
                <a:lnTo>
                  <a:pt x="44" y="144"/>
                </a:lnTo>
                <a:lnTo>
                  <a:pt x="44" y="145"/>
                </a:lnTo>
                <a:lnTo>
                  <a:pt x="45" y="145"/>
                </a:lnTo>
                <a:lnTo>
                  <a:pt x="45" y="145"/>
                </a:lnTo>
                <a:lnTo>
                  <a:pt x="46" y="145"/>
                </a:lnTo>
                <a:lnTo>
                  <a:pt x="46" y="145"/>
                </a:lnTo>
                <a:lnTo>
                  <a:pt x="47" y="148"/>
                </a:lnTo>
                <a:lnTo>
                  <a:pt x="49" y="149"/>
                </a:lnTo>
                <a:lnTo>
                  <a:pt x="49" y="149"/>
                </a:lnTo>
                <a:lnTo>
                  <a:pt x="50" y="149"/>
                </a:lnTo>
                <a:lnTo>
                  <a:pt x="51" y="149"/>
                </a:lnTo>
                <a:lnTo>
                  <a:pt x="52" y="147"/>
                </a:lnTo>
                <a:lnTo>
                  <a:pt x="52" y="146"/>
                </a:lnTo>
                <a:lnTo>
                  <a:pt x="53" y="146"/>
                </a:lnTo>
                <a:lnTo>
                  <a:pt x="54" y="146"/>
                </a:lnTo>
                <a:lnTo>
                  <a:pt x="54" y="146"/>
                </a:lnTo>
                <a:lnTo>
                  <a:pt x="54" y="144"/>
                </a:lnTo>
                <a:lnTo>
                  <a:pt x="53" y="143"/>
                </a:lnTo>
                <a:lnTo>
                  <a:pt x="52" y="143"/>
                </a:lnTo>
                <a:lnTo>
                  <a:pt x="52" y="143"/>
                </a:lnTo>
                <a:lnTo>
                  <a:pt x="54" y="144"/>
                </a:lnTo>
                <a:lnTo>
                  <a:pt x="55" y="143"/>
                </a:lnTo>
                <a:lnTo>
                  <a:pt x="56" y="143"/>
                </a:lnTo>
                <a:lnTo>
                  <a:pt x="56" y="145"/>
                </a:lnTo>
                <a:lnTo>
                  <a:pt x="56" y="146"/>
                </a:lnTo>
                <a:lnTo>
                  <a:pt x="57" y="146"/>
                </a:lnTo>
                <a:lnTo>
                  <a:pt x="57" y="144"/>
                </a:lnTo>
                <a:lnTo>
                  <a:pt x="57" y="144"/>
                </a:lnTo>
                <a:lnTo>
                  <a:pt x="57" y="145"/>
                </a:lnTo>
                <a:lnTo>
                  <a:pt x="58" y="145"/>
                </a:lnTo>
                <a:lnTo>
                  <a:pt x="57" y="146"/>
                </a:lnTo>
                <a:lnTo>
                  <a:pt x="58" y="146"/>
                </a:lnTo>
                <a:lnTo>
                  <a:pt x="58" y="148"/>
                </a:lnTo>
                <a:lnTo>
                  <a:pt x="58" y="148"/>
                </a:lnTo>
                <a:lnTo>
                  <a:pt x="53" y="150"/>
                </a:lnTo>
                <a:lnTo>
                  <a:pt x="54" y="151"/>
                </a:lnTo>
                <a:lnTo>
                  <a:pt x="53" y="152"/>
                </a:lnTo>
                <a:lnTo>
                  <a:pt x="52" y="151"/>
                </a:lnTo>
                <a:lnTo>
                  <a:pt x="51" y="152"/>
                </a:lnTo>
                <a:lnTo>
                  <a:pt x="50" y="151"/>
                </a:lnTo>
                <a:lnTo>
                  <a:pt x="50" y="152"/>
                </a:lnTo>
                <a:lnTo>
                  <a:pt x="50" y="152"/>
                </a:lnTo>
                <a:lnTo>
                  <a:pt x="49" y="153"/>
                </a:lnTo>
                <a:lnTo>
                  <a:pt x="50" y="156"/>
                </a:lnTo>
                <a:lnTo>
                  <a:pt x="54" y="159"/>
                </a:lnTo>
                <a:lnTo>
                  <a:pt x="54" y="159"/>
                </a:lnTo>
                <a:lnTo>
                  <a:pt x="56" y="159"/>
                </a:lnTo>
                <a:lnTo>
                  <a:pt x="58" y="159"/>
                </a:lnTo>
                <a:lnTo>
                  <a:pt x="58" y="158"/>
                </a:lnTo>
                <a:close/>
              </a:path>
            </a:pathLst>
          </a:custGeom>
          <a:solidFill>
            <a:srgbClr val="AECBE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5870601" y="4500315"/>
            <a:ext cx="141086" cy="121847"/>
          </a:xfrm>
          <a:custGeom>
            <a:avLst/>
            <a:gdLst/>
            <a:ahLst/>
            <a:cxnLst/>
            <a:rect l="l" t="t" r="r" b="b"/>
            <a:pathLst>
              <a:path w="22" h="19">
                <a:moveTo>
                  <a:pt x="1" y="12"/>
                </a:moveTo>
                <a:lnTo>
                  <a:pt x="2" y="13"/>
                </a:lnTo>
                <a:lnTo>
                  <a:pt x="2" y="12"/>
                </a:lnTo>
                <a:lnTo>
                  <a:pt x="3" y="12"/>
                </a:lnTo>
                <a:lnTo>
                  <a:pt x="3" y="15"/>
                </a:lnTo>
                <a:lnTo>
                  <a:pt x="4" y="15"/>
                </a:lnTo>
                <a:lnTo>
                  <a:pt x="3" y="16"/>
                </a:lnTo>
                <a:lnTo>
                  <a:pt x="4" y="17"/>
                </a:lnTo>
                <a:lnTo>
                  <a:pt x="5" y="16"/>
                </a:lnTo>
                <a:lnTo>
                  <a:pt x="5" y="15"/>
                </a:lnTo>
                <a:lnTo>
                  <a:pt x="6" y="16"/>
                </a:lnTo>
                <a:lnTo>
                  <a:pt x="6" y="17"/>
                </a:lnTo>
                <a:lnTo>
                  <a:pt x="8" y="17"/>
                </a:lnTo>
                <a:lnTo>
                  <a:pt x="9" y="18"/>
                </a:lnTo>
                <a:lnTo>
                  <a:pt x="9" y="19"/>
                </a:lnTo>
                <a:lnTo>
                  <a:pt x="11" y="19"/>
                </a:lnTo>
                <a:lnTo>
                  <a:pt x="14" y="16"/>
                </a:lnTo>
                <a:lnTo>
                  <a:pt x="16" y="14"/>
                </a:lnTo>
                <a:lnTo>
                  <a:pt x="21" y="14"/>
                </a:lnTo>
                <a:lnTo>
                  <a:pt x="22" y="15"/>
                </a:lnTo>
                <a:lnTo>
                  <a:pt x="22" y="14"/>
                </a:lnTo>
                <a:lnTo>
                  <a:pt x="22" y="13"/>
                </a:lnTo>
                <a:lnTo>
                  <a:pt x="22" y="12"/>
                </a:lnTo>
                <a:lnTo>
                  <a:pt x="22" y="10"/>
                </a:lnTo>
                <a:lnTo>
                  <a:pt x="21" y="8"/>
                </a:lnTo>
                <a:lnTo>
                  <a:pt x="15" y="3"/>
                </a:lnTo>
                <a:lnTo>
                  <a:pt x="13" y="2"/>
                </a:lnTo>
                <a:lnTo>
                  <a:pt x="11" y="2"/>
                </a:lnTo>
                <a:lnTo>
                  <a:pt x="7" y="0"/>
                </a:lnTo>
                <a:lnTo>
                  <a:pt x="6" y="1"/>
                </a:lnTo>
                <a:lnTo>
                  <a:pt x="6" y="1"/>
                </a:lnTo>
                <a:lnTo>
                  <a:pt x="5" y="2"/>
                </a:lnTo>
                <a:lnTo>
                  <a:pt x="4" y="4"/>
                </a:lnTo>
                <a:lnTo>
                  <a:pt x="5" y="6"/>
                </a:lnTo>
                <a:lnTo>
                  <a:pt x="4" y="6"/>
                </a:lnTo>
                <a:lnTo>
                  <a:pt x="3" y="7"/>
                </a:lnTo>
                <a:lnTo>
                  <a:pt x="4" y="9"/>
                </a:lnTo>
                <a:lnTo>
                  <a:pt x="3" y="9"/>
                </a:lnTo>
                <a:lnTo>
                  <a:pt x="0" y="10"/>
                </a:lnTo>
                <a:lnTo>
                  <a:pt x="0" y="11"/>
                </a:lnTo>
                <a:lnTo>
                  <a:pt x="0" y="11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5883427" y="4449011"/>
            <a:ext cx="115434" cy="51304"/>
          </a:xfrm>
          <a:custGeom>
            <a:avLst/>
            <a:gdLst/>
            <a:ahLst/>
            <a:cxnLst/>
            <a:rect l="l" t="t" r="r" b="b"/>
            <a:pathLst>
              <a:path w="18" h="8">
                <a:moveTo>
                  <a:pt x="17" y="4"/>
                </a:moveTo>
                <a:lnTo>
                  <a:pt x="10" y="3"/>
                </a:lnTo>
                <a:lnTo>
                  <a:pt x="6" y="2"/>
                </a:lnTo>
                <a:lnTo>
                  <a:pt x="5" y="1"/>
                </a:lnTo>
                <a:lnTo>
                  <a:pt x="4" y="0"/>
                </a:lnTo>
                <a:lnTo>
                  <a:pt x="2" y="1"/>
                </a:lnTo>
                <a:lnTo>
                  <a:pt x="0" y="3"/>
                </a:lnTo>
                <a:lnTo>
                  <a:pt x="1" y="3"/>
                </a:lnTo>
                <a:lnTo>
                  <a:pt x="6" y="7"/>
                </a:lnTo>
                <a:lnTo>
                  <a:pt x="6" y="6"/>
                </a:lnTo>
                <a:lnTo>
                  <a:pt x="7" y="6"/>
                </a:lnTo>
                <a:lnTo>
                  <a:pt x="11" y="7"/>
                </a:lnTo>
                <a:lnTo>
                  <a:pt x="16" y="8"/>
                </a:lnTo>
                <a:lnTo>
                  <a:pt x="18" y="7"/>
                </a:lnTo>
                <a:lnTo>
                  <a:pt x="18" y="6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5941144" y="4500315"/>
            <a:ext cx="38478" cy="19239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6" y="3"/>
                </a:moveTo>
                <a:lnTo>
                  <a:pt x="5" y="2"/>
                </a:lnTo>
                <a:lnTo>
                  <a:pt x="4" y="1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6" y="3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5973209" y="4513141"/>
            <a:ext cx="44891" cy="6413"/>
          </a:xfrm>
          <a:custGeom>
            <a:avLst/>
            <a:gdLst/>
            <a:ahLst/>
            <a:cxnLst/>
            <a:rect l="l" t="t" r="r" b="b"/>
            <a:pathLst>
              <a:path w="7" h="1">
                <a:moveTo>
                  <a:pt x="1" y="0"/>
                </a:moveTo>
                <a:lnTo>
                  <a:pt x="1" y="1"/>
                </a:lnTo>
                <a:lnTo>
                  <a:pt x="2" y="1"/>
                </a:lnTo>
                <a:lnTo>
                  <a:pt x="5" y="1"/>
                </a:lnTo>
                <a:lnTo>
                  <a:pt x="7" y="1"/>
                </a:lnTo>
                <a:lnTo>
                  <a:pt x="7" y="0"/>
                </a:lnTo>
                <a:lnTo>
                  <a:pt x="7" y="0"/>
                </a:ln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5261366" y="4019340"/>
            <a:ext cx="731082" cy="609235"/>
          </a:xfrm>
          <a:custGeom>
            <a:avLst/>
            <a:gdLst/>
            <a:ahLst/>
            <a:cxnLst/>
            <a:rect l="l" t="t" r="r" b="b"/>
            <a:pathLst>
              <a:path w="114" h="95">
                <a:moveTo>
                  <a:pt x="18" y="17"/>
                </a:moveTo>
                <a:lnTo>
                  <a:pt x="17" y="17"/>
                </a:lnTo>
                <a:lnTo>
                  <a:pt x="18" y="18"/>
                </a:lnTo>
                <a:lnTo>
                  <a:pt x="17" y="18"/>
                </a:lnTo>
                <a:lnTo>
                  <a:pt x="17" y="19"/>
                </a:lnTo>
                <a:lnTo>
                  <a:pt x="17" y="19"/>
                </a:lnTo>
                <a:lnTo>
                  <a:pt x="17" y="20"/>
                </a:lnTo>
                <a:lnTo>
                  <a:pt x="15" y="20"/>
                </a:lnTo>
                <a:lnTo>
                  <a:pt x="15" y="18"/>
                </a:lnTo>
                <a:lnTo>
                  <a:pt x="15" y="18"/>
                </a:lnTo>
                <a:lnTo>
                  <a:pt x="14" y="16"/>
                </a:lnTo>
                <a:lnTo>
                  <a:pt x="13" y="16"/>
                </a:lnTo>
                <a:lnTo>
                  <a:pt x="13" y="14"/>
                </a:lnTo>
                <a:lnTo>
                  <a:pt x="12" y="13"/>
                </a:lnTo>
                <a:lnTo>
                  <a:pt x="11" y="13"/>
                </a:lnTo>
                <a:lnTo>
                  <a:pt x="11" y="12"/>
                </a:lnTo>
                <a:lnTo>
                  <a:pt x="11" y="12"/>
                </a:lnTo>
                <a:lnTo>
                  <a:pt x="11" y="12"/>
                </a:lnTo>
                <a:lnTo>
                  <a:pt x="10" y="12"/>
                </a:lnTo>
                <a:lnTo>
                  <a:pt x="10" y="10"/>
                </a:lnTo>
                <a:lnTo>
                  <a:pt x="8" y="10"/>
                </a:lnTo>
                <a:lnTo>
                  <a:pt x="8" y="9"/>
                </a:lnTo>
                <a:lnTo>
                  <a:pt x="7" y="9"/>
                </a:lnTo>
                <a:lnTo>
                  <a:pt x="7" y="10"/>
                </a:lnTo>
                <a:lnTo>
                  <a:pt x="4" y="10"/>
                </a:lnTo>
                <a:lnTo>
                  <a:pt x="4" y="11"/>
                </a:lnTo>
                <a:lnTo>
                  <a:pt x="1" y="11"/>
                </a:lnTo>
                <a:lnTo>
                  <a:pt x="1" y="13"/>
                </a:lnTo>
                <a:lnTo>
                  <a:pt x="1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0" y="17"/>
                </a:lnTo>
                <a:lnTo>
                  <a:pt x="1" y="17"/>
                </a:lnTo>
                <a:lnTo>
                  <a:pt x="2" y="18"/>
                </a:lnTo>
                <a:lnTo>
                  <a:pt x="2" y="18"/>
                </a:lnTo>
                <a:lnTo>
                  <a:pt x="3" y="19"/>
                </a:lnTo>
                <a:lnTo>
                  <a:pt x="5" y="20"/>
                </a:lnTo>
                <a:lnTo>
                  <a:pt x="5" y="20"/>
                </a:lnTo>
                <a:lnTo>
                  <a:pt x="8" y="21"/>
                </a:lnTo>
                <a:lnTo>
                  <a:pt x="9" y="22"/>
                </a:lnTo>
                <a:lnTo>
                  <a:pt x="11" y="22"/>
                </a:lnTo>
                <a:lnTo>
                  <a:pt x="12" y="22"/>
                </a:lnTo>
                <a:lnTo>
                  <a:pt x="12" y="22"/>
                </a:lnTo>
                <a:lnTo>
                  <a:pt x="12" y="23"/>
                </a:lnTo>
                <a:lnTo>
                  <a:pt x="12" y="24"/>
                </a:lnTo>
                <a:lnTo>
                  <a:pt x="14" y="25"/>
                </a:lnTo>
                <a:lnTo>
                  <a:pt x="14" y="27"/>
                </a:lnTo>
                <a:lnTo>
                  <a:pt x="16" y="27"/>
                </a:lnTo>
                <a:lnTo>
                  <a:pt x="16" y="28"/>
                </a:lnTo>
                <a:lnTo>
                  <a:pt x="17" y="29"/>
                </a:lnTo>
                <a:lnTo>
                  <a:pt x="19" y="28"/>
                </a:lnTo>
                <a:lnTo>
                  <a:pt x="20" y="28"/>
                </a:lnTo>
                <a:lnTo>
                  <a:pt x="21" y="29"/>
                </a:lnTo>
                <a:lnTo>
                  <a:pt x="22" y="29"/>
                </a:lnTo>
                <a:lnTo>
                  <a:pt x="23" y="28"/>
                </a:lnTo>
                <a:lnTo>
                  <a:pt x="24" y="30"/>
                </a:lnTo>
                <a:lnTo>
                  <a:pt x="25" y="29"/>
                </a:lnTo>
                <a:lnTo>
                  <a:pt x="25" y="28"/>
                </a:lnTo>
                <a:lnTo>
                  <a:pt x="26" y="29"/>
                </a:lnTo>
                <a:lnTo>
                  <a:pt x="26" y="31"/>
                </a:lnTo>
                <a:lnTo>
                  <a:pt x="27" y="32"/>
                </a:lnTo>
                <a:lnTo>
                  <a:pt x="28" y="31"/>
                </a:lnTo>
                <a:lnTo>
                  <a:pt x="28" y="34"/>
                </a:lnTo>
                <a:lnTo>
                  <a:pt x="28" y="35"/>
                </a:lnTo>
                <a:lnTo>
                  <a:pt x="28" y="35"/>
                </a:lnTo>
                <a:lnTo>
                  <a:pt x="29" y="35"/>
                </a:lnTo>
                <a:lnTo>
                  <a:pt x="31" y="35"/>
                </a:lnTo>
                <a:lnTo>
                  <a:pt x="32" y="34"/>
                </a:lnTo>
                <a:lnTo>
                  <a:pt x="33" y="34"/>
                </a:lnTo>
                <a:lnTo>
                  <a:pt x="34" y="33"/>
                </a:lnTo>
                <a:lnTo>
                  <a:pt x="35" y="33"/>
                </a:lnTo>
                <a:lnTo>
                  <a:pt x="36" y="34"/>
                </a:lnTo>
                <a:lnTo>
                  <a:pt x="36" y="35"/>
                </a:lnTo>
                <a:lnTo>
                  <a:pt x="35" y="37"/>
                </a:lnTo>
                <a:lnTo>
                  <a:pt x="36" y="40"/>
                </a:lnTo>
                <a:lnTo>
                  <a:pt x="34" y="40"/>
                </a:lnTo>
                <a:lnTo>
                  <a:pt x="34" y="42"/>
                </a:lnTo>
                <a:lnTo>
                  <a:pt x="34" y="42"/>
                </a:lnTo>
                <a:lnTo>
                  <a:pt x="34" y="45"/>
                </a:lnTo>
                <a:lnTo>
                  <a:pt x="33" y="45"/>
                </a:lnTo>
                <a:lnTo>
                  <a:pt x="33" y="46"/>
                </a:lnTo>
                <a:lnTo>
                  <a:pt x="34" y="46"/>
                </a:lnTo>
                <a:lnTo>
                  <a:pt x="34" y="47"/>
                </a:lnTo>
                <a:lnTo>
                  <a:pt x="35" y="47"/>
                </a:lnTo>
                <a:lnTo>
                  <a:pt x="35" y="48"/>
                </a:lnTo>
                <a:lnTo>
                  <a:pt x="37" y="47"/>
                </a:lnTo>
                <a:lnTo>
                  <a:pt x="38" y="45"/>
                </a:lnTo>
                <a:lnTo>
                  <a:pt x="38" y="46"/>
                </a:lnTo>
                <a:lnTo>
                  <a:pt x="40" y="50"/>
                </a:lnTo>
                <a:lnTo>
                  <a:pt x="40" y="51"/>
                </a:lnTo>
                <a:lnTo>
                  <a:pt x="41" y="51"/>
                </a:lnTo>
                <a:lnTo>
                  <a:pt x="40" y="52"/>
                </a:lnTo>
                <a:lnTo>
                  <a:pt x="40" y="54"/>
                </a:lnTo>
                <a:lnTo>
                  <a:pt x="41" y="54"/>
                </a:lnTo>
                <a:lnTo>
                  <a:pt x="41" y="55"/>
                </a:lnTo>
                <a:lnTo>
                  <a:pt x="42" y="55"/>
                </a:lnTo>
                <a:lnTo>
                  <a:pt x="42" y="55"/>
                </a:lnTo>
                <a:lnTo>
                  <a:pt x="43" y="56"/>
                </a:lnTo>
                <a:lnTo>
                  <a:pt x="43" y="56"/>
                </a:lnTo>
                <a:lnTo>
                  <a:pt x="44" y="56"/>
                </a:lnTo>
                <a:lnTo>
                  <a:pt x="45" y="56"/>
                </a:lnTo>
                <a:lnTo>
                  <a:pt x="46" y="56"/>
                </a:lnTo>
                <a:lnTo>
                  <a:pt x="48" y="55"/>
                </a:lnTo>
                <a:lnTo>
                  <a:pt x="49" y="55"/>
                </a:lnTo>
                <a:lnTo>
                  <a:pt x="50" y="55"/>
                </a:lnTo>
                <a:lnTo>
                  <a:pt x="49" y="54"/>
                </a:lnTo>
                <a:lnTo>
                  <a:pt x="49" y="52"/>
                </a:lnTo>
                <a:lnTo>
                  <a:pt x="50" y="52"/>
                </a:lnTo>
                <a:lnTo>
                  <a:pt x="50" y="51"/>
                </a:lnTo>
                <a:lnTo>
                  <a:pt x="51" y="50"/>
                </a:lnTo>
                <a:lnTo>
                  <a:pt x="51" y="50"/>
                </a:lnTo>
                <a:lnTo>
                  <a:pt x="53" y="50"/>
                </a:lnTo>
                <a:lnTo>
                  <a:pt x="54" y="49"/>
                </a:lnTo>
                <a:lnTo>
                  <a:pt x="55" y="51"/>
                </a:lnTo>
                <a:lnTo>
                  <a:pt x="56" y="52"/>
                </a:lnTo>
                <a:lnTo>
                  <a:pt x="58" y="52"/>
                </a:lnTo>
                <a:lnTo>
                  <a:pt x="59" y="56"/>
                </a:lnTo>
                <a:lnTo>
                  <a:pt x="59" y="57"/>
                </a:lnTo>
                <a:lnTo>
                  <a:pt x="59" y="57"/>
                </a:lnTo>
                <a:lnTo>
                  <a:pt x="58" y="58"/>
                </a:lnTo>
                <a:lnTo>
                  <a:pt x="58" y="58"/>
                </a:lnTo>
                <a:lnTo>
                  <a:pt x="57" y="60"/>
                </a:lnTo>
                <a:lnTo>
                  <a:pt x="56" y="59"/>
                </a:lnTo>
                <a:lnTo>
                  <a:pt x="55" y="60"/>
                </a:lnTo>
                <a:lnTo>
                  <a:pt x="54" y="58"/>
                </a:lnTo>
                <a:lnTo>
                  <a:pt x="53" y="59"/>
                </a:lnTo>
                <a:lnTo>
                  <a:pt x="53" y="58"/>
                </a:lnTo>
                <a:lnTo>
                  <a:pt x="52" y="58"/>
                </a:lnTo>
                <a:lnTo>
                  <a:pt x="51" y="58"/>
                </a:lnTo>
                <a:lnTo>
                  <a:pt x="51" y="58"/>
                </a:lnTo>
                <a:lnTo>
                  <a:pt x="50" y="58"/>
                </a:lnTo>
                <a:lnTo>
                  <a:pt x="50" y="58"/>
                </a:lnTo>
                <a:lnTo>
                  <a:pt x="50" y="58"/>
                </a:lnTo>
                <a:lnTo>
                  <a:pt x="49" y="58"/>
                </a:lnTo>
                <a:lnTo>
                  <a:pt x="48" y="59"/>
                </a:lnTo>
                <a:lnTo>
                  <a:pt x="47" y="58"/>
                </a:lnTo>
                <a:lnTo>
                  <a:pt x="47" y="59"/>
                </a:lnTo>
                <a:lnTo>
                  <a:pt x="47" y="59"/>
                </a:lnTo>
                <a:lnTo>
                  <a:pt x="48" y="60"/>
                </a:lnTo>
                <a:lnTo>
                  <a:pt x="48" y="61"/>
                </a:lnTo>
                <a:lnTo>
                  <a:pt x="49" y="61"/>
                </a:lnTo>
                <a:lnTo>
                  <a:pt x="50" y="64"/>
                </a:lnTo>
                <a:lnTo>
                  <a:pt x="49" y="65"/>
                </a:lnTo>
                <a:lnTo>
                  <a:pt x="50" y="66"/>
                </a:lnTo>
                <a:lnTo>
                  <a:pt x="49" y="67"/>
                </a:lnTo>
                <a:lnTo>
                  <a:pt x="47" y="68"/>
                </a:lnTo>
                <a:lnTo>
                  <a:pt x="47" y="69"/>
                </a:lnTo>
                <a:lnTo>
                  <a:pt x="45" y="71"/>
                </a:lnTo>
                <a:lnTo>
                  <a:pt x="45" y="73"/>
                </a:lnTo>
                <a:lnTo>
                  <a:pt x="45" y="74"/>
                </a:lnTo>
                <a:lnTo>
                  <a:pt x="47" y="75"/>
                </a:lnTo>
                <a:lnTo>
                  <a:pt x="47" y="75"/>
                </a:lnTo>
                <a:lnTo>
                  <a:pt x="48" y="76"/>
                </a:lnTo>
                <a:lnTo>
                  <a:pt x="48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51" y="77"/>
                </a:lnTo>
                <a:lnTo>
                  <a:pt x="51" y="78"/>
                </a:lnTo>
                <a:lnTo>
                  <a:pt x="52" y="78"/>
                </a:lnTo>
                <a:lnTo>
                  <a:pt x="51" y="79"/>
                </a:lnTo>
                <a:lnTo>
                  <a:pt x="51" y="80"/>
                </a:lnTo>
                <a:lnTo>
                  <a:pt x="53" y="80"/>
                </a:lnTo>
                <a:lnTo>
                  <a:pt x="53" y="79"/>
                </a:lnTo>
                <a:lnTo>
                  <a:pt x="54" y="79"/>
                </a:lnTo>
                <a:lnTo>
                  <a:pt x="54" y="80"/>
                </a:lnTo>
                <a:lnTo>
                  <a:pt x="55" y="80"/>
                </a:lnTo>
                <a:lnTo>
                  <a:pt x="56" y="82"/>
                </a:lnTo>
                <a:lnTo>
                  <a:pt x="56" y="85"/>
                </a:lnTo>
                <a:lnTo>
                  <a:pt x="54" y="86"/>
                </a:lnTo>
                <a:lnTo>
                  <a:pt x="54" y="86"/>
                </a:lnTo>
                <a:lnTo>
                  <a:pt x="54" y="87"/>
                </a:lnTo>
                <a:lnTo>
                  <a:pt x="54" y="88"/>
                </a:lnTo>
                <a:lnTo>
                  <a:pt x="54" y="88"/>
                </a:lnTo>
                <a:lnTo>
                  <a:pt x="55" y="89"/>
                </a:lnTo>
                <a:lnTo>
                  <a:pt x="61" y="88"/>
                </a:lnTo>
                <a:lnTo>
                  <a:pt x="62" y="86"/>
                </a:lnTo>
                <a:lnTo>
                  <a:pt x="63" y="86"/>
                </a:lnTo>
                <a:lnTo>
                  <a:pt x="63" y="87"/>
                </a:lnTo>
                <a:lnTo>
                  <a:pt x="64" y="87"/>
                </a:lnTo>
                <a:lnTo>
                  <a:pt x="66" y="87"/>
                </a:lnTo>
                <a:lnTo>
                  <a:pt x="66" y="86"/>
                </a:lnTo>
                <a:lnTo>
                  <a:pt x="66" y="87"/>
                </a:lnTo>
                <a:lnTo>
                  <a:pt x="66" y="88"/>
                </a:lnTo>
                <a:lnTo>
                  <a:pt x="67" y="88"/>
                </a:lnTo>
                <a:lnTo>
                  <a:pt x="70" y="88"/>
                </a:lnTo>
                <a:lnTo>
                  <a:pt x="71" y="89"/>
                </a:lnTo>
                <a:lnTo>
                  <a:pt x="72" y="88"/>
                </a:lnTo>
                <a:lnTo>
                  <a:pt x="73" y="88"/>
                </a:lnTo>
                <a:lnTo>
                  <a:pt x="73" y="88"/>
                </a:lnTo>
                <a:lnTo>
                  <a:pt x="74" y="87"/>
                </a:lnTo>
                <a:lnTo>
                  <a:pt x="75" y="88"/>
                </a:lnTo>
                <a:lnTo>
                  <a:pt x="75" y="87"/>
                </a:lnTo>
                <a:lnTo>
                  <a:pt x="77" y="87"/>
                </a:lnTo>
                <a:lnTo>
                  <a:pt x="79" y="90"/>
                </a:lnTo>
                <a:lnTo>
                  <a:pt x="81" y="91"/>
                </a:lnTo>
                <a:lnTo>
                  <a:pt x="83" y="92"/>
                </a:lnTo>
                <a:lnTo>
                  <a:pt x="86" y="91"/>
                </a:lnTo>
                <a:lnTo>
                  <a:pt x="86" y="92"/>
                </a:lnTo>
                <a:lnTo>
                  <a:pt x="87" y="91"/>
                </a:lnTo>
                <a:lnTo>
                  <a:pt x="88" y="92"/>
                </a:lnTo>
                <a:lnTo>
                  <a:pt x="89" y="95"/>
                </a:lnTo>
                <a:lnTo>
                  <a:pt x="91" y="92"/>
                </a:lnTo>
                <a:lnTo>
                  <a:pt x="92" y="92"/>
                </a:lnTo>
                <a:lnTo>
                  <a:pt x="92" y="91"/>
                </a:lnTo>
                <a:lnTo>
                  <a:pt x="93" y="91"/>
                </a:lnTo>
                <a:lnTo>
                  <a:pt x="93" y="90"/>
                </a:lnTo>
                <a:lnTo>
                  <a:pt x="92" y="90"/>
                </a:lnTo>
                <a:lnTo>
                  <a:pt x="92" y="89"/>
                </a:lnTo>
                <a:lnTo>
                  <a:pt x="93" y="89"/>
                </a:lnTo>
                <a:lnTo>
                  <a:pt x="94" y="88"/>
                </a:lnTo>
                <a:lnTo>
                  <a:pt x="94" y="88"/>
                </a:lnTo>
                <a:lnTo>
                  <a:pt x="95" y="88"/>
                </a:lnTo>
                <a:lnTo>
                  <a:pt x="96" y="87"/>
                </a:lnTo>
                <a:lnTo>
                  <a:pt x="95" y="86"/>
                </a:lnTo>
                <a:lnTo>
                  <a:pt x="95" y="86"/>
                </a:lnTo>
                <a:lnTo>
                  <a:pt x="95" y="85"/>
                </a:lnTo>
                <a:lnTo>
                  <a:pt x="98" y="84"/>
                </a:lnTo>
                <a:lnTo>
                  <a:pt x="99" y="84"/>
                </a:lnTo>
                <a:lnTo>
                  <a:pt x="98" y="82"/>
                </a:lnTo>
                <a:lnTo>
                  <a:pt x="99" y="81"/>
                </a:lnTo>
                <a:lnTo>
                  <a:pt x="100" y="81"/>
                </a:lnTo>
                <a:lnTo>
                  <a:pt x="99" y="79"/>
                </a:lnTo>
                <a:lnTo>
                  <a:pt x="100" y="77"/>
                </a:lnTo>
                <a:lnTo>
                  <a:pt x="101" y="76"/>
                </a:lnTo>
                <a:lnTo>
                  <a:pt x="101" y="76"/>
                </a:lnTo>
                <a:lnTo>
                  <a:pt x="102" y="75"/>
                </a:lnTo>
                <a:lnTo>
                  <a:pt x="103" y="74"/>
                </a:lnTo>
                <a:lnTo>
                  <a:pt x="98" y="70"/>
                </a:lnTo>
                <a:lnTo>
                  <a:pt x="97" y="70"/>
                </a:lnTo>
                <a:lnTo>
                  <a:pt x="99" y="68"/>
                </a:lnTo>
                <a:lnTo>
                  <a:pt x="101" y="67"/>
                </a:lnTo>
                <a:lnTo>
                  <a:pt x="102" y="68"/>
                </a:lnTo>
                <a:lnTo>
                  <a:pt x="103" y="69"/>
                </a:lnTo>
                <a:lnTo>
                  <a:pt x="107" y="70"/>
                </a:lnTo>
                <a:lnTo>
                  <a:pt x="114" y="71"/>
                </a:lnTo>
                <a:lnTo>
                  <a:pt x="113" y="68"/>
                </a:lnTo>
                <a:lnTo>
                  <a:pt x="110" y="63"/>
                </a:lnTo>
                <a:lnTo>
                  <a:pt x="108" y="61"/>
                </a:lnTo>
                <a:lnTo>
                  <a:pt x="104" y="60"/>
                </a:lnTo>
                <a:lnTo>
                  <a:pt x="104" y="60"/>
                </a:lnTo>
                <a:lnTo>
                  <a:pt x="102" y="60"/>
                </a:lnTo>
                <a:lnTo>
                  <a:pt x="103" y="59"/>
                </a:lnTo>
                <a:lnTo>
                  <a:pt x="102" y="58"/>
                </a:lnTo>
                <a:lnTo>
                  <a:pt x="102" y="57"/>
                </a:lnTo>
                <a:lnTo>
                  <a:pt x="101" y="54"/>
                </a:lnTo>
                <a:lnTo>
                  <a:pt x="100" y="54"/>
                </a:lnTo>
                <a:lnTo>
                  <a:pt x="95" y="53"/>
                </a:lnTo>
                <a:lnTo>
                  <a:pt x="94" y="52"/>
                </a:lnTo>
                <a:lnTo>
                  <a:pt x="91" y="51"/>
                </a:lnTo>
                <a:lnTo>
                  <a:pt x="91" y="51"/>
                </a:lnTo>
                <a:lnTo>
                  <a:pt x="91" y="50"/>
                </a:lnTo>
                <a:lnTo>
                  <a:pt x="90" y="50"/>
                </a:lnTo>
                <a:lnTo>
                  <a:pt x="91" y="49"/>
                </a:lnTo>
                <a:lnTo>
                  <a:pt x="91" y="46"/>
                </a:lnTo>
                <a:lnTo>
                  <a:pt x="90" y="45"/>
                </a:lnTo>
                <a:lnTo>
                  <a:pt x="89" y="43"/>
                </a:lnTo>
                <a:lnTo>
                  <a:pt x="88" y="42"/>
                </a:lnTo>
                <a:lnTo>
                  <a:pt x="87" y="38"/>
                </a:lnTo>
                <a:lnTo>
                  <a:pt x="86" y="38"/>
                </a:lnTo>
                <a:lnTo>
                  <a:pt x="86" y="37"/>
                </a:lnTo>
                <a:lnTo>
                  <a:pt x="86" y="36"/>
                </a:lnTo>
                <a:lnTo>
                  <a:pt x="85" y="36"/>
                </a:lnTo>
                <a:lnTo>
                  <a:pt x="85" y="36"/>
                </a:lnTo>
                <a:lnTo>
                  <a:pt x="83" y="32"/>
                </a:lnTo>
                <a:lnTo>
                  <a:pt x="80" y="29"/>
                </a:lnTo>
                <a:lnTo>
                  <a:pt x="75" y="20"/>
                </a:lnTo>
                <a:lnTo>
                  <a:pt x="73" y="15"/>
                </a:lnTo>
                <a:lnTo>
                  <a:pt x="66" y="13"/>
                </a:lnTo>
                <a:lnTo>
                  <a:pt x="63" y="13"/>
                </a:lnTo>
                <a:lnTo>
                  <a:pt x="63" y="12"/>
                </a:lnTo>
                <a:lnTo>
                  <a:pt x="60" y="11"/>
                </a:lnTo>
                <a:lnTo>
                  <a:pt x="57" y="9"/>
                </a:lnTo>
                <a:lnTo>
                  <a:pt x="57" y="8"/>
                </a:lnTo>
                <a:lnTo>
                  <a:pt x="55" y="8"/>
                </a:lnTo>
                <a:lnTo>
                  <a:pt x="57" y="7"/>
                </a:lnTo>
                <a:lnTo>
                  <a:pt x="56" y="7"/>
                </a:lnTo>
                <a:lnTo>
                  <a:pt x="56" y="7"/>
                </a:lnTo>
                <a:lnTo>
                  <a:pt x="55" y="7"/>
                </a:lnTo>
                <a:lnTo>
                  <a:pt x="52" y="7"/>
                </a:lnTo>
                <a:lnTo>
                  <a:pt x="51" y="5"/>
                </a:lnTo>
                <a:lnTo>
                  <a:pt x="51" y="3"/>
                </a:lnTo>
                <a:lnTo>
                  <a:pt x="51" y="1"/>
                </a:lnTo>
                <a:lnTo>
                  <a:pt x="52" y="1"/>
                </a:lnTo>
                <a:lnTo>
                  <a:pt x="52" y="2"/>
                </a:lnTo>
                <a:lnTo>
                  <a:pt x="53" y="2"/>
                </a:lnTo>
                <a:lnTo>
                  <a:pt x="52" y="0"/>
                </a:lnTo>
                <a:lnTo>
                  <a:pt x="51" y="0"/>
                </a:lnTo>
                <a:lnTo>
                  <a:pt x="49" y="1"/>
                </a:lnTo>
                <a:lnTo>
                  <a:pt x="49" y="2"/>
                </a:lnTo>
                <a:lnTo>
                  <a:pt x="46" y="2"/>
                </a:lnTo>
                <a:lnTo>
                  <a:pt x="45" y="3"/>
                </a:lnTo>
                <a:lnTo>
                  <a:pt x="45" y="5"/>
                </a:lnTo>
                <a:lnTo>
                  <a:pt x="44" y="8"/>
                </a:lnTo>
                <a:lnTo>
                  <a:pt x="43" y="8"/>
                </a:lnTo>
                <a:lnTo>
                  <a:pt x="43" y="10"/>
                </a:lnTo>
                <a:lnTo>
                  <a:pt x="44" y="10"/>
                </a:lnTo>
                <a:lnTo>
                  <a:pt x="42" y="11"/>
                </a:lnTo>
                <a:lnTo>
                  <a:pt x="41" y="11"/>
                </a:lnTo>
                <a:lnTo>
                  <a:pt x="41" y="11"/>
                </a:lnTo>
                <a:lnTo>
                  <a:pt x="40" y="11"/>
                </a:lnTo>
                <a:lnTo>
                  <a:pt x="38" y="12"/>
                </a:lnTo>
                <a:lnTo>
                  <a:pt x="39" y="13"/>
                </a:lnTo>
                <a:lnTo>
                  <a:pt x="38" y="13"/>
                </a:lnTo>
                <a:lnTo>
                  <a:pt x="38" y="14"/>
                </a:lnTo>
                <a:lnTo>
                  <a:pt x="38" y="16"/>
                </a:lnTo>
                <a:lnTo>
                  <a:pt x="38" y="18"/>
                </a:lnTo>
                <a:lnTo>
                  <a:pt x="38" y="18"/>
                </a:lnTo>
                <a:lnTo>
                  <a:pt x="36" y="18"/>
                </a:lnTo>
                <a:lnTo>
                  <a:pt x="36" y="18"/>
                </a:lnTo>
                <a:lnTo>
                  <a:pt x="35" y="19"/>
                </a:lnTo>
                <a:lnTo>
                  <a:pt x="35" y="19"/>
                </a:lnTo>
                <a:lnTo>
                  <a:pt x="34" y="19"/>
                </a:lnTo>
                <a:lnTo>
                  <a:pt x="34" y="18"/>
                </a:lnTo>
                <a:lnTo>
                  <a:pt x="33" y="17"/>
                </a:lnTo>
                <a:lnTo>
                  <a:pt x="34" y="15"/>
                </a:lnTo>
                <a:lnTo>
                  <a:pt x="32" y="15"/>
                </a:lnTo>
                <a:lnTo>
                  <a:pt x="32" y="14"/>
                </a:lnTo>
                <a:lnTo>
                  <a:pt x="32" y="13"/>
                </a:lnTo>
                <a:lnTo>
                  <a:pt x="29" y="13"/>
                </a:lnTo>
                <a:lnTo>
                  <a:pt x="28" y="13"/>
                </a:lnTo>
                <a:lnTo>
                  <a:pt x="28" y="14"/>
                </a:lnTo>
                <a:lnTo>
                  <a:pt x="26" y="14"/>
                </a:lnTo>
                <a:lnTo>
                  <a:pt x="27" y="17"/>
                </a:lnTo>
                <a:lnTo>
                  <a:pt x="25" y="17"/>
                </a:lnTo>
                <a:lnTo>
                  <a:pt x="24" y="18"/>
                </a:lnTo>
                <a:lnTo>
                  <a:pt x="23" y="18"/>
                </a:lnTo>
                <a:lnTo>
                  <a:pt x="23" y="19"/>
                </a:lnTo>
                <a:lnTo>
                  <a:pt x="21" y="19"/>
                </a:lnTo>
                <a:lnTo>
                  <a:pt x="19" y="17"/>
                </a:lnTo>
                <a:lnTo>
                  <a:pt x="19" y="16"/>
                </a:lnTo>
                <a:lnTo>
                  <a:pt x="18" y="17"/>
                </a:lnTo>
                <a:close/>
              </a:path>
            </a:pathLst>
          </a:custGeom>
          <a:solidFill>
            <a:srgbClr val="4A80C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562777" y="4577271"/>
            <a:ext cx="493801" cy="570757"/>
          </a:xfrm>
          <a:custGeom>
            <a:avLst/>
            <a:gdLst/>
            <a:ahLst/>
            <a:cxnLst/>
            <a:rect l="l" t="t" r="r" b="b"/>
            <a:pathLst>
              <a:path w="77" h="89">
                <a:moveTo>
                  <a:pt x="11" y="69"/>
                </a:moveTo>
                <a:lnTo>
                  <a:pt x="11" y="70"/>
                </a:lnTo>
                <a:lnTo>
                  <a:pt x="12" y="70"/>
                </a:lnTo>
                <a:lnTo>
                  <a:pt x="12" y="69"/>
                </a:lnTo>
                <a:lnTo>
                  <a:pt x="14" y="69"/>
                </a:lnTo>
                <a:lnTo>
                  <a:pt x="14" y="69"/>
                </a:lnTo>
                <a:lnTo>
                  <a:pt x="15" y="69"/>
                </a:lnTo>
                <a:lnTo>
                  <a:pt x="16" y="68"/>
                </a:lnTo>
                <a:lnTo>
                  <a:pt x="16" y="67"/>
                </a:lnTo>
                <a:lnTo>
                  <a:pt x="17" y="69"/>
                </a:lnTo>
                <a:lnTo>
                  <a:pt x="18" y="69"/>
                </a:lnTo>
                <a:lnTo>
                  <a:pt x="18" y="70"/>
                </a:lnTo>
                <a:lnTo>
                  <a:pt x="17" y="70"/>
                </a:lnTo>
                <a:lnTo>
                  <a:pt x="18" y="71"/>
                </a:lnTo>
                <a:lnTo>
                  <a:pt x="18" y="72"/>
                </a:lnTo>
                <a:lnTo>
                  <a:pt x="17" y="73"/>
                </a:lnTo>
                <a:lnTo>
                  <a:pt x="17" y="75"/>
                </a:lnTo>
                <a:lnTo>
                  <a:pt x="19" y="76"/>
                </a:lnTo>
                <a:lnTo>
                  <a:pt x="21" y="81"/>
                </a:lnTo>
                <a:lnTo>
                  <a:pt x="22" y="82"/>
                </a:lnTo>
                <a:lnTo>
                  <a:pt x="22" y="84"/>
                </a:lnTo>
                <a:lnTo>
                  <a:pt x="21" y="84"/>
                </a:lnTo>
                <a:lnTo>
                  <a:pt x="22" y="86"/>
                </a:lnTo>
                <a:lnTo>
                  <a:pt x="23" y="86"/>
                </a:lnTo>
                <a:lnTo>
                  <a:pt x="24" y="85"/>
                </a:lnTo>
                <a:lnTo>
                  <a:pt x="24" y="85"/>
                </a:lnTo>
                <a:lnTo>
                  <a:pt x="25" y="85"/>
                </a:lnTo>
                <a:lnTo>
                  <a:pt x="26" y="85"/>
                </a:lnTo>
                <a:lnTo>
                  <a:pt x="27" y="85"/>
                </a:lnTo>
                <a:lnTo>
                  <a:pt x="27" y="86"/>
                </a:lnTo>
                <a:lnTo>
                  <a:pt x="27" y="86"/>
                </a:lnTo>
                <a:lnTo>
                  <a:pt x="30" y="86"/>
                </a:lnTo>
                <a:lnTo>
                  <a:pt x="31" y="83"/>
                </a:lnTo>
                <a:lnTo>
                  <a:pt x="32" y="83"/>
                </a:lnTo>
                <a:lnTo>
                  <a:pt x="33" y="83"/>
                </a:lnTo>
                <a:lnTo>
                  <a:pt x="33" y="83"/>
                </a:lnTo>
                <a:lnTo>
                  <a:pt x="34" y="80"/>
                </a:lnTo>
                <a:lnTo>
                  <a:pt x="36" y="79"/>
                </a:lnTo>
                <a:lnTo>
                  <a:pt x="36" y="79"/>
                </a:lnTo>
                <a:lnTo>
                  <a:pt x="36" y="81"/>
                </a:lnTo>
                <a:lnTo>
                  <a:pt x="37" y="81"/>
                </a:lnTo>
                <a:lnTo>
                  <a:pt x="37" y="82"/>
                </a:lnTo>
                <a:lnTo>
                  <a:pt x="38" y="83"/>
                </a:lnTo>
                <a:lnTo>
                  <a:pt x="38" y="84"/>
                </a:lnTo>
                <a:lnTo>
                  <a:pt x="38" y="84"/>
                </a:lnTo>
                <a:lnTo>
                  <a:pt x="40" y="86"/>
                </a:lnTo>
                <a:lnTo>
                  <a:pt x="40" y="87"/>
                </a:lnTo>
                <a:lnTo>
                  <a:pt x="42" y="87"/>
                </a:lnTo>
                <a:lnTo>
                  <a:pt x="43" y="86"/>
                </a:lnTo>
                <a:lnTo>
                  <a:pt x="44" y="85"/>
                </a:lnTo>
                <a:lnTo>
                  <a:pt x="45" y="85"/>
                </a:lnTo>
                <a:lnTo>
                  <a:pt x="45" y="85"/>
                </a:lnTo>
                <a:lnTo>
                  <a:pt x="46" y="85"/>
                </a:lnTo>
                <a:lnTo>
                  <a:pt x="46" y="84"/>
                </a:lnTo>
                <a:lnTo>
                  <a:pt x="47" y="84"/>
                </a:lnTo>
                <a:lnTo>
                  <a:pt x="47" y="83"/>
                </a:lnTo>
                <a:lnTo>
                  <a:pt x="49" y="83"/>
                </a:lnTo>
                <a:lnTo>
                  <a:pt x="50" y="84"/>
                </a:lnTo>
                <a:lnTo>
                  <a:pt x="51" y="83"/>
                </a:lnTo>
                <a:lnTo>
                  <a:pt x="51" y="84"/>
                </a:lnTo>
                <a:lnTo>
                  <a:pt x="53" y="86"/>
                </a:lnTo>
                <a:lnTo>
                  <a:pt x="53" y="86"/>
                </a:lnTo>
                <a:lnTo>
                  <a:pt x="53" y="87"/>
                </a:lnTo>
                <a:lnTo>
                  <a:pt x="54" y="89"/>
                </a:lnTo>
                <a:lnTo>
                  <a:pt x="56" y="88"/>
                </a:lnTo>
                <a:lnTo>
                  <a:pt x="56" y="86"/>
                </a:lnTo>
                <a:lnTo>
                  <a:pt x="56" y="86"/>
                </a:lnTo>
                <a:lnTo>
                  <a:pt x="56" y="84"/>
                </a:lnTo>
                <a:lnTo>
                  <a:pt x="58" y="83"/>
                </a:lnTo>
                <a:lnTo>
                  <a:pt x="58" y="80"/>
                </a:lnTo>
                <a:lnTo>
                  <a:pt x="56" y="78"/>
                </a:lnTo>
                <a:lnTo>
                  <a:pt x="57" y="77"/>
                </a:lnTo>
                <a:lnTo>
                  <a:pt x="57" y="76"/>
                </a:lnTo>
                <a:lnTo>
                  <a:pt x="58" y="74"/>
                </a:lnTo>
                <a:lnTo>
                  <a:pt x="58" y="73"/>
                </a:lnTo>
                <a:lnTo>
                  <a:pt x="60" y="74"/>
                </a:lnTo>
                <a:lnTo>
                  <a:pt x="61" y="70"/>
                </a:lnTo>
                <a:lnTo>
                  <a:pt x="63" y="71"/>
                </a:lnTo>
                <a:lnTo>
                  <a:pt x="66" y="71"/>
                </a:lnTo>
                <a:lnTo>
                  <a:pt x="65" y="72"/>
                </a:lnTo>
                <a:lnTo>
                  <a:pt x="66" y="71"/>
                </a:lnTo>
                <a:lnTo>
                  <a:pt x="66" y="70"/>
                </a:lnTo>
                <a:lnTo>
                  <a:pt x="65" y="70"/>
                </a:lnTo>
                <a:lnTo>
                  <a:pt x="65" y="69"/>
                </a:lnTo>
                <a:lnTo>
                  <a:pt x="63" y="70"/>
                </a:lnTo>
                <a:lnTo>
                  <a:pt x="62" y="69"/>
                </a:lnTo>
                <a:lnTo>
                  <a:pt x="63" y="65"/>
                </a:lnTo>
                <a:lnTo>
                  <a:pt x="63" y="64"/>
                </a:lnTo>
                <a:lnTo>
                  <a:pt x="65" y="67"/>
                </a:lnTo>
                <a:lnTo>
                  <a:pt x="67" y="66"/>
                </a:lnTo>
                <a:lnTo>
                  <a:pt x="67" y="65"/>
                </a:lnTo>
                <a:lnTo>
                  <a:pt x="68" y="64"/>
                </a:lnTo>
                <a:lnTo>
                  <a:pt x="69" y="64"/>
                </a:lnTo>
                <a:lnTo>
                  <a:pt x="69" y="62"/>
                </a:lnTo>
                <a:lnTo>
                  <a:pt x="70" y="59"/>
                </a:lnTo>
                <a:lnTo>
                  <a:pt x="72" y="60"/>
                </a:lnTo>
                <a:lnTo>
                  <a:pt x="72" y="60"/>
                </a:lnTo>
                <a:lnTo>
                  <a:pt x="73" y="60"/>
                </a:lnTo>
                <a:lnTo>
                  <a:pt x="74" y="58"/>
                </a:lnTo>
                <a:lnTo>
                  <a:pt x="73" y="58"/>
                </a:lnTo>
                <a:lnTo>
                  <a:pt x="73" y="58"/>
                </a:lnTo>
                <a:lnTo>
                  <a:pt x="73" y="57"/>
                </a:lnTo>
                <a:lnTo>
                  <a:pt x="74" y="56"/>
                </a:lnTo>
                <a:lnTo>
                  <a:pt x="72" y="53"/>
                </a:lnTo>
                <a:lnTo>
                  <a:pt x="71" y="53"/>
                </a:lnTo>
                <a:lnTo>
                  <a:pt x="70" y="51"/>
                </a:lnTo>
                <a:lnTo>
                  <a:pt x="72" y="50"/>
                </a:lnTo>
                <a:lnTo>
                  <a:pt x="73" y="49"/>
                </a:lnTo>
                <a:lnTo>
                  <a:pt x="73" y="47"/>
                </a:lnTo>
                <a:lnTo>
                  <a:pt x="72" y="46"/>
                </a:lnTo>
                <a:lnTo>
                  <a:pt x="74" y="46"/>
                </a:lnTo>
                <a:lnTo>
                  <a:pt x="73" y="44"/>
                </a:lnTo>
                <a:lnTo>
                  <a:pt x="72" y="43"/>
                </a:lnTo>
                <a:lnTo>
                  <a:pt x="72" y="42"/>
                </a:lnTo>
                <a:lnTo>
                  <a:pt x="71" y="42"/>
                </a:lnTo>
                <a:lnTo>
                  <a:pt x="71" y="41"/>
                </a:lnTo>
                <a:lnTo>
                  <a:pt x="70" y="40"/>
                </a:lnTo>
                <a:lnTo>
                  <a:pt x="69" y="40"/>
                </a:lnTo>
                <a:lnTo>
                  <a:pt x="72" y="40"/>
                </a:lnTo>
                <a:lnTo>
                  <a:pt x="72" y="40"/>
                </a:lnTo>
                <a:lnTo>
                  <a:pt x="72" y="39"/>
                </a:lnTo>
                <a:lnTo>
                  <a:pt x="73" y="40"/>
                </a:lnTo>
                <a:lnTo>
                  <a:pt x="75" y="41"/>
                </a:lnTo>
                <a:lnTo>
                  <a:pt x="75" y="40"/>
                </a:lnTo>
                <a:lnTo>
                  <a:pt x="77" y="41"/>
                </a:lnTo>
                <a:lnTo>
                  <a:pt x="77" y="39"/>
                </a:lnTo>
                <a:lnTo>
                  <a:pt x="76" y="38"/>
                </a:lnTo>
                <a:lnTo>
                  <a:pt x="76" y="38"/>
                </a:lnTo>
                <a:lnTo>
                  <a:pt x="76" y="37"/>
                </a:lnTo>
                <a:lnTo>
                  <a:pt x="77" y="36"/>
                </a:lnTo>
                <a:lnTo>
                  <a:pt x="76" y="36"/>
                </a:lnTo>
                <a:lnTo>
                  <a:pt x="75" y="36"/>
                </a:lnTo>
                <a:lnTo>
                  <a:pt x="75" y="35"/>
                </a:lnTo>
                <a:lnTo>
                  <a:pt x="75" y="35"/>
                </a:lnTo>
                <a:lnTo>
                  <a:pt x="75" y="34"/>
                </a:lnTo>
                <a:lnTo>
                  <a:pt x="75" y="33"/>
                </a:lnTo>
                <a:lnTo>
                  <a:pt x="76" y="32"/>
                </a:lnTo>
                <a:lnTo>
                  <a:pt x="75" y="31"/>
                </a:lnTo>
                <a:lnTo>
                  <a:pt x="75" y="29"/>
                </a:lnTo>
                <a:lnTo>
                  <a:pt x="74" y="28"/>
                </a:lnTo>
                <a:lnTo>
                  <a:pt x="73" y="28"/>
                </a:lnTo>
                <a:lnTo>
                  <a:pt x="73" y="28"/>
                </a:lnTo>
                <a:lnTo>
                  <a:pt x="72" y="28"/>
                </a:lnTo>
                <a:lnTo>
                  <a:pt x="73" y="26"/>
                </a:lnTo>
                <a:lnTo>
                  <a:pt x="75" y="25"/>
                </a:lnTo>
                <a:lnTo>
                  <a:pt x="75" y="24"/>
                </a:lnTo>
                <a:lnTo>
                  <a:pt x="77" y="22"/>
                </a:lnTo>
                <a:lnTo>
                  <a:pt x="77" y="21"/>
                </a:lnTo>
                <a:lnTo>
                  <a:pt x="74" y="22"/>
                </a:lnTo>
                <a:lnTo>
                  <a:pt x="73" y="21"/>
                </a:lnTo>
                <a:lnTo>
                  <a:pt x="72" y="22"/>
                </a:lnTo>
                <a:lnTo>
                  <a:pt x="70" y="21"/>
                </a:lnTo>
                <a:lnTo>
                  <a:pt x="68" y="21"/>
                </a:lnTo>
                <a:lnTo>
                  <a:pt x="67" y="19"/>
                </a:lnTo>
                <a:lnTo>
                  <a:pt x="66" y="19"/>
                </a:lnTo>
                <a:lnTo>
                  <a:pt x="63" y="16"/>
                </a:lnTo>
                <a:lnTo>
                  <a:pt x="60" y="13"/>
                </a:lnTo>
                <a:lnTo>
                  <a:pt x="59" y="13"/>
                </a:lnTo>
                <a:lnTo>
                  <a:pt x="57" y="13"/>
                </a:lnTo>
                <a:lnTo>
                  <a:pt x="54" y="11"/>
                </a:lnTo>
                <a:lnTo>
                  <a:pt x="54" y="10"/>
                </a:lnTo>
                <a:lnTo>
                  <a:pt x="57" y="8"/>
                </a:lnTo>
                <a:lnTo>
                  <a:pt x="57" y="7"/>
                </a:lnTo>
                <a:lnTo>
                  <a:pt x="57" y="6"/>
                </a:lnTo>
                <a:lnTo>
                  <a:pt x="56" y="5"/>
                </a:lnTo>
                <a:lnTo>
                  <a:pt x="54" y="5"/>
                </a:lnTo>
                <a:lnTo>
                  <a:pt x="54" y="4"/>
                </a:lnTo>
                <a:lnTo>
                  <a:pt x="53" y="3"/>
                </a:lnTo>
                <a:lnTo>
                  <a:pt x="53" y="4"/>
                </a:lnTo>
                <a:lnTo>
                  <a:pt x="52" y="5"/>
                </a:lnTo>
                <a:lnTo>
                  <a:pt x="51" y="4"/>
                </a:lnTo>
                <a:lnTo>
                  <a:pt x="52" y="3"/>
                </a:lnTo>
                <a:lnTo>
                  <a:pt x="51" y="3"/>
                </a:lnTo>
                <a:lnTo>
                  <a:pt x="51" y="0"/>
                </a:lnTo>
                <a:lnTo>
                  <a:pt x="50" y="0"/>
                </a:lnTo>
                <a:lnTo>
                  <a:pt x="50" y="1"/>
                </a:lnTo>
                <a:lnTo>
                  <a:pt x="49" y="0"/>
                </a:lnTo>
                <a:lnTo>
                  <a:pt x="48" y="1"/>
                </a:lnTo>
                <a:lnTo>
                  <a:pt x="47" y="1"/>
                </a:lnTo>
                <a:lnTo>
                  <a:pt x="47" y="1"/>
                </a:lnTo>
                <a:lnTo>
                  <a:pt x="46" y="2"/>
                </a:lnTo>
                <a:lnTo>
                  <a:pt x="45" y="2"/>
                </a:lnTo>
                <a:lnTo>
                  <a:pt x="45" y="3"/>
                </a:lnTo>
                <a:lnTo>
                  <a:pt x="46" y="3"/>
                </a:lnTo>
                <a:lnTo>
                  <a:pt x="46" y="4"/>
                </a:lnTo>
                <a:lnTo>
                  <a:pt x="45" y="4"/>
                </a:lnTo>
                <a:lnTo>
                  <a:pt x="45" y="5"/>
                </a:lnTo>
                <a:lnTo>
                  <a:pt x="44" y="5"/>
                </a:lnTo>
                <a:lnTo>
                  <a:pt x="42" y="8"/>
                </a:lnTo>
                <a:lnTo>
                  <a:pt x="41" y="5"/>
                </a:lnTo>
                <a:lnTo>
                  <a:pt x="40" y="4"/>
                </a:lnTo>
                <a:lnTo>
                  <a:pt x="39" y="5"/>
                </a:lnTo>
                <a:lnTo>
                  <a:pt x="39" y="4"/>
                </a:lnTo>
                <a:lnTo>
                  <a:pt x="36" y="5"/>
                </a:lnTo>
                <a:lnTo>
                  <a:pt x="34" y="4"/>
                </a:lnTo>
                <a:lnTo>
                  <a:pt x="32" y="3"/>
                </a:lnTo>
                <a:lnTo>
                  <a:pt x="30" y="0"/>
                </a:lnTo>
                <a:lnTo>
                  <a:pt x="28" y="0"/>
                </a:lnTo>
                <a:lnTo>
                  <a:pt x="28" y="1"/>
                </a:lnTo>
                <a:lnTo>
                  <a:pt x="27" y="0"/>
                </a:lnTo>
                <a:lnTo>
                  <a:pt x="26" y="1"/>
                </a:lnTo>
                <a:lnTo>
                  <a:pt x="26" y="1"/>
                </a:lnTo>
                <a:lnTo>
                  <a:pt x="25" y="1"/>
                </a:lnTo>
                <a:lnTo>
                  <a:pt x="24" y="2"/>
                </a:lnTo>
                <a:lnTo>
                  <a:pt x="25" y="2"/>
                </a:lnTo>
                <a:lnTo>
                  <a:pt x="25" y="3"/>
                </a:lnTo>
                <a:lnTo>
                  <a:pt x="25" y="4"/>
                </a:lnTo>
                <a:lnTo>
                  <a:pt x="24" y="6"/>
                </a:lnTo>
                <a:lnTo>
                  <a:pt x="24" y="6"/>
                </a:lnTo>
                <a:lnTo>
                  <a:pt x="24" y="7"/>
                </a:lnTo>
                <a:lnTo>
                  <a:pt x="24" y="8"/>
                </a:lnTo>
                <a:lnTo>
                  <a:pt x="24" y="9"/>
                </a:lnTo>
                <a:lnTo>
                  <a:pt x="24" y="9"/>
                </a:lnTo>
                <a:lnTo>
                  <a:pt x="24" y="10"/>
                </a:lnTo>
                <a:lnTo>
                  <a:pt x="23" y="10"/>
                </a:lnTo>
                <a:lnTo>
                  <a:pt x="23" y="12"/>
                </a:lnTo>
                <a:lnTo>
                  <a:pt x="23" y="13"/>
                </a:lnTo>
                <a:lnTo>
                  <a:pt x="22" y="13"/>
                </a:lnTo>
                <a:lnTo>
                  <a:pt x="21" y="12"/>
                </a:lnTo>
                <a:lnTo>
                  <a:pt x="21" y="13"/>
                </a:lnTo>
                <a:lnTo>
                  <a:pt x="20" y="14"/>
                </a:lnTo>
                <a:lnTo>
                  <a:pt x="19" y="15"/>
                </a:lnTo>
                <a:lnTo>
                  <a:pt x="19" y="15"/>
                </a:lnTo>
                <a:lnTo>
                  <a:pt x="19" y="16"/>
                </a:lnTo>
                <a:lnTo>
                  <a:pt x="20" y="17"/>
                </a:lnTo>
                <a:lnTo>
                  <a:pt x="21" y="16"/>
                </a:lnTo>
                <a:lnTo>
                  <a:pt x="21" y="18"/>
                </a:lnTo>
                <a:lnTo>
                  <a:pt x="22" y="19"/>
                </a:lnTo>
                <a:lnTo>
                  <a:pt x="23" y="19"/>
                </a:lnTo>
                <a:lnTo>
                  <a:pt x="22" y="20"/>
                </a:lnTo>
                <a:lnTo>
                  <a:pt x="21" y="20"/>
                </a:lnTo>
                <a:lnTo>
                  <a:pt x="20" y="21"/>
                </a:lnTo>
                <a:lnTo>
                  <a:pt x="20" y="22"/>
                </a:lnTo>
                <a:lnTo>
                  <a:pt x="19" y="22"/>
                </a:lnTo>
                <a:lnTo>
                  <a:pt x="17" y="21"/>
                </a:lnTo>
                <a:lnTo>
                  <a:pt x="16" y="22"/>
                </a:lnTo>
                <a:lnTo>
                  <a:pt x="14" y="21"/>
                </a:lnTo>
                <a:lnTo>
                  <a:pt x="13" y="22"/>
                </a:lnTo>
                <a:lnTo>
                  <a:pt x="14" y="24"/>
                </a:lnTo>
                <a:lnTo>
                  <a:pt x="14" y="24"/>
                </a:lnTo>
                <a:lnTo>
                  <a:pt x="13" y="26"/>
                </a:lnTo>
                <a:lnTo>
                  <a:pt x="13" y="26"/>
                </a:lnTo>
                <a:lnTo>
                  <a:pt x="14" y="26"/>
                </a:lnTo>
                <a:lnTo>
                  <a:pt x="13" y="27"/>
                </a:lnTo>
                <a:lnTo>
                  <a:pt x="14" y="28"/>
                </a:lnTo>
                <a:lnTo>
                  <a:pt x="14" y="31"/>
                </a:lnTo>
                <a:lnTo>
                  <a:pt x="13" y="31"/>
                </a:lnTo>
                <a:lnTo>
                  <a:pt x="13" y="32"/>
                </a:lnTo>
                <a:lnTo>
                  <a:pt x="12" y="34"/>
                </a:lnTo>
                <a:lnTo>
                  <a:pt x="12" y="35"/>
                </a:lnTo>
                <a:lnTo>
                  <a:pt x="11" y="38"/>
                </a:lnTo>
                <a:lnTo>
                  <a:pt x="10" y="38"/>
                </a:lnTo>
                <a:lnTo>
                  <a:pt x="9" y="38"/>
                </a:lnTo>
                <a:lnTo>
                  <a:pt x="8" y="40"/>
                </a:lnTo>
                <a:lnTo>
                  <a:pt x="8" y="41"/>
                </a:lnTo>
                <a:lnTo>
                  <a:pt x="6" y="42"/>
                </a:lnTo>
                <a:lnTo>
                  <a:pt x="5" y="42"/>
                </a:lnTo>
                <a:lnTo>
                  <a:pt x="5" y="42"/>
                </a:lnTo>
                <a:lnTo>
                  <a:pt x="4" y="42"/>
                </a:lnTo>
                <a:lnTo>
                  <a:pt x="5" y="44"/>
                </a:lnTo>
                <a:lnTo>
                  <a:pt x="3" y="44"/>
                </a:lnTo>
                <a:lnTo>
                  <a:pt x="2" y="45"/>
                </a:lnTo>
                <a:lnTo>
                  <a:pt x="3" y="46"/>
                </a:lnTo>
                <a:lnTo>
                  <a:pt x="2" y="46"/>
                </a:lnTo>
                <a:lnTo>
                  <a:pt x="3" y="47"/>
                </a:lnTo>
                <a:lnTo>
                  <a:pt x="1" y="47"/>
                </a:lnTo>
                <a:lnTo>
                  <a:pt x="1" y="49"/>
                </a:lnTo>
                <a:lnTo>
                  <a:pt x="0" y="49"/>
                </a:lnTo>
                <a:lnTo>
                  <a:pt x="0" y="50"/>
                </a:lnTo>
                <a:lnTo>
                  <a:pt x="0" y="51"/>
                </a:lnTo>
                <a:lnTo>
                  <a:pt x="0" y="52"/>
                </a:lnTo>
                <a:lnTo>
                  <a:pt x="1" y="52"/>
                </a:lnTo>
                <a:lnTo>
                  <a:pt x="1" y="53"/>
                </a:lnTo>
                <a:lnTo>
                  <a:pt x="2" y="54"/>
                </a:lnTo>
                <a:lnTo>
                  <a:pt x="2" y="53"/>
                </a:lnTo>
                <a:lnTo>
                  <a:pt x="3" y="54"/>
                </a:lnTo>
                <a:lnTo>
                  <a:pt x="3" y="54"/>
                </a:lnTo>
                <a:lnTo>
                  <a:pt x="5" y="55"/>
                </a:lnTo>
                <a:lnTo>
                  <a:pt x="4" y="56"/>
                </a:lnTo>
                <a:lnTo>
                  <a:pt x="5" y="55"/>
                </a:lnTo>
                <a:lnTo>
                  <a:pt x="6" y="57"/>
                </a:lnTo>
                <a:lnTo>
                  <a:pt x="8" y="57"/>
                </a:lnTo>
                <a:lnTo>
                  <a:pt x="9" y="60"/>
                </a:lnTo>
                <a:lnTo>
                  <a:pt x="9" y="60"/>
                </a:lnTo>
                <a:lnTo>
                  <a:pt x="9" y="63"/>
                </a:lnTo>
                <a:lnTo>
                  <a:pt x="10" y="64"/>
                </a:lnTo>
                <a:lnTo>
                  <a:pt x="10" y="64"/>
                </a:lnTo>
                <a:lnTo>
                  <a:pt x="11" y="64"/>
                </a:lnTo>
                <a:lnTo>
                  <a:pt x="10" y="66"/>
                </a:lnTo>
                <a:lnTo>
                  <a:pt x="11" y="68"/>
                </a:lnTo>
                <a:close/>
              </a:path>
            </a:pathLst>
          </a:custGeom>
          <a:solidFill>
            <a:srgbClr val="4A80C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6024513" y="4679879"/>
            <a:ext cx="51304" cy="25652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5" y="3"/>
                </a:moveTo>
                <a:lnTo>
                  <a:pt x="7" y="4"/>
                </a:lnTo>
                <a:lnTo>
                  <a:pt x="8" y="4"/>
                </a:lnTo>
                <a:lnTo>
                  <a:pt x="8" y="2"/>
                </a:lnTo>
                <a:lnTo>
                  <a:pt x="7" y="2"/>
                </a:lnTo>
                <a:lnTo>
                  <a:pt x="7" y="1"/>
                </a:lnTo>
                <a:lnTo>
                  <a:pt x="4" y="1"/>
                </a:ln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lnTo>
                  <a:pt x="1" y="2"/>
                </a:lnTo>
                <a:lnTo>
                  <a:pt x="1" y="3"/>
                </a:lnTo>
                <a:lnTo>
                  <a:pt x="2" y="4"/>
                </a:lnTo>
                <a:lnTo>
                  <a:pt x="4" y="3"/>
                </a:lnTo>
                <a:lnTo>
                  <a:pt x="4" y="4"/>
                </a:lnTo>
                <a:close/>
              </a:path>
            </a:pathLst>
          </a:custGeom>
          <a:solidFill>
            <a:srgbClr val="4A80C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6011687" y="4590097"/>
            <a:ext cx="25652" cy="25652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0" y="1"/>
                </a:moveTo>
                <a:lnTo>
                  <a:pt x="0" y="2"/>
                </a:lnTo>
                <a:lnTo>
                  <a:pt x="1" y="3"/>
                </a:lnTo>
                <a:lnTo>
                  <a:pt x="3" y="4"/>
                </a:lnTo>
                <a:lnTo>
                  <a:pt x="4" y="4"/>
                </a:lnTo>
                <a:lnTo>
                  <a:pt x="3" y="3"/>
                </a:lnTo>
                <a:lnTo>
                  <a:pt x="1" y="3"/>
                </a:lnTo>
                <a:lnTo>
                  <a:pt x="0" y="0"/>
                </a:lnTo>
                <a:close/>
              </a:path>
            </a:pathLst>
          </a:custGeom>
          <a:solidFill>
            <a:srgbClr val="4A80C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5113867" y="4128361"/>
            <a:ext cx="609235" cy="737495"/>
          </a:xfrm>
          <a:custGeom>
            <a:avLst/>
            <a:gdLst/>
            <a:ahLst/>
            <a:cxnLst/>
            <a:rect l="l" t="t" r="r" b="b"/>
            <a:pathLst>
              <a:path w="95" h="115">
                <a:moveTo>
                  <a:pt x="29" y="14"/>
                </a:moveTo>
                <a:lnTo>
                  <a:pt x="30" y="15"/>
                </a:lnTo>
                <a:lnTo>
                  <a:pt x="30" y="17"/>
                </a:lnTo>
                <a:lnTo>
                  <a:pt x="29" y="17"/>
                </a:lnTo>
                <a:lnTo>
                  <a:pt x="29" y="17"/>
                </a:lnTo>
                <a:lnTo>
                  <a:pt x="27" y="18"/>
                </a:lnTo>
                <a:lnTo>
                  <a:pt x="27" y="19"/>
                </a:lnTo>
                <a:lnTo>
                  <a:pt x="25" y="20"/>
                </a:lnTo>
                <a:lnTo>
                  <a:pt x="24" y="21"/>
                </a:lnTo>
                <a:lnTo>
                  <a:pt x="22" y="22"/>
                </a:lnTo>
                <a:lnTo>
                  <a:pt x="21" y="20"/>
                </a:lnTo>
                <a:lnTo>
                  <a:pt x="20" y="21"/>
                </a:lnTo>
                <a:lnTo>
                  <a:pt x="20" y="20"/>
                </a:lnTo>
                <a:lnTo>
                  <a:pt x="20" y="19"/>
                </a:lnTo>
                <a:lnTo>
                  <a:pt x="18" y="18"/>
                </a:lnTo>
                <a:lnTo>
                  <a:pt x="18" y="17"/>
                </a:lnTo>
                <a:lnTo>
                  <a:pt x="18" y="16"/>
                </a:lnTo>
                <a:lnTo>
                  <a:pt x="16" y="15"/>
                </a:lnTo>
                <a:lnTo>
                  <a:pt x="16" y="16"/>
                </a:lnTo>
                <a:lnTo>
                  <a:pt x="16" y="16"/>
                </a:lnTo>
                <a:lnTo>
                  <a:pt x="15" y="15"/>
                </a:lnTo>
                <a:lnTo>
                  <a:pt x="13" y="15"/>
                </a:lnTo>
                <a:lnTo>
                  <a:pt x="12" y="15"/>
                </a:lnTo>
                <a:lnTo>
                  <a:pt x="12" y="16"/>
                </a:lnTo>
                <a:lnTo>
                  <a:pt x="11" y="16"/>
                </a:lnTo>
                <a:lnTo>
                  <a:pt x="10" y="19"/>
                </a:lnTo>
                <a:lnTo>
                  <a:pt x="12" y="19"/>
                </a:lnTo>
                <a:lnTo>
                  <a:pt x="12" y="22"/>
                </a:lnTo>
                <a:lnTo>
                  <a:pt x="11" y="21"/>
                </a:lnTo>
                <a:lnTo>
                  <a:pt x="11" y="22"/>
                </a:lnTo>
                <a:lnTo>
                  <a:pt x="12" y="23"/>
                </a:lnTo>
                <a:lnTo>
                  <a:pt x="12" y="24"/>
                </a:lnTo>
                <a:lnTo>
                  <a:pt x="13" y="26"/>
                </a:lnTo>
                <a:lnTo>
                  <a:pt x="10" y="27"/>
                </a:lnTo>
                <a:lnTo>
                  <a:pt x="9" y="27"/>
                </a:lnTo>
                <a:lnTo>
                  <a:pt x="8" y="28"/>
                </a:lnTo>
                <a:lnTo>
                  <a:pt x="8" y="28"/>
                </a:lnTo>
                <a:lnTo>
                  <a:pt x="7" y="28"/>
                </a:lnTo>
                <a:lnTo>
                  <a:pt x="8" y="30"/>
                </a:lnTo>
                <a:lnTo>
                  <a:pt x="7" y="29"/>
                </a:lnTo>
                <a:lnTo>
                  <a:pt x="7" y="31"/>
                </a:lnTo>
                <a:lnTo>
                  <a:pt x="8" y="31"/>
                </a:lnTo>
                <a:lnTo>
                  <a:pt x="8" y="32"/>
                </a:lnTo>
                <a:lnTo>
                  <a:pt x="8" y="33"/>
                </a:lnTo>
                <a:lnTo>
                  <a:pt x="8" y="33"/>
                </a:lnTo>
                <a:lnTo>
                  <a:pt x="8" y="34"/>
                </a:lnTo>
                <a:lnTo>
                  <a:pt x="7" y="35"/>
                </a:lnTo>
                <a:lnTo>
                  <a:pt x="7" y="37"/>
                </a:lnTo>
                <a:lnTo>
                  <a:pt x="6" y="37"/>
                </a:lnTo>
                <a:lnTo>
                  <a:pt x="5" y="38"/>
                </a:lnTo>
                <a:lnTo>
                  <a:pt x="3" y="38"/>
                </a:lnTo>
                <a:lnTo>
                  <a:pt x="2" y="38"/>
                </a:lnTo>
                <a:lnTo>
                  <a:pt x="1" y="37"/>
                </a:lnTo>
                <a:lnTo>
                  <a:pt x="1" y="37"/>
                </a:lnTo>
                <a:lnTo>
                  <a:pt x="0" y="38"/>
                </a:lnTo>
                <a:lnTo>
                  <a:pt x="0" y="39"/>
                </a:lnTo>
                <a:lnTo>
                  <a:pt x="0" y="39"/>
                </a:lnTo>
                <a:lnTo>
                  <a:pt x="1" y="40"/>
                </a:lnTo>
                <a:lnTo>
                  <a:pt x="0" y="40"/>
                </a:lnTo>
                <a:lnTo>
                  <a:pt x="0" y="41"/>
                </a:lnTo>
                <a:lnTo>
                  <a:pt x="1" y="42"/>
                </a:lnTo>
                <a:lnTo>
                  <a:pt x="3" y="42"/>
                </a:lnTo>
                <a:lnTo>
                  <a:pt x="3" y="42"/>
                </a:lnTo>
                <a:lnTo>
                  <a:pt x="5" y="42"/>
                </a:lnTo>
                <a:lnTo>
                  <a:pt x="5" y="43"/>
                </a:lnTo>
                <a:lnTo>
                  <a:pt x="6" y="43"/>
                </a:lnTo>
                <a:lnTo>
                  <a:pt x="6" y="44"/>
                </a:lnTo>
                <a:lnTo>
                  <a:pt x="7" y="45"/>
                </a:lnTo>
                <a:lnTo>
                  <a:pt x="6" y="46"/>
                </a:lnTo>
                <a:lnTo>
                  <a:pt x="7" y="49"/>
                </a:lnTo>
                <a:lnTo>
                  <a:pt x="9" y="49"/>
                </a:lnTo>
                <a:lnTo>
                  <a:pt x="9" y="50"/>
                </a:lnTo>
                <a:lnTo>
                  <a:pt x="11" y="49"/>
                </a:lnTo>
                <a:lnTo>
                  <a:pt x="11" y="50"/>
                </a:lnTo>
                <a:lnTo>
                  <a:pt x="13" y="51"/>
                </a:lnTo>
                <a:lnTo>
                  <a:pt x="13" y="52"/>
                </a:lnTo>
                <a:lnTo>
                  <a:pt x="14" y="52"/>
                </a:lnTo>
                <a:lnTo>
                  <a:pt x="15" y="52"/>
                </a:lnTo>
                <a:lnTo>
                  <a:pt x="15" y="53"/>
                </a:lnTo>
                <a:lnTo>
                  <a:pt x="16" y="52"/>
                </a:lnTo>
                <a:lnTo>
                  <a:pt x="16" y="52"/>
                </a:lnTo>
                <a:lnTo>
                  <a:pt x="17" y="50"/>
                </a:lnTo>
                <a:lnTo>
                  <a:pt x="17" y="51"/>
                </a:lnTo>
                <a:lnTo>
                  <a:pt x="18" y="50"/>
                </a:lnTo>
                <a:lnTo>
                  <a:pt x="18" y="51"/>
                </a:lnTo>
                <a:lnTo>
                  <a:pt x="20" y="48"/>
                </a:lnTo>
                <a:lnTo>
                  <a:pt x="20" y="48"/>
                </a:lnTo>
                <a:lnTo>
                  <a:pt x="19" y="50"/>
                </a:lnTo>
                <a:lnTo>
                  <a:pt x="20" y="50"/>
                </a:lnTo>
                <a:lnTo>
                  <a:pt x="20" y="51"/>
                </a:lnTo>
                <a:lnTo>
                  <a:pt x="20" y="52"/>
                </a:lnTo>
                <a:lnTo>
                  <a:pt x="21" y="56"/>
                </a:lnTo>
                <a:lnTo>
                  <a:pt x="22" y="57"/>
                </a:lnTo>
                <a:lnTo>
                  <a:pt x="22" y="63"/>
                </a:lnTo>
                <a:lnTo>
                  <a:pt x="22" y="63"/>
                </a:lnTo>
                <a:lnTo>
                  <a:pt x="22" y="64"/>
                </a:lnTo>
                <a:lnTo>
                  <a:pt x="22" y="65"/>
                </a:lnTo>
                <a:lnTo>
                  <a:pt x="22" y="65"/>
                </a:lnTo>
                <a:lnTo>
                  <a:pt x="22" y="66"/>
                </a:lnTo>
                <a:lnTo>
                  <a:pt x="18" y="67"/>
                </a:lnTo>
                <a:lnTo>
                  <a:pt x="15" y="69"/>
                </a:lnTo>
                <a:lnTo>
                  <a:pt x="14" y="70"/>
                </a:lnTo>
                <a:lnTo>
                  <a:pt x="15" y="71"/>
                </a:lnTo>
                <a:lnTo>
                  <a:pt x="14" y="71"/>
                </a:lnTo>
                <a:lnTo>
                  <a:pt x="14" y="73"/>
                </a:lnTo>
                <a:lnTo>
                  <a:pt x="13" y="74"/>
                </a:lnTo>
                <a:lnTo>
                  <a:pt x="13" y="75"/>
                </a:lnTo>
                <a:lnTo>
                  <a:pt x="13" y="76"/>
                </a:lnTo>
                <a:lnTo>
                  <a:pt x="13" y="76"/>
                </a:lnTo>
                <a:lnTo>
                  <a:pt x="13" y="77"/>
                </a:lnTo>
                <a:lnTo>
                  <a:pt x="14" y="77"/>
                </a:lnTo>
                <a:lnTo>
                  <a:pt x="15" y="79"/>
                </a:lnTo>
                <a:lnTo>
                  <a:pt x="16" y="79"/>
                </a:lnTo>
                <a:lnTo>
                  <a:pt x="18" y="81"/>
                </a:lnTo>
                <a:lnTo>
                  <a:pt x="19" y="80"/>
                </a:lnTo>
                <a:lnTo>
                  <a:pt x="20" y="80"/>
                </a:lnTo>
                <a:lnTo>
                  <a:pt x="21" y="82"/>
                </a:lnTo>
                <a:lnTo>
                  <a:pt x="23" y="81"/>
                </a:lnTo>
                <a:lnTo>
                  <a:pt x="25" y="82"/>
                </a:lnTo>
                <a:lnTo>
                  <a:pt x="25" y="83"/>
                </a:lnTo>
                <a:lnTo>
                  <a:pt x="26" y="83"/>
                </a:lnTo>
                <a:lnTo>
                  <a:pt x="26" y="83"/>
                </a:lnTo>
                <a:lnTo>
                  <a:pt x="27" y="83"/>
                </a:lnTo>
                <a:lnTo>
                  <a:pt x="27" y="84"/>
                </a:lnTo>
                <a:lnTo>
                  <a:pt x="26" y="85"/>
                </a:lnTo>
                <a:lnTo>
                  <a:pt x="25" y="86"/>
                </a:lnTo>
                <a:lnTo>
                  <a:pt x="24" y="87"/>
                </a:lnTo>
                <a:lnTo>
                  <a:pt x="24" y="89"/>
                </a:lnTo>
                <a:lnTo>
                  <a:pt x="22" y="90"/>
                </a:lnTo>
                <a:lnTo>
                  <a:pt x="22" y="91"/>
                </a:lnTo>
                <a:lnTo>
                  <a:pt x="23" y="92"/>
                </a:lnTo>
                <a:lnTo>
                  <a:pt x="23" y="93"/>
                </a:lnTo>
                <a:lnTo>
                  <a:pt x="25" y="93"/>
                </a:lnTo>
                <a:lnTo>
                  <a:pt x="25" y="95"/>
                </a:lnTo>
                <a:lnTo>
                  <a:pt x="25" y="96"/>
                </a:lnTo>
                <a:lnTo>
                  <a:pt x="26" y="97"/>
                </a:lnTo>
                <a:lnTo>
                  <a:pt x="25" y="98"/>
                </a:lnTo>
                <a:lnTo>
                  <a:pt x="26" y="99"/>
                </a:lnTo>
                <a:lnTo>
                  <a:pt x="26" y="99"/>
                </a:lnTo>
                <a:lnTo>
                  <a:pt x="27" y="100"/>
                </a:lnTo>
                <a:lnTo>
                  <a:pt x="28" y="101"/>
                </a:lnTo>
                <a:lnTo>
                  <a:pt x="29" y="101"/>
                </a:lnTo>
                <a:lnTo>
                  <a:pt x="29" y="102"/>
                </a:lnTo>
                <a:lnTo>
                  <a:pt x="30" y="104"/>
                </a:lnTo>
                <a:lnTo>
                  <a:pt x="30" y="105"/>
                </a:lnTo>
                <a:lnTo>
                  <a:pt x="30" y="107"/>
                </a:lnTo>
                <a:lnTo>
                  <a:pt x="31" y="108"/>
                </a:lnTo>
                <a:lnTo>
                  <a:pt x="32" y="110"/>
                </a:lnTo>
                <a:lnTo>
                  <a:pt x="33" y="110"/>
                </a:lnTo>
                <a:lnTo>
                  <a:pt x="34" y="110"/>
                </a:lnTo>
                <a:lnTo>
                  <a:pt x="34" y="110"/>
                </a:lnTo>
                <a:lnTo>
                  <a:pt x="38" y="108"/>
                </a:lnTo>
                <a:lnTo>
                  <a:pt x="39" y="107"/>
                </a:lnTo>
                <a:lnTo>
                  <a:pt x="40" y="104"/>
                </a:lnTo>
                <a:lnTo>
                  <a:pt x="40" y="103"/>
                </a:lnTo>
                <a:lnTo>
                  <a:pt x="43" y="103"/>
                </a:lnTo>
                <a:lnTo>
                  <a:pt x="44" y="104"/>
                </a:lnTo>
                <a:lnTo>
                  <a:pt x="44" y="104"/>
                </a:lnTo>
                <a:lnTo>
                  <a:pt x="45" y="105"/>
                </a:lnTo>
                <a:lnTo>
                  <a:pt x="45" y="105"/>
                </a:lnTo>
                <a:lnTo>
                  <a:pt x="46" y="105"/>
                </a:lnTo>
                <a:lnTo>
                  <a:pt x="46" y="107"/>
                </a:lnTo>
                <a:lnTo>
                  <a:pt x="42" y="111"/>
                </a:lnTo>
                <a:lnTo>
                  <a:pt x="43" y="111"/>
                </a:lnTo>
                <a:lnTo>
                  <a:pt x="43" y="112"/>
                </a:lnTo>
                <a:lnTo>
                  <a:pt x="42" y="113"/>
                </a:lnTo>
                <a:lnTo>
                  <a:pt x="43" y="114"/>
                </a:lnTo>
                <a:lnTo>
                  <a:pt x="44" y="114"/>
                </a:lnTo>
                <a:lnTo>
                  <a:pt x="44" y="114"/>
                </a:lnTo>
                <a:lnTo>
                  <a:pt x="45" y="114"/>
                </a:lnTo>
                <a:lnTo>
                  <a:pt x="46" y="114"/>
                </a:lnTo>
                <a:lnTo>
                  <a:pt x="46" y="113"/>
                </a:lnTo>
                <a:lnTo>
                  <a:pt x="49" y="111"/>
                </a:lnTo>
                <a:lnTo>
                  <a:pt x="49" y="111"/>
                </a:lnTo>
                <a:lnTo>
                  <a:pt x="51" y="110"/>
                </a:lnTo>
                <a:lnTo>
                  <a:pt x="50" y="109"/>
                </a:lnTo>
                <a:lnTo>
                  <a:pt x="51" y="109"/>
                </a:lnTo>
                <a:lnTo>
                  <a:pt x="50" y="108"/>
                </a:lnTo>
                <a:lnTo>
                  <a:pt x="51" y="107"/>
                </a:lnTo>
                <a:lnTo>
                  <a:pt x="50" y="106"/>
                </a:lnTo>
                <a:lnTo>
                  <a:pt x="52" y="105"/>
                </a:lnTo>
                <a:lnTo>
                  <a:pt x="53" y="105"/>
                </a:lnTo>
                <a:lnTo>
                  <a:pt x="53" y="106"/>
                </a:lnTo>
                <a:lnTo>
                  <a:pt x="53" y="107"/>
                </a:lnTo>
                <a:lnTo>
                  <a:pt x="54" y="107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7"/>
                </a:lnTo>
                <a:lnTo>
                  <a:pt x="57" y="109"/>
                </a:lnTo>
                <a:lnTo>
                  <a:pt x="57" y="110"/>
                </a:lnTo>
                <a:lnTo>
                  <a:pt x="59" y="110"/>
                </a:lnTo>
                <a:lnTo>
                  <a:pt x="59" y="112"/>
                </a:lnTo>
                <a:lnTo>
                  <a:pt x="61" y="112"/>
                </a:lnTo>
                <a:lnTo>
                  <a:pt x="61" y="111"/>
                </a:lnTo>
                <a:lnTo>
                  <a:pt x="62" y="111"/>
                </a:lnTo>
                <a:lnTo>
                  <a:pt x="62" y="112"/>
                </a:lnTo>
                <a:lnTo>
                  <a:pt x="63" y="112"/>
                </a:lnTo>
                <a:lnTo>
                  <a:pt x="64" y="112"/>
                </a:lnTo>
                <a:lnTo>
                  <a:pt x="67" y="112"/>
                </a:lnTo>
                <a:lnTo>
                  <a:pt x="68" y="111"/>
                </a:lnTo>
                <a:lnTo>
                  <a:pt x="71" y="113"/>
                </a:lnTo>
                <a:lnTo>
                  <a:pt x="71" y="113"/>
                </a:lnTo>
                <a:lnTo>
                  <a:pt x="71" y="114"/>
                </a:lnTo>
                <a:lnTo>
                  <a:pt x="72" y="115"/>
                </a:lnTo>
                <a:lnTo>
                  <a:pt x="73" y="114"/>
                </a:lnTo>
                <a:lnTo>
                  <a:pt x="75" y="114"/>
                </a:lnTo>
                <a:lnTo>
                  <a:pt x="74" y="112"/>
                </a:lnTo>
                <a:lnTo>
                  <a:pt x="75" y="112"/>
                </a:lnTo>
                <a:lnTo>
                  <a:pt x="75" y="112"/>
                </a:lnTo>
                <a:lnTo>
                  <a:pt x="76" y="112"/>
                </a:lnTo>
                <a:lnTo>
                  <a:pt x="78" y="111"/>
                </a:lnTo>
                <a:lnTo>
                  <a:pt x="78" y="110"/>
                </a:lnTo>
                <a:lnTo>
                  <a:pt x="79" y="108"/>
                </a:lnTo>
                <a:lnTo>
                  <a:pt x="80" y="108"/>
                </a:lnTo>
                <a:lnTo>
                  <a:pt x="81" y="108"/>
                </a:lnTo>
                <a:lnTo>
                  <a:pt x="82" y="105"/>
                </a:lnTo>
                <a:lnTo>
                  <a:pt x="82" y="104"/>
                </a:lnTo>
                <a:lnTo>
                  <a:pt x="83" y="102"/>
                </a:lnTo>
                <a:lnTo>
                  <a:pt x="83" y="101"/>
                </a:lnTo>
                <a:lnTo>
                  <a:pt x="84" y="101"/>
                </a:lnTo>
                <a:lnTo>
                  <a:pt x="84" y="98"/>
                </a:lnTo>
                <a:lnTo>
                  <a:pt x="83" y="97"/>
                </a:lnTo>
                <a:lnTo>
                  <a:pt x="84" y="96"/>
                </a:lnTo>
                <a:lnTo>
                  <a:pt x="83" y="96"/>
                </a:lnTo>
                <a:lnTo>
                  <a:pt x="83" y="96"/>
                </a:lnTo>
                <a:lnTo>
                  <a:pt x="84" y="94"/>
                </a:lnTo>
                <a:lnTo>
                  <a:pt x="84" y="94"/>
                </a:lnTo>
                <a:lnTo>
                  <a:pt x="83" y="92"/>
                </a:lnTo>
                <a:lnTo>
                  <a:pt x="84" y="91"/>
                </a:lnTo>
                <a:lnTo>
                  <a:pt x="86" y="92"/>
                </a:lnTo>
                <a:lnTo>
                  <a:pt x="87" y="91"/>
                </a:lnTo>
                <a:lnTo>
                  <a:pt x="89" y="92"/>
                </a:lnTo>
                <a:lnTo>
                  <a:pt x="90" y="92"/>
                </a:lnTo>
                <a:lnTo>
                  <a:pt x="90" y="91"/>
                </a:lnTo>
                <a:lnTo>
                  <a:pt x="91" y="90"/>
                </a:lnTo>
                <a:lnTo>
                  <a:pt x="92" y="90"/>
                </a:lnTo>
                <a:lnTo>
                  <a:pt x="93" y="89"/>
                </a:lnTo>
                <a:lnTo>
                  <a:pt x="92" y="89"/>
                </a:lnTo>
                <a:lnTo>
                  <a:pt x="91" y="88"/>
                </a:lnTo>
                <a:lnTo>
                  <a:pt x="91" y="86"/>
                </a:lnTo>
                <a:lnTo>
                  <a:pt x="90" y="87"/>
                </a:lnTo>
                <a:lnTo>
                  <a:pt x="89" y="86"/>
                </a:lnTo>
                <a:lnTo>
                  <a:pt x="89" y="85"/>
                </a:lnTo>
                <a:lnTo>
                  <a:pt x="89" y="85"/>
                </a:lnTo>
                <a:lnTo>
                  <a:pt x="90" y="84"/>
                </a:lnTo>
                <a:lnTo>
                  <a:pt x="91" y="83"/>
                </a:lnTo>
                <a:lnTo>
                  <a:pt x="91" y="82"/>
                </a:lnTo>
                <a:lnTo>
                  <a:pt x="92" y="83"/>
                </a:lnTo>
                <a:lnTo>
                  <a:pt x="93" y="83"/>
                </a:lnTo>
                <a:lnTo>
                  <a:pt x="93" y="82"/>
                </a:lnTo>
                <a:lnTo>
                  <a:pt x="93" y="80"/>
                </a:lnTo>
                <a:lnTo>
                  <a:pt x="94" y="80"/>
                </a:lnTo>
                <a:lnTo>
                  <a:pt x="94" y="79"/>
                </a:lnTo>
                <a:lnTo>
                  <a:pt x="94" y="79"/>
                </a:lnTo>
                <a:lnTo>
                  <a:pt x="94" y="78"/>
                </a:lnTo>
                <a:lnTo>
                  <a:pt x="94" y="77"/>
                </a:lnTo>
                <a:lnTo>
                  <a:pt x="94" y="76"/>
                </a:lnTo>
                <a:lnTo>
                  <a:pt x="94" y="76"/>
                </a:lnTo>
                <a:lnTo>
                  <a:pt x="95" y="74"/>
                </a:lnTo>
                <a:lnTo>
                  <a:pt x="95" y="73"/>
                </a:lnTo>
                <a:lnTo>
                  <a:pt x="95" y="72"/>
                </a:lnTo>
                <a:lnTo>
                  <a:pt x="94" y="72"/>
                </a:lnTo>
                <a:lnTo>
                  <a:pt x="94" y="72"/>
                </a:lnTo>
                <a:lnTo>
                  <a:pt x="93" y="71"/>
                </a:lnTo>
                <a:lnTo>
                  <a:pt x="90" y="71"/>
                </a:lnTo>
                <a:lnTo>
                  <a:pt x="89" y="71"/>
                </a:lnTo>
                <a:lnTo>
                  <a:pt x="89" y="70"/>
                </a:lnTo>
                <a:lnTo>
                  <a:pt x="89" y="69"/>
                </a:lnTo>
                <a:lnTo>
                  <a:pt x="89" y="70"/>
                </a:lnTo>
                <a:lnTo>
                  <a:pt x="87" y="70"/>
                </a:lnTo>
                <a:lnTo>
                  <a:pt x="86" y="70"/>
                </a:lnTo>
                <a:lnTo>
                  <a:pt x="86" y="69"/>
                </a:lnTo>
                <a:lnTo>
                  <a:pt x="85" y="69"/>
                </a:lnTo>
                <a:lnTo>
                  <a:pt x="84" y="71"/>
                </a:lnTo>
                <a:lnTo>
                  <a:pt x="78" y="72"/>
                </a:lnTo>
                <a:lnTo>
                  <a:pt x="77" y="71"/>
                </a:lnTo>
                <a:lnTo>
                  <a:pt x="77" y="71"/>
                </a:lnTo>
                <a:lnTo>
                  <a:pt x="77" y="70"/>
                </a:lnTo>
                <a:lnTo>
                  <a:pt x="77" y="69"/>
                </a:lnTo>
                <a:lnTo>
                  <a:pt x="77" y="69"/>
                </a:lnTo>
                <a:lnTo>
                  <a:pt x="79" y="68"/>
                </a:lnTo>
                <a:lnTo>
                  <a:pt x="79" y="65"/>
                </a:lnTo>
                <a:lnTo>
                  <a:pt x="79" y="65"/>
                </a:lnTo>
                <a:lnTo>
                  <a:pt x="79" y="65"/>
                </a:lnTo>
                <a:lnTo>
                  <a:pt x="78" y="63"/>
                </a:lnTo>
                <a:lnTo>
                  <a:pt x="77" y="63"/>
                </a:lnTo>
                <a:lnTo>
                  <a:pt x="77" y="62"/>
                </a:lnTo>
                <a:lnTo>
                  <a:pt x="76" y="62"/>
                </a:lnTo>
                <a:lnTo>
                  <a:pt x="76" y="63"/>
                </a:lnTo>
                <a:lnTo>
                  <a:pt x="74" y="63"/>
                </a:lnTo>
                <a:lnTo>
                  <a:pt x="74" y="62"/>
                </a:lnTo>
                <a:lnTo>
                  <a:pt x="75" y="61"/>
                </a:lnTo>
                <a:lnTo>
                  <a:pt x="74" y="61"/>
                </a:lnTo>
                <a:lnTo>
                  <a:pt x="74" y="60"/>
                </a:lnTo>
                <a:lnTo>
                  <a:pt x="72" y="61"/>
                </a:lnTo>
                <a:lnTo>
                  <a:pt x="72" y="61"/>
                </a:lnTo>
                <a:lnTo>
                  <a:pt x="72" y="60"/>
                </a:lnTo>
                <a:lnTo>
                  <a:pt x="71" y="60"/>
                </a:lnTo>
                <a:lnTo>
                  <a:pt x="71" y="59"/>
                </a:lnTo>
                <a:lnTo>
                  <a:pt x="70" y="58"/>
                </a:lnTo>
                <a:lnTo>
                  <a:pt x="70" y="58"/>
                </a:lnTo>
                <a:lnTo>
                  <a:pt x="68" y="57"/>
                </a:lnTo>
                <a:lnTo>
                  <a:pt x="68" y="56"/>
                </a:lnTo>
                <a:lnTo>
                  <a:pt x="68" y="54"/>
                </a:lnTo>
                <a:lnTo>
                  <a:pt x="70" y="52"/>
                </a:lnTo>
                <a:lnTo>
                  <a:pt x="70" y="51"/>
                </a:lnTo>
                <a:lnTo>
                  <a:pt x="72" y="50"/>
                </a:lnTo>
                <a:lnTo>
                  <a:pt x="73" y="49"/>
                </a:lnTo>
                <a:lnTo>
                  <a:pt x="72" y="48"/>
                </a:lnTo>
                <a:lnTo>
                  <a:pt x="73" y="47"/>
                </a:lnTo>
                <a:lnTo>
                  <a:pt x="72" y="44"/>
                </a:lnTo>
                <a:lnTo>
                  <a:pt x="71" y="44"/>
                </a:lnTo>
                <a:lnTo>
                  <a:pt x="71" y="43"/>
                </a:lnTo>
                <a:lnTo>
                  <a:pt x="70" y="42"/>
                </a:lnTo>
                <a:lnTo>
                  <a:pt x="70" y="42"/>
                </a:lnTo>
                <a:lnTo>
                  <a:pt x="70" y="41"/>
                </a:lnTo>
                <a:lnTo>
                  <a:pt x="71" y="42"/>
                </a:lnTo>
                <a:lnTo>
                  <a:pt x="72" y="41"/>
                </a:lnTo>
                <a:lnTo>
                  <a:pt x="73" y="41"/>
                </a:lnTo>
                <a:lnTo>
                  <a:pt x="73" y="41"/>
                </a:lnTo>
                <a:lnTo>
                  <a:pt x="73" y="41"/>
                </a:lnTo>
                <a:lnTo>
                  <a:pt x="74" y="41"/>
                </a:lnTo>
                <a:lnTo>
                  <a:pt x="74" y="41"/>
                </a:lnTo>
                <a:lnTo>
                  <a:pt x="75" y="41"/>
                </a:lnTo>
                <a:lnTo>
                  <a:pt x="76" y="41"/>
                </a:lnTo>
                <a:lnTo>
                  <a:pt x="76" y="42"/>
                </a:lnTo>
                <a:lnTo>
                  <a:pt x="77" y="41"/>
                </a:lnTo>
                <a:lnTo>
                  <a:pt x="78" y="43"/>
                </a:lnTo>
                <a:lnTo>
                  <a:pt x="79" y="42"/>
                </a:lnTo>
                <a:lnTo>
                  <a:pt x="80" y="43"/>
                </a:lnTo>
                <a:lnTo>
                  <a:pt x="81" y="41"/>
                </a:lnTo>
                <a:lnTo>
                  <a:pt x="81" y="41"/>
                </a:lnTo>
                <a:lnTo>
                  <a:pt x="82" y="40"/>
                </a:lnTo>
                <a:lnTo>
                  <a:pt x="82" y="40"/>
                </a:lnTo>
                <a:lnTo>
                  <a:pt x="82" y="39"/>
                </a:lnTo>
                <a:lnTo>
                  <a:pt x="81" y="35"/>
                </a:lnTo>
                <a:lnTo>
                  <a:pt x="79" y="35"/>
                </a:lnTo>
                <a:lnTo>
                  <a:pt x="78" y="34"/>
                </a:lnTo>
                <a:lnTo>
                  <a:pt x="77" y="32"/>
                </a:lnTo>
                <a:lnTo>
                  <a:pt x="76" y="33"/>
                </a:lnTo>
                <a:lnTo>
                  <a:pt x="74" y="33"/>
                </a:lnTo>
                <a:lnTo>
                  <a:pt x="74" y="33"/>
                </a:lnTo>
                <a:lnTo>
                  <a:pt x="73" y="34"/>
                </a:lnTo>
                <a:lnTo>
                  <a:pt x="73" y="35"/>
                </a:lnTo>
                <a:lnTo>
                  <a:pt x="72" y="35"/>
                </a:lnTo>
                <a:lnTo>
                  <a:pt x="72" y="37"/>
                </a:lnTo>
                <a:lnTo>
                  <a:pt x="73" y="38"/>
                </a:lnTo>
                <a:lnTo>
                  <a:pt x="72" y="38"/>
                </a:lnTo>
                <a:lnTo>
                  <a:pt x="71" y="38"/>
                </a:lnTo>
                <a:lnTo>
                  <a:pt x="69" y="39"/>
                </a:lnTo>
                <a:lnTo>
                  <a:pt x="68" y="39"/>
                </a:lnTo>
                <a:lnTo>
                  <a:pt x="67" y="39"/>
                </a:lnTo>
                <a:lnTo>
                  <a:pt x="66" y="39"/>
                </a:lnTo>
                <a:lnTo>
                  <a:pt x="66" y="39"/>
                </a:lnTo>
                <a:lnTo>
                  <a:pt x="65" y="38"/>
                </a:lnTo>
                <a:lnTo>
                  <a:pt x="65" y="38"/>
                </a:lnTo>
                <a:lnTo>
                  <a:pt x="64" y="38"/>
                </a:lnTo>
                <a:lnTo>
                  <a:pt x="64" y="37"/>
                </a:lnTo>
                <a:lnTo>
                  <a:pt x="63" y="37"/>
                </a:lnTo>
                <a:lnTo>
                  <a:pt x="63" y="35"/>
                </a:lnTo>
                <a:lnTo>
                  <a:pt x="64" y="34"/>
                </a:lnTo>
                <a:lnTo>
                  <a:pt x="63" y="34"/>
                </a:lnTo>
                <a:lnTo>
                  <a:pt x="63" y="33"/>
                </a:lnTo>
                <a:lnTo>
                  <a:pt x="61" y="29"/>
                </a:lnTo>
                <a:lnTo>
                  <a:pt x="61" y="28"/>
                </a:lnTo>
                <a:lnTo>
                  <a:pt x="60" y="30"/>
                </a:lnTo>
                <a:lnTo>
                  <a:pt x="58" y="31"/>
                </a:lnTo>
                <a:lnTo>
                  <a:pt x="58" y="30"/>
                </a:lnTo>
                <a:lnTo>
                  <a:pt x="57" y="30"/>
                </a:lnTo>
                <a:lnTo>
                  <a:pt x="57" y="29"/>
                </a:lnTo>
                <a:lnTo>
                  <a:pt x="56" y="29"/>
                </a:lnTo>
                <a:lnTo>
                  <a:pt x="56" y="28"/>
                </a:lnTo>
                <a:lnTo>
                  <a:pt x="57" y="28"/>
                </a:lnTo>
                <a:lnTo>
                  <a:pt x="57" y="25"/>
                </a:lnTo>
                <a:lnTo>
                  <a:pt x="57" y="25"/>
                </a:lnTo>
                <a:lnTo>
                  <a:pt x="57" y="23"/>
                </a:lnTo>
                <a:lnTo>
                  <a:pt x="59" y="23"/>
                </a:lnTo>
                <a:lnTo>
                  <a:pt x="58" y="20"/>
                </a:lnTo>
                <a:lnTo>
                  <a:pt x="59" y="18"/>
                </a:lnTo>
                <a:lnTo>
                  <a:pt x="59" y="17"/>
                </a:lnTo>
                <a:lnTo>
                  <a:pt x="58" y="16"/>
                </a:lnTo>
                <a:lnTo>
                  <a:pt x="57" y="16"/>
                </a:lnTo>
                <a:lnTo>
                  <a:pt x="56" y="17"/>
                </a:lnTo>
                <a:lnTo>
                  <a:pt x="55" y="17"/>
                </a:lnTo>
                <a:lnTo>
                  <a:pt x="54" y="18"/>
                </a:lnTo>
                <a:lnTo>
                  <a:pt x="52" y="18"/>
                </a:lnTo>
                <a:lnTo>
                  <a:pt x="51" y="18"/>
                </a:lnTo>
                <a:lnTo>
                  <a:pt x="51" y="18"/>
                </a:lnTo>
                <a:lnTo>
                  <a:pt x="51" y="17"/>
                </a:lnTo>
                <a:lnTo>
                  <a:pt x="51" y="14"/>
                </a:lnTo>
                <a:lnTo>
                  <a:pt x="50" y="15"/>
                </a:lnTo>
                <a:lnTo>
                  <a:pt x="49" y="14"/>
                </a:lnTo>
                <a:lnTo>
                  <a:pt x="49" y="12"/>
                </a:lnTo>
                <a:lnTo>
                  <a:pt x="48" y="11"/>
                </a:lnTo>
                <a:lnTo>
                  <a:pt x="48" y="12"/>
                </a:lnTo>
                <a:lnTo>
                  <a:pt x="47" y="13"/>
                </a:lnTo>
                <a:lnTo>
                  <a:pt x="46" y="11"/>
                </a:lnTo>
                <a:lnTo>
                  <a:pt x="45" y="12"/>
                </a:lnTo>
                <a:lnTo>
                  <a:pt x="44" y="12"/>
                </a:lnTo>
                <a:lnTo>
                  <a:pt x="43" y="11"/>
                </a:lnTo>
                <a:lnTo>
                  <a:pt x="42" y="11"/>
                </a:lnTo>
                <a:lnTo>
                  <a:pt x="40" y="12"/>
                </a:lnTo>
                <a:lnTo>
                  <a:pt x="39" y="11"/>
                </a:lnTo>
                <a:lnTo>
                  <a:pt x="39" y="10"/>
                </a:lnTo>
                <a:lnTo>
                  <a:pt x="37" y="10"/>
                </a:lnTo>
                <a:lnTo>
                  <a:pt x="37" y="8"/>
                </a:lnTo>
                <a:lnTo>
                  <a:pt x="35" y="7"/>
                </a:lnTo>
                <a:lnTo>
                  <a:pt x="35" y="6"/>
                </a:lnTo>
                <a:lnTo>
                  <a:pt x="35" y="5"/>
                </a:lnTo>
                <a:lnTo>
                  <a:pt x="35" y="5"/>
                </a:lnTo>
                <a:lnTo>
                  <a:pt x="34" y="5"/>
                </a:lnTo>
                <a:lnTo>
                  <a:pt x="32" y="5"/>
                </a:lnTo>
                <a:lnTo>
                  <a:pt x="31" y="4"/>
                </a:lnTo>
                <a:lnTo>
                  <a:pt x="28" y="3"/>
                </a:lnTo>
                <a:lnTo>
                  <a:pt x="28" y="3"/>
                </a:lnTo>
                <a:lnTo>
                  <a:pt x="26" y="2"/>
                </a:lnTo>
                <a:lnTo>
                  <a:pt x="25" y="1"/>
                </a:lnTo>
                <a:lnTo>
                  <a:pt x="25" y="1"/>
                </a:lnTo>
                <a:lnTo>
                  <a:pt x="24" y="0"/>
                </a:lnTo>
                <a:lnTo>
                  <a:pt x="23" y="0"/>
                </a:lnTo>
                <a:lnTo>
                  <a:pt x="23" y="1"/>
                </a:lnTo>
                <a:lnTo>
                  <a:pt x="22" y="1"/>
                </a:lnTo>
                <a:lnTo>
                  <a:pt x="21" y="3"/>
                </a:lnTo>
                <a:lnTo>
                  <a:pt x="20" y="2"/>
                </a:lnTo>
                <a:lnTo>
                  <a:pt x="21" y="4"/>
                </a:lnTo>
                <a:lnTo>
                  <a:pt x="20" y="5"/>
                </a:lnTo>
                <a:lnTo>
                  <a:pt x="21" y="6"/>
                </a:lnTo>
                <a:lnTo>
                  <a:pt x="21" y="7"/>
                </a:lnTo>
                <a:lnTo>
                  <a:pt x="24" y="8"/>
                </a:lnTo>
                <a:lnTo>
                  <a:pt x="24" y="9"/>
                </a:lnTo>
                <a:lnTo>
                  <a:pt x="26" y="9"/>
                </a:lnTo>
                <a:lnTo>
                  <a:pt x="27" y="8"/>
                </a:lnTo>
                <a:lnTo>
                  <a:pt x="28" y="8"/>
                </a:lnTo>
                <a:lnTo>
                  <a:pt x="28" y="8"/>
                </a:lnTo>
                <a:lnTo>
                  <a:pt x="28" y="9"/>
                </a:lnTo>
                <a:lnTo>
                  <a:pt x="28" y="10"/>
                </a:lnTo>
                <a:lnTo>
                  <a:pt x="28" y="11"/>
                </a:lnTo>
                <a:lnTo>
                  <a:pt x="28" y="12"/>
                </a:lnTo>
                <a:lnTo>
                  <a:pt x="29" y="13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5357561" y="5006942"/>
            <a:ext cx="551518" cy="705430"/>
          </a:xfrm>
          <a:custGeom>
            <a:avLst/>
            <a:gdLst/>
            <a:ahLst/>
            <a:cxnLst/>
            <a:rect l="l" t="t" r="r" b="b"/>
            <a:pathLst>
              <a:path w="86" h="110">
                <a:moveTo>
                  <a:pt x="64" y="74"/>
                </a:moveTo>
                <a:lnTo>
                  <a:pt x="64" y="74"/>
                </a:lnTo>
                <a:lnTo>
                  <a:pt x="64" y="72"/>
                </a:lnTo>
                <a:lnTo>
                  <a:pt x="64" y="73"/>
                </a:lnTo>
                <a:lnTo>
                  <a:pt x="63" y="73"/>
                </a:lnTo>
                <a:lnTo>
                  <a:pt x="62" y="72"/>
                </a:lnTo>
                <a:lnTo>
                  <a:pt x="63" y="71"/>
                </a:lnTo>
                <a:lnTo>
                  <a:pt x="63" y="70"/>
                </a:lnTo>
                <a:lnTo>
                  <a:pt x="63" y="70"/>
                </a:lnTo>
                <a:lnTo>
                  <a:pt x="63" y="69"/>
                </a:lnTo>
                <a:lnTo>
                  <a:pt x="61" y="68"/>
                </a:lnTo>
                <a:lnTo>
                  <a:pt x="62" y="68"/>
                </a:lnTo>
                <a:lnTo>
                  <a:pt x="63" y="68"/>
                </a:lnTo>
                <a:lnTo>
                  <a:pt x="63" y="68"/>
                </a:lnTo>
                <a:lnTo>
                  <a:pt x="63" y="69"/>
                </a:lnTo>
                <a:lnTo>
                  <a:pt x="65" y="69"/>
                </a:lnTo>
                <a:lnTo>
                  <a:pt x="65" y="70"/>
                </a:lnTo>
                <a:lnTo>
                  <a:pt x="64" y="70"/>
                </a:lnTo>
                <a:lnTo>
                  <a:pt x="64" y="70"/>
                </a:lnTo>
                <a:lnTo>
                  <a:pt x="65" y="71"/>
                </a:lnTo>
                <a:lnTo>
                  <a:pt x="67" y="71"/>
                </a:lnTo>
                <a:lnTo>
                  <a:pt x="66" y="72"/>
                </a:lnTo>
                <a:lnTo>
                  <a:pt x="67" y="73"/>
                </a:lnTo>
                <a:lnTo>
                  <a:pt x="67" y="70"/>
                </a:lnTo>
                <a:lnTo>
                  <a:pt x="66" y="69"/>
                </a:lnTo>
                <a:lnTo>
                  <a:pt x="66" y="68"/>
                </a:lnTo>
                <a:lnTo>
                  <a:pt x="67" y="69"/>
                </a:lnTo>
                <a:lnTo>
                  <a:pt x="68" y="69"/>
                </a:lnTo>
                <a:lnTo>
                  <a:pt x="69" y="69"/>
                </a:lnTo>
                <a:lnTo>
                  <a:pt x="70" y="68"/>
                </a:lnTo>
                <a:lnTo>
                  <a:pt x="69" y="67"/>
                </a:lnTo>
                <a:lnTo>
                  <a:pt x="71" y="67"/>
                </a:lnTo>
                <a:lnTo>
                  <a:pt x="69" y="65"/>
                </a:lnTo>
                <a:lnTo>
                  <a:pt x="68" y="65"/>
                </a:lnTo>
                <a:lnTo>
                  <a:pt x="68" y="66"/>
                </a:lnTo>
                <a:lnTo>
                  <a:pt x="67" y="65"/>
                </a:lnTo>
                <a:lnTo>
                  <a:pt x="66" y="65"/>
                </a:lnTo>
                <a:lnTo>
                  <a:pt x="66" y="64"/>
                </a:lnTo>
                <a:lnTo>
                  <a:pt x="67" y="63"/>
                </a:lnTo>
                <a:lnTo>
                  <a:pt x="67" y="63"/>
                </a:lnTo>
                <a:lnTo>
                  <a:pt x="68" y="62"/>
                </a:lnTo>
                <a:lnTo>
                  <a:pt x="68" y="62"/>
                </a:lnTo>
                <a:lnTo>
                  <a:pt x="68" y="63"/>
                </a:lnTo>
                <a:lnTo>
                  <a:pt x="69" y="64"/>
                </a:lnTo>
                <a:lnTo>
                  <a:pt x="70" y="63"/>
                </a:lnTo>
                <a:lnTo>
                  <a:pt x="70" y="62"/>
                </a:lnTo>
                <a:lnTo>
                  <a:pt x="70" y="61"/>
                </a:lnTo>
                <a:lnTo>
                  <a:pt x="71" y="61"/>
                </a:lnTo>
                <a:lnTo>
                  <a:pt x="72" y="61"/>
                </a:lnTo>
                <a:lnTo>
                  <a:pt x="72" y="63"/>
                </a:lnTo>
                <a:lnTo>
                  <a:pt x="72" y="62"/>
                </a:lnTo>
                <a:lnTo>
                  <a:pt x="73" y="62"/>
                </a:lnTo>
                <a:lnTo>
                  <a:pt x="73" y="63"/>
                </a:lnTo>
                <a:lnTo>
                  <a:pt x="73" y="63"/>
                </a:lnTo>
                <a:lnTo>
                  <a:pt x="73" y="64"/>
                </a:lnTo>
                <a:lnTo>
                  <a:pt x="74" y="64"/>
                </a:lnTo>
                <a:lnTo>
                  <a:pt x="75" y="63"/>
                </a:lnTo>
                <a:lnTo>
                  <a:pt x="74" y="62"/>
                </a:lnTo>
                <a:lnTo>
                  <a:pt x="74" y="62"/>
                </a:lnTo>
                <a:lnTo>
                  <a:pt x="75" y="64"/>
                </a:lnTo>
                <a:lnTo>
                  <a:pt x="76" y="64"/>
                </a:lnTo>
                <a:lnTo>
                  <a:pt x="76" y="62"/>
                </a:lnTo>
                <a:lnTo>
                  <a:pt x="75" y="62"/>
                </a:lnTo>
                <a:lnTo>
                  <a:pt x="76" y="61"/>
                </a:lnTo>
                <a:lnTo>
                  <a:pt x="77" y="62"/>
                </a:lnTo>
                <a:lnTo>
                  <a:pt x="79" y="63"/>
                </a:lnTo>
                <a:lnTo>
                  <a:pt x="78" y="62"/>
                </a:lnTo>
                <a:lnTo>
                  <a:pt x="79" y="61"/>
                </a:lnTo>
                <a:lnTo>
                  <a:pt x="80" y="61"/>
                </a:lnTo>
                <a:lnTo>
                  <a:pt x="79" y="60"/>
                </a:lnTo>
                <a:lnTo>
                  <a:pt x="79" y="59"/>
                </a:lnTo>
                <a:lnTo>
                  <a:pt x="80" y="59"/>
                </a:lnTo>
                <a:lnTo>
                  <a:pt x="79" y="58"/>
                </a:lnTo>
                <a:lnTo>
                  <a:pt x="79" y="58"/>
                </a:lnTo>
                <a:lnTo>
                  <a:pt x="78" y="58"/>
                </a:lnTo>
                <a:lnTo>
                  <a:pt x="78" y="56"/>
                </a:lnTo>
                <a:lnTo>
                  <a:pt x="76" y="58"/>
                </a:lnTo>
                <a:lnTo>
                  <a:pt x="77" y="59"/>
                </a:lnTo>
                <a:lnTo>
                  <a:pt x="77" y="60"/>
                </a:lnTo>
                <a:lnTo>
                  <a:pt x="76" y="61"/>
                </a:lnTo>
                <a:lnTo>
                  <a:pt x="76" y="61"/>
                </a:lnTo>
                <a:lnTo>
                  <a:pt x="75" y="61"/>
                </a:lnTo>
                <a:lnTo>
                  <a:pt x="75" y="60"/>
                </a:lnTo>
                <a:lnTo>
                  <a:pt x="75" y="59"/>
                </a:lnTo>
                <a:lnTo>
                  <a:pt x="74" y="59"/>
                </a:lnTo>
                <a:lnTo>
                  <a:pt x="73" y="59"/>
                </a:lnTo>
                <a:lnTo>
                  <a:pt x="73" y="58"/>
                </a:lnTo>
                <a:lnTo>
                  <a:pt x="72" y="58"/>
                </a:lnTo>
                <a:lnTo>
                  <a:pt x="72" y="57"/>
                </a:lnTo>
                <a:lnTo>
                  <a:pt x="74" y="57"/>
                </a:lnTo>
                <a:lnTo>
                  <a:pt x="74" y="56"/>
                </a:lnTo>
                <a:lnTo>
                  <a:pt x="74" y="56"/>
                </a:lnTo>
                <a:lnTo>
                  <a:pt x="74" y="52"/>
                </a:lnTo>
                <a:lnTo>
                  <a:pt x="75" y="51"/>
                </a:lnTo>
                <a:lnTo>
                  <a:pt x="75" y="49"/>
                </a:lnTo>
                <a:lnTo>
                  <a:pt x="75" y="49"/>
                </a:lnTo>
                <a:lnTo>
                  <a:pt x="74" y="49"/>
                </a:lnTo>
                <a:lnTo>
                  <a:pt x="74" y="47"/>
                </a:lnTo>
                <a:lnTo>
                  <a:pt x="73" y="47"/>
                </a:lnTo>
                <a:lnTo>
                  <a:pt x="73" y="46"/>
                </a:lnTo>
                <a:lnTo>
                  <a:pt x="74" y="45"/>
                </a:lnTo>
                <a:lnTo>
                  <a:pt x="74" y="44"/>
                </a:lnTo>
                <a:lnTo>
                  <a:pt x="76" y="43"/>
                </a:lnTo>
                <a:lnTo>
                  <a:pt x="76" y="43"/>
                </a:lnTo>
                <a:lnTo>
                  <a:pt x="76" y="42"/>
                </a:lnTo>
                <a:lnTo>
                  <a:pt x="77" y="42"/>
                </a:lnTo>
                <a:lnTo>
                  <a:pt x="78" y="42"/>
                </a:lnTo>
                <a:lnTo>
                  <a:pt x="79" y="41"/>
                </a:lnTo>
                <a:lnTo>
                  <a:pt x="79" y="40"/>
                </a:lnTo>
                <a:lnTo>
                  <a:pt x="78" y="41"/>
                </a:lnTo>
                <a:lnTo>
                  <a:pt x="76" y="39"/>
                </a:lnTo>
                <a:lnTo>
                  <a:pt x="75" y="36"/>
                </a:lnTo>
                <a:lnTo>
                  <a:pt x="74" y="36"/>
                </a:lnTo>
                <a:lnTo>
                  <a:pt x="72" y="36"/>
                </a:lnTo>
                <a:lnTo>
                  <a:pt x="71" y="36"/>
                </a:lnTo>
                <a:lnTo>
                  <a:pt x="71" y="36"/>
                </a:lnTo>
                <a:lnTo>
                  <a:pt x="71" y="35"/>
                </a:lnTo>
                <a:lnTo>
                  <a:pt x="72" y="33"/>
                </a:lnTo>
                <a:lnTo>
                  <a:pt x="73" y="34"/>
                </a:lnTo>
                <a:lnTo>
                  <a:pt x="75" y="34"/>
                </a:lnTo>
                <a:lnTo>
                  <a:pt x="76" y="34"/>
                </a:lnTo>
                <a:lnTo>
                  <a:pt x="77" y="34"/>
                </a:lnTo>
                <a:lnTo>
                  <a:pt x="77" y="33"/>
                </a:lnTo>
                <a:lnTo>
                  <a:pt x="77" y="32"/>
                </a:lnTo>
                <a:lnTo>
                  <a:pt x="77" y="31"/>
                </a:lnTo>
                <a:lnTo>
                  <a:pt x="79" y="31"/>
                </a:lnTo>
                <a:lnTo>
                  <a:pt x="80" y="31"/>
                </a:lnTo>
                <a:lnTo>
                  <a:pt x="78" y="32"/>
                </a:lnTo>
                <a:lnTo>
                  <a:pt x="78" y="35"/>
                </a:lnTo>
                <a:lnTo>
                  <a:pt x="77" y="35"/>
                </a:lnTo>
                <a:lnTo>
                  <a:pt x="76" y="36"/>
                </a:lnTo>
                <a:lnTo>
                  <a:pt x="76" y="37"/>
                </a:lnTo>
                <a:lnTo>
                  <a:pt x="77" y="37"/>
                </a:lnTo>
                <a:lnTo>
                  <a:pt x="78" y="36"/>
                </a:lnTo>
                <a:lnTo>
                  <a:pt x="78" y="36"/>
                </a:lnTo>
                <a:lnTo>
                  <a:pt x="78" y="35"/>
                </a:lnTo>
                <a:lnTo>
                  <a:pt x="79" y="35"/>
                </a:lnTo>
                <a:lnTo>
                  <a:pt x="80" y="34"/>
                </a:lnTo>
                <a:lnTo>
                  <a:pt x="81" y="34"/>
                </a:lnTo>
                <a:lnTo>
                  <a:pt x="82" y="34"/>
                </a:lnTo>
                <a:lnTo>
                  <a:pt x="81" y="33"/>
                </a:lnTo>
                <a:lnTo>
                  <a:pt x="82" y="32"/>
                </a:lnTo>
                <a:lnTo>
                  <a:pt x="82" y="31"/>
                </a:lnTo>
                <a:lnTo>
                  <a:pt x="81" y="31"/>
                </a:lnTo>
                <a:lnTo>
                  <a:pt x="81" y="30"/>
                </a:lnTo>
                <a:lnTo>
                  <a:pt x="80" y="30"/>
                </a:lnTo>
                <a:lnTo>
                  <a:pt x="80" y="30"/>
                </a:lnTo>
                <a:lnTo>
                  <a:pt x="80" y="30"/>
                </a:lnTo>
                <a:lnTo>
                  <a:pt x="79" y="29"/>
                </a:lnTo>
                <a:lnTo>
                  <a:pt x="80" y="28"/>
                </a:lnTo>
                <a:lnTo>
                  <a:pt x="80" y="27"/>
                </a:lnTo>
                <a:lnTo>
                  <a:pt x="83" y="27"/>
                </a:lnTo>
                <a:lnTo>
                  <a:pt x="83" y="26"/>
                </a:lnTo>
                <a:lnTo>
                  <a:pt x="83" y="26"/>
                </a:lnTo>
                <a:lnTo>
                  <a:pt x="83" y="25"/>
                </a:lnTo>
                <a:lnTo>
                  <a:pt x="83" y="24"/>
                </a:lnTo>
                <a:lnTo>
                  <a:pt x="83" y="23"/>
                </a:lnTo>
                <a:lnTo>
                  <a:pt x="85" y="23"/>
                </a:lnTo>
                <a:lnTo>
                  <a:pt x="86" y="22"/>
                </a:lnTo>
                <a:lnTo>
                  <a:pt x="85" y="20"/>
                </a:lnTo>
                <a:lnTo>
                  <a:pt x="85" y="19"/>
                </a:lnTo>
                <a:lnTo>
                  <a:pt x="85" y="19"/>
                </a:lnTo>
                <a:lnTo>
                  <a:pt x="83" y="17"/>
                </a:lnTo>
                <a:lnTo>
                  <a:pt x="83" y="16"/>
                </a:lnTo>
                <a:lnTo>
                  <a:pt x="82" y="17"/>
                </a:lnTo>
                <a:lnTo>
                  <a:pt x="81" y="16"/>
                </a:lnTo>
                <a:lnTo>
                  <a:pt x="79" y="16"/>
                </a:lnTo>
                <a:lnTo>
                  <a:pt x="79" y="17"/>
                </a:lnTo>
                <a:lnTo>
                  <a:pt x="78" y="17"/>
                </a:lnTo>
                <a:lnTo>
                  <a:pt x="78" y="18"/>
                </a:lnTo>
                <a:lnTo>
                  <a:pt x="77" y="18"/>
                </a:lnTo>
                <a:lnTo>
                  <a:pt x="77" y="18"/>
                </a:lnTo>
                <a:lnTo>
                  <a:pt x="76" y="18"/>
                </a:lnTo>
                <a:lnTo>
                  <a:pt x="75" y="19"/>
                </a:lnTo>
                <a:lnTo>
                  <a:pt x="74" y="20"/>
                </a:lnTo>
                <a:lnTo>
                  <a:pt x="72" y="20"/>
                </a:lnTo>
                <a:lnTo>
                  <a:pt x="72" y="19"/>
                </a:lnTo>
                <a:lnTo>
                  <a:pt x="70" y="17"/>
                </a:lnTo>
                <a:lnTo>
                  <a:pt x="70" y="17"/>
                </a:lnTo>
                <a:lnTo>
                  <a:pt x="70" y="16"/>
                </a:lnTo>
                <a:lnTo>
                  <a:pt x="69" y="15"/>
                </a:lnTo>
                <a:lnTo>
                  <a:pt x="69" y="14"/>
                </a:lnTo>
                <a:lnTo>
                  <a:pt x="68" y="14"/>
                </a:lnTo>
                <a:lnTo>
                  <a:pt x="68" y="12"/>
                </a:lnTo>
                <a:lnTo>
                  <a:pt x="68" y="12"/>
                </a:lnTo>
                <a:lnTo>
                  <a:pt x="66" y="13"/>
                </a:lnTo>
                <a:lnTo>
                  <a:pt x="65" y="16"/>
                </a:lnTo>
                <a:lnTo>
                  <a:pt x="65" y="16"/>
                </a:lnTo>
                <a:lnTo>
                  <a:pt x="64" y="16"/>
                </a:lnTo>
                <a:lnTo>
                  <a:pt x="63" y="16"/>
                </a:lnTo>
                <a:lnTo>
                  <a:pt x="62" y="19"/>
                </a:lnTo>
                <a:lnTo>
                  <a:pt x="59" y="19"/>
                </a:lnTo>
                <a:lnTo>
                  <a:pt x="59" y="19"/>
                </a:lnTo>
                <a:lnTo>
                  <a:pt x="59" y="18"/>
                </a:lnTo>
                <a:lnTo>
                  <a:pt x="58" y="18"/>
                </a:lnTo>
                <a:lnTo>
                  <a:pt x="57" y="18"/>
                </a:lnTo>
                <a:lnTo>
                  <a:pt x="56" y="18"/>
                </a:lnTo>
                <a:lnTo>
                  <a:pt x="56" y="18"/>
                </a:lnTo>
                <a:lnTo>
                  <a:pt x="55" y="19"/>
                </a:lnTo>
                <a:lnTo>
                  <a:pt x="54" y="19"/>
                </a:lnTo>
                <a:lnTo>
                  <a:pt x="53" y="17"/>
                </a:lnTo>
                <a:lnTo>
                  <a:pt x="54" y="17"/>
                </a:lnTo>
                <a:lnTo>
                  <a:pt x="54" y="15"/>
                </a:lnTo>
                <a:lnTo>
                  <a:pt x="53" y="14"/>
                </a:lnTo>
                <a:lnTo>
                  <a:pt x="51" y="9"/>
                </a:lnTo>
                <a:lnTo>
                  <a:pt x="49" y="8"/>
                </a:lnTo>
                <a:lnTo>
                  <a:pt x="49" y="6"/>
                </a:lnTo>
                <a:lnTo>
                  <a:pt x="50" y="5"/>
                </a:lnTo>
                <a:lnTo>
                  <a:pt x="50" y="4"/>
                </a:lnTo>
                <a:lnTo>
                  <a:pt x="49" y="3"/>
                </a:lnTo>
                <a:lnTo>
                  <a:pt x="50" y="3"/>
                </a:lnTo>
                <a:lnTo>
                  <a:pt x="50" y="2"/>
                </a:lnTo>
                <a:lnTo>
                  <a:pt x="49" y="2"/>
                </a:lnTo>
                <a:lnTo>
                  <a:pt x="48" y="0"/>
                </a:lnTo>
                <a:lnTo>
                  <a:pt x="48" y="1"/>
                </a:lnTo>
                <a:lnTo>
                  <a:pt x="47" y="2"/>
                </a:lnTo>
                <a:lnTo>
                  <a:pt x="46" y="2"/>
                </a:lnTo>
                <a:lnTo>
                  <a:pt x="46" y="2"/>
                </a:lnTo>
                <a:lnTo>
                  <a:pt x="44" y="2"/>
                </a:lnTo>
                <a:lnTo>
                  <a:pt x="44" y="3"/>
                </a:lnTo>
                <a:lnTo>
                  <a:pt x="43" y="3"/>
                </a:lnTo>
                <a:lnTo>
                  <a:pt x="42" y="2"/>
                </a:lnTo>
                <a:lnTo>
                  <a:pt x="40" y="4"/>
                </a:lnTo>
                <a:lnTo>
                  <a:pt x="42" y="4"/>
                </a:lnTo>
                <a:lnTo>
                  <a:pt x="42" y="6"/>
                </a:lnTo>
                <a:lnTo>
                  <a:pt x="39" y="7"/>
                </a:lnTo>
                <a:lnTo>
                  <a:pt x="39" y="8"/>
                </a:lnTo>
                <a:lnTo>
                  <a:pt x="38" y="8"/>
                </a:lnTo>
                <a:lnTo>
                  <a:pt x="37" y="8"/>
                </a:lnTo>
                <a:lnTo>
                  <a:pt x="37" y="9"/>
                </a:lnTo>
                <a:lnTo>
                  <a:pt x="37" y="9"/>
                </a:lnTo>
                <a:lnTo>
                  <a:pt x="37" y="10"/>
                </a:lnTo>
                <a:lnTo>
                  <a:pt x="35" y="10"/>
                </a:lnTo>
                <a:lnTo>
                  <a:pt x="34" y="10"/>
                </a:lnTo>
                <a:lnTo>
                  <a:pt x="34" y="10"/>
                </a:lnTo>
                <a:lnTo>
                  <a:pt x="33" y="11"/>
                </a:lnTo>
                <a:lnTo>
                  <a:pt x="32" y="11"/>
                </a:lnTo>
                <a:lnTo>
                  <a:pt x="31" y="12"/>
                </a:lnTo>
                <a:lnTo>
                  <a:pt x="31" y="13"/>
                </a:lnTo>
                <a:lnTo>
                  <a:pt x="30" y="15"/>
                </a:lnTo>
                <a:lnTo>
                  <a:pt x="30" y="14"/>
                </a:lnTo>
                <a:lnTo>
                  <a:pt x="29" y="14"/>
                </a:lnTo>
                <a:lnTo>
                  <a:pt x="28" y="13"/>
                </a:lnTo>
                <a:lnTo>
                  <a:pt x="26" y="11"/>
                </a:lnTo>
                <a:lnTo>
                  <a:pt x="26" y="11"/>
                </a:lnTo>
                <a:lnTo>
                  <a:pt x="25" y="12"/>
                </a:lnTo>
                <a:lnTo>
                  <a:pt x="24" y="12"/>
                </a:lnTo>
                <a:lnTo>
                  <a:pt x="22" y="14"/>
                </a:lnTo>
                <a:lnTo>
                  <a:pt x="22" y="14"/>
                </a:lnTo>
                <a:lnTo>
                  <a:pt x="21" y="14"/>
                </a:lnTo>
                <a:lnTo>
                  <a:pt x="21" y="15"/>
                </a:lnTo>
                <a:lnTo>
                  <a:pt x="22" y="15"/>
                </a:lnTo>
                <a:lnTo>
                  <a:pt x="22" y="16"/>
                </a:lnTo>
                <a:lnTo>
                  <a:pt x="21" y="18"/>
                </a:lnTo>
                <a:lnTo>
                  <a:pt x="20" y="18"/>
                </a:lnTo>
                <a:lnTo>
                  <a:pt x="20" y="19"/>
                </a:lnTo>
                <a:lnTo>
                  <a:pt x="18" y="19"/>
                </a:lnTo>
                <a:lnTo>
                  <a:pt x="18" y="20"/>
                </a:lnTo>
                <a:lnTo>
                  <a:pt x="17" y="19"/>
                </a:lnTo>
                <a:lnTo>
                  <a:pt x="16" y="20"/>
                </a:lnTo>
                <a:lnTo>
                  <a:pt x="17" y="21"/>
                </a:lnTo>
                <a:lnTo>
                  <a:pt x="17" y="22"/>
                </a:lnTo>
                <a:lnTo>
                  <a:pt x="18" y="22"/>
                </a:lnTo>
                <a:lnTo>
                  <a:pt x="18" y="21"/>
                </a:lnTo>
                <a:lnTo>
                  <a:pt x="19" y="22"/>
                </a:lnTo>
                <a:lnTo>
                  <a:pt x="19" y="24"/>
                </a:lnTo>
                <a:lnTo>
                  <a:pt x="19" y="25"/>
                </a:lnTo>
                <a:lnTo>
                  <a:pt x="19" y="25"/>
                </a:lnTo>
                <a:lnTo>
                  <a:pt x="19" y="27"/>
                </a:lnTo>
                <a:lnTo>
                  <a:pt x="21" y="27"/>
                </a:lnTo>
                <a:lnTo>
                  <a:pt x="20" y="29"/>
                </a:lnTo>
                <a:lnTo>
                  <a:pt x="18" y="31"/>
                </a:lnTo>
                <a:lnTo>
                  <a:pt x="19" y="32"/>
                </a:lnTo>
                <a:lnTo>
                  <a:pt x="17" y="33"/>
                </a:lnTo>
                <a:lnTo>
                  <a:pt x="17" y="34"/>
                </a:lnTo>
                <a:lnTo>
                  <a:pt x="16" y="34"/>
                </a:lnTo>
                <a:lnTo>
                  <a:pt x="12" y="36"/>
                </a:lnTo>
                <a:lnTo>
                  <a:pt x="9" y="39"/>
                </a:lnTo>
                <a:lnTo>
                  <a:pt x="10" y="40"/>
                </a:lnTo>
                <a:lnTo>
                  <a:pt x="9" y="42"/>
                </a:lnTo>
                <a:lnTo>
                  <a:pt x="9" y="43"/>
                </a:lnTo>
                <a:lnTo>
                  <a:pt x="10" y="43"/>
                </a:lnTo>
                <a:lnTo>
                  <a:pt x="10" y="45"/>
                </a:lnTo>
                <a:lnTo>
                  <a:pt x="11" y="46"/>
                </a:lnTo>
                <a:lnTo>
                  <a:pt x="12" y="47"/>
                </a:lnTo>
                <a:lnTo>
                  <a:pt x="12" y="47"/>
                </a:lnTo>
                <a:lnTo>
                  <a:pt x="12" y="48"/>
                </a:lnTo>
                <a:lnTo>
                  <a:pt x="12" y="49"/>
                </a:lnTo>
                <a:lnTo>
                  <a:pt x="11" y="50"/>
                </a:lnTo>
                <a:lnTo>
                  <a:pt x="11" y="49"/>
                </a:lnTo>
                <a:lnTo>
                  <a:pt x="10" y="49"/>
                </a:lnTo>
                <a:lnTo>
                  <a:pt x="10" y="50"/>
                </a:lnTo>
                <a:lnTo>
                  <a:pt x="8" y="51"/>
                </a:lnTo>
                <a:lnTo>
                  <a:pt x="8" y="53"/>
                </a:lnTo>
                <a:lnTo>
                  <a:pt x="8" y="54"/>
                </a:lnTo>
                <a:lnTo>
                  <a:pt x="9" y="54"/>
                </a:lnTo>
                <a:lnTo>
                  <a:pt x="10" y="54"/>
                </a:lnTo>
                <a:lnTo>
                  <a:pt x="10" y="55"/>
                </a:lnTo>
                <a:lnTo>
                  <a:pt x="8" y="57"/>
                </a:lnTo>
                <a:lnTo>
                  <a:pt x="8" y="58"/>
                </a:lnTo>
                <a:lnTo>
                  <a:pt x="8" y="59"/>
                </a:lnTo>
                <a:lnTo>
                  <a:pt x="7" y="59"/>
                </a:lnTo>
                <a:lnTo>
                  <a:pt x="6" y="61"/>
                </a:lnTo>
                <a:lnTo>
                  <a:pt x="4" y="61"/>
                </a:lnTo>
                <a:lnTo>
                  <a:pt x="4" y="62"/>
                </a:lnTo>
                <a:lnTo>
                  <a:pt x="4" y="63"/>
                </a:lnTo>
                <a:lnTo>
                  <a:pt x="5" y="64"/>
                </a:lnTo>
                <a:lnTo>
                  <a:pt x="4" y="64"/>
                </a:lnTo>
                <a:lnTo>
                  <a:pt x="3" y="65"/>
                </a:lnTo>
                <a:lnTo>
                  <a:pt x="3" y="66"/>
                </a:lnTo>
                <a:lnTo>
                  <a:pt x="3" y="67"/>
                </a:lnTo>
                <a:lnTo>
                  <a:pt x="2" y="67"/>
                </a:lnTo>
                <a:lnTo>
                  <a:pt x="3" y="69"/>
                </a:lnTo>
                <a:lnTo>
                  <a:pt x="2" y="70"/>
                </a:lnTo>
                <a:lnTo>
                  <a:pt x="2" y="72"/>
                </a:lnTo>
                <a:lnTo>
                  <a:pt x="2" y="73"/>
                </a:lnTo>
                <a:lnTo>
                  <a:pt x="2" y="74"/>
                </a:lnTo>
                <a:lnTo>
                  <a:pt x="2" y="75"/>
                </a:lnTo>
                <a:lnTo>
                  <a:pt x="1" y="75"/>
                </a:lnTo>
                <a:lnTo>
                  <a:pt x="1" y="76"/>
                </a:lnTo>
                <a:lnTo>
                  <a:pt x="0" y="77"/>
                </a:lnTo>
                <a:lnTo>
                  <a:pt x="0" y="79"/>
                </a:lnTo>
                <a:lnTo>
                  <a:pt x="0" y="80"/>
                </a:lnTo>
                <a:lnTo>
                  <a:pt x="1" y="80"/>
                </a:lnTo>
                <a:lnTo>
                  <a:pt x="1" y="80"/>
                </a:lnTo>
                <a:lnTo>
                  <a:pt x="0" y="81"/>
                </a:lnTo>
                <a:lnTo>
                  <a:pt x="2" y="82"/>
                </a:lnTo>
                <a:lnTo>
                  <a:pt x="0" y="83"/>
                </a:lnTo>
                <a:lnTo>
                  <a:pt x="1" y="83"/>
                </a:lnTo>
                <a:lnTo>
                  <a:pt x="4" y="83"/>
                </a:lnTo>
                <a:lnTo>
                  <a:pt x="5" y="85"/>
                </a:lnTo>
                <a:lnTo>
                  <a:pt x="6" y="84"/>
                </a:lnTo>
                <a:lnTo>
                  <a:pt x="7" y="84"/>
                </a:lnTo>
                <a:lnTo>
                  <a:pt x="8" y="85"/>
                </a:lnTo>
                <a:lnTo>
                  <a:pt x="9" y="85"/>
                </a:lnTo>
                <a:lnTo>
                  <a:pt x="8" y="85"/>
                </a:lnTo>
                <a:lnTo>
                  <a:pt x="10" y="85"/>
                </a:lnTo>
                <a:lnTo>
                  <a:pt x="10" y="84"/>
                </a:lnTo>
                <a:lnTo>
                  <a:pt x="11" y="83"/>
                </a:lnTo>
                <a:lnTo>
                  <a:pt x="11" y="83"/>
                </a:lnTo>
                <a:lnTo>
                  <a:pt x="12" y="84"/>
                </a:lnTo>
                <a:lnTo>
                  <a:pt x="11" y="85"/>
                </a:lnTo>
                <a:lnTo>
                  <a:pt x="13" y="87"/>
                </a:lnTo>
                <a:lnTo>
                  <a:pt x="14" y="86"/>
                </a:lnTo>
                <a:lnTo>
                  <a:pt x="14" y="88"/>
                </a:lnTo>
                <a:lnTo>
                  <a:pt x="14" y="89"/>
                </a:lnTo>
                <a:lnTo>
                  <a:pt x="15" y="89"/>
                </a:lnTo>
                <a:lnTo>
                  <a:pt x="16" y="88"/>
                </a:lnTo>
                <a:lnTo>
                  <a:pt x="17" y="88"/>
                </a:lnTo>
                <a:lnTo>
                  <a:pt x="20" y="87"/>
                </a:lnTo>
                <a:lnTo>
                  <a:pt x="21" y="87"/>
                </a:lnTo>
                <a:lnTo>
                  <a:pt x="20" y="89"/>
                </a:lnTo>
                <a:lnTo>
                  <a:pt x="20" y="90"/>
                </a:lnTo>
                <a:lnTo>
                  <a:pt x="22" y="91"/>
                </a:lnTo>
                <a:lnTo>
                  <a:pt x="22" y="92"/>
                </a:lnTo>
                <a:lnTo>
                  <a:pt x="23" y="93"/>
                </a:lnTo>
                <a:lnTo>
                  <a:pt x="24" y="95"/>
                </a:lnTo>
                <a:lnTo>
                  <a:pt x="24" y="95"/>
                </a:lnTo>
                <a:lnTo>
                  <a:pt x="24" y="96"/>
                </a:lnTo>
                <a:lnTo>
                  <a:pt x="26" y="97"/>
                </a:lnTo>
                <a:lnTo>
                  <a:pt x="24" y="99"/>
                </a:lnTo>
                <a:lnTo>
                  <a:pt x="25" y="100"/>
                </a:lnTo>
                <a:lnTo>
                  <a:pt x="25" y="101"/>
                </a:lnTo>
                <a:lnTo>
                  <a:pt x="26" y="101"/>
                </a:lnTo>
                <a:lnTo>
                  <a:pt x="26" y="103"/>
                </a:lnTo>
                <a:lnTo>
                  <a:pt x="25" y="103"/>
                </a:lnTo>
                <a:lnTo>
                  <a:pt x="26" y="104"/>
                </a:lnTo>
                <a:lnTo>
                  <a:pt x="27" y="104"/>
                </a:lnTo>
                <a:lnTo>
                  <a:pt x="28" y="108"/>
                </a:lnTo>
                <a:lnTo>
                  <a:pt x="30" y="109"/>
                </a:lnTo>
                <a:lnTo>
                  <a:pt x="30" y="109"/>
                </a:lnTo>
                <a:lnTo>
                  <a:pt x="31" y="109"/>
                </a:lnTo>
                <a:lnTo>
                  <a:pt x="31" y="110"/>
                </a:lnTo>
                <a:lnTo>
                  <a:pt x="33" y="110"/>
                </a:lnTo>
                <a:lnTo>
                  <a:pt x="34" y="110"/>
                </a:lnTo>
                <a:lnTo>
                  <a:pt x="35" y="110"/>
                </a:lnTo>
                <a:lnTo>
                  <a:pt x="37" y="109"/>
                </a:lnTo>
                <a:lnTo>
                  <a:pt x="37" y="108"/>
                </a:lnTo>
                <a:lnTo>
                  <a:pt x="37" y="108"/>
                </a:lnTo>
                <a:lnTo>
                  <a:pt x="37" y="106"/>
                </a:lnTo>
                <a:lnTo>
                  <a:pt x="38" y="106"/>
                </a:lnTo>
                <a:lnTo>
                  <a:pt x="39" y="106"/>
                </a:lnTo>
                <a:lnTo>
                  <a:pt x="40" y="104"/>
                </a:lnTo>
                <a:lnTo>
                  <a:pt x="40" y="102"/>
                </a:lnTo>
                <a:lnTo>
                  <a:pt x="42" y="102"/>
                </a:lnTo>
                <a:lnTo>
                  <a:pt x="43" y="101"/>
                </a:lnTo>
                <a:lnTo>
                  <a:pt x="43" y="100"/>
                </a:lnTo>
                <a:lnTo>
                  <a:pt x="44" y="99"/>
                </a:lnTo>
                <a:lnTo>
                  <a:pt x="45" y="99"/>
                </a:lnTo>
                <a:lnTo>
                  <a:pt x="45" y="97"/>
                </a:lnTo>
                <a:lnTo>
                  <a:pt x="46" y="95"/>
                </a:lnTo>
                <a:lnTo>
                  <a:pt x="47" y="94"/>
                </a:lnTo>
                <a:lnTo>
                  <a:pt x="48" y="93"/>
                </a:lnTo>
                <a:lnTo>
                  <a:pt x="49" y="92"/>
                </a:lnTo>
                <a:lnTo>
                  <a:pt x="48" y="90"/>
                </a:lnTo>
                <a:lnTo>
                  <a:pt x="47" y="90"/>
                </a:lnTo>
                <a:lnTo>
                  <a:pt x="47" y="89"/>
                </a:lnTo>
                <a:lnTo>
                  <a:pt x="46" y="89"/>
                </a:lnTo>
                <a:lnTo>
                  <a:pt x="47" y="87"/>
                </a:lnTo>
                <a:lnTo>
                  <a:pt x="48" y="86"/>
                </a:lnTo>
                <a:lnTo>
                  <a:pt x="48" y="85"/>
                </a:lnTo>
                <a:lnTo>
                  <a:pt x="50" y="87"/>
                </a:lnTo>
                <a:lnTo>
                  <a:pt x="53" y="86"/>
                </a:lnTo>
                <a:lnTo>
                  <a:pt x="52" y="85"/>
                </a:lnTo>
                <a:lnTo>
                  <a:pt x="54" y="84"/>
                </a:lnTo>
                <a:lnTo>
                  <a:pt x="55" y="84"/>
                </a:lnTo>
                <a:lnTo>
                  <a:pt x="56" y="84"/>
                </a:lnTo>
                <a:lnTo>
                  <a:pt x="57" y="86"/>
                </a:lnTo>
                <a:lnTo>
                  <a:pt x="58" y="85"/>
                </a:lnTo>
                <a:lnTo>
                  <a:pt x="59" y="84"/>
                </a:lnTo>
                <a:lnTo>
                  <a:pt x="59" y="83"/>
                </a:lnTo>
                <a:lnTo>
                  <a:pt x="58" y="83"/>
                </a:lnTo>
                <a:lnTo>
                  <a:pt x="58" y="82"/>
                </a:lnTo>
                <a:lnTo>
                  <a:pt x="58" y="82"/>
                </a:lnTo>
                <a:lnTo>
                  <a:pt x="59" y="82"/>
                </a:lnTo>
                <a:lnTo>
                  <a:pt x="60" y="80"/>
                </a:lnTo>
                <a:lnTo>
                  <a:pt x="60" y="79"/>
                </a:lnTo>
                <a:lnTo>
                  <a:pt x="58" y="79"/>
                </a:lnTo>
                <a:lnTo>
                  <a:pt x="57" y="78"/>
                </a:lnTo>
                <a:lnTo>
                  <a:pt x="59" y="77"/>
                </a:lnTo>
                <a:lnTo>
                  <a:pt x="58" y="78"/>
                </a:lnTo>
                <a:lnTo>
                  <a:pt x="60" y="78"/>
                </a:lnTo>
                <a:lnTo>
                  <a:pt x="61" y="77"/>
                </a:lnTo>
                <a:lnTo>
                  <a:pt x="61" y="77"/>
                </a:lnTo>
                <a:lnTo>
                  <a:pt x="62" y="76"/>
                </a:lnTo>
                <a:lnTo>
                  <a:pt x="64" y="76"/>
                </a:lnTo>
                <a:lnTo>
                  <a:pt x="64" y="76"/>
                </a:lnTo>
                <a:lnTo>
                  <a:pt x="63" y="76"/>
                </a:lnTo>
                <a:lnTo>
                  <a:pt x="63" y="75"/>
                </a:lnTo>
                <a:lnTo>
                  <a:pt x="63" y="75"/>
                </a:lnTo>
                <a:lnTo>
                  <a:pt x="65" y="75"/>
                </a:lnTo>
                <a:lnTo>
                  <a:pt x="65" y="74"/>
                </a:lnTo>
                <a:lnTo>
                  <a:pt x="64" y="74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5030498" y="4788900"/>
            <a:ext cx="602822" cy="833690"/>
          </a:xfrm>
          <a:custGeom>
            <a:avLst/>
            <a:gdLst/>
            <a:ahLst/>
            <a:cxnLst/>
            <a:rect l="l" t="t" r="r" b="b"/>
            <a:pathLst>
              <a:path w="94" h="130">
                <a:moveTo>
                  <a:pt x="85" y="12"/>
                </a:moveTo>
                <a:lnTo>
                  <a:pt x="84" y="11"/>
                </a:lnTo>
                <a:lnTo>
                  <a:pt x="84" y="10"/>
                </a:lnTo>
                <a:lnTo>
                  <a:pt x="84" y="10"/>
                </a:lnTo>
                <a:lnTo>
                  <a:pt x="81" y="8"/>
                </a:lnTo>
                <a:lnTo>
                  <a:pt x="80" y="9"/>
                </a:lnTo>
                <a:lnTo>
                  <a:pt x="77" y="9"/>
                </a:lnTo>
                <a:lnTo>
                  <a:pt x="76" y="9"/>
                </a:lnTo>
                <a:lnTo>
                  <a:pt x="75" y="9"/>
                </a:lnTo>
                <a:lnTo>
                  <a:pt x="75" y="8"/>
                </a:lnTo>
                <a:lnTo>
                  <a:pt x="74" y="8"/>
                </a:lnTo>
                <a:lnTo>
                  <a:pt x="74" y="9"/>
                </a:lnTo>
                <a:lnTo>
                  <a:pt x="72" y="9"/>
                </a:lnTo>
                <a:lnTo>
                  <a:pt x="72" y="7"/>
                </a:lnTo>
                <a:lnTo>
                  <a:pt x="70" y="7"/>
                </a:lnTo>
                <a:lnTo>
                  <a:pt x="70" y="6"/>
                </a:lnTo>
                <a:lnTo>
                  <a:pt x="69" y="4"/>
                </a:lnTo>
                <a:lnTo>
                  <a:pt x="69" y="3"/>
                </a:lnTo>
                <a:lnTo>
                  <a:pt x="68" y="4"/>
                </a:lnTo>
                <a:lnTo>
                  <a:pt x="68" y="4"/>
                </a:lnTo>
                <a:lnTo>
                  <a:pt x="67" y="4"/>
                </a:lnTo>
                <a:lnTo>
                  <a:pt x="66" y="4"/>
                </a:lnTo>
                <a:lnTo>
                  <a:pt x="66" y="3"/>
                </a:lnTo>
                <a:lnTo>
                  <a:pt x="66" y="2"/>
                </a:lnTo>
                <a:lnTo>
                  <a:pt x="65" y="2"/>
                </a:lnTo>
                <a:lnTo>
                  <a:pt x="63" y="3"/>
                </a:lnTo>
                <a:lnTo>
                  <a:pt x="64" y="4"/>
                </a:lnTo>
                <a:lnTo>
                  <a:pt x="63" y="5"/>
                </a:lnTo>
                <a:lnTo>
                  <a:pt x="64" y="6"/>
                </a:lnTo>
                <a:lnTo>
                  <a:pt x="63" y="6"/>
                </a:lnTo>
                <a:lnTo>
                  <a:pt x="64" y="7"/>
                </a:lnTo>
                <a:lnTo>
                  <a:pt x="62" y="8"/>
                </a:lnTo>
                <a:lnTo>
                  <a:pt x="62" y="8"/>
                </a:lnTo>
                <a:lnTo>
                  <a:pt x="59" y="10"/>
                </a:lnTo>
                <a:lnTo>
                  <a:pt x="59" y="11"/>
                </a:lnTo>
                <a:lnTo>
                  <a:pt x="58" y="11"/>
                </a:lnTo>
                <a:lnTo>
                  <a:pt x="57" y="11"/>
                </a:lnTo>
                <a:lnTo>
                  <a:pt x="57" y="11"/>
                </a:lnTo>
                <a:lnTo>
                  <a:pt x="56" y="11"/>
                </a:lnTo>
                <a:lnTo>
                  <a:pt x="55" y="10"/>
                </a:lnTo>
                <a:lnTo>
                  <a:pt x="55" y="9"/>
                </a:lnTo>
                <a:lnTo>
                  <a:pt x="55" y="9"/>
                </a:lnTo>
                <a:lnTo>
                  <a:pt x="59" y="4"/>
                </a:lnTo>
                <a:lnTo>
                  <a:pt x="59" y="2"/>
                </a:lnTo>
                <a:lnTo>
                  <a:pt x="58" y="2"/>
                </a:lnTo>
                <a:lnTo>
                  <a:pt x="58" y="2"/>
                </a:lnTo>
                <a:lnTo>
                  <a:pt x="57" y="1"/>
                </a:lnTo>
                <a:lnTo>
                  <a:pt x="57" y="1"/>
                </a:lnTo>
                <a:lnTo>
                  <a:pt x="56" y="0"/>
                </a:lnTo>
                <a:lnTo>
                  <a:pt x="54" y="0"/>
                </a:lnTo>
                <a:lnTo>
                  <a:pt x="53" y="0"/>
                </a:lnTo>
                <a:lnTo>
                  <a:pt x="53" y="1"/>
                </a:lnTo>
                <a:lnTo>
                  <a:pt x="52" y="4"/>
                </a:lnTo>
                <a:lnTo>
                  <a:pt x="51" y="5"/>
                </a:lnTo>
                <a:lnTo>
                  <a:pt x="47" y="7"/>
                </a:lnTo>
                <a:lnTo>
                  <a:pt x="47" y="7"/>
                </a:lnTo>
                <a:lnTo>
                  <a:pt x="46" y="7"/>
                </a:lnTo>
                <a:lnTo>
                  <a:pt x="45" y="7"/>
                </a:lnTo>
                <a:lnTo>
                  <a:pt x="41" y="9"/>
                </a:lnTo>
                <a:lnTo>
                  <a:pt x="40" y="10"/>
                </a:lnTo>
                <a:lnTo>
                  <a:pt x="35" y="7"/>
                </a:lnTo>
                <a:lnTo>
                  <a:pt x="32" y="8"/>
                </a:lnTo>
                <a:lnTo>
                  <a:pt x="32" y="9"/>
                </a:lnTo>
                <a:lnTo>
                  <a:pt x="32" y="10"/>
                </a:lnTo>
                <a:lnTo>
                  <a:pt x="30" y="12"/>
                </a:lnTo>
                <a:lnTo>
                  <a:pt x="29" y="13"/>
                </a:lnTo>
                <a:lnTo>
                  <a:pt x="28" y="12"/>
                </a:lnTo>
                <a:lnTo>
                  <a:pt x="26" y="13"/>
                </a:lnTo>
                <a:lnTo>
                  <a:pt x="25" y="12"/>
                </a:lnTo>
                <a:lnTo>
                  <a:pt x="25" y="13"/>
                </a:lnTo>
                <a:lnTo>
                  <a:pt x="26" y="13"/>
                </a:lnTo>
                <a:lnTo>
                  <a:pt x="25" y="14"/>
                </a:lnTo>
                <a:lnTo>
                  <a:pt x="26" y="14"/>
                </a:lnTo>
                <a:lnTo>
                  <a:pt x="26" y="16"/>
                </a:lnTo>
                <a:lnTo>
                  <a:pt x="25" y="16"/>
                </a:lnTo>
                <a:lnTo>
                  <a:pt x="25" y="15"/>
                </a:lnTo>
                <a:lnTo>
                  <a:pt x="24" y="15"/>
                </a:lnTo>
                <a:lnTo>
                  <a:pt x="23" y="15"/>
                </a:lnTo>
                <a:lnTo>
                  <a:pt x="22" y="16"/>
                </a:lnTo>
                <a:lnTo>
                  <a:pt x="23" y="16"/>
                </a:lnTo>
                <a:lnTo>
                  <a:pt x="22" y="17"/>
                </a:lnTo>
                <a:lnTo>
                  <a:pt x="21" y="17"/>
                </a:lnTo>
                <a:lnTo>
                  <a:pt x="21" y="17"/>
                </a:lnTo>
                <a:lnTo>
                  <a:pt x="21" y="18"/>
                </a:lnTo>
                <a:lnTo>
                  <a:pt x="22" y="18"/>
                </a:lnTo>
                <a:lnTo>
                  <a:pt x="22" y="17"/>
                </a:lnTo>
                <a:lnTo>
                  <a:pt x="22" y="17"/>
                </a:lnTo>
                <a:lnTo>
                  <a:pt x="22" y="17"/>
                </a:lnTo>
                <a:lnTo>
                  <a:pt x="22" y="18"/>
                </a:lnTo>
                <a:lnTo>
                  <a:pt x="21" y="19"/>
                </a:lnTo>
                <a:lnTo>
                  <a:pt x="19" y="20"/>
                </a:lnTo>
                <a:lnTo>
                  <a:pt x="19" y="20"/>
                </a:lnTo>
                <a:lnTo>
                  <a:pt x="19" y="20"/>
                </a:lnTo>
                <a:lnTo>
                  <a:pt x="17" y="20"/>
                </a:lnTo>
                <a:lnTo>
                  <a:pt x="14" y="21"/>
                </a:lnTo>
                <a:lnTo>
                  <a:pt x="13" y="22"/>
                </a:lnTo>
                <a:lnTo>
                  <a:pt x="13" y="21"/>
                </a:lnTo>
                <a:lnTo>
                  <a:pt x="11" y="22"/>
                </a:lnTo>
                <a:lnTo>
                  <a:pt x="10" y="21"/>
                </a:lnTo>
                <a:lnTo>
                  <a:pt x="9" y="21"/>
                </a:lnTo>
                <a:lnTo>
                  <a:pt x="9" y="24"/>
                </a:lnTo>
                <a:lnTo>
                  <a:pt x="6" y="25"/>
                </a:lnTo>
                <a:lnTo>
                  <a:pt x="5" y="26"/>
                </a:lnTo>
                <a:lnTo>
                  <a:pt x="4" y="28"/>
                </a:lnTo>
                <a:lnTo>
                  <a:pt x="4" y="30"/>
                </a:lnTo>
                <a:lnTo>
                  <a:pt x="5" y="31"/>
                </a:lnTo>
                <a:lnTo>
                  <a:pt x="5" y="31"/>
                </a:lnTo>
                <a:lnTo>
                  <a:pt x="5" y="32"/>
                </a:lnTo>
                <a:lnTo>
                  <a:pt x="6" y="32"/>
                </a:lnTo>
                <a:lnTo>
                  <a:pt x="6" y="32"/>
                </a:lnTo>
                <a:lnTo>
                  <a:pt x="7" y="33"/>
                </a:lnTo>
                <a:lnTo>
                  <a:pt x="8" y="33"/>
                </a:lnTo>
                <a:lnTo>
                  <a:pt x="8" y="33"/>
                </a:lnTo>
                <a:lnTo>
                  <a:pt x="8" y="38"/>
                </a:lnTo>
                <a:lnTo>
                  <a:pt x="7" y="40"/>
                </a:lnTo>
                <a:lnTo>
                  <a:pt x="10" y="41"/>
                </a:lnTo>
                <a:lnTo>
                  <a:pt x="9" y="42"/>
                </a:lnTo>
                <a:lnTo>
                  <a:pt x="11" y="43"/>
                </a:lnTo>
                <a:lnTo>
                  <a:pt x="11" y="45"/>
                </a:lnTo>
                <a:lnTo>
                  <a:pt x="10" y="45"/>
                </a:lnTo>
                <a:lnTo>
                  <a:pt x="10" y="46"/>
                </a:lnTo>
                <a:lnTo>
                  <a:pt x="9" y="46"/>
                </a:lnTo>
                <a:lnTo>
                  <a:pt x="9" y="48"/>
                </a:lnTo>
                <a:lnTo>
                  <a:pt x="6" y="49"/>
                </a:lnTo>
                <a:lnTo>
                  <a:pt x="8" y="51"/>
                </a:lnTo>
                <a:lnTo>
                  <a:pt x="7" y="51"/>
                </a:lnTo>
                <a:lnTo>
                  <a:pt x="6" y="51"/>
                </a:lnTo>
                <a:lnTo>
                  <a:pt x="6" y="52"/>
                </a:lnTo>
                <a:lnTo>
                  <a:pt x="6" y="52"/>
                </a:lnTo>
                <a:lnTo>
                  <a:pt x="5" y="53"/>
                </a:lnTo>
                <a:lnTo>
                  <a:pt x="4" y="52"/>
                </a:lnTo>
                <a:lnTo>
                  <a:pt x="4" y="53"/>
                </a:lnTo>
                <a:lnTo>
                  <a:pt x="3" y="53"/>
                </a:lnTo>
                <a:lnTo>
                  <a:pt x="2" y="54"/>
                </a:lnTo>
                <a:lnTo>
                  <a:pt x="2" y="56"/>
                </a:lnTo>
                <a:lnTo>
                  <a:pt x="2" y="56"/>
                </a:lnTo>
                <a:lnTo>
                  <a:pt x="3" y="57"/>
                </a:lnTo>
                <a:lnTo>
                  <a:pt x="0" y="61"/>
                </a:lnTo>
                <a:lnTo>
                  <a:pt x="0" y="62"/>
                </a:lnTo>
                <a:lnTo>
                  <a:pt x="0" y="63"/>
                </a:lnTo>
                <a:lnTo>
                  <a:pt x="0" y="64"/>
                </a:lnTo>
                <a:lnTo>
                  <a:pt x="1" y="64"/>
                </a:lnTo>
                <a:lnTo>
                  <a:pt x="0" y="65"/>
                </a:lnTo>
                <a:lnTo>
                  <a:pt x="0" y="66"/>
                </a:lnTo>
                <a:lnTo>
                  <a:pt x="1" y="66"/>
                </a:lnTo>
                <a:lnTo>
                  <a:pt x="0" y="67"/>
                </a:lnTo>
                <a:lnTo>
                  <a:pt x="1" y="68"/>
                </a:lnTo>
                <a:lnTo>
                  <a:pt x="2" y="68"/>
                </a:lnTo>
                <a:lnTo>
                  <a:pt x="6" y="66"/>
                </a:lnTo>
                <a:lnTo>
                  <a:pt x="5" y="68"/>
                </a:lnTo>
                <a:lnTo>
                  <a:pt x="6" y="68"/>
                </a:lnTo>
                <a:lnTo>
                  <a:pt x="5" y="70"/>
                </a:lnTo>
                <a:lnTo>
                  <a:pt x="4" y="72"/>
                </a:lnTo>
                <a:lnTo>
                  <a:pt x="4" y="73"/>
                </a:lnTo>
                <a:lnTo>
                  <a:pt x="5" y="73"/>
                </a:lnTo>
                <a:lnTo>
                  <a:pt x="5" y="74"/>
                </a:lnTo>
                <a:lnTo>
                  <a:pt x="8" y="76"/>
                </a:lnTo>
                <a:lnTo>
                  <a:pt x="6" y="79"/>
                </a:lnTo>
                <a:lnTo>
                  <a:pt x="7" y="83"/>
                </a:lnTo>
                <a:lnTo>
                  <a:pt x="8" y="84"/>
                </a:lnTo>
                <a:lnTo>
                  <a:pt x="10" y="83"/>
                </a:lnTo>
                <a:lnTo>
                  <a:pt x="10" y="84"/>
                </a:lnTo>
                <a:lnTo>
                  <a:pt x="12" y="84"/>
                </a:lnTo>
                <a:lnTo>
                  <a:pt x="12" y="86"/>
                </a:lnTo>
                <a:lnTo>
                  <a:pt x="12" y="86"/>
                </a:lnTo>
                <a:lnTo>
                  <a:pt x="12" y="88"/>
                </a:lnTo>
                <a:lnTo>
                  <a:pt x="11" y="89"/>
                </a:lnTo>
                <a:lnTo>
                  <a:pt x="11" y="90"/>
                </a:lnTo>
                <a:lnTo>
                  <a:pt x="11" y="91"/>
                </a:lnTo>
                <a:lnTo>
                  <a:pt x="11" y="91"/>
                </a:lnTo>
                <a:lnTo>
                  <a:pt x="10" y="92"/>
                </a:lnTo>
                <a:lnTo>
                  <a:pt x="10" y="93"/>
                </a:lnTo>
                <a:lnTo>
                  <a:pt x="10" y="93"/>
                </a:lnTo>
                <a:lnTo>
                  <a:pt x="10" y="94"/>
                </a:lnTo>
                <a:lnTo>
                  <a:pt x="11" y="93"/>
                </a:lnTo>
                <a:lnTo>
                  <a:pt x="12" y="93"/>
                </a:lnTo>
                <a:lnTo>
                  <a:pt x="14" y="92"/>
                </a:lnTo>
                <a:lnTo>
                  <a:pt x="15" y="92"/>
                </a:lnTo>
                <a:lnTo>
                  <a:pt x="16" y="93"/>
                </a:lnTo>
                <a:lnTo>
                  <a:pt x="13" y="95"/>
                </a:lnTo>
                <a:lnTo>
                  <a:pt x="13" y="95"/>
                </a:lnTo>
                <a:lnTo>
                  <a:pt x="13" y="96"/>
                </a:lnTo>
                <a:lnTo>
                  <a:pt x="12" y="95"/>
                </a:lnTo>
                <a:lnTo>
                  <a:pt x="11" y="97"/>
                </a:lnTo>
                <a:lnTo>
                  <a:pt x="12" y="98"/>
                </a:lnTo>
                <a:lnTo>
                  <a:pt x="12" y="100"/>
                </a:lnTo>
                <a:lnTo>
                  <a:pt x="11" y="101"/>
                </a:lnTo>
                <a:lnTo>
                  <a:pt x="11" y="102"/>
                </a:lnTo>
                <a:lnTo>
                  <a:pt x="10" y="103"/>
                </a:lnTo>
                <a:lnTo>
                  <a:pt x="10" y="104"/>
                </a:lnTo>
                <a:lnTo>
                  <a:pt x="11" y="106"/>
                </a:lnTo>
                <a:lnTo>
                  <a:pt x="12" y="106"/>
                </a:lnTo>
                <a:lnTo>
                  <a:pt x="12" y="108"/>
                </a:lnTo>
                <a:lnTo>
                  <a:pt x="11" y="108"/>
                </a:lnTo>
                <a:lnTo>
                  <a:pt x="11" y="110"/>
                </a:lnTo>
                <a:lnTo>
                  <a:pt x="12" y="110"/>
                </a:lnTo>
                <a:lnTo>
                  <a:pt x="12" y="110"/>
                </a:lnTo>
                <a:lnTo>
                  <a:pt x="13" y="111"/>
                </a:lnTo>
                <a:lnTo>
                  <a:pt x="13" y="113"/>
                </a:lnTo>
                <a:lnTo>
                  <a:pt x="13" y="114"/>
                </a:lnTo>
                <a:lnTo>
                  <a:pt x="14" y="113"/>
                </a:lnTo>
                <a:lnTo>
                  <a:pt x="16" y="112"/>
                </a:lnTo>
                <a:lnTo>
                  <a:pt x="18" y="113"/>
                </a:lnTo>
                <a:lnTo>
                  <a:pt x="19" y="112"/>
                </a:lnTo>
                <a:lnTo>
                  <a:pt x="19" y="111"/>
                </a:lnTo>
                <a:lnTo>
                  <a:pt x="20" y="112"/>
                </a:lnTo>
                <a:lnTo>
                  <a:pt x="21" y="111"/>
                </a:lnTo>
                <a:lnTo>
                  <a:pt x="21" y="110"/>
                </a:lnTo>
                <a:lnTo>
                  <a:pt x="22" y="110"/>
                </a:lnTo>
                <a:lnTo>
                  <a:pt x="23" y="109"/>
                </a:lnTo>
                <a:lnTo>
                  <a:pt x="25" y="110"/>
                </a:lnTo>
                <a:lnTo>
                  <a:pt x="25" y="111"/>
                </a:lnTo>
                <a:lnTo>
                  <a:pt x="27" y="111"/>
                </a:lnTo>
                <a:lnTo>
                  <a:pt x="28" y="112"/>
                </a:lnTo>
                <a:lnTo>
                  <a:pt x="28" y="113"/>
                </a:lnTo>
                <a:lnTo>
                  <a:pt x="27" y="113"/>
                </a:lnTo>
                <a:lnTo>
                  <a:pt x="27" y="114"/>
                </a:lnTo>
                <a:lnTo>
                  <a:pt x="28" y="115"/>
                </a:lnTo>
                <a:lnTo>
                  <a:pt x="28" y="115"/>
                </a:lnTo>
                <a:lnTo>
                  <a:pt x="26" y="116"/>
                </a:lnTo>
                <a:lnTo>
                  <a:pt x="26" y="117"/>
                </a:lnTo>
                <a:lnTo>
                  <a:pt x="24" y="117"/>
                </a:lnTo>
                <a:lnTo>
                  <a:pt x="23" y="119"/>
                </a:lnTo>
                <a:lnTo>
                  <a:pt x="22" y="119"/>
                </a:lnTo>
                <a:lnTo>
                  <a:pt x="22" y="119"/>
                </a:lnTo>
                <a:lnTo>
                  <a:pt x="21" y="120"/>
                </a:lnTo>
                <a:lnTo>
                  <a:pt x="22" y="121"/>
                </a:lnTo>
                <a:lnTo>
                  <a:pt x="21" y="123"/>
                </a:lnTo>
                <a:lnTo>
                  <a:pt x="21" y="124"/>
                </a:lnTo>
                <a:lnTo>
                  <a:pt x="19" y="125"/>
                </a:lnTo>
                <a:lnTo>
                  <a:pt x="19" y="126"/>
                </a:lnTo>
                <a:lnTo>
                  <a:pt x="17" y="126"/>
                </a:lnTo>
                <a:lnTo>
                  <a:pt x="18" y="127"/>
                </a:lnTo>
                <a:lnTo>
                  <a:pt x="20" y="127"/>
                </a:lnTo>
                <a:lnTo>
                  <a:pt x="20" y="128"/>
                </a:lnTo>
                <a:lnTo>
                  <a:pt x="21" y="128"/>
                </a:lnTo>
                <a:lnTo>
                  <a:pt x="22" y="129"/>
                </a:lnTo>
                <a:lnTo>
                  <a:pt x="22" y="130"/>
                </a:lnTo>
                <a:lnTo>
                  <a:pt x="23" y="130"/>
                </a:lnTo>
                <a:lnTo>
                  <a:pt x="25" y="128"/>
                </a:lnTo>
                <a:lnTo>
                  <a:pt x="26" y="129"/>
                </a:lnTo>
                <a:lnTo>
                  <a:pt x="27" y="128"/>
                </a:lnTo>
                <a:lnTo>
                  <a:pt x="28" y="128"/>
                </a:lnTo>
                <a:lnTo>
                  <a:pt x="29" y="129"/>
                </a:lnTo>
                <a:lnTo>
                  <a:pt x="29" y="128"/>
                </a:lnTo>
                <a:lnTo>
                  <a:pt x="29" y="127"/>
                </a:lnTo>
                <a:lnTo>
                  <a:pt x="30" y="127"/>
                </a:lnTo>
                <a:lnTo>
                  <a:pt x="31" y="127"/>
                </a:lnTo>
                <a:lnTo>
                  <a:pt x="31" y="127"/>
                </a:lnTo>
                <a:lnTo>
                  <a:pt x="32" y="128"/>
                </a:lnTo>
                <a:lnTo>
                  <a:pt x="32" y="127"/>
                </a:lnTo>
                <a:lnTo>
                  <a:pt x="32" y="125"/>
                </a:lnTo>
                <a:lnTo>
                  <a:pt x="33" y="125"/>
                </a:lnTo>
                <a:lnTo>
                  <a:pt x="34" y="125"/>
                </a:lnTo>
                <a:lnTo>
                  <a:pt x="35" y="125"/>
                </a:lnTo>
                <a:lnTo>
                  <a:pt x="35" y="124"/>
                </a:lnTo>
                <a:lnTo>
                  <a:pt x="36" y="124"/>
                </a:lnTo>
                <a:lnTo>
                  <a:pt x="36" y="125"/>
                </a:lnTo>
                <a:lnTo>
                  <a:pt x="39" y="123"/>
                </a:lnTo>
                <a:lnTo>
                  <a:pt x="40" y="123"/>
                </a:lnTo>
                <a:lnTo>
                  <a:pt x="40" y="122"/>
                </a:lnTo>
                <a:lnTo>
                  <a:pt x="42" y="123"/>
                </a:lnTo>
                <a:lnTo>
                  <a:pt x="42" y="122"/>
                </a:lnTo>
                <a:lnTo>
                  <a:pt x="42" y="121"/>
                </a:lnTo>
                <a:lnTo>
                  <a:pt x="44" y="122"/>
                </a:lnTo>
                <a:lnTo>
                  <a:pt x="46" y="123"/>
                </a:lnTo>
                <a:lnTo>
                  <a:pt x="46" y="125"/>
                </a:lnTo>
                <a:lnTo>
                  <a:pt x="48" y="125"/>
                </a:lnTo>
                <a:lnTo>
                  <a:pt x="49" y="126"/>
                </a:lnTo>
                <a:lnTo>
                  <a:pt x="52" y="125"/>
                </a:lnTo>
                <a:lnTo>
                  <a:pt x="50" y="123"/>
                </a:lnTo>
                <a:lnTo>
                  <a:pt x="51" y="122"/>
                </a:lnTo>
                <a:lnTo>
                  <a:pt x="50" y="122"/>
                </a:lnTo>
                <a:lnTo>
                  <a:pt x="50" y="122"/>
                </a:lnTo>
                <a:lnTo>
                  <a:pt x="51" y="118"/>
                </a:lnTo>
                <a:lnTo>
                  <a:pt x="51" y="118"/>
                </a:lnTo>
                <a:lnTo>
                  <a:pt x="51" y="119"/>
                </a:lnTo>
                <a:lnTo>
                  <a:pt x="52" y="118"/>
                </a:lnTo>
                <a:lnTo>
                  <a:pt x="52" y="118"/>
                </a:lnTo>
                <a:lnTo>
                  <a:pt x="52" y="117"/>
                </a:lnTo>
                <a:lnTo>
                  <a:pt x="51" y="117"/>
                </a:lnTo>
                <a:lnTo>
                  <a:pt x="53" y="116"/>
                </a:lnTo>
                <a:lnTo>
                  <a:pt x="51" y="115"/>
                </a:lnTo>
                <a:lnTo>
                  <a:pt x="52" y="114"/>
                </a:lnTo>
                <a:lnTo>
                  <a:pt x="52" y="114"/>
                </a:lnTo>
                <a:lnTo>
                  <a:pt x="51" y="114"/>
                </a:lnTo>
                <a:lnTo>
                  <a:pt x="51" y="113"/>
                </a:lnTo>
                <a:lnTo>
                  <a:pt x="51" y="111"/>
                </a:lnTo>
                <a:lnTo>
                  <a:pt x="52" y="110"/>
                </a:lnTo>
                <a:lnTo>
                  <a:pt x="52" y="109"/>
                </a:lnTo>
                <a:lnTo>
                  <a:pt x="53" y="109"/>
                </a:lnTo>
                <a:lnTo>
                  <a:pt x="53" y="108"/>
                </a:lnTo>
                <a:lnTo>
                  <a:pt x="53" y="107"/>
                </a:lnTo>
                <a:lnTo>
                  <a:pt x="53" y="106"/>
                </a:lnTo>
                <a:lnTo>
                  <a:pt x="53" y="104"/>
                </a:lnTo>
                <a:lnTo>
                  <a:pt x="54" y="103"/>
                </a:lnTo>
                <a:lnTo>
                  <a:pt x="53" y="101"/>
                </a:lnTo>
                <a:lnTo>
                  <a:pt x="54" y="101"/>
                </a:lnTo>
                <a:lnTo>
                  <a:pt x="54" y="100"/>
                </a:lnTo>
                <a:lnTo>
                  <a:pt x="54" y="99"/>
                </a:lnTo>
                <a:lnTo>
                  <a:pt x="55" y="98"/>
                </a:lnTo>
                <a:lnTo>
                  <a:pt x="56" y="98"/>
                </a:lnTo>
                <a:lnTo>
                  <a:pt x="55" y="97"/>
                </a:lnTo>
                <a:lnTo>
                  <a:pt x="55" y="96"/>
                </a:lnTo>
                <a:lnTo>
                  <a:pt x="55" y="95"/>
                </a:lnTo>
                <a:lnTo>
                  <a:pt x="57" y="95"/>
                </a:lnTo>
                <a:lnTo>
                  <a:pt x="58" y="93"/>
                </a:lnTo>
                <a:lnTo>
                  <a:pt x="59" y="93"/>
                </a:lnTo>
                <a:lnTo>
                  <a:pt x="59" y="92"/>
                </a:lnTo>
                <a:lnTo>
                  <a:pt x="59" y="91"/>
                </a:lnTo>
                <a:lnTo>
                  <a:pt x="61" y="89"/>
                </a:lnTo>
                <a:lnTo>
                  <a:pt x="61" y="88"/>
                </a:lnTo>
                <a:lnTo>
                  <a:pt x="60" y="88"/>
                </a:lnTo>
                <a:lnTo>
                  <a:pt x="59" y="88"/>
                </a:lnTo>
                <a:lnTo>
                  <a:pt x="59" y="87"/>
                </a:lnTo>
                <a:lnTo>
                  <a:pt x="59" y="85"/>
                </a:lnTo>
                <a:lnTo>
                  <a:pt x="61" y="84"/>
                </a:lnTo>
                <a:lnTo>
                  <a:pt x="61" y="83"/>
                </a:lnTo>
                <a:lnTo>
                  <a:pt x="62" y="83"/>
                </a:lnTo>
                <a:lnTo>
                  <a:pt x="62" y="84"/>
                </a:lnTo>
                <a:lnTo>
                  <a:pt x="63" y="83"/>
                </a:lnTo>
                <a:lnTo>
                  <a:pt x="63" y="82"/>
                </a:lnTo>
                <a:lnTo>
                  <a:pt x="63" y="81"/>
                </a:lnTo>
                <a:lnTo>
                  <a:pt x="63" y="81"/>
                </a:lnTo>
                <a:lnTo>
                  <a:pt x="62" y="80"/>
                </a:lnTo>
                <a:lnTo>
                  <a:pt x="61" y="79"/>
                </a:lnTo>
                <a:lnTo>
                  <a:pt x="61" y="77"/>
                </a:lnTo>
                <a:lnTo>
                  <a:pt x="60" y="77"/>
                </a:lnTo>
                <a:lnTo>
                  <a:pt x="60" y="76"/>
                </a:lnTo>
                <a:lnTo>
                  <a:pt x="61" y="74"/>
                </a:lnTo>
                <a:lnTo>
                  <a:pt x="60" y="73"/>
                </a:lnTo>
                <a:lnTo>
                  <a:pt x="63" y="70"/>
                </a:lnTo>
                <a:lnTo>
                  <a:pt x="67" y="68"/>
                </a:lnTo>
                <a:lnTo>
                  <a:pt x="68" y="68"/>
                </a:lnTo>
                <a:lnTo>
                  <a:pt x="68" y="67"/>
                </a:lnTo>
                <a:lnTo>
                  <a:pt x="70" y="66"/>
                </a:lnTo>
                <a:lnTo>
                  <a:pt x="69" y="65"/>
                </a:lnTo>
                <a:lnTo>
                  <a:pt x="71" y="63"/>
                </a:lnTo>
                <a:lnTo>
                  <a:pt x="72" y="61"/>
                </a:lnTo>
                <a:lnTo>
                  <a:pt x="70" y="61"/>
                </a:lnTo>
                <a:lnTo>
                  <a:pt x="70" y="59"/>
                </a:lnTo>
                <a:lnTo>
                  <a:pt x="70" y="59"/>
                </a:lnTo>
                <a:lnTo>
                  <a:pt x="70" y="58"/>
                </a:lnTo>
                <a:lnTo>
                  <a:pt x="70" y="56"/>
                </a:lnTo>
                <a:lnTo>
                  <a:pt x="69" y="55"/>
                </a:lnTo>
                <a:lnTo>
                  <a:pt x="69" y="56"/>
                </a:lnTo>
                <a:lnTo>
                  <a:pt x="68" y="56"/>
                </a:lnTo>
                <a:lnTo>
                  <a:pt x="68" y="55"/>
                </a:lnTo>
                <a:lnTo>
                  <a:pt x="67" y="54"/>
                </a:lnTo>
                <a:lnTo>
                  <a:pt x="68" y="53"/>
                </a:lnTo>
                <a:lnTo>
                  <a:pt x="69" y="54"/>
                </a:lnTo>
                <a:lnTo>
                  <a:pt x="69" y="53"/>
                </a:lnTo>
                <a:lnTo>
                  <a:pt x="71" y="53"/>
                </a:lnTo>
                <a:lnTo>
                  <a:pt x="71" y="52"/>
                </a:lnTo>
                <a:lnTo>
                  <a:pt x="72" y="52"/>
                </a:lnTo>
                <a:lnTo>
                  <a:pt x="73" y="50"/>
                </a:lnTo>
                <a:lnTo>
                  <a:pt x="73" y="49"/>
                </a:lnTo>
                <a:lnTo>
                  <a:pt x="72" y="49"/>
                </a:lnTo>
                <a:lnTo>
                  <a:pt x="72" y="48"/>
                </a:lnTo>
                <a:lnTo>
                  <a:pt x="73" y="48"/>
                </a:lnTo>
                <a:lnTo>
                  <a:pt x="73" y="48"/>
                </a:lnTo>
                <a:lnTo>
                  <a:pt x="75" y="46"/>
                </a:lnTo>
                <a:lnTo>
                  <a:pt x="76" y="46"/>
                </a:lnTo>
                <a:lnTo>
                  <a:pt x="77" y="45"/>
                </a:lnTo>
                <a:lnTo>
                  <a:pt x="77" y="45"/>
                </a:lnTo>
                <a:lnTo>
                  <a:pt x="79" y="47"/>
                </a:lnTo>
                <a:lnTo>
                  <a:pt x="80" y="48"/>
                </a:lnTo>
                <a:lnTo>
                  <a:pt x="81" y="48"/>
                </a:lnTo>
                <a:lnTo>
                  <a:pt x="81" y="49"/>
                </a:lnTo>
                <a:lnTo>
                  <a:pt x="82" y="47"/>
                </a:lnTo>
                <a:lnTo>
                  <a:pt x="82" y="46"/>
                </a:lnTo>
                <a:lnTo>
                  <a:pt x="83" y="45"/>
                </a:lnTo>
                <a:lnTo>
                  <a:pt x="84" y="45"/>
                </a:lnTo>
                <a:lnTo>
                  <a:pt x="85" y="44"/>
                </a:lnTo>
                <a:lnTo>
                  <a:pt x="85" y="44"/>
                </a:lnTo>
                <a:lnTo>
                  <a:pt x="86" y="44"/>
                </a:lnTo>
                <a:lnTo>
                  <a:pt x="88" y="44"/>
                </a:lnTo>
                <a:lnTo>
                  <a:pt x="88" y="43"/>
                </a:lnTo>
                <a:lnTo>
                  <a:pt x="88" y="43"/>
                </a:lnTo>
                <a:lnTo>
                  <a:pt x="88" y="42"/>
                </a:lnTo>
                <a:lnTo>
                  <a:pt x="89" y="42"/>
                </a:lnTo>
                <a:lnTo>
                  <a:pt x="90" y="42"/>
                </a:lnTo>
                <a:lnTo>
                  <a:pt x="90" y="41"/>
                </a:lnTo>
                <a:lnTo>
                  <a:pt x="93" y="40"/>
                </a:lnTo>
                <a:lnTo>
                  <a:pt x="93" y="38"/>
                </a:lnTo>
                <a:lnTo>
                  <a:pt x="91" y="38"/>
                </a:lnTo>
                <a:lnTo>
                  <a:pt x="94" y="35"/>
                </a:lnTo>
                <a:lnTo>
                  <a:pt x="93" y="33"/>
                </a:lnTo>
                <a:lnTo>
                  <a:pt x="94" y="31"/>
                </a:lnTo>
                <a:lnTo>
                  <a:pt x="93" y="31"/>
                </a:lnTo>
                <a:lnTo>
                  <a:pt x="93" y="31"/>
                </a:lnTo>
                <a:lnTo>
                  <a:pt x="92" y="30"/>
                </a:lnTo>
                <a:lnTo>
                  <a:pt x="92" y="27"/>
                </a:lnTo>
                <a:lnTo>
                  <a:pt x="92" y="27"/>
                </a:lnTo>
                <a:lnTo>
                  <a:pt x="91" y="24"/>
                </a:lnTo>
                <a:lnTo>
                  <a:pt x="89" y="24"/>
                </a:lnTo>
                <a:lnTo>
                  <a:pt x="88" y="22"/>
                </a:lnTo>
                <a:lnTo>
                  <a:pt x="87" y="23"/>
                </a:lnTo>
                <a:lnTo>
                  <a:pt x="88" y="22"/>
                </a:lnTo>
                <a:lnTo>
                  <a:pt x="86" y="21"/>
                </a:lnTo>
                <a:lnTo>
                  <a:pt x="86" y="21"/>
                </a:lnTo>
                <a:lnTo>
                  <a:pt x="85" y="20"/>
                </a:lnTo>
                <a:lnTo>
                  <a:pt x="85" y="21"/>
                </a:lnTo>
                <a:lnTo>
                  <a:pt x="84" y="20"/>
                </a:lnTo>
                <a:lnTo>
                  <a:pt x="84" y="19"/>
                </a:lnTo>
                <a:lnTo>
                  <a:pt x="83" y="19"/>
                </a:lnTo>
                <a:lnTo>
                  <a:pt x="83" y="18"/>
                </a:lnTo>
                <a:lnTo>
                  <a:pt x="83" y="17"/>
                </a:lnTo>
                <a:lnTo>
                  <a:pt x="83" y="16"/>
                </a:lnTo>
                <a:lnTo>
                  <a:pt x="84" y="16"/>
                </a:lnTo>
                <a:lnTo>
                  <a:pt x="84" y="14"/>
                </a:lnTo>
                <a:lnTo>
                  <a:pt x="86" y="14"/>
                </a:lnTo>
                <a:lnTo>
                  <a:pt x="85" y="13"/>
                </a:lnTo>
                <a:lnTo>
                  <a:pt x="86" y="13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5075389" y="3576843"/>
            <a:ext cx="852929" cy="577170"/>
          </a:xfrm>
          <a:custGeom>
            <a:avLst/>
            <a:gdLst/>
            <a:ahLst/>
            <a:cxnLst/>
            <a:rect l="l" t="t" r="r" b="b"/>
            <a:pathLst>
              <a:path w="133" h="90">
                <a:moveTo>
                  <a:pt x="29" y="86"/>
                </a:moveTo>
                <a:lnTo>
                  <a:pt x="30" y="85"/>
                </a:lnTo>
                <a:lnTo>
                  <a:pt x="29" y="85"/>
                </a:lnTo>
                <a:lnTo>
                  <a:pt x="29" y="84"/>
                </a:lnTo>
                <a:lnTo>
                  <a:pt x="30" y="84"/>
                </a:lnTo>
                <a:lnTo>
                  <a:pt x="30" y="82"/>
                </a:lnTo>
                <a:lnTo>
                  <a:pt x="30" y="80"/>
                </a:lnTo>
                <a:lnTo>
                  <a:pt x="33" y="80"/>
                </a:lnTo>
                <a:lnTo>
                  <a:pt x="33" y="79"/>
                </a:lnTo>
                <a:lnTo>
                  <a:pt x="36" y="79"/>
                </a:lnTo>
                <a:lnTo>
                  <a:pt x="36" y="78"/>
                </a:lnTo>
                <a:lnTo>
                  <a:pt x="37" y="78"/>
                </a:lnTo>
                <a:lnTo>
                  <a:pt x="37" y="79"/>
                </a:lnTo>
                <a:lnTo>
                  <a:pt x="39" y="79"/>
                </a:lnTo>
                <a:lnTo>
                  <a:pt x="39" y="81"/>
                </a:lnTo>
                <a:lnTo>
                  <a:pt x="40" y="81"/>
                </a:lnTo>
                <a:lnTo>
                  <a:pt x="40" y="81"/>
                </a:lnTo>
                <a:lnTo>
                  <a:pt x="40" y="81"/>
                </a:lnTo>
                <a:lnTo>
                  <a:pt x="40" y="82"/>
                </a:lnTo>
                <a:lnTo>
                  <a:pt x="41" y="82"/>
                </a:lnTo>
                <a:lnTo>
                  <a:pt x="42" y="83"/>
                </a:lnTo>
                <a:lnTo>
                  <a:pt x="42" y="85"/>
                </a:lnTo>
                <a:lnTo>
                  <a:pt x="43" y="85"/>
                </a:lnTo>
                <a:lnTo>
                  <a:pt x="44" y="87"/>
                </a:lnTo>
                <a:lnTo>
                  <a:pt x="44" y="87"/>
                </a:lnTo>
                <a:lnTo>
                  <a:pt x="44" y="89"/>
                </a:lnTo>
                <a:lnTo>
                  <a:pt x="46" y="89"/>
                </a:lnTo>
                <a:lnTo>
                  <a:pt x="46" y="88"/>
                </a:lnTo>
                <a:lnTo>
                  <a:pt x="46" y="88"/>
                </a:lnTo>
                <a:lnTo>
                  <a:pt x="46" y="87"/>
                </a:lnTo>
                <a:lnTo>
                  <a:pt x="47" y="87"/>
                </a:lnTo>
                <a:lnTo>
                  <a:pt x="46" y="86"/>
                </a:lnTo>
                <a:lnTo>
                  <a:pt x="48" y="85"/>
                </a:lnTo>
                <a:lnTo>
                  <a:pt x="48" y="86"/>
                </a:lnTo>
                <a:lnTo>
                  <a:pt x="50" y="88"/>
                </a:lnTo>
                <a:lnTo>
                  <a:pt x="51" y="88"/>
                </a:lnTo>
                <a:lnTo>
                  <a:pt x="52" y="88"/>
                </a:lnTo>
                <a:lnTo>
                  <a:pt x="52" y="87"/>
                </a:lnTo>
                <a:lnTo>
                  <a:pt x="53" y="87"/>
                </a:lnTo>
                <a:lnTo>
                  <a:pt x="54" y="86"/>
                </a:lnTo>
                <a:lnTo>
                  <a:pt x="56" y="86"/>
                </a:lnTo>
                <a:lnTo>
                  <a:pt x="55" y="83"/>
                </a:lnTo>
                <a:lnTo>
                  <a:pt x="57" y="83"/>
                </a:lnTo>
                <a:lnTo>
                  <a:pt x="57" y="82"/>
                </a:lnTo>
                <a:lnTo>
                  <a:pt x="58" y="82"/>
                </a:lnTo>
                <a:lnTo>
                  <a:pt x="61" y="82"/>
                </a:lnTo>
                <a:lnTo>
                  <a:pt x="61" y="83"/>
                </a:lnTo>
                <a:lnTo>
                  <a:pt x="61" y="84"/>
                </a:lnTo>
                <a:lnTo>
                  <a:pt x="63" y="84"/>
                </a:lnTo>
                <a:lnTo>
                  <a:pt x="62" y="86"/>
                </a:lnTo>
                <a:lnTo>
                  <a:pt x="63" y="87"/>
                </a:lnTo>
                <a:lnTo>
                  <a:pt x="63" y="88"/>
                </a:lnTo>
                <a:lnTo>
                  <a:pt x="64" y="88"/>
                </a:lnTo>
                <a:lnTo>
                  <a:pt x="64" y="88"/>
                </a:lnTo>
                <a:lnTo>
                  <a:pt x="65" y="87"/>
                </a:lnTo>
                <a:lnTo>
                  <a:pt x="65" y="87"/>
                </a:lnTo>
                <a:lnTo>
                  <a:pt x="67" y="87"/>
                </a:lnTo>
                <a:lnTo>
                  <a:pt x="67" y="87"/>
                </a:lnTo>
                <a:lnTo>
                  <a:pt x="67" y="85"/>
                </a:lnTo>
                <a:lnTo>
                  <a:pt x="67" y="83"/>
                </a:lnTo>
                <a:lnTo>
                  <a:pt x="67" y="82"/>
                </a:lnTo>
                <a:lnTo>
                  <a:pt x="68" y="82"/>
                </a:lnTo>
                <a:lnTo>
                  <a:pt x="67" y="81"/>
                </a:lnTo>
                <a:lnTo>
                  <a:pt x="69" y="80"/>
                </a:lnTo>
                <a:lnTo>
                  <a:pt x="70" y="80"/>
                </a:lnTo>
                <a:lnTo>
                  <a:pt x="70" y="80"/>
                </a:lnTo>
                <a:lnTo>
                  <a:pt x="71" y="80"/>
                </a:lnTo>
                <a:lnTo>
                  <a:pt x="73" y="79"/>
                </a:lnTo>
                <a:lnTo>
                  <a:pt x="72" y="79"/>
                </a:lnTo>
                <a:lnTo>
                  <a:pt x="72" y="77"/>
                </a:lnTo>
                <a:lnTo>
                  <a:pt x="73" y="77"/>
                </a:lnTo>
                <a:lnTo>
                  <a:pt x="74" y="74"/>
                </a:lnTo>
                <a:lnTo>
                  <a:pt x="74" y="72"/>
                </a:lnTo>
                <a:lnTo>
                  <a:pt x="75" y="71"/>
                </a:lnTo>
                <a:lnTo>
                  <a:pt x="78" y="71"/>
                </a:lnTo>
                <a:lnTo>
                  <a:pt x="78" y="70"/>
                </a:lnTo>
                <a:lnTo>
                  <a:pt x="80" y="69"/>
                </a:lnTo>
                <a:lnTo>
                  <a:pt x="81" y="69"/>
                </a:lnTo>
                <a:lnTo>
                  <a:pt x="81" y="70"/>
                </a:lnTo>
                <a:lnTo>
                  <a:pt x="83" y="69"/>
                </a:lnTo>
                <a:lnTo>
                  <a:pt x="83" y="68"/>
                </a:lnTo>
                <a:lnTo>
                  <a:pt x="83" y="68"/>
                </a:lnTo>
                <a:lnTo>
                  <a:pt x="83" y="66"/>
                </a:lnTo>
                <a:lnTo>
                  <a:pt x="83" y="65"/>
                </a:lnTo>
                <a:lnTo>
                  <a:pt x="84" y="64"/>
                </a:lnTo>
                <a:lnTo>
                  <a:pt x="85" y="64"/>
                </a:lnTo>
                <a:lnTo>
                  <a:pt x="85" y="63"/>
                </a:lnTo>
                <a:lnTo>
                  <a:pt x="85" y="62"/>
                </a:lnTo>
                <a:lnTo>
                  <a:pt x="85" y="61"/>
                </a:lnTo>
                <a:lnTo>
                  <a:pt x="86" y="60"/>
                </a:lnTo>
                <a:lnTo>
                  <a:pt x="86" y="57"/>
                </a:lnTo>
                <a:lnTo>
                  <a:pt x="88" y="56"/>
                </a:lnTo>
                <a:lnTo>
                  <a:pt x="88" y="57"/>
                </a:lnTo>
                <a:lnTo>
                  <a:pt x="89" y="55"/>
                </a:lnTo>
                <a:lnTo>
                  <a:pt x="89" y="56"/>
                </a:lnTo>
                <a:lnTo>
                  <a:pt x="90" y="56"/>
                </a:lnTo>
                <a:lnTo>
                  <a:pt x="91" y="55"/>
                </a:lnTo>
                <a:lnTo>
                  <a:pt x="90" y="55"/>
                </a:lnTo>
                <a:lnTo>
                  <a:pt x="91" y="53"/>
                </a:lnTo>
                <a:lnTo>
                  <a:pt x="90" y="53"/>
                </a:lnTo>
                <a:lnTo>
                  <a:pt x="90" y="53"/>
                </a:lnTo>
                <a:lnTo>
                  <a:pt x="91" y="52"/>
                </a:lnTo>
                <a:lnTo>
                  <a:pt x="92" y="53"/>
                </a:lnTo>
                <a:lnTo>
                  <a:pt x="92" y="52"/>
                </a:lnTo>
                <a:lnTo>
                  <a:pt x="92" y="51"/>
                </a:lnTo>
                <a:lnTo>
                  <a:pt x="92" y="50"/>
                </a:lnTo>
                <a:lnTo>
                  <a:pt x="95" y="48"/>
                </a:lnTo>
                <a:lnTo>
                  <a:pt x="94" y="49"/>
                </a:lnTo>
                <a:lnTo>
                  <a:pt x="95" y="49"/>
                </a:lnTo>
                <a:lnTo>
                  <a:pt x="96" y="47"/>
                </a:lnTo>
                <a:lnTo>
                  <a:pt x="96" y="47"/>
                </a:lnTo>
                <a:lnTo>
                  <a:pt x="96" y="46"/>
                </a:lnTo>
                <a:lnTo>
                  <a:pt x="96" y="46"/>
                </a:lnTo>
                <a:lnTo>
                  <a:pt x="95" y="46"/>
                </a:lnTo>
                <a:lnTo>
                  <a:pt x="95" y="46"/>
                </a:lnTo>
                <a:lnTo>
                  <a:pt x="94" y="46"/>
                </a:lnTo>
                <a:lnTo>
                  <a:pt x="95" y="46"/>
                </a:lnTo>
                <a:lnTo>
                  <a:pt x="95" y="45"/>
                </a:lnTo>
                <a:lnTo>
                  <a:pt x="94" y="45"/>
                </a:lnTo>
                <a:lnTo>
                  <a:pt x="92" y="44"/>
                </a:lnTo>
                <a:lnTo>
                  <a:pt x="92" y="44"/>
                </a:lnTo>
                <a:lnTo>
                  <a:pt x="93" y="43"/>
                </a:lnTo>
                <a:lnTo>
                  <a:pt x="93" y="43"/>
                </a:lnTo>
                <a:lnTo>
                  <a:pt x="93" y="42"/>
                </a:lnTo>
                <a:lnTo>
                  <a:pt x="96" y="42"/>
                </a:lnTo>
                <a:lnTo>
                  <a:pt x="95" y="41"/>
                </a:lnTo>
                <a:lnTo>
                  <a:pt x="96" y="41"/>
                </a:lnTo>
                <a:lnTo>
                  <a:pt x="96" y="41"/>
                </a:lnTo>
                <a:lnTo>
                  <a:pt x="96" y="45"/>
                </a:lnTo>
                <a:lnTo>
                  <a:pt x="98" y="44"/>
                </a:lnTo>
                <a:lnTo>
                  <a:pt x="99" y="44"/>
                </a:lnTo>
                <a:lnTo>
                  <a:pt x="100" y="43"/>
                </a:lnTo>
                <a:lnTo>
                  <a:pt x="100" y="43"/>
                </a:lnTo>
                <a:lnTo>
                  <a:pt x="101" y="43"/>
                </a:lnTo>
                <a:lnTo>
                  <a:pt x="101" y="42"/>
                </a:lnTo>
                <a:lnTo>
                  <a:pt x="103" y="42"/>
                </a:lnTo>
                <a:lnTo>
                  <a:pt x="102" y="40"/>
                </a:lnTo>
                <a:lnTo>
                  <a:pt x="102" y="39"/>
                </a:lnTo>
                <a:lnTo>
                  <a:pt x="101" y="39"/>
                </a:lnTo>
                <a:lnTo>
                  <a:pt x="101" y="38"/>
                </a:lnTo>
                <a:lnTo>
                  <a:pt x="103" y="37"/>
                </a:lnTo>
                <a:lnTo>
                  <a:pt x="102" y="36"/>
                </a:lnTo>
                <a:lnTo>
                  <a:pt x="103" y="34"/>
                </a:lnTo>
                <a:lnTo>
                  <a:pt x="104" y="34"/>
                </a:lnTo>
                <a:lnTo>
                  <a:pt x="105" y="36"/>
                </a:lnTo>
                <a:lnTo>
                  <a:pt x="105" y="35"/>
                </a:lnTo>
                <a:lnTo>
                  <a:pt x="105" y="34"/>
                </a:lnTo>
                <a:lnTo>
                  <a:pt x="106" y="34"/>
                </a:lnTo>
                <a:lnTo>
                  <a:pt x="106" y="33"/>
                </a:lnTo>
                <a:lnTo>
                  <a:pt x="106" y="32"/>
                </a:lnTo>
                <a:lnTo>
                  <a:pt x="105" y="32"/>
                </a:lnTo>
                <a:lnTo>
                  <a:pt x="104" y="31"/>
                </a:lnTo>
                <a:lnTo>
                  <a:pt x="104" y="30"/>
                </a:lnTo>
                <a:lnTo>
                  <a:pt x="105" y="31"/>
                </a:lnTo>
                <a:lnTo>
                  <a:pt x="106" y="31"/>
                </a:lnTo>
                <a:lnTo>
                  <a:pt x="107" y="31"/>
                </a:lnTo>
                <a:lnTo>
                  <a:pt x="109" y="29"/>
                </a:lnTo>
                <a:lnTo>
                  <a:pt x="110" y="28"/>
                </a:lnTo>
                <a:lnTo>
                  <a:pt x="111" y="27"/>
                </a:lnTo>
                <a:lnTo>
                  <a:pt x="113" y="27"/>
                </a:lnTo>
                <a:lnTo>
                  <a:pt x="113" y="26"/>
                </a:lnTo>
                <a:lnTo>
                  <a:pt x="114" y="26"/>
                </a:lnTo>
                <a:lnTo>
                  <a:pt x="115" y="24"/>
                </a:lnTo>
                <a:lnTo>
                  <a:pt x="115" y="24"/>
                </a:lnTo>
                <a:lnTo>
                  <a:pt x="114" y="25"/>
                </a:lnTo>
                <a:lnTo>
                  <a:pt x="115" y="26"/>
                </a:lnTo>
                <a:lnTo>
                  <a:pt x="116" y="26"/>
                </a:lnTo>
                <a:lnTo>
                  <a:pt x="115" y="25"/>
                </a:lnTo>
                <a:lnTo>
                  <a:pt x="117" y="26"/>
                </a:lnTo>
                <a:lnTo>
                  <a:pt x="117" y="24"/>
                </a:lnTo>
                <a:lnTo>
                  <a:pt x="118" y="23"/>
                </a:lnTo>
                <a:lnTo>
                  <a:pt x="119" y="23"/>
                </a:lnTo>
                <a:lnTo>
                  <a:pt x="119" y="22"/>
                </a:lnTo>
                <a:lnTo>
                  <a:pt x="123" y="19"/>
                </a:lnTo>
                <a:lnTo>
                  <a:pt x="124" y="21"/>
                </a:lnTo>
                <a:lnTo>
                  <a:pt x="124" y="21"/>
                </a:lnTo>
                <a:lnTo>
                  <a:pt x="125" y="20"/>
                </a:lnTo>
                <a:lnTo>
                  <a:pt x="125" y="21"/>
                </a:lnTo>
                <a:lnTo>
                  <a:pt x="126" y="20"/>
                </a:lnTo>
                <a:lnTo>
                  <a:pt x="126" y="21"/>
                </a:lnTo>
                <a:lnTo>
                  <a:pt x="126" y="22"/>
                </a:lnTo>
                <a:lnTo>
                  <a:pt x="129" y="21"/>
                </a:lnTo>
                <a:lnTo>
                  <a:pt x="130" y="20"/>
                </a:lnTo>
                <a:lnTo>
                  <a:pt x="130" y="20"/>
                </a:lnTo>
                <a:lnTo>
                  <a:pt x="131" y="20"/>
                </a:lnTo>
                <a:lnTo>
                  <a:pt x="130" y="19"/>
                </a:lnTo>
                <a:lnTo>
                  <a:pt x="131" y="19"/>
                </a:lnTo>
                <a:lnTo>
                  <a:pt x="131" y="20"/>
                </a:lnTo>
                <a:lnTo>
                  <a:pt x="132" y="19"/>
                </a:lnTo>
                <a:lnTo>
                  <a:pt x="132" y="18"/>
                </a:lnTo>
                <a:lnTo>
                  <a:pt x="132" y="17"/>
                </a:lnTo>
                <a:lnTo>
                  <a:pt x="132" y="16"/>
                </a:lnTo>
                <a:lnTo>
                  <a:pt x="132" y="16"/>
                </a:lnTo>
                <a:lnTo>
                  <a:pt x="130" y="16"/>
                </a:lnTo>
                <a:lnTo>
                  <a:pt x="130" y="14"/>
                </a:lnTo>
                <a:lnTo>
                  <a:pt x="131" y="13"/>
                </a:lnTo>
                <a:lnTo>
                  <a:pt x="132" y="13"/>
                </a:lnTo>
                <a:lnTo>
                  <a:pt x="132" y="13"/>
                </a:lnTo>
                <a:lnTo>
                  <a:pt x="132" y="12"/>
                </a:lnTo>
                <a:lnTo>
                  <a:pt x="132" y="11"/>
                </a:lnTo>
                <a:lnTo>
                  <a:pt x="131" y="11"/>
                </a:lnTo>
                <a:lnTo>
                  <a:pt x="131" y="10"/>
                </a:lnTo>
                <a:lnTo>
                  <a:pt x="132" y="9"/>
                </a:lnTo>
                <a:lnTo>
                  <a:pt x="132" y="9"/>
                </a:lnTo>
                <a:lnTo>
                  <a:pt x="132" y="8"/>
                </a:lnTo>
                <a:lnTo>
                  <a:pt x="133" y="8"/>
                </a:lnTo>
                <a:lnTo>
                  <a:pt x="133" y="8"/>
                </a:lnTo>
                <a:lnTo>
                  <a:pt x="133" y="7"/>
                </a:lnTo>
                <a:lnTo>
                  <a:pt x="132" y="7"/>
                </a:lnTo>
                <a:lnTo>
                  <a:pt x="130" y="8"/>
                </a:lnTo>
                <a:lnTo>
                  <a:pt x="129" y="8"/>
                </a:lnTo>
                <a:lnTo>
                  <a:pt x="129" y="7"/>
                </a:lnTo>
                <a:lnTo>
                  <a:pt x="127" y="8"/>
                </a:lnTo>
                <a:lnTo>
                  <a:pt x="126" y="8"/>
                </a:lnTo>
                <a:lnTo>
                  <a:pt x="126" y="8"/>
                </a:lnTo>
                <a:lnTo>
                  <a:pt x="125" y="7"/>
                </a:lnTo>
                <a:lnTo>
                  <a:pt x="124" y="8"/>
                </a:lnTo>
                <a:lnTo>
                  <a:pt x="123" y="7"/>
                </a:lnTo>
                <a:lnTo>
                  <a:pt x="123" y="6"/>
                </a:lnTo>
                <a:lnTo>
                  <a:pt x="123" y="6"/>
                </a:lnTo>
                <a:lnTo>
                  <a:pt x="121" y="7"/>
                </a:lnTo>
                <a:lnTo>
                  <a:pt x="120" y="7"/>
                </a:lnTo>
                <a:lnTo>
                  <a:pt x="119" y="8"/>
                </a:lnTo>
                <a:lnTo>
                  <a:pt x="115" y="9"/>
                </a:lnTo>
                <a:lnTo>
                  <a:pt x="114" y="9"/>
                </a:lnTo>
                <a:lnTo>
                  <a:pt x="113" y="10"/>
                </a:lnTo>
                <a:lnTo>
                  <a:pt x="111" y="9"/>
                </a:lnTo>
                <a:lnTo>
                  <a:pt x="111" y="8"/>
                </a:lnTo>
                <a:lnTo>
                  <a:pt x="110" y="8"/>
                </a:lnTo>
                <a:lnTo>
                  <a:pt x="110" y="7"/>
                </a:lnTo>
                <a:lnTo>
                  <a:pt x="110" y="7"/>
                </a:lnTo>
                <a:lnTo>
                  <a:pt x="109" y="6"/>
                </a:lnTo>
                <a:lnTo>
                  <a:pt x="109" y="6"/>
                </a:lnTo>
                <a:lnTo>
                  <a:pt x="109" y="7"/>
                </a:lnTo>
                <a:lnTo>
                  <a:pt x="108" y="8"/>
                </a:lnTo>
                <a:lnTo>
                  <a:pt x="106" y="8"/>
                </a:lnTo>
                <a:lnTo>
                  <a:pt x="105" y="7"/>
                </a:lnTo>
                <a:lnTo>
                  <a:pt x="105" y="5"/>
                </a:lnTo>
                <a:lnTo>
                  <a:pt x="104" y="5"/>
                </a:lnTo>
                <a:lnTo>
                  <a:pt x="103" y="5"/>
                </a:lnTo>
                <a:lnTo>
                  <a:pt x="101" y="4"/>
                </a:lnTo>
                <a:lnTo>
                  <a:pt x="101" y="3"/>
                </a:lnTo>
                <a:lnTo>
                  <a:pt x="97" y="4"/>
                </a:lnTo>
                <a:lnTo>
                  <a:pt x="95" y="5"/>
                </a:lnTo>
                <a:lnTo>
                  <a:pt x="93" y="6"/>
                </a:lnTo>
                <a:lnTo>
                  <a:pt x="91" y="8"/>
                </a:lnTo>
                <a:lnTo>
                  <a:pt x="89" y="8"/>
                </a:lnTo>
                <a:lnTo>
                  <a:pt x="89" y="9"/>
                </a:lnTo>
                <a:lnTo>
                  <a:pt x="90" y="9"/>
                </a:lnTo>
                <a:lnTo>
                  <a:pt x="90" y="9"/>
                </a:lnTo>
                <a:lnTo>
                  <a:pt x="89" y="10"/>
                </a:lnTo>
                <a:lnTo>
                  <a:pt x="89" y="10"/>
                </a:lnTo>
                <a:lnTo>
                  <a:pt x="90" y="11"/>
                </a:lnTo>
                <a:lnTo>
                  <a:pt x="88" y="13"/>
                </a:lnTo>
                <a:lnTo>
                  <a:pt x="85" y="15"/>
                </a:lnTo>
                <a:lnTo>
                  <a:pt x="85" y="16"/>
                </a:lnTo>
                <a:lnTo>
                  <a:pt x="83" y="16"/>
                </a:lnTo>
                <a:lnTo>
                  <a:pt x="83" y="17"/>
                </a:lnTo>
                <a:lnTo>
                  <a:pt x="84" y="18"/>
                </a:lnTo>
                <a:lnTo>
                  <a:pt x="84" y="19"/>
                </a:lnTo>
                <a:lnTo>
                  <a:pt x="82" y="22"/>
                </a:lnTo>
                <a:lnTo>
                  <a:pt x="81" y="22"/>
                </a:lnTo>
                <a:lnTo>
                  <a:pt x="79" y="23"/>
                </a:lnTo>
                <a:lnTo>
                  <a:pt x="75" y="23"/>
                </a:lnTo>
                <a:lnTo>
                  <a:pt x="74" y="23"/>
                </a:lnTo>
                <a:lnTo>
                  <a:pt x="74" y="22"/>
                </a:lnTo>
                <a:lnTo>
                  <a:pt x="73" y="21"/>
                </a:lnTo>
                <a:lnTo>
                  <a:pt x="72" y="21"/>
                </a:lnTo>
                <a:lnTo>
                  <a:pt x="72" y="20"/>
                </a:lnTo>
                <a:lnTo>
                  <a:pt x="71" y="21"/>
                </a:lnTo>
                <a:lnTo>
                  <a:pt x="71" y="21"/>
                </a:lnTo>
                <a:lnTo>
                  <a:pt x="70" y="21"/>
                </a:lnTo>
                <a:lnTo>
                  <a:pt x="70" y="21"/>
                </a:lnTo>
                <a:lnTo>
                  <a:pt x="70" y="21"/>
                </a:lnTo>
                <a:lnTo>
                  <a:pt x="69" y="20"/>
                </a:lnTo>
                <a:lnTo>
                  <a:pt x="69" y="20"/>
                </a:lnTo>
                <a:lnTo>
                  <a:pt x="67" y="15"/>
                </a:lnTo>
                <a:lnTo>
                  <a:pt x="67" y="13"/>
                </a:lnTo>
                <a:lnTo>
                  <a:pt x="68" y="12"/>
                </a:lnTo>
                <a:lnTo>
                  <a:pt x="72" y="11"/>
                </a:lnTo>
                <a:lnTo>
                  <a:pt x="72" y="8"/>
                </a:lnTo>
                <a:lnTo>
                  <a:pt x="72" y="7"/>
                </a:lnTo>
                <a:lnTo>
                  <a:pt x="71" y="6"/>
                </a:lnTo>
                <a:lnTo>
                  <a:pt x="71" y="7"/>
                </a:lnTo>
                <a:lnTo>
                  <a:pt x="70" y="8"/>
                </a:lnTo>
                <a:lnTo>
                  <a:pt x="69" y="7"/>
                </a:lnTo>
                <a:lnTo>
                  <a:pt x="69" y="6"/>
                </a:lnTo>
                <a:lnTo>
                  <a:pt x="66" y="4"/>
                </a:lnTo>
                <a:lnTo>
                  <a:pt x="66" y="2"/>
                </a:lnTo>
                <a:lnTo>
                  <a:pt x="64" y="1"/>
                </a:lnTo>
                <a:lnTo>
                  <a:pt x="63" y="1"/>
                </a:lnTo>
                <a:lnTo>
                  <a:pt x="59" y="2"/>
                </a:lnTo>
                <a:lnTo>
                  <a:pt x="59" y="2"/>
                </a:lnTo>
                <a:lnTo>
                  <a:pt x="59" y="4"/>
                </a:lnTo>
                <a:lnTo>
                  <a:pt x="58" y="4"/>
                </a:lnTo>
                <a:lnTo>
                  <a:pt x="57" y="3"/>
                </a:lnTo>
                <a:lnTo>
                  <a:pt x="56" y="3"/>
                </a:lnTo>
                <a:lnTo>
                  <a:pt x="56" y="3"/>
                </a:lnTo>
                <a:lnTo>
                  <a:pt x="52" y="3"/>
                </a:lnTo>
                <a:lnTo>
                  <a:pt x="52" y="2"/>
                </a:lnTo>
                <a:lnTo>
                  <a:pt x="50" y="2"/>
                </a:lnTo>
                <a:lnTo>
                  <a:pt x="49" y="2"/>
                </a:lnTo>
                <a:lnTo>
                  <a:pt x="46" y="1"/>
                </a:lnTo>
                <a:lnTo>
                  <a:pt x="46" y="0"/>
                </a:lnTo>
                <a:lnTo>
                  <a:pt x="45" y="2"/>
                </a:lnTo>
                <a:lnTo>
                  <a:pt x="44" y="4"/>
                </a:lnTo>
                <a:lnTo>
                  <a:pt x="45" y="4"/>
                </a:lnTo>
                <a:lnTo>
                  <a:pt x="44" y="6"/>
                </a:lnTo>
                <a:lnTo>
                  <a:pt x="42" y="6"/>
                </a:lnTo>
                <a:lnTo>
                  <a:pt x="41" y="7"/>
                </a:lnTo>
                <a:lnTo>
                  <a:pt x="41" y="9"/>
                </a:lnTo>
                <a:lnTo>
                  <a:pt x="40" y="11"/>
                </a:lnTo>
                <a:lnTo>
                  <a:pt x="33" y="12"/>
                </a:lnTo>
                <a:lnTo>
                  <a:pt x="33" y="13"/>
                </a:lnTo>
                <a:lnTo>
                  <a:pt x="29" y="13"/>
                </a:lnTo>
                <a:lnTo>
                  <a:pt x="28" y="14"/>
                </a:lnTo>
                <a:lnTo>
                  <a:pt x="28" y="15"/>
                </a:lnTo>
                <a:lnTo>
                  <a:pt x="27" y="16"/>
                </a:lnTo>
                <a:lnTo>
                  <a:pt x="26" y="18"/>
                </a:lnTo>
                <a:lnTo>
                  <a:pt x="23" y="21"/>
                </a:lnTo>
                <a:lnTo>
                  <a:pt x="23" y="22"/>
                </a:lnTo>
                <a:lnTo>
                  <a:pt x="22" y="21"/>
                </a:lnTo>
                <a:lnTo>
                  <a:pt x="22" y="20"/>
                </a:lnTo>
                <a:lnTo>
                  <a:pt x="21" y="20"/>
                </a:lnTo>
                <a:lnTo>
                  <a:pt x="20" y="21"/>
                </a:lnTo>
                <a:lnTo>
                  <a:pt x="21" y="22"/>
                </a:lnTo>
                <a:lnTo>
                  <a:pt x="20" y="23"/>
                </a:lnTo>
                <a:lnTo>
                  <a:pt x="20" y="22"/>
                </a:lnTo>
                <a:lnTo>
                  <a:pt x="19" y="22"/>
                </a:lnTo>
                <a:lnTo>
                  <a:pt x="20" y="23"/>
                </a:lnTo>
                <a:lnTo>
                  <a:pt x="20" y="24"/>
                </a:lnTo>
                <a:lnTo>
                  <a:pt x="21" y="24"/>
                </a:lnTo>
                <a:lnTo>
                  <a:pt x="20" y="25"/>
                </a:lnTo>
                <a:lnTo>
                  <a:pt x="19" y="25"/>
                </a:lnTo>
                <a:lnTo>
                  <a:pt x="15" y="26"/>
                </a:lnTo>
                <a:lnTo>
                  <a:pt x="16" y="28"/>
                </a:lnTo>
                <a:lnTo>
                  <a:pt x="15" y="29"/>
                </a:lnTo>
                <a:lnTo>
                  <a:pt x="15" y="30"/>
                </a:lnTo>
                <a:lnTo>
                  <a:pt x="14" y="30"/>
                </a:lnTo>
                <a:lnTo>
                  <a:pt x="14" y="31"/>
                </a:lnTo>
                <a:lnTo>
                  <a:pt x="13" y="34"/>
                </a:lnTo>
                <a:lnTo>
                  <a:pt x="13" y="35"/>
                </a:lnTo>
                <a:lnTo>
                  <a:pt x="13" y="36"/>
                </a:lnTo>
                <a:lnTo>
                  <a:pt x="12" y="37"/>
                </a:lnTo>
                <a:lnTo>
                  <a:pt x="12" y="39"/>
                </a:lnTo>
                <a:lnTo>
                  <a:pt x="8" y="40"/>
                </a:lnTo>
                <a:lnTo>
                  <a:pt x="8" y="41"/>
                </a:lnTo>
                <a:lnTo>
                  <a:pt x="6" y="43"/>
                </a:lnTo>
                <a:lnTo>
                  <a:pt x="6" y="45"/>
                </a:lnTo>
                <a:lnTo>
                  <a:pt x="5" y="46"/>
                </a:lnTo>
                <a:lnTo>
                  <a:pt x="5" y="47"/>
                </a:lnTo>
                <a:lnTo>
                  <a:pt x="6" y="47"/>
                </a:lnTo>
                <a:lnTo>
                  <a:pt x="6" y="48"/>
                </a:lnTo>
                <a:lnTo>
                  <a:pt x="6" y="49"/>
                </a:lnTo>
                <a:lnTo>
                  <a:pt x="7" y="51"/>
                </a:lnTo>
                <a:lnTo>
                  <a:pt x="8" y="50"/>
                </a:lnTo>
                <a:lnTo>
                  <a:pt x="8" y="51"/>
                </a:lnTo>
                <a:lnTo>
                  <a:pt x="9" y="51"/>
                </a:lnTo>
                <a:lnTo>
                  <a:pt x="10" y="55"/>
                </a:lnTo>
                <a:lnTo>
                  <a:pt x="9" y="57"/>
                </a:lnTo>
                <a:lnTo>
                  <a:pt x="8" y="58"/>
                </a:lnTo>
                <a:lnTo>
                  <a:pt x="8" y="60"/>
                </a:lnTo>
                <a:lnTo>
                  <a:pt x="8" y="62"/>
                </a:lnTo>
                <a:lnTo>
                  <a:pt x="8" y="63"/>
                </a:lnTo>
                <a:lnTo>
                  <a:pt x="10" y="60"/>
                </a:lnTo>
                <a:lnTo>
                  <a:pt x="13" y="59"/>
                </a:lnTo>
                <a:lnTo>
                  <a:pt x="14" y="58"/>
                </a:lnTo>
                <a:lnTo>
                  <a:pt x="15" y="57"/>
                </a:lnTo>
                <a:lnTo>
                  <a:pt x="16" y="56"/>
                </a:lnTo>
                <a:lnTo>
                  <a:pt x="17" y="57"/>
                </a:lnTo>
                <a:lnTo>
                  <a:pt x="19" y="55"/>
                </a:lnTo>
                <a:lnTo>
                  <a:pt x="20" y="54"/>
                </a:lnTo>
                <a:lnTo>
                  <a:pt x="21" y="54"/>
                </a:lnTo>
                <a:lnTo>
                  <a:pt x="20" y="57"/>
                </a:lnTo>
                <a:lnTo>
                  <a:pt x="18" y="57"/>
                </a:lnTo>
                <a:lnTo>
                  <a:pt x="18" y="58"/>
                </a:lnTo>
                <a:lnTo>
                  <a:pt x="17" y="58"/>
                </a:lnTo>
                <a:lnTo>
                  <a:pt x="17" y="59"/>
                </a:lnTo>
                <a:lnTo>
                  <a:pt x="17" y="60"/>
                </a:lnTo>
                <a:lnTo>
                  <a:pt x="16" y="60"/>
                </a:lnTo>
                <a:lnTo>
                  <a:pt x="15" y="61"/>
                </a:lnTo>
                <a:lnTo>
                  <a:pt x="14" y="62"/>
                </a:lnTo>
                <a:lnTo>
                  <a:pt x="14" y="63"/>
                </a:lnTo>
                <a:lnTo>
                  <a:pt x="11" y="63"/>
                </a:lnTo>
                <a:lnTo>
                  <a:pt x="11" y="64"/>
                </a:lnTo>
                <a:lnTo>
                  <a:pt x="9" y="67"/>
                </a:lnTo>
                <a:lnTo>
                  <a:pt x="9" y="68"/>
                </a:lnTo>
                <a:lnTo>
                  <a:pt x="9" y="69"/>
                </a:lnTo>
                <a:lnTo>
                  <a:pt x="8" y="70"/>
                </a:lnTo>
                <a:lnTo>
                  <a:pt x="7" y="71"/>
                </a:lnTo>
                <a:lnTo>
                  <a:pt x="5" y="71"/>
                </a:lnTo>
                <a:lnTo>
                  <a:pt x="5" y="72"/>
                </a:lnTo>
                <a:lnTo>
                  <a:pt x="4" y="71"/>
                </a:lnTo>
                <a:lnTo>
                  <a:pt x="4" y="72"/>
                </a:lnTo>
                <a:lnTo>
                  <a:pt x="4" y="72"/>
                </a:lnTo>
                <a:lnTo>
                  <a:pt x="2" y="76"/>
                </a:lnTo>
                <a:lnTo>
                  <a:pt x="2" y="77"/>
                </a:lnTo>
                <a:lnTo>
                  <a:pt x="1" y="77"/>
                </a:lnTo>
                <a:lnTo>
                  <a:pt x="0" y="78"/>
                </a:lnTo>
                <a:lnTo>
                  <a:pt x="1" y="79"/>
                </a:lnTo>
                <a:lnTo>
                  <a:pt x="0" y="80"/>
                </a:lnTo>
                <a:lnTo>
                  <a:pt x="1" y="80"/>
                </a:lnTo>
                <a:lnTo>
                  <a:pt x="0" y="81"/>
                </a:lnTo>
                <a:lnTo>
                  <a:pt x="1" y="81"/>
                </a:lnTo>
                <a:lnTo>
                  <a:pt x="2" y="82"/>
                </a:lnTo>
                <a:lnTo>
                  <a:pt x="3" y="81"/>
                </a:lnTo>
                <a:lnTo>
                  <a:pt x="4" y="82"/>
                </a:lnTo>
                <a:lnTo>
                  <a:pt x="5" y="81"/>
                </a:lnTo>
                <a:lnTo>
                  <a:pt x="6" y="81"/>
                </a:lnTo>
                <a:lnTo>
                  <a:pt x="7" y="82"/>
                </a:lnTo>
                <a:lnTo>
                  <a:pt x="8" y="81"/>
                </a:lnTo>
                <a:lnTo>
                  <a:pt x="8" y="83"/>
                </a:lnTo>
                <a:lnTo>
                  <a:pt x="8" y="83"/>
                </a:lnTo>
                <a:lnTo>
                  <a:pt x="8" y="83"/>
                </a:lnTo>
                <a:lnTo>
                  <a:pt x="9" y="84"/>
                </a:lnTo>
                <a:lnTo>
                  <a:pt x="10" y="84"/>
                </a:lnTo>
                <a:lnTo>
                  <a:pt x="12" y="85"/>
                </a:lnTo>
                <a:lnTo>
                  <a:pt x="13" y="88"/>
                </a:lnTo>
                <a:lnTo>
                  <a:pt x="15" y="90"/>
                </a:lnTo>
                <a:lnTo>
                  <a:pt x="16" y="89"/>
                </a:lnTo>
                <a:lnTo>
                  <a:pt x="17" y="90"/>
                </a:lnTo>
                <a:lnTo>
                  <a:pt x="17" y="89"/>
                </a:lnTo>
                <a:lnTo>
                  <a:pt x="20" y="89"/>
                </a:lnTo>
                <a:lnTo>
                  <a:pt x="23" y="88"/>
                </a:lnTo>
                <a:lnTo>
                  <a:pt x="23" y="88"/>
                </a:lnTo>
                <a:lnTo>
                  <a:pt x="23" y="88"/>
                </a:lnTo>
                <a:lnTo>
                  <a:pt x="25" y="88"/>
                </a:lnTo>
                <a:lnTo>
                  <a:pt x="26" y="89"/>
                </a:lnTo>
                <a:lnTo>
                  <a:pt x="26" y="88"/>
                </a:lnTo>
                <a:lnTo>
                  <a:pt x="27" y="89"/>
                </a:lnTo>
                <a:lnTo>
                  <a:pt x="28" y="87"/>
                </a:lnTo>
                <a:lnTo>
                  <a:pt x="29" y="87"/>
                </a:lnTo>
                <a:lnTo>
                  <a:pt x="29" y="87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562349" y="3910319"/>
            <a:ext cx="743908" cy="705430"/>
          </a:xfrm>
          <a:custGeom>
            <a:avLst/>
            <a:gdLst/>
            <a:ahLst/>
            <a:cxnLst/>
            <a:rect l="l" t="t" r="r" b="b"/>
            <a:pathLst>
              <a:path w="116" h="110">
                <a:moveTo>
                  <a:pt x="47" y="93"/>
                </a:moveTo>
                <a:lnTo>
                  <a:pt x="48" y="93"/>
                </a:lnTo>
                <a:lnTo>
                  <a:pt x="49" y="92"/>
                </a:lnTo>
                <a:lnTo>
                  <a:pt x="50" y="92"/>
                </a:lnTo>
                <a:lnTo>
                  <a:pt x="50" y="92"/>
                </a:lnTo>
                <a:lnTo>
                  <a:pt x="52" y="92"/>
                </a:lnTo>
                <a:lnTo>
                  <a:pt x="52" y="91"/>
                </a:lnTo>
                <a:lnTo>
                  <a:pt x="53" y="91"/>
                </a:lnTo>
                <a:lnTo>
                  <a:pt x="54" y="91"/>
                </a:lnTo>
                <a:lnTo>
                  <a:pt x="54" y="91"/>
                </a:lnTo>
                <a:lnTo>
                  <a:pt x="54" y="92"/>
                </a:lnTo>
                <a:lnTo>
                  <a:pt x="55" y="92"/>
                </a:lnTo>
                <a:lnTo>
                  <a:pt x="55" y="91"/>
                </a:lnTo>
                <a:lnTo>
                  <a:pt x="56" y="90"/>
                </a:lnTo>
                <a:lnTo>
                  <a:pt x="58" y="92"/>
                </a:lnTo>
                <a:lnTo>
                  <a:pt x="58" y="93"/>
                </a:lnTo>
                <a:lnTo>
                  <a:pt x="59" y="93"/>
                </a:lnTo>
                <a:lnTo>
                  <a:pt x="60" y="94"/>
                </a:lnTo>
                <a:lnTo>
                  <a:pt x="64" y="91"/>
                </a:lnTo>
                <a:lnTo>
                  <a:pt x="64" y="90"/>
                </a:lnTo>
                <a:lnTo>
                  <a:pt x="66" y="90"/>
                </a:lnTo>
                <a:lnTo>
                  <a:pt x="67" y="91"/>
                </a:lnTo>
                <a:lnTo>
                  <a:pt x="66" y="92"/>
                </a:lnTo>
                <a:lnTo>
                  <a:pt x="67" y="93"/>
                </a:lnTo>
                <a:lnTo>
                  <a:pt x="66" y="93"/>
                </a:lnTo>
                <a:lnTo>
                  <a:pt x="67" y="95"/>
                </a:lnTo>
                <a:lnTo>
                  <a:pt x="67" y="97"/>
                </a:lnTo>
                <a:lnTo>
                  <a:pt x="66" y="97"/>
                </a:lnTo>
                <a:lnTo>
                  <a:pt x="66" y="97"/>
                </a:lnTo>
                <a:lnTo>
                  <a:pt x="68" y="98"/>
                </a:lnTo>
                <a:lnTo>
                  <a:pt x="67" y="100"/>
                </a:lnTo>
                <a:lnTo>
                  <a:pt x="68" y="100"/>
                </a:lnTo>
                <a:lnTo>
                  <a:pt x="68" y="101"/>
                </a:lnTo>
                <a:lnTo>
                  <a:pt x="69" y="101"/>
                </a:lnTo>
                <a:lnTo>
                  <a:pt x="69" y="102"/>
                </a:lnTo>
                <a:lnTo>
                  <a:pt x="69" y="103"/>
                </a:lnTo>
                <a:lnTo>
                  <a:pt x="70" y="103"/>
                </a:lnTo>
                <a:lnTo>
                  <a:pt x="70" y="102"/>
                </a:lnTo>
                <a:lnTo>
                  <a:pt x="71" y="102"/>
                </a:lnTo>
                <a:lnTo>
                  <a:pt x="71" y="104"/>
                </a:lnTo>
                <a:lnTo>
                  <a:pt x="72" y="105"/>
                </a:lnTo>
                <a:lnTo>
                  <a:pt x="74" y="104"/>
                </a:lnTo>
                <a:lnTo>
                  <a:pt x="75" y="102"/>
                </a:lnTo>
                <a:lnTo>
                  <a:pt x="76" y="102"/>
                </a:lnTo>
                <a:lnTo>
                  <a:pt x="76" y="102"/>
                </a:lnTo>
                <a:lnTo>
                  <a:pt x="78" y="104"/>
                </a:lnTo>
                <a:lnTo>
                  <a:pt x="79" y="104"/>
                </a:lnTo>
                <a:lnTo>
                  <a:pt x="81" y="104"/>
                </a:lnTo>
                <a:lnTo>
                  <a:pt x="82" y="104"/>
                </a:lnTo>
                <a:lnTo>
                  <a:pt x="83" y="103"/>
                </a:lnTo>
                <a:lnTo>
                  <a:pt x="83" y="103"/>
                </a:lnTo>
                <a:lnTo>
                  <a:pt x="83" y="106"/>
                </a:lnTo>
                <a:lnTo>
                  <a:pt x="83" y="106"/>
                </a:lnTo>
                <a:lnTo>
                  <a:pt x="83" y="108"/>
                </a:lnTo>
                <a:lnTo>
                  <a:pt x="85" y="107"/>
                </a:lnTo>
                <a:lnTo>
                  <a:pt x="86" y="108"/>
                </a:lnTo>
                <a:lnTo>
                  <a:pt x="87" y="108"/>
                </a:lnTo>
                <a:lnTo>
                  <a:pt x="88" y="109"/>
                </a:lnTo>
                <a:lnTo>
                  <a:pt x="89" y="110"/>
                </a:lnTo>
                <a:lnTo>
                  <a:pt x="91" y="109"/>
                </a:lnTo>
                <a:lnTo>
                  <a:pt x="92" y="109"/>
                </a:lnTo>
                <a:lnTo>
                  <a:pt x="92" y="108"/>
                </a:lnTo>
                <a:lnTo>
                  <a:pt x="93" y="108"/>
                </a:lnTo>
                <a:lnTo>
                  <a:pt x="94" y="106"/>
                </a:lnTo>
                <a:lnTo>
                  <a:pt x="95" y="106"/>
                </a:lnTo>
                <a:lnTo>
                  <a:pt x="96" y="107"/>
                </a:lnTo>
                <a:lnTo>
                  <a:pt x="96" y="107"/>
                </a:lnTo>
                <a:lnTo>
                  <a:pt x="96" y="109"/>
                </a:lnTo>
                <a:lnTo>
                  <a:pt x="97" y="110"/>
                </a:lnTo>
                <a:lnTo>
                  <a:pt x="97" y="110"/>
                </a:lnTo>
                <a:lnTo>
                  <a:pt x="98" y="110"/>
                </a:lnTo>
                <a:lnTo>
                  <a:pt x="99" y="110"/>
                </a:lnTo>
                <a:lnTo>
                  <a:pt x="99" y="109"/>
                </a:lnTo>
                <a:lnTo>
                  <a:pt x="99" y="108"/>
                </a:lnTo>
                <a:lnTo>
                  <a:pt x="100" y="107"/>
                </a:lnTo>
                <a:lnTo>
                  <a:pt x="100" y="105"/>
                </a:lnTo>
                <a:lnTo>
                  <a:pt x="101" y="105"/>
                </a:lnTo>
                <a:lnTo>
                  <a:pt x="100" y="104"/>
                </a:lnTo>
                <a:lnTo>
                  <a:pt x="101" y="103"/>
                </a:lnTo>
                <a:lnTo>
                  <a:pt x="104" y="101"/>
                </a:lnTo>
                <a:lnTo>
                  <a:pt x="108" y="100"/>
                </a:lnTo>
                <a:lnTo>
                  <a:pt x="108" y="99"/>
                </a:lnTo>
                <a:lnTo>
                  <a:pt x="108" y="99"/>
                </a:lnTo>
                <a:lnTo>
                  <a:pt x="108" y="98"/>
                </a:lnTo>
                <a:lnTo>
                  <a:pt x="108" y="97"/>
                </a:lnTo>
                <a:lnTo>
                  <a:pt x="108" y="97"/>
                </a:lnTo>
                <a:lnTo>
                  <a:pt x="108" y="91"/>
                </a:lnTo>
                <a:lnTo>
                  <a:pt x="107" y="90"/>
                </a:lnTo>
                <a:lnTo>
                  <a:pt x="106" y="86"/>
                </a:lnTo>
                <a:lnTo>
                  <a:pt x="106" y="85"/>
                </a:lnTo>
                <a:lnTo>
                  <a:pt x="106" y="84"/>
                </a:lnTo>
                <a:lnTo>
                  <a:pt x="105" y="84"/>
                </a:lnTo>
                <a:lnTo>
                  <a:pt x="106" y="82"/>
                </a:lnTo>
                <a:lnTo>
                  <a:pt x="106" y="82"/>
                </a:lnTo>
                <a:lnTo>
                  <a:pt x="104" y="85"/>
                </a:lnTo>
                <a:lnTo>
                  <a:pt x="104" y="84"/>
                </a:lnTo>
                <a:lnTo>
                  <a:pt x="103" y="85"/>
                </a:lnTo>
                <a:lnTo>
                  <a:pt x="103" y="84"/>
                </a:lnTo>
                <a:lnTo>
                  <a:pt x="102" y="86"/>
                </a:lnTo>
                <a:lnTo>
                  <a:pt x="102" y="86"/>
                </a:lnTo>
                <a:lnTo>
                  <a:pt x="101" y="87"/>
                </a:lnTo>
                <a:lnTo>
                  <a:pt x="101" y="86"/>
                </a:lnTo>
                <a:lnTo>
                  <a:pt x="100" y="86"/>
                </a:lnTo>
                <a:lnTo>
                  <a:pt x="99" y="86"/>
                </a:lnTo>
                <a:lnTo>
                  <a:pt x="99" y="85"/>
                </a:lnTo>
                <a:lnTo>
                  <a:pt x="97" y="84"/>
                </a:lnTo>
                <a:lnTo>
                  <a:pt x="97" y="83"/>
                </a:lnTo>
                <a:lnTo>
                  <a:pt x="95" y="84"/>
                </a:lnTo>
                <a:lnTo>
                  <a:pt x="95" y="83"/>
                </a:lnTo>
                <a:lnTo>
                  <a:pt x="93" y="83"/>
                </a:lnTo>
                <a:lnTo>
                  <a:pt x="92" y="80"/>
                </a:lnTo>
                <a:lnTo>
                  <a:pt x="93" y="79"/>
                </a:lnTo>
                <a:lnTo>
                  <a:pt x="92" y="78"/>
                </a:lnTo>
                <a:lnTo>
                  <a:pt x="92" y="77"/>
                </a:lnTo>
                <a:lnTo>
                  <a:pt x="91" y="77"/>
                </a:lnTo>
                <a:lnTo>
                  <a:pt x="91" y="76"/>
                </a:lnTo>
                <a:lnTo>
                  <a:pt x="89" y="76"/>
                </a:lnTo>
                <a:lnTo>
                  <a:pt x="89" y="76"/>
                </a:lnTo>
                <a:lnTo>
                  <a:pt x="87" y="76"/>
                </a:lnTo>
                <a:lnTo>
                  <a:pt x="86" y="75"/>
                </a:lnTo>
                <a:lnTo>
                  <a:pt x="86" y="74"/>
                </a:lnTo>
                <a:lnTo>
                  <a:pt x="87" y="74"/>
                </a:lnTo>
                <a:lnTo>
                  <a:pt x="86" y="73"/>
                </a:lnTo>
                <a:lnTo>
                  <a:pt x="86" y="73"/>
                </a:lnTo>
                <a:lnTo>
                  <a:pt x="86" y="72"/>
                </a:lnTo>
                <a:lnTo>
                  <a:pt x="87" y="71"/>
                </a:lnTo>
                <a:lnTo>
                  <a:pt x="87" y="71"/>
                </a:lnTo>
                <a:lnTo>
                  <a:pt x="88" y="72"/>
                </a:lnTo>
                <a:lnTo>
                  <a:pt x="89" y="72"/>
                </a:lnTo>
                <a:lnTo>
                  <a:pt x="91" y="72"/>
                </a:lnTo>
                <a:lnTo>
                  <a:pt x="92" y="71"/>
                </a:lnTo>
                <a:lnTo>
                  <a:pt x="93" y="71"/>
                </a:lnTo>
                <a:lnTo>
                  <a:pt x="94" y="70"/>
                </a:lnTo>
                <a:lnTo>
                  <a:pt x="93" y="69"/>
                </a:lnTo>
                <a:lnTo>
                  <a:pt x="94" y="68"/>
                </a:lnTo>
                <a:lnTo>
                  <a:pt x="94" y="67"/>
                </a:lnTo>
                <a:lnTo>
                  <a:pt x="94" y="67"/>
                </a:lnTo>
                <a:lnTo>
                  <a:pt x="94" y="66"/>
                </a:lnTo>
                <a:lnTo>
                  <a:pt x="94" y="65"/>
                </a:lnTo>
                <a:lnTo>
                  <a:pt x="93" y="65"/>
                </a:lnTo>
                <a:lnTo>
                  <a:pt x="93" y="63"/>
                </a:lnTo>
                <a:lnTo>
                  <a:pt x="94" y="64"/>
                </a:lnTo>
                <a:lnTo>
                  <a:pt x="93" y="62"/>
                </a:lnTo>
                <a:lnTo>
                  <a:pt x="94" y="62"/>
                </a:lnTo>
                <a:lnTo>
                  <a:pt x="94" y="62"/>
                </a:lnTo>
                <a:lnTo>
                  <a:pt x="95" y="61"/>
                </a:lnTo>
                <a:lnTo>
                  <a:pt x="96" y="61"/>
                </a:lnTo>
                <a:lnTo>
                  <a:pt x="99" y="60"/>
                </a:lnTo>
                <a:lnTo>
                  <a:pt x="98" y="58"/>
                </a:lnTo>
                <a:lnTo>
                  <a:pt x="98" y="57"/>
                </a:lnTo>
                <a:lnTo>
                  <a:pt x="97" y="56"/>
                </a:lnTo>
                <a:lnTo>
                  <a:pt x="97" y="55"/>
                </a:lnTo>
                <a:lnTo>
                  <a:pt x="98" y="56"/>
                </a:lnTo>
                <a:lnTo>
                  <a:pt x="98" y="53"/>
                </a:lnTo>
                <a:lnTo>
                  <a:pt x="96" y="53"/>
                </a:lnTo>
                <a:lnTo>
                  <a:pt x="97" y="50"/>
                </a:lnTo>
                <a:lnTo>
                  <a:pt x="99" y="49"/>
                </a:lnTo>
                <a:lnTo>
                  <a:pt x="101" y="49"/>
                </a:lnTo>
                <a:lnTo>
                  <a:pt x="102" y="50"/>
                </a:lnTo>
                <a:lnTo>
                  <a:pt x="102" y="50"/>
                </a:lnTo>
                <a:lnTo>
                  <a:pt x="102" y="49"/>
                </a:lnTo>
                <a:lnTo>
                  <a:pt x="104" y="50"/>
                </a:lnTo>
                <a:lnTo>
                  <a:pt x="104" y="51"/>
                </a:lnTo>
                <a:lnTo>
                  <a:pt x="104" y="52"/>
                </a:lnTo>
                <a:lnTo>
                  <a:pt x="106" y="53"/>
                </a:lnTo>
                <a:lnTo>
                  <a:pt x="106" y="54"/>
                </a:lnTo>
                <a:lnTo>
                  <a:pt x="106" y="55"/>
                </a:lnTo>
                <a:lnTo>
                  <a:pt x="107" y="54"/>
                </a:lnTo>
                <a:lnTo>
                  <a:pt x="108" y="56"/>
                </a:lnTo>
                <a:lnTo>
                  <a:pt x="110" y="55"/>
                </a:lnTo>
                <a:lnTo>
                  <a:pt x="111" y="54"/>
                </a:lnTo>
                <a:lnTo>
                  <a:pt x="113" y="53"/>
                </a:lnTo>
                <a:lnTo>
                  <a:pt x="113" y="52"/>
                </a:lnTo>
                <a:lnTo>
                  <a:pt x="115" y="51"/>
                </a:lnTo>
                <a:lnTo>
                  <a:pt x="115" y="51"/>
                </a:lnTo>
                <a:lnTo>
                  <a:pt x="116" y="51"/>
                </a:lnTo>
                <a:lnTo>
                  <a:pt x="116" y="49"/>
                </a:lnTo>
                <a:lnTo>
                  <a:pt x="114" y="46"/>
                </a:lnTo>
                <a:lnTo>
                  <a:pt x="114" y="45"/>
                </a:lnTo>
                <a:lnTo>
                  <a:pt x="114" y="44"/>
                </a:lnTo>
                <a:lnTo>
                  <a:pt x="114" y="43"/>
                </a:lnTo>
                <a:lnTo>
                  <a:pt x="114" y="42"/>
                </a:lnTo>
                <a:lnTo>
                  <a:pt x="113" y="42"/>
                </a:lnTo>
                <a:lnTo>
                  <a:pt x="112" y="43"/>
                </a:lnTo>
                <a:lnTo>
                  <a:pt x="110" y="43"/>
                </a:lnTo>
                <a:lnTo>
                  <a:pt x="110" y="42"/>
                </a:lnTo>
                <a:lnTo>
                  <a:pt x="107" y="41"/>
                </a:lnTo>
                <a:lnTo>
                  <a:pt x="107" y="40"/>
                </a:lnTo>
                <a:lnTo>
                  <a:pt x="106" y="39"/>
                </a:lnTo>
                <a:lnTo>
                  <a:pt x="107" y="38"/>
                </a:lnTo>
                <a:lnTo>
                  <a:pt x="106" y="36"/>
                </a:lnTo>
                <a:lnTo>
                  <a:pt x="105" y="37"/>
                </a:lnTo>
                <a:lnTo>
                  <a:pt x="105" y="36"/>
                </a:lnTo>
                <a:lnTo>
                  <a:pt x="103" y="36"/>
                </a:lnTo>
                <a:lnTo>
                  <a:pt x="103" y="36"/>
                </a:lnTo>
                <a:lnTo>
                  <a:pt x="103" y="36"/>
                </a:lnTo>
                <a:lnTo>
                  <a:pt x="100" y="37"/>
                </a:lnTo>
                <a:lnTo>
                  <a:pt x="97" y="37"/>
                </a:lnTo>
                <a:lnTo>
                  <a:pt x="97" y="38"/>
                </a:lnTo>
                <a:lnTo>
                  <a:pt x="94" y="37"/>
                </a:lnTo>
                <a:lnTo>
                  <a:pt x="93" y="36"/>
                </a:lnTo>
                <a:lnTo>
                  <a:pt x="92" y="33"/>
                </a:lnTo>
                <a:lnTo>
                  <a:pt x="90" y="32"/>
                </a:lnTo>
                <a:lnTo>
                  <a:pt x="89" y="32"/>
                </a:lnTo>
                <a:lnTo>
                  <a:pt x="88" y="31"/>
                </a:lnTo>
                <a:lnTo>
                  <a:pt x="88" y="31"/>
                </a:lnTo>
                <a:lnTo>
                  <a:pt x="88" y="31"/>
                </a:lnTo>
                <a:lnTo>
                  <a:pt x="88" y="29"/>
                </a:lnTo>
                <a:lnTo>
                  <a:pt x="87" y="30"/>
                </a:lnTo>
                <a:lnTo>
                  <a:pt x="86" y="29"/>
                </a:lnTo>
                <a:lnTo>
                  <a:pt x="85" y="29"/>
                </a:lnTo>
                <a:lnTo>
                  <a:pt x="84" y="30"/>
                </a:lnTo>
                <a:lnTo>
                  <a:pt x="83" y="29"/>
                </a:lnTo>
                <a:lnTo>
                  <a:pt x="82" y="30"/>
                </a:lnTo>
                <a:lnTo>
                  <a:pt x="81" y="29"/>
                </a:lnTo>
                <a:lnTo>
                  <a:pt x="80" y="29"/>
                </a:lnTo>
                <a:lnTo>
                  <a:pt x="81" y="28"/>
                </a:lnTo>
                <a:lnTo>
                  <a:pt x="80" y="28"/>
                </a:lnTo>
                <a:lnTo>
                  <a:pt x="81" y="27"/>
                </a:lnTo>
                <a:lnTo>
                  <a:pt x="80" y="26"/>
                </a:lnTo>
                <a:lnTo>
                  <a:pt x="81" y="25"/>
                </a:lnTo>
                <a:lnTo>
                  <a:pt x="82" y="25"/>
                </a:lnTo>
                <a:lnTo>
                  <a:pt x="82" y="24"/>
                </a:lnTo>
                <a:lnTo>
                  <a:pt x="84" y="20"/>
                </a:lnTo>
                <a:lnTo>
                  <a:pt x="84" y="20"/>
                </a:lnTo>
                <a:lnTo>
                  <a:pt x="84" y="19"/>
                </a:lnTo>
                <a:lnTo>
                  <a:pt x="85" y="20"/>
                </a:lnTo>
                <a:lnTo>
                  <a:pt x="85" y="19"/>
                </a:lnTo>
                <a:lnTo>
                  <a:pt x="87" y="19"/>
                </a:lnTo>
                <a:lnTo>
                  <a:pt x="88" y="18"/>
                </a:lnTo>
                <a:lnTo>
                  <a:pt x="89" y="17"/>
                </a:lnTo>
                <a:lnTo>
                  <a:pt x="89" y="16"/>
                </a:lnTo>
                <a:lnTo>
                  <a:pt x="89" y="15"/>
                </a:lnTo>
                <a:lnTo>
                  <a:pt x="91" y="12"/>
                </a:lnTo>
                <a:lnTo>
                  <a:pt x="91" y="11"/>
                </a:lnTo>
                <a:lnTo>
                  <a:pt x="94" y="11"/>
                </a:lnTo>
                <a:lnTo>
                  <a:pt x="94" y="10"/>
                </a:lnTo>
                <a:lnTo>
                  <a:pt x="95" y="9"/>
                </a:lnTo>
                <a:lnTo>
                  <a:pt x="96" y="8"/>
                </a:lnTo>
                <a:lnTo>
                  <a:pt x="97" y="8"/>
                </a:lnTo>
                <a:lnTo>
                  <a:pt x="97" y="7"/>
                </a:lnTo>
                <a:lnTo>
                  <a:pt x="97" y="6"/>
                </a:lnTo>
                <a:lnTo>
                  <a:pt x="98" y="6"/>
                </a:lnTo>
                <a:lnTo>
                  <a:pt x="98" y="5"/>
                </a:lnTo>
                <a:lnTo>
                  <a:pt x="100" y="5"/>
                </a:lnTo>
                <a:lnTo>
                  <a:pt x="101" y="2"/>
                </a:lnTo>
                <a:lnTo>
                  <a:pt x="100" y="2"/>
                </a:lnTo>
                <a:lnTo>
                  <a:pt x="99" y="3"/>
                </a:lnTo>
                <a:lnTo>
                  <a:pt x="97" y="5"/>
                </a:lnTo>
                <a:lnTo>
                  <a:pt x="96" y="4"/>
                </a:lnTo>
                <a:lnTo>
                  <a:pt x="95" y="5"/>
                </a:lnTo>
                <a:lnTo>
                  <a:pt x="94" y="6"/>
                </a:lnTo>
                <a:lnTo>
                  <a:pt x="93" y="7"/>
                </a:lnTo>
                <a:lnTo>
                  <a:pt x="92" y="7"/>
                </a:lnTo>
                <a:lnTo>
                  <a:pt x="90" y="8"/>
                </a:lnTo>
                <a:lnTo>
                  <a:pt x="88" y="11"/>
                </a:lnTo>
                <a:lnTo>
                  <a:pt x="88" y="10"/>
                </a:lnTo>
                <a:lnTo>
                  <a:pt x="88" y="8"/>
                </a:lnTo>
                <a:lnTo>
                  <a:pt x="88" y="7"/>
                </a:lnTo>
                <a:lnTo>
                  <a:pt x="88" y="6"/>
                </a:lnTo>
                <a:lnTo>
                  <a:pt x="89" y="5"/>
                </a:lnTo>
                <a:lnTo>
                  <a:pt x="90" y="3"/>
                </a:lnTo>
                <a:lnTo>
                  <a:pt x="89" y="2"/>
                </a:lnTo>
                <a:lnTo>
                  <a:pt x="88" y="3"/>
                </a:lnTo>
                <a:lnTo>
                  <a:pt x="88" y="3"/>
                </a:lnTo>
                <a:lnTo>
                  <a:pt x="87" y="4"/>
                </a:lnTo>
                <a:lnTo>
                  <a:pt x="86" y="3"/>
                </a:lnTo>
                <a:lnTo>
                  <a:pt x="85" y="1"/>
                </a:lnTo>
                <a:lnTo>
                  <a:pt x="84" y="1"/>
                </a:lnTo>
                <a:lnTo>
                  <a:pt x="84" y="2"/>
                </a:lnTo>
                <a:lnTo>
                  <a:pt x="83" y="1"/>
                </a:lnTo>
                <a:lnTo>
                  <a:pt x="83" y="2"/>
                </a:lnTo>
                <a:lnTo>
                  <a:pt x="82" y="2"/>
                </a:lnTo>
                <a:lnTo>
                  <a:pt x="82" y="4"/>
                </a:lnTo>
                <a:lnTo>
                  <a:pt x="81" y="5"/>
                </a:lnTo>
                <a:lnTo>
                  <a:pt x="80" y="5"/>
                </a:lnTo>
                <a:lnTo>
                  <a:pt x="80" y="4"/>
                </a:lnTo>
                <a:lnTo>
                  <a:pt x="79" y="3"/>
                </a:lnTo>
                <a:lnTo>
                  <a:pt x="77" y="4"/>
                </a:lnTo>
                <a:lnTo>
                  <a:pt x="76" y="3"/>
                </a:lnTo>
                <a:lnTo>
                  <a:pt x="74" y="4"/>
                </a:lnTo>
                <a:lnTo>
                  <a:pt x="74" y="4"/>
                </a:lnTo>
                <a:lnTo>
                  <a:pt x="73" y="3"/>
                </a:lnTo>
                <a:lnTo>
                  <a:pt x="69" y="2"/>
                </a:lnTo>
                <a:lnTo>
                  <a:pt x="69" y="2"/>
                </a:lnTo>
                <a:lnTo>
                  <a:pt x="67" y="2"/>
                </a:lnTo>
                <a:lnTo>
                  <a:pt x="67" y="1"/>
                </a:lnTo>
                <a:lnTo>
                  <a:pt x="66" y="2"/>
                </a:lnTo>
                <a:lnTo>
                  <a:pt x="66" y="2"/>
                </a:lnTo>
                <a:lnTo>
                  <a:pt x="66" y="2"/>
                </a:lnTo>
                <a:lnTo>
                  <a:pt x="65" y="1"/>
                </a:lnTo>
                <a:lnTo>
                  <a:pt x="64" y="2"/>
                </a:lnTo>
                <a:lnTo>
                  <a:pt x="64" y="1"/>
                </a:lnTo>
                <a:lnTo>
                  <a:pt x="64" y="0"/>
                </a:lnTo>
                <a:lnTo>
                  <a:pt x="63" y="0"/>
                </a:lnTo>
                <a:lnTo>
                  <a:pt x="62" y="1"/>
                </a:lnTo>
                <a:lnTo>
                  <a:pt x="62" y="0"/>
                </a:lnTo>
                <a:lnTo>
                  <a:pt x="61" y="1"/>
                </a:lnTo>
                <a:lnTo>
                  <a:pt x="61" y="0"/>
                </a:lnTo>
                <a:lnTo>
                  <a:pt x="60" y="0"/>
                </a:lnTo>
                <a:lnTo>
                  <a:pt x="60" y="1"/>
                </a:lnTo>
                <a:lnTo>
                  <a:pt x="58" y="0"/>
                </a:lnTo>
                <a:lnTo>
                  <a:pt x="58" y="3"/>
                </a:lnTo>
                <a:lnTo>
                  <a:pt x="57" y="4"/>
                </a:lnTo>
                <a:lnTo>
                  <a:pt x="58" y="4"/>
                </a:lnTo>
                <a:lnTo>
                  <a:pt x="57" y="5"/>
                </a:lnTo>
                <a:lnTo>
                  <a:pt x="58" y="6"/>
                </a:lnTo>
                <a:lnTo>
                  <a:pt x="57" y="6"/>
                </a:lnTo>
                <a:lnTo>
                  <a:pt x="58" y="7"/>
                </a:lnTo>
                <a:lnTo>
                  <a:pt x="57" y="8"/>
                </a:lnTo>
                <a:lnTo>
                  <a:pt x="58" y="8"/>
                </a:lnTo>
                <a:lnTo>
                  <a:pt x="58" y="9"/>
                </a:lnTo>
                <a:lnTo>
                  <a:pt x="57" y="9"/>
                </a:lnTo>
                <a:lnTo>
                  <a:pt x="57" y="12"/>
                </a:lnTo>
                <a:lnTo>
                  <a:pt x="58" y="12"/>
                </a:lnTo>
                <a:lnTo>
                  <a:pt x="56" y="13"/>
                </a:lnTo>
                <a:lnTo>
                  <a:pt x="57" y="13"/>
                </a:lnTo>
                <a:lnTo>
                  <a:pt x="57" y="16"/>
                </a:lnTo>
                <a:lnTo>
                  <a:pt x="57" y="16"/>
                </a:lnTo>
                <a:lnTo>
                  <a:pt x="57" y="17"/>
                </a:lnTo>
                <a:lnTo>
                  <a:pt x="57" y="17"/>
                </a:lnTo>
                <a:lnTo>
                  <a:pt x="56" y="17"/>
                </a:lnTo>
                <a:lnTo>
                  <a:pt x="56" y="17"/>
                </a:lnTo>
                <a:lnTo>
                  <a:pt x="55" y="19"/>
                </a:lnTo>
                <a:lnTo>
                  <a:pt x="53" y="20"/>
                </a:lnTo>
                <a:lnTo>
                  <a:pt x="53" y="21"/>
                </a:lnTo>
                <a:lnTo>
                  <a:pt x="52" y="21"/>
                </a:lnTo>
                <a:lnTo>
                  <a:pt x="52" y="22"/>
                </a:lnTo>
                <a:lnTo>
                  <a:pt x="50" y="22"/>
                </a:lnTo>
                <a:lnTo>
                  <a:pt x="50" y="23"/>
                </a:lnTo>
                <a:lnTo>
                  <a:pt x="49" y="23"/>
                </a:lnTo>
                <a:lnTo>
                  <a:pt x="49" y="24"/>
                </a:lnTo>
                <a:lnTo>
                  <a:pt x="49" y="25"/>
                </a:lnTo>
                <a:lnTo>
                  <a:pt x="47" y="24"/>
                </a:lnTo>
                <a:lnTo>
                  <a:pt x="47" y="26"/>
                </a:lnTo>
                <a:lnTo>
                  <a:pt x="46" y="26"/>
                </a:lnTo>
                <a:lnTo>
                  <a:pt x="46" y="26"/>
                </a:lnTo>
                <a:lnTo>
                  <a:pt x="45" y="27"/>
                </a:lnTo>
                <a:lnTo>
                  <a:pt x="44" y="27"/>
                </a:lnTo>
                <a:lnTo>
                  <a:pt x="43" y="28"/>
                </a:lnTo>
                <a:lnTo>
                  <a:pt x="42" y="28"/>
                </a:lnTo>
                <a:lnTo>
                  <a:pt x="40" y="27"/>
                </a:lnTo>
                <a:lnTo>
                  <a:pt x="40" y="28"/>
                </a:lnTo>
                <a:lnTo>
                  <a:pt x="38" y="28"/>
                </a:lnTo>
                <a:lnTo>
                  <a:pt x="36" y="28"/>
                </a:lnTo>
                <a:lnTo>
                  <a:pt x="35" y="28"/>
                </a:lnTo>
                <a:lnTo>
                  <a:pt x="34" y="28"/>
                </a:lnTo>
                <a:lnTo>
                  <a:pt x="34" y="28"/>
                </a:lnTo>
                <a:lnTo>
                  <a:pt x="33" y="28"/>
                </a:lnTo>
                <a:lnTo>
                  <a:pt x="30" y="27"/>
                </a:lnTo>
                <a:lnTo>
                  <a:pt x="30" y="29"/>
                </a:lnTo>
                <a:lnTo>
                  <a:pt x="29" y="29"/>
                </a:lnTo>
                <a:lnTo>
                  <a:pt x="30" y="30"/>
                </a:lnTo>
                <a:lnTo>
                  <a:pt x="30" y="32"/>
                </a:lnTo>
                <a:lnTo>
                  <a:pt x="30" y="33"/>
                </a:lnTo>
                <a:lnTo>
                  <a:pt x="29" y="32"/>
                </a:lnTo>
                <a:lnTo>
                  <a:pt x="28" y="32"/>
                </a:lnTo>
                <a:lnTo>
                  <a:pt x="26" y="33"/>
                </a:lnTo>
                <a:lnTo>
                  <a:pt x="26" y="33"/>
                </a:lnTo>
                <a:lnTo>
                  <a:pt x="23" y="34"/>
                </a:lnTo>
                <a:lnTo>
                  <a:pt x="23" y="35"/>
                </a:lnTo>
                <a:lnTo>
                  <a:pt x="23" y="36"/>
                </a:lnTo>
                <a:lnTo>
                  <a:pt x="21" y="38"/>
                </a:lnTo>
                <a:lnTo>
                  <a:pt x="19" y="38"/>
                </a:lnTo>
                <a:lnTo>
                  <a:pt x="18" y="39"/>
                </a:lnTo>
                <a:lnTo>
                  <a:pt x="17" y="38"/>
                </a:lnTo>
                <a:lnTo>
                  <a:pt x="16" y="39"/>
                </a:lnTo>
                <a:lnTo>
                  <a:pt x="16" y="39"/>
                </a:lnTo>
                <a:lnTo>
                  <a:pt x="15" y="39"/>
                </a:lnTo>
                <a:lnTo>
                  <a:pt x="14" y="39"/>
                </a:lnTo>
                <a:lnTo>
                  <a:pt x="13" y="40"/>
                </a:lnTo>
                <a:lnTo>
                  <a:pt x="12" y="41"/>
                </a:lnTo>
                <a:lnTo>
                  <a:pt x="11" y="42"/>
                </a:lnTo>
                <a:lnTo>
                  <a:pt x="10" y="41"/>
                </a:lnTo>
                <a:lnTo>
                  <a:pt x="9" y="43"/>
                </a:lnTo>
                <a:lnTo>
                  <a:pt x="8" y="44"/>
                </a:lnTo>
                <a:lnTo>
                  <a:pt x="8" y="43"/>
                </a:lnTo>
                <a:lnTo>
                  <a:pt x="7" y="43"/>
                </a:lnTo>
                <a:lnTo>
                  <a:pt x="6" y="44"/>
                </a:lnTo>
                <a:lnTo>
                  <a:pt x="4" y="44"/>
                </a:lnTo>
                <a:lnTo>
                  <a:pt x="3" y="45"/>
                </a:lnTo>
                <a:lnTo>
                  <a:pt x="2" y="44"/>
                </a:lnTo>
                <a:lnTo>
                  <a:pt x="1" y="45"/>
                </a:lnTo>
                <a:lnTo>
                  <a:pt x="0" y="45"/>
                </a:lnTo>
                <a:lnTo>
                  <a:pt x="0" y="45"/>
                </a:lnTo>
                <a:lnTo>
                  <a:pt x="1" y="46"/>
                </a:lnTo>
                <a:lnTo>
                  <a:pt x="0" y="46"/>
                </a:lnTo>
                <a:lnTo>
                  <a:pt x="0" y="47"/>
                </a:lnTo>
                <a:lnTo>
                  <a:pt x="1" y="48"/>
                </a:lnTo>
                <a:lnTo>
                  <a:pt x="2" y="49"/>
                </a:lnTo>
                <a:lnTo>
                  <a:pt x="3" y="51"/>
                </a:lnTo>
                <a:lnTo>
                  <a:pt x="1" y="52"/>
                </a:lnTo>
                <a:lnTo>
                  <a:pt x="2" y="53"/>
                </a:lnTo>
                <a:lnTo>
                  <a:pt x="4" y="53"/>
                </a:lnTo>
                <a:lnTo>
                  <a:pt x="4" y="54"/>
                </a:lnTo>
                <a:lnTo>
                  <a:pt x="5" y="54"/>
                </a:lnTo>
                <a:lnTo>
                  <a:pt x="5" y="56"/>
                </a:lnTo>
                <a:lnTo>
                  <a:pt x="5" y="58"/>
                </a:lnTo>
                <a:lnTo>
                  <a:pt x="5" y="57"/>
                </a:lnTo>
                <a:lnTo>
                  <a:pt x="6" y="59"/>
                </a:lnTo>
                <a:lnTo>
                  <a:pt x="6" y="59"/>
                </a:lnTo>
                <a:lnTo>
                  <a:pt x="5" y="61"/>
                </a:lnTo>
                <a:lnTo>
                  <a:pt x="5" y="61"/>
                </a:lnTo>
                <a:lnTo>
                  <a:pt x="6" y="61"/>
                </a:lnTo>
                <a:lnTo>
                  <a:pt x="7" y="62"/>
                </a:lnTo>
                <a:lnTo>
                  <a:pt x="8" y="63"/>
                </a:lnTo>
                <a:lnTo>
                  <a:pt x="8" y="63"/>
                </a:lnTo>
                <a:lnTo>
                  <a:pt x="10" y="64"/>
                </a:lnTo>
                <a:lnTo>
                  <a:pt x="9" y="65"/>
                </a:lnTo>
                <a:lnTo>
                  <a:pt x="11" y="66"/>
                </a:lnTo>
                <a:lnTo>
                  <a:pt x="12" y="67"/>
                </a:lnTo>
                <a:lnTo>
                  <a:pt x="13" y="67"/>
                </a:lnTo>
                <a:lnTo>
                  <a:pt x="13" y="70"/>
                </a:lnTo>
                <a:lnTo>
                  <a:pt x="13" y="71"/>
                </a:lnTo>
                <a:lnTo>
                  <a:pt x="14" y="72"/>
                </a:lnTo>
                <a:lnTo>
                  <a:pt x="14" y="73"/>
                </a:lnTo>
                <a:lnTo>
                  <a:pt x="13" y="75"/>
                </a:lnTo>
                <a:lnTo>
                  <a:pt x="14" y="76"/>
                </a:lnTo>
                <a:lnTo>
                  <a:pt x="14" y="77"/>
                </a:lnTo>
                <a:lnTo>
                  <a:pt x="15" y="76"/>
                </a:lnTo>
                <a:lnTo>
                  <a:pt x="16" y="77"/>
                </a:lnTo>
                <a:lnTo>
                  <a:pt x="17" y="78"/>
                </a:lnTo>
                <a:lnTo>
                  <a:pt x="17" y="79"/>
                </a:lnTo>
                <a:lnTo>
                  <a:pt x="16" y="79"/>
                </a:lnTo>
                <a:lnTo>
                  <a:pt x="18" y="79"/>
                </a:lnTo>
                <a:lnTo>
                  <a:pt x="18" y="80"/>
                </a:lnTo>
                <a:lnTo>
                  <a:pt x="19" y="81"/>
                </a:lnTo>
                <a:lnTo>
                  <a:pt x="18" y="82"/>
                </a:lnTo>
                <a:lnTo>
                  <a:pt x="19" y="83"/>
                </a:lnTo>
                <a:lnTo>
                  <a:pt x="19" y="82"/>
                </a:lnTo>
                <a:lnTo>
                  <a:pt x="19" y="83"/>
                </a:lnTo>
                <a:lnTo>
                  <a:pt x="21" y="84"/>
                </a:lnTo>
                <a:lnTo>
                  <a:pt x="22" y="85"/>
                </a:lnTo>
                <a:lnTo>
                  <a:pt x="23" y="85"/>
                </a:lnTo>
                <a:lnTo>
                  <a:pt x="23" y="86"/>
                </a:lnTo>
                <a:lnTo>
                  <a:pt x="24" y="87"/>
                </a:lnTo>
                <a:lnTo>
                  <a:pt x="24" y="88"/>
                </a:lnTo>
                <a:lnTo>
                  <a:pt x="25" y="89"/>
                </a:lnTo>
                <a:lnTo>
                  <a:pt x="26" y="88"/>
                </a:lnTo>
                <a:lnTo>
                  <a:pt x="26" y="89"/>
                </a:lnTo>
                <a:lnTo>
                  <a:pt x="28" y="89"/>
                </a:lnTo>
                <a:lnTo>
                  <a:pt x="31" y="91"/>
                </a:lnTo>
                <a:lnTo>
                  <a:pt x="32" y="90"/>
                </a:lnTo>
                <a:lnTo>
                  <a:pt x="33" y="91"/>
                </a:lnTo>
                <a:lnTo>
                  <a:pt x="33" y="92"/>
                </a:lnTo>
                <a:lnTo>
                  <a:pt x="34" y="91"/>
                </a:lnTo>
                <a:lnTo>
                  <a:pt x="35" y="92"/>
                </a:lnTo>
                <a:lnTo>
                  <a:pt x="36" y="93"/>
                </a:lnTo>
                <a:lnTo>
                  <a:pt x="36" y="92"/>
                </a:lnTo>
                <a:lnTo>
                  <a:pt x="37" y="93"/>
                </a:lnTo>
                <a:lnTo>
                  <a:pt x="37" y="93"/>
                </a:lnTo>
                <a:lnTo>
                  <a:pt x="40" y="94"/>
                </a:lnTo>
                <a:lnTo>
                  <a:pt x="40" y="93"/>
                </a:lnTo>
                <a:lnTo>
                  <a:pt x="41" y="93"/>
                </a:lnTo>
                <a:lnTo>
                  <a:pt x="42" y="94"/>
                </a:lnTo>
                <a:lnTo>
                  <a:pt x="42" y="93"/>
                </a:lnTo>
                <a:lnTo>
                  <a:pt x="43" y="93"/>
                </a:lnTo>
                <a:lnTo>
                  <a:pt x="44" y="92"/>
                </a:lnTo>
                <a:lnTo>
                  <a:pt x="45" y="93"/>
                </a:lnTo>
                <a:close/>
              </a:path>
            </a:pathLst>
          </a:custGeom>
          <a:solidFill>
            <a:srgbClr val="4A80C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50720" y="4391294"/>
            <a:ext cx="968363" cy="609235"/>
          </a:xfrm>
          <a:custGeom>
            <a:avLst/>
            <a:gdLst/>
            <a:ahLst/>
            <a:cxnLst/>
            <a:rect l="l" t="t" r="r" b="b"/>
            <a:pathLst>
              <a:path w="151" h="95">
                <a:moveTo>
                  <a:pt x="47" y="2"/>
                </a:moveTo>
                <a:lnTo>
                  <a:pt x="47" y="1"/>
                </a:lnTo>
                <a:lnTo>
                  <a:pt x="46" y="0"/>
                </a:lnTo>
                <a:lnTo>
                  <a:pt x="46" y="0"/>
                </a:lnTo>
                <a:lnTo>
                  <a:pt x="45" y="1"/>
                </a:lnTo>
                <a:lnTo>
                  <a:pt x="43" y="1"/>
                </a:lnTo>
                <a:lnTo>
                  <a:pt x="43" y="2"/>
                </a:lnTo>
                <a:lnTo>
                  <a:pt x="42" y="2"/>
                </a:lnTo>
                <a:lnTo>
                  <a:pt x="41" y="4"/>
                </a:lnTo>
                <a:lnTo>
                  <a:pt x="40" y="2"/>
                </a:lnTo>
                <a:lnTo>
                  <a:pt x="39" y="3"/>
                </a:lnTo>
                <a:lnTo>
                  <a:pt x="39" y="2"/>
                </a:lnTo>
                <a:lnTo>
                  <a:pt x="38" y="0"/>
                </a:lnTo>
                <a:lnTo>
                  <a:pt x="38" y="0"/>
                </a:lnTo>
                <a:lnTo>
                  <a:pt x="37" y="2"/>
                </a:lnTo>
                <a:lnTo>
                  <a:pt x="35" y="2"/>
                </a:lnTo>
                <a:lnTo>
                  <a:pt x="34" y="2"/>
                </a:lnTo>
                <a:lnTo>
                  <a:pt x="32" y="3"/>
                </a:lnTo>
                <a:lnTo>
                  <a:pt x="31" y="2"/>
                </a:lnTo>
                <a:lnTo>
                  <a:pt x="28" y="2"/>
                </a:lnTo>
                <a:lnTo>
                  <a:pt x="25" y="1"/>
                </a:lnTo>
                <a:lnTo>
                  <a:pt x="23" y="1"/>
                </a:lnTo>
                <a:lnTo>
                  <a:pt x="21" y="1"/>
                </a:lnTo>
                <a:lnTo>
                  <a:pt x="20" y="1"/>
                </a:lnTo>
                <a:lnTo>
                  <a:pt x="19" y="1"/>
                </a:lnTo>
                <a:lnTo>
                  <a:pt x="17" y="4"/>
                </a:lnTo>
                <a:lnTo>
                  <a:pt x="20" y="4"/>
                </a:lnTo>
                <a:lnTo>
                  <a:pt x="22" y="4"/>
                </a:lnTo>
                <a:lnTo>
                  <a:pt x="24" y="5"/>
                </a:lnTo>
                <a:lnTo>
                  <a:pt x="24" y="9"/>
                </a:lnTo>
                <a:lnTo>
                  <a:pt x="24" y="9"/>
                </a:lnTo>
                <a:lnTo>
                  <a:pt x="25" y="9"/>
                </a:lnTo>
                <a:lnTo>
                  <a:pt x="25" y="9"/>
                </a:lnTo>
                <a:lnTo>
                  <a:pt x="26" y="9"/>
                </a:lnTo>
                <a:lnTo>
                  <a:pt x="30" y="10"/>
                </a:lnTo>
                <a:lnTo>
                  <a:pt x="31" y="11"/>
                </a:lnTo>
                <a:lnTo>
                  <a:pt x="31" y="11"/>
                </a:lnTo>
                <a:lnTo>
                  <a:pt x="31" y="12"/>
                </a:lnTo>
                <a:lnTo>
                  <a:pt x="31" y="14"/>
                </a:lnTo>
                <a:lnTo>
                  <a:pt x="32" y="15"/>
                </a:lnTo>
                <a:lnTo>
                  <a:pt x="31" y="16"/>
                </a:lnTo>
                <a:lnTo>
                  <a:pt x="30" y="15"/>
                </a:lnTo>
                <a:lnTo>
                  <a:pt x="30" y="16"/>
                </a:lnTo>
                <a:lnTo>
                  <a:pt x="29" y="17"/>
                </a:lnTo>
                <a:lnTo>
                  <a:pt x="27" y="16"/>
                </a:lnTo>
                <a:lnTo>
                  <a:pt x="25" y="16"/>
                </a:lnTo>
                <a:lnTo>
                  <a:pt x="23" y="16"/>
                </a:lnTo>
                <a:lnTo>
                  <a:pt x="21" y="16"/>
                </a:lnTo>
                <a:lnTo>
                  <a:pt x="21" y="17"/>
                </a:lnTo>
                <a:lnTo>
                  <a:pt x="22" y="17"/>
                </a:lnTo>
                <a:lnTo>
                  <a:pt x="21" y="18"/>
                </a:lnTo>
                <a:lnTo>
                  <a:pt x="20" y="20"/>
                </a:lnTo>
                <a:lnTo>
                  <a:pt x="20" y="20"/>
                </a:lnTo>
                <a:lnTo>
                  <a:pt x="19" y="21"/>
                </a:lnTo>
                <a:lnTo>
                  <a:pt x="20" y="22"/>
                </a:lnTo>
                <a:lnTo>
                  <a:pt x="19" y="23"/>
                </a:lnTo>
                <a:lnTo>
                  <a:pt x="20" y="25"/>
                </a:lnTo>
                <a:lnTo>
                  <a:pt x="21" y="25"/>
                </a:lnTo>
                <a:lnTo>
                  <a:pt x="21" y="25"/>
                </a:lnTo>
                <a:lnTo>
                  <a:pt x="21" y="26"/>
                </a:lnTo>
                <a:lnTo>
                  <a:pt x="22" y="27"/>
                </a:lnTo>
                <a:lnTo>
                  <a:pt x="21" y="29"/>
                </a:lnTo>
                <a:lnTo>
                  <a:pt x="22" y="30"/>
                </a:lnTo>
                <a:lnTo>
                  <a:pt x="21" y="32"/>
                </a:lnTo>
                <a:lnTo>
                  <a:pt x="22" y="34"/>
                </a:lnTo>
                <a:lnTo>
                  <a:pt x="22" y="34"/>
                </a:lnTo>
                <a:lnTo>
                  <a:pt x="22" y="36"/>
                </a:lnTo>
                <a:lnTo>
                  <a:pt x="24" y="36"/>
                </a:lnTo>
                <a:lnTo>
                  <a:pt x="25" y="38"/>
                </a:lnTo>
                <a:lnTo>
                  <a:pt x="25" y="38"/>
                </a:lnTo>
                <a:lnTo>
                  <a:pt x="25" y="39"/>
                </a:lnTo>
                <a:lnTo>
                  <a:pt x="24" y="40"/>
                </a:lnTo>
                <a:lnTo>
                  <a:pt x="27" y="39"/>
                </a:lnTo>
                <a:lnTo>
                  <a:pt x="28" y="40"/>
                </a:lnTo>
                <a:lnTo>
                  <a:pt x="29" y="40"/>
                </a:lnTo>
                <a:lnTo>
                  <a:pt x="29" y="41"/>
                </a:lnTo>
                <a:lnTo>
                  <a:pt x="29" y="41"/>
                </a:lnTo>
                <a:lnTo>
                  <a:pt x="31" y="43"/>
                </a:lnTo>
                <a:lnTo>
                  <a:pt x="32" y="43"/>
                </a:lnTo>
                <a:lnTo>
                  <a:pt x="33" y="45"/>
                </a:lnTo>
                <a:lnTo>
                  <a:pt x="33" y="48"/>
                </a:lnTo>
                <a:lnTo>
                  <a:pt x="34" y="48"/>
                </a:lnTo>
                <a:lnTo>
                  <a:pt x="34" y="49"/>
                </a:lnTo>
                <a:lnTo>
                  <a:pt x="32" y="50"/>
                </a:lnTo>
                <a:lnTo>
                  <a:pt x="33" y="52"/>
                </a:lnTo>
                <a:lnTo>
                  <a:pt x="34" y="52"/>
                </a:lnTo>
                <a:lnTo>
                  <a:pt x="32" y="56"/>
                </a:lnTo>
                <a:lnTo>
                  <a:pt x="31" y="56"/>
                </a:lnTo>
                <a:lnTo>
                  <a:pt x="31" y="56"/>
                </a:lnTo>
                <a:lnTo>
                  <a:pt x="31" y="55"/>
                </a:lnTo>
                <a:lnTo>
                  <a:pt x="29" y="55"/>
                </a:lnTo>
                <a:lnTo>
                  <a:pt x="28" y="54"/>
                </a:lnTo>
                <a:lnTo>
                  <a:pt x="26" y="56"/>
                </a:lnTo>
                <a:lnTo>
                  <a:pt x="24" y="58"/>
                </a:lnTo>
                <a:lnTo>
                  <a:pt x="24" y="58"/>
                </a:lnTo>
                <a:lnTo>
                  <a:pt x="23" y="59"/>
                </a:lnTo>
                <a:lnTo>
                  <a:pt x="22" y="60"/>
                </a:lnTo>
                <a:lnTo>
                  <a:pt x="22" y="61"/>
                </a:lnTo>
                <a:lnTo>
                  <a:pt x="22" y="60"/>
                </a:lnTo>
                <a:lnTo>
                  <a:pt x="20" y="62"/>
                </a:lnTo>
                <a:lnTo>
                  <a:pt x="18" y="64"/>
                </a:lnTo>
                <a:lnTo>
                  <a:pt x="18" y="63"/>
                </a:lnTo>
                <a:lnTo>
                  <a:pt x="18" y="63"/>
                </a:lnTo>
                <a:lnTo>
                  <a:pt x="17" y="61"/>
                </a:lnTo>
                <a:lnTo>
                  <a:pt x="14" y="64"/>
                </a:lnTo>
                <a:lnTo>
                  <a:pt x="13" y="62"/>
                </a:lnTo>
                <a:lnTo>
                  <a:pt x="14" y="61"/>
                </a:lnTo>
                <a:lnTo>
                  <a:pt x="12" y="61"/>
                </a:lnTo>
                <a:lnTo>
                  <a:pt x="12" y="61"/>
                </a:lnTo>
                <a:lnTo>
                  <a:pt x="11" y="61"/>
                </a:lnTo>
                <a:lnTo>
                  <a:pt x="8" y="65"/>
                </a:lnTo>
                <a:lnTo>
                  <a:pt x="7" y="64"/>
                </a:lnTo>
                <a:lnTo>
                  <a:pt x="7" y="64"/>
                </a:lnTo>
                <a:lnTo>
                  <a:pt x="6" y="63"/>
                </a:lnTo>
                <a:lnTo>
                  <a:pt x="5" y="62"/>
                </a:lnTo>
                <a:lnTo>
                  <a:pt x="5" y="63"/>
                </a:lnTo>
                <a:lnTo>
                  <a:pt x="5" y="64"/>
                </a:lnTo>
                <a:lnTo>
                  <a:pt x="3" y="65"/>
                </a:lnTo>
                <a:lnTo>
                  <a:pt x="2" y="65"/>
                </a:lnTo>
                <a:lnTo>
                  <a:pt x="1" y="65"/>
                </a:lnTo>
                <a:lnTo>
                  <a:pt x="0" y="66"/>
                </a:lnTo>
                <a:lnTo>
                  <a:pt x="1" y="66"/>
                </a:lnTo>
                <a:lnTo>
                  <a:pt x="0" y="67"/>
                </a:lnTo>
                <a:lnTo>
                  <a:pt x="1" y="68"/>
                </a:lnTo>
                <a:lnTo>
                  <a:pt x="1" y="68"/>
                </a:lnTo>
                <a:lnTo>
                  <a:pt x="3" y="70"/>
                </a:lnTo>
                <a:lnTo>
                  <a:pt x="4" y="70"/>
                </a:lnTo>
                <a:lnTo>
                  <a:pt x="3" y="72"/>
                </a:lnTo>
                <a:lnTo>
                  <a:pt x="4" y="72"/>
                </a:lnTo>
                <a:lnTo>
                  <a:pt x="3" y="75"/>
                </a:lnTo>
                <a:lnTo>
                  <a:pt x="3" y="75"/>
                </a:lnTo>
                <a:lnTo>
                  <a:pt x="3" y="76"/>
                </a:lnTo>
                <a:lnTo>
                  <a:pt x="3" y="78"/>
                </a:lnTo>
                <a:lnTo>
                  <a:pt x="2" y="79"/>
                </a:lnTo>
                <a:lnTo>
                  <a:pt x="1" y="79"/>
                </a:lnTo>
                <a:lnTo>
                  <a:pt x="0" y="80"/>
                </a:lnTo>
                <a:lnTo>
                  <a:pt x="1" y="80"/>
                </a:lnTo>
                <a:lnTo>
                  <a:pt x="1" y="82"/>
                </a:lnTo>
                <a:lnTo>
                  <a:pt x="3" y="83"/>
                </a:lnTo>
                <a:lnTo>
                  <a:pt x="3" y="82"/>
                </a:lnTo>
                <a:lnTo>
                  <a:pt x="3" y="82"/>
                </a:lnTo>
                <a:lnTo>
                  <a:pt x="3" y="81"/>
                </a:lnTo>
                <a:lnTo>
                  <a:pt x="4" y="79"/>
                </a:lnTo>
                <a:lnTo>
                  <a:pt x="6" y="79"/>
                </a:lnTo>
                <a:lnTo>
                  <a:pt x="6" y="83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8" y="84"/>
                </a:lnTo>
                <a:lnTo>
                  <a:pt x="9" y="83"/>
                </a:lnTo>
                <a:lnTo>
                  <a:pt x="10" y="84"/>
                </a:lnTo>
                <a:lnTo>
                  <a:pt x="10" y="85"/>
                </a:lnTo>
                <a:lnTo>
                  <a:pt x="10" y="85"/>
                </a:lnTo>
                <a:lnTo>
                  <a:pt x="11" y="85"/>
                </a:lnTo>
                <a:lnTo>
                  <a:pt x="10" y="86"/>
                </a:lnTo>
                <a:lnTo>
                  <a:pt x="10" y="87"/>
                </a:lnTo>
                <a:lnTo>
                  <a:pt x="10" y="88"/>
                </a:lnTo>
                <a:lnTo>
                  <a:pt x="10" y="88"/>
                </a:lnTo>
                <a:lnTo>
                  <a:pt x="11" y="88"/>
                </a:lnTo>
                <a:lnTo>
                  <a:pt x="11" y="91"/>
                </a:lnTo>
                <a:lnTo>
                  <a:pt x="12" y="91"/>
                </a:lnTo>
                <a:lnTo>
                  <a:pt x="13" y="90"/>
                </a:lnTo>
                <a:lnTo>
                  <a:pt x="13" y="90"/>
                </a:lnTo>
                <a:lnTo>
                  <a:pt x="14" y="89"/>
                </a:lnTo>
                <a:lnTo>
                  <a:pt x="15" y="90"/>
                </a:lnTo>
                <a:lnTo>
                  <a:pt x="15" y="92"/>
                </a:lnTo>
                <a:lnTo>
                  <a:pt x="15" y="92"/>
                </a:lnTo>
                <a:lnTo>
                  <a:pt x="15" y="93"/>
                </a:lnTo>
                <a:lnTo>
                  <a:pt x="16" y="94"/>
                </a:lnTo>
                <a:lnTo>
                  <a:pt x="16" y="94"/>
                </a:lnTo>
                <a:lnTo>
                  <a:pt x="17" y="95"/>
                </a:lnTo>
                <a:lnTo>
                  <a:pt x="18" y="95"/>
                </a:lnTo>
                <a:lnTo>
                  <a:pt x="18" y="94"/>
                </a:lnTo>
                <a:lnTo>
                  <a:pt x="18" y="93"/>
                </a:lnTo>
                <a:lnTo>
                  <a:pt x="18" y="93"/>
                </a:lnTo>
                <a:lnTo>
                  <a:pt x="20" y="91"/>
                </a:lnTo>
                <a:lnTo>
                  <a:pt x="19" y="90"/>
                </a:lnTo>
                <a:lnTo>
                  <a:pt x="20" y="89"/>
                </a:lnTo>
                <a:lnTo>
                  <a:pt x="20" y="89"/>
                </a:lnTo>
                <a:lnTo>
                  <a:pt x="21" y="88"/>
                </a:lnTo>
                <a:lnTo>
                  <a:pt x="21" y="86"/>
                </a:lnTo>
                <a:lnTo>
                  <a:pt x="21" y="86"/>
                </a:lnTo>
                <a:lnTo>
                  <a:pt x="22" y="85"/>
                </a:lnTo>
                <a:lnTo>
                  <a:pt x="22" y="85"/>
                </a:lnTo>
                <a:lnTo>
                  <a:pt x="22" y="84"/>
                </a:lnTo>
                <a:lnTo>
                  <a:pt x="23" y="84"/>
                </a:lnTo>
                <a:lnTo>
                  <a:pt x="24" y="83"/>
                </a:lnTo>
                <a:lnTo>
                  <a:pt x="25" y="83"/>
                </a:lnTo>
                <a:lnTo>
                  <a:pt x="25" y="84"/>
                </a:lnTo>
                <a:lnTo>
                  <a:pt x="26" y="84"/>
                </a:lnTo>
                <a:lnTo>
                  <a:pt x="26" y="83"/>
                </a:lnTo>
                <a:lnTo>
                  <a:pt x="26" y="82"/>
                </a:lnTo>
                <a:lnTo>
                  <a:pt x="27" y="82"/>
                </a:lnTo>
                <a:lnTo>
                  <a:pt x="27" y="81"/>
                </a:lnTo>
                <a:lnTo>
                  <a:pt x="27" y="80"/>
                </a:lnTo>
                <a:lnTo>
                  <a:pt x="34" y="79"/>
                </a:lnTo>
                <a:lnTo>
                  <a:pt x="35" y="80"/>
                </a:lnTo>
                <a:lnTo>
                  <a:pt x="36" y="80"/>
                </a:lnTo>
                <a:lnTo>
                  <a:pt x="37" y="81"/>
                </a:lnTo>
                <a:lnTo>
                  <a:pt x="38" y="82"/>
                </a:lnTo>
                <a:lnTo>
                  <a:pt x="38" y="82"/>
                </a:lnTo>
                <a:lnTo>
                  <a:pt x="39" y="83"/>
                </a:lnTo>
                <a:lnTo>
                  <a:pt x="40" y="82"/>
                </a:lnTo>
                <a:lnTo>
                  <a:pt x="41" y="81"/>
                </a:lnTo>
                <a:lnTo>
                  <a:pt x="42" y="81"/>
                </a:lnTo>
                <a:lnTo>
                  <a:pt x="44" y="79"/>
                </a:lnTo>
                <a:lnTo>
                  <a:pt x="43" y="78"/>
                </a:lnTo>
                <a:lnTo>
                  <a:pt x="42" y="78"/>
                </a:lnTo>
                <a:lnTo>
                  <a:pt x="42" y="76"/>
                </a:lnTo>
                <a:lnTo>
                  <a:pt x="41" y="76"/>
                </a:lnTo>
                <a:lnTo>
                  <a:pt x="41" y="75"/>
                </a:lnTo>
                <a:lnTo>
                  <a:pt x="42" y="74"/>
                </a:lnTo>
                <a:lnTo>
                  <a:pt x="41" y="74"/>
                </a:lnTo>
                <a:lnTo>
                  <a:pt x="41" y="73"/>
                </a:lnTo>
                <a:lnTo>
                  <a:pt x="43" y="73"/>
                </a:lnTo>
                <a:lnTo>
                  <a:pt x="44" y="72"/>
                </a:lnTo>
                <a:lnTo>
                  <a:pt x="45" y="73"/>
                </a:lnTo>
                <a:lnTo>
                  <a:pt x="46" y="73"/>
                </a:lnTo>
                <a:lnTo>
                  <a:pt x="46" y="71"/>
                </a:lnTo>
                <a:lnTo>
                  <a:pt x="48" y="71"/>
                </a:lnTo>
                <a:lnTo>
                  <a:pt x="49" y="71"/>
                </a:lnTo>
                <a:lnTo>
                  <a:pt x="49" y="72"/>
                </a:lnTo>
                <a:lnTo>
                  <a:pt x="55" y="72"/>
                </a:lnTo>
                <a:lnTo>
                  <a:pt x="57" y="74"/>
                </a:lnTo>
                <a:lnTo>
                  <a:pt x="58" y="74"/>
                </a:lnTo>
                <a:lnTo>
                  <a:pt x="59" y="75"/>
                </a:lnTo>
                <a:lnTo>
                  <a:pt x="59" y="75"/>
                </a:lnTo>
                <a:lnTo>
                  <a:pt x="61" y="75"/>
                </a:lnTo>
                <a:lnTo>
                  <a:pt x="62" y="75"/>
                </a:lnTo>
                <a:lnTo>
                  <a:pt x="65" y="75"/>
                </a:lnTo>
                <a:lnTo>
                  <a:pt x="66" y="74"/>
                </a:lnTo>
                <a:lnTo>
                  <a:pt x="67" y="75"/>
                </a:lnTo>
                <a:lnTo>
                  <a:pt x="68" y="76"/>
                </a:lnTo>
                <a:lnTo>
                  <a:pt x="70" y="76"/>
                </a:lnTo>
                <a:lnTo>
                  <a:pt x="70" y="77"/>
                </a:lnTo>
                <a:lnTo>
                  <a:pt x="72" y="78"/>
                </a:lnTo>
                <a:lnTo>
                  <a:pt x="72" y="79"/>
                </a:lnTo>
                <a:lnTo>
                  <a:pt x="74" y="80"/>
                </a:lnTo>
                <a:lnTo>
                  <a:pt x="75" y="80"/>
                </a:lnTo>
                <a:lnTo>
                  <a:pt x="75" y="80"/>
                </a:lnTo>
                <a:lnTo>
                  <a:pt x="75" y="81"/>
                </a:lnTo>
                <a:lnTo>
                  <a:pt x="77" y="81"/>
                </a:lnTo>
                <a:lnTo>
                  <a:pt x="76" y="82"/>
                </a:lnTo>
                <a:lnTo>
                  <a:pt x="77" y="83"/>
                </a:lnTo>
                <a:lnTo>
                  <a:pt x="77" y="82"/>
                </a:lnTo>
                <a:lnTo>
                  <a:pt x="78" y="82"/>
                </a:lnTo>
                <a:lnTo>
                  <a:pt x="79" y="80"/>
                </a:lnTo>
                <a:lnTo>
                  <a:pt x="80" y="80"/>
                </a:lnTo>
                <a:lnTo>
                  <a:pt x="81" y="81"/>
                </a:lnTo>
                <a:lnTo>
                  <a:pt x="82" y="80"/>
                </a:lnTo>
                <a:lnTo>
                  <a:pt x="83" y="81"/>
                </a:lnTo>
                <a:lnTo>
                  <a:pt x="84" y="80"/>
                </a:lnTo>
                <a:lnTo>
                  <a:pt x="85" y="79"/>
                </a:lnTo>
                <a:lnTo>
                  <a:pt x="86" y="78"/>
                </a:lnTo>
                <a:lnTo>
                  <a:pt x="86" y="77"/>
                </a:lnTo>
                <a:lnTo>
                  <a:pt x="87" y="76"/>
                </a:lnTo>
                <a:lnTo>
                  <a:pt x="88" y="76"/>
                </a:lnTo>
                <a:lnTo>
                  <a:pt x="89" y="76"/>
                </a:lnTo>
                <a:lnTo>
                  <a:pt x="89" y="78"/>
                </a:lnTo>
                <a:lnTo>
                  <a:pt x="89" y="78"/>
                </a:lnTo>
                <a:lnTo>
                  <a:pt x="90" y="76"/>
                </a:lnTo>
                <a:lnTo>
                  <a:pt x="90" y="78"/>
                </a:lnTo>
                <a:lnTo>
                  <a:pt x="88" y="80"/>
                </a:lnTo>
                <a:lnTo>
                  <a:pt x="89" y="83"/>
                </a:lnTo>
                <a:lnTo>
                  <a:pt x="91" y="82"/>
                </a:lnTo>
                <a:lnTo>
                  <a:pt x="92" y="83"/>
                </a:lnTo>
                <a:lnTo>
                  <a:pt x="92" y="83"/>
                </a:lnTo>
                <a:lnTo>
                  <a:pt x="93" y="83"/>
                </a:lnTo>
                <a:lnTo>
                  <a:pt x="97" y="77"/>
                </a:lnTo>
                <a:lnTo>
                  <a:pt x="101" y="73"/>
                </a:lnTo>
                <a:lnTo>
                  <a:pt x="101" y="77"/>
                </a:lnTo>
                <a:lnTo>
                  <a:pt x="102" y="77"/>
                </a:lnTo>
                <a:lnTo>
                  <a:pt x="103" y="77"/>
                </a:lnTo>
                <a:lnTo>
                  <a:pt x="105" y="79"/>
                </a:lnTo>
                <a:lnTo>
                  <a:pt x="103" y="81"/>
                </a:lnTo>
                <a:lnTo>
                  <a:pt x="104" y="81"/>
                </a:lnTo>
                <a:lnTo>
                  <a:pt x="105" y="82"/>
                </a:lnTo>
                <a:lnTo>
                  <a:pt x="105" y="83"/>
                </a:lnTo>
                <a:lnTo>
                  <a:pt x="104" y="84"/>
                </a:lnTo>
                <a:lnTo>
                  <a:pt x="103" y="87"/>
                </a:lnTo>
                <a:lnTo>
                  <a:pt x="104" y="87"/>
                </a:lnTo>
                <a:lnTo>
                  <a:pt x="104" y="87"/>
                </a:lnTo>
                <a:lnTo>
                  <a:pt x="104" y="88"/>
                </a:lnTo>
                <a:lnTo>
                  <a:pt x="104" y="88"/>
                </a:lnTo>
                <a:lnTo>
                  <a:pt x="105" y="91"/>
                </a:lnTo>
                <a:lnTo>
                  <a:pt x="105" y="90"/>
                </a:lnTo>
                <a:lnTo>
                  <a:pt x="106" y="91"/>
                </a:lnTo>
                <a:lnTo>
                  <a:pt x="106" y="90"/>
                </a:lnTo>
                <a:lnTo>
                  <a:pt x="107" y="90"/>
                </a:lnTo>
                <a:lnTo>
                  <a:pt x="108" y="91"/>
                </a:lnTo>
                <a:lnTo>
                  <a:pt x="108" y="90"/>
                </a:lnTo>
                <a:lnTo>
                  <a:pt x="108" y="91"/>
                </a:lnTo>
                <a:lnTo>
                  <a:pt x="109" y="91"/>
                </a:lnTo>
                <a:lnTo>
                  <a:pt x="110" y="91"/>
                </a:lnTo>
                <a:lnTo>
                  <a:pt x="110" y="90"/>
                </a:lnTo>
                <a:lnTo>
                  <a:pt x="111" y="88"/>
                </a:lnTo>
                <a:lnTo>
                  <a:pt x="112" y="87"/>
                </a:lnTo>
                <a:lnTo>
                  <a:pt x="115" y="86"/>
                </a:lnTo>
                <a:lnTo>
                  <a:pt x="115" y="83"/>
                </a:lnTo>
                <a:lnTo>
                  <a:pt x="116" y="83"/>
                </a:lnTo>
                <a:lnTo>
                  <a:pt x="117" y="84"/>
                </a:lnTo>
                <a:lnTo>
                  <a:pt x="119" y="83"/>
                </a:lnTo>
                <a:lnTo>
                  <a:pt x="119" y="84"/>
                </a:lnTo>
                <a:lnTo>
                  <a:pt x="120" y="83"/>
                </a:lnTo>
                <a:lnTo>
                  <a:pt x="123" y="82"/>
                </a:lnTo>
                <a:lnTo>
                  <a:pt x="125" y="82"/>
                </a:lnTo>
                <a:lnTo>
                  <a:pt x="125" y="82"/>
                </a:lnTo>
                <a:lnTo>
                  <a:pt x="125" y="82"/>
                </a:lnTo>
                <a:lnTo>
                  <a:pt x="127" y="81"/>
                </a:lnTo>
                <a:lnTo>
                  <a:pt x="128" y="80"/>
                </a:lnTo>
                <a:lnTo>
                  <a:pt x="128" y="79"/>
                </a:lnTo>
                <a:lnTo>
                  <a:pt x="128" y="79"/>
                </a:lnTo>
                <a:lnTo>
                  <a:pt x="128" y="79"/>
                </a:lnTo>
                <a:lnTo>
                  <a:pt x="128" y="80"/>
                </a:lnTo>
                <a:lnTo>
                  <a:pt x="127" y="80"/>
                </a:lnTo>
                <a:lnTo>
                  <a:pt x="127" y="79"/>
                </a:lnTo>
                <a:lnTo>
                  <a:pt x="127" y="79"/>
                </a:lnTo>
                <a:lnTo>
                  <a:pt x="128" y="79"/>
                </a:lnTo>
                <a:lnTo>
                  <a:pt x="129" y="78"/>
                </a:lnTo>
                <a:lnTo>
                  <a:pt x="128" y="78"/>
                </a:lnTo>
                <a:lnTo>
                  <a:pt x="129" y="77"/>
                </a:lnTo>
                <a:lnTo>
                  <a:pt x="130" y="77"/>
                </a:lnTo>
                <a:lnTo>
                  <a:pt x="131" y="77"/>
                </a:lnTo>
                <a:lnTo>
                  <a:pt x="131" y="78"/>
                </a:lnTo>
                <a:lnTo>
                  <a:pt x="132" y="78"/>
                </a:lnTo>
                <a:lnTo>
                  <a:pt x="132" y="76"/>
                </a:lnTo>
                <a:lnTo>
                  <a:pt x="131" y="76"/>
                </a:lnTo>
                <a:lnTo>
                  <a:pt x="132" y="75"/>
                </a:lnTo>
                <a:lnTo>
                  <a:pt x="131" y="75"/>
                </a:lnTo>
                <a:lnTo>
                  <a:pt x="131" y="74"/>
                </a:lnTo>
                <a:lnTo>
                  <a:pt x="132" y="75"/>
                </a:lnTo>
                <a:lnTo>
                  <a:pt x="134" y="74"/>
                </a:lnTo>
                <a:lnTo>
                  <a:pt x="135" y="75"/>
                </a:lnTo>
                <a:lnTo>
                  <a:pt x="136" y="74"/>
                </a:lnTo>
                <a:lnTo>
                  <a:pt x="138" y="72"/>
                </a:lnTo>
                <a:lnTo>
                  <a:pt x="138" y="71"/>
                </a:lnTo>
                <a:lnTo>
                  <a:pt x="138" y="70"/>
                </a:lnTo>
                <a:lnTo>
                  <a:pt x="141" y="69"/>
                </a:lnTo>
                <a:lnTo>
                  <a:pt x="146" y="72"/>
                </a:lnTo>
                <a:lnTo>
                  <a:pt x="147" y="71"/>
                </a:lnTo>
                <a:lnTo>
                  <a:pt x="151" y="69"/>
                </a:lnTo>
                <a:lnTo>
                  <a:pt x="150" y="67"/>
                </a:lnTo>
                <a:lnTo>
                  <a:pt x="149" y="66"/>
                </a:lnTo>
                <a:lnTo>
                  <a:pt x="149" y="64"/>
                </a:lnTo>
                <a:lnTo>
                  <a:pt x="149" y="63"/>
                </a:lnTo>
                <a:lnTo>
                  <a:pt x="148" y="61"/>
                </a:lnTo>
                <a:lnTo>
                  <a:pt x="148" y="60"/>
                </a:lnTo>
                <a:lnTo>
                  <a:pt x="147" y="60"/>
                </a:lnTo>
                <a:lnTo>
                  <a:pt x="146" y="59"/>
                </a:lnTo>
                <a:lnTo>
                  <a:pt x="145" y="58"/>
                </a:lnTo>
                <a:lnTo>
                  <a:pt x="145" y="58"/>
                </a:lnTo>
                <a:lnTo>
                  <a:pt x="144" y="57"/>
                </a:lnTo>
                <a:lnTo>
                  <a:pt x="145" y="56"/>
                </a:lnTo>
                <a:lnTo>
                  <a:pt x="144" y="55"/>
                </a:lnTo>
                <a:lnTo>
                  <a:pt x="144" y="54"/>
                </a:lnTo>
                <a:lnTo>
                  <a:pt x="144" y="52"/>
                </a:lnTo>
                <a:lnTo>
                  <a:pt x="142" y="52"/>
                </a:lnTo>
                <a:lnTo>
                  <a:pt x="142" y="51"/>
                </a:lnTo>
                <a:lnTo>
                  <a:pt x="141" y="50"/>
                </a:lnTo>
                <a:lnTo>
                  <a:pt x="141" y="49"/>
                </a:lnTo>
                <a:lnTo>
                  <a:pt x="143" y="48"/>
                </a:lnTo>
                <a:lnTo>
                  <a:pt x="143" y="46"/>
                </a:lnTo>
                <a:lnTo>
                  <a:pt x="144" y="45"/>
                </a:lnTo>
                <a:lnTo>
                  <a:pt x="145" y="44"/>
                </a:lnTo>
                <a:lnTo>
                  <a:pt x="146" y="43"/>
                </a:lnTo>
                <a:lnTo>
                  <a:pt x="146" y="42"/>
                </a:lnTo>
                <a:lnTo>
                  <a:pt x="145" y="42"/>
                </a:lnTo>
                <a:lnTo>
                  <a:pt x="145" y="42"/>
                </a:lnTo>
                <a:lnTo>
                  <a:pt x="144" y="42"/>
                </a:lnTo>
                <a:lnTo>
                  <a:pt x="144" y="41"/>
                </a:lnTo>
                <a:lnTo>
                  <a:pt x="142" y="40"/>
                </a:lnTo>
                <a:lnTo>
                  <a:pt x="140" y="41"/>
                </a:lnTo>
                <a:lnTo>
                  <a:pt x="139" y="39"/>
                </a:lnTo>
                <a:lnTo>
                  <a:pt x="138" y="39"/>
                </a:lnTo>
                <a:lnTo>
                  <a:pt x="137" y="40"/>
                </a:lnTo>
                <a:lnTo>
                  <a:pt x="135" y="38"/>
                </a:lnTo>
                <a:lnTo>
                  <a:pt x="134" y="38"/>
                </a:lnTo>
                <a:lnTo>
                  <a:pt x="133" y="36"/>
                </a:lnTo>
                <a:lnTo>
                  <a:pt x="132" y="36"/>
                </a:lnTo>
                <a:lnTo>
                  <a:pt x="132" y="35"/>
                </a:lnTo>
                <a:lnTo>
                  <a:pt x="132" y="35"/>
                </a:lnTo>
                <a:lnTo>
                  <a:pt x="131" y="35"/>
                </a:lnTo>
                <a:lnTo>
                  <a:pt x="130" y="35"/>
                </a:lnTo>
                <a:lnTo>
                  <a:pt x="130" y="35"/>
                </a:lnTo>
                <a:lnTo>
                  <a:pt x="129" y="34"/>
                </a:lnTo>
                <a:lnTo>
                  <a:pt x="129" y="32"/>
                </a:lnTo>
                <a:lnTo>
                  <a:pt x="129" y="32"/>
                </a:lnTo>
                <a:lnTo>
                  <a:pt x="128" y="31"/>
                </a:lnTo>
                <a:lnTo>
                  <a:pt x="127" y="31"/>
                </a:lnTo>
                <a:lnTo>
                  <a:pt x="126" y="33"/>
                </a:lnTo>
                <a:lnTo>
                  <a:pt x="125" y="33"/>
                </a:lnTo>
                <a:lnTo>
                  <a:pt x="125" y="34"/>
                </a:lnTo>
                <a:lnTo>
                  <a:pt x="124" y="34"/>
                </a:lnTo>
                <a:lnTo>
                  <a:pt x="122" y="35"/>
                </a:lnTo>
                <a:lnTo>
                  <a:pt x="121" y="34"/>
                </a:lnTo>
                <a:lnTo>
                  <a:pt x="120" y="33"/>
                </a:lnTo>
                <a:lnTo>
                  <a:pt x="119" y="33"/>
                </a:lnTo>
                <a:lnTo>
                  <a:pt x="118" y="32"/>
                </a:lnTo>
                <a:lnTo>
                  <a:pt x="116" y="33"/>
                </a:lnTo>
                <a:lnTo>
                  <a:pt x="116" y="31"/>
                </a:lnTo>
                <a:lnTo>
                  <a:pt x="116" y="31"/>
                </a:lnTo>
                <a:lnTo>
                  <a:pt x="116" y="28"/>
                </a:lnTo>
                <a:lnTo>
                  <a:pt x="116" y="28"/>
                </a:lnTo>
                <a:lnTo>
                  <a:pt x="115" y="29"/>
                </a:lnTo>
                <a:lnTo>
                  <a:pt x="114" y="29"/>
                </a:lnTo>
                <a:lnTo>
                  <a:pt x="112" y="29"/>
                </a:lnTo>
                <a:lnTo>
                  <a:pt x="111" y="29"/>
                </a:lnTo>
                <a:lnTo>
                  <a:pt x="109" y="27"/>
                </a:lnTo>
                <a:lnTo>
                  <a:pt x="109" y="27"/>
                </a:lnTo>
                <a:lnTo>
                  <a:pt x="108" y="27"/>
                </a:lnTo>
                <a:lnTo>
                  <a:pt x="107" y="29"/>
                </a:lnTo>
                <a:lnTo>
                  <a:pt x="105" y="30"/>
                </a:lnTo>
                <a:lnTo>
                  <a:pt x="104" y="29"/>
                </a:lnTo>
                <a:lnTo>
                  <a:pt x="104" y="27"/>
                </a:lnTo>
                <a:lnTo>
                  <a:pt x="103" y="27"/>
                </a:lnTo>
                <a:lnTo>
                  <a:pt x="103" y="28"/>
                </a:lnTo>
                <a:lnTo>
                  <a:pt x="102" y="28"/>
                </a:lnTo>
                <a:lnTo>
                  <a:pt x="102" y="27"/>
                </a:lnTo>
                <a:lnTo>
                  <a:pt x="102" y="26"/>
                </a:lnTo>
                <a:lnTo>
                  <a:pt x="101" y="26"/>
                </a:lnTo>
                <a:lnTo>
                  <a:pt x="101" y="25"/>
                </a:lnTo>
                <a:lnTo>
                  <a:pt x="100" y="25"/>
                </a:lnTo>
                <a:lnTo>
                  <a:pt x="101" y="23"/>
                </a:lnTo>
                <a:lnTo>
                  <a:pt x="99" y="22"/>
                </a:lnTo>
                <a:lnTo>
                  <a:pt x="99" y="22"/>
                </a:lnTo>
                <a:lnTo>
                  <a:pt x="100" y="22"/>
                </a:lnTo>
                <a:lnTo>
                  <a:pt x="100" y="20"/>
                </a:lnTo>
                <a:lnTo>
                  <a:pt x="99" y="18"/>
                </a:lnTo>
                <a:lnTo>
                  <a:pt x="100" y="17"/>
                </a:lnTo>
                <a:lnTo>
                  <a:pt x="99" y="17"/>
                </a:lnTo>
                <a:lnTo>
                  <a:pt x="100" y="16"/>
                </a:lnTo>
                <a:lnTo>
                  <a:pt x="99" y="15"/>
                </a:lnTo>
                <a:lnTo>
                  <a:pt x="97" y="15"/>
                </a:lnTo>
                <a:lnTo>
                  <a:pt x="97" y="16"/>
                </a:lnTo>
                <a:lnTo>
                  <a:pt x="93" y="19"/>
                </a:lnTo>
                <a:lnTo>
                  <a:pt x="92" y="18"/>
                </a:lnTo>
                <a:lnTo>
                  <a:pt x="91" y="18"/>
                </a:lnTo>
                <a:lnTo>
                  <a:pt x="91" y="17"/>
                </a:lnTo>
                <a:lnTo>
                  <a:pt x="89" y="15"/>
                </a:lnTo>
                <a:lnTo>
                  <a:pt x="88" y="16"/>
                </a:lnTo>
                <a:lnTo>
                  <a:pt x="88" y="17"/>
                </a:lnTo>
                <a:lnTo>
                  <a:pt x="87" y="17"/>
                </a:lnTo>
                <a:lnTo>
                  <a:pt x="87" y="16"/>
                </a:lnTo>
                <a:lnTo>
                  <a:pt x="87" y="16"/>
                </a:lnTo>
                <a:lnTo>
                  <a:pt x="86" y="16"/>
                </a:lnTo>
                <a:lnTo>
                  <a:pt x="85" y="16"/>
                </a:lnTo>
                <a:lnTo>
                  <a:pt x="85" y="17"/>
                </a:lnTo>
                <a:lnTo>
                  <a:pt x="83" y="17"/>
                </a:lnTo>
                <a:lnTo>
                  <a:pt x="83" y="17"/>
                </a:lnTo>
                <a:lnTo>
                  <a:pt x="82" y="17"/>
                </a:lnTo>
                <a:lnTo>
                  <a:pt x="80" y="18"/>
                </a:lnTo>
                <a:lnTo>
                  <a:pt x="77" y="17"/>
                </a:lnTo>
                <a:lnTo>
                  <a:pt x="76" y="18"/>
                </a:lnTo>
                <a:lnTo>
                  <a:pt x="75" y="18"/>
                </a:lnTo>
                <a:lnTo>
                  <a:pt x="75" y="19"/>
                </a:lnTo>
                <a:lnTo>
                  <a:pt x="74" y="18"/>
                </a:lnTo>
                <a:lnTo>
                  <a:pt x="73" y="18"/>
                </a:lnTo>
                <a:lnTo>
                  <a:pt x="73" y="19"/>
                </a:lnTo>
                <a:lnTo>
                  <a:pt x="70" y="18"/>
                </a:lnTo>
                <a:lnTo>
                  <a:pt x="70" y="18"/>
                </a:lnTo>
                <a:lnTo>
                  <a:pt x="69" y="17"/>
                </a:lnTo>
                <a:lnTo>
                  <a:pt x="69" y="18"/>
                </a:lnTo>
                <a:lnTo>
                  <a:pt x="68" y="17"/>
                </a:lnTo>
                <a:lnTo>
                  <a:pt x="67" y="16"/>
                </a:lnTo>
                <a:lnTo>
                  <a:pt x="66" y="17"/>
                </a:lnTo>
                <a:lnTo>
                  <a:pt x="66" y="16"/>
                </a:lnTo>
                <a:lnTo>
                  <a:pt x="65" y="15"/>
                </a:lnTo>
                <a:lnTo>
                  <a:pt x="64" y="16"/>
                </a:lnTo>
                <a:lnTo>
                  <a:pt x="61" y="14"/>
                </a:lnTo>
                <a:lnTo>
                  <a:pt x="59" y="14"/>
                </a:lnTo>
                <a:lnTo>
                  <a:pt x="59" y="13"/>
                </a:lnTo>
                <a:lnTo>
                  <a:pt x="58" y="14"/>
                </a:lnTo>
                <a:lnTo>
                  <a:pt x="57" y="13"/>
                </a:lnTo>
                <a:lnTo>
                  <a:pt x="57" y="12"/>
                </a:lnTo>
                <a:lnTo>
                  <a:pt x="56" y="11"/>
                </a:lnTo>
                <a:lnTo>
                  <a:pt x="56" y="10"/>
                </a:lnTo>
                <a:lnTo>
                  <a:pt x="55" y="10"/>
                </a:lnTo>
                <a:lnTo>
                  <a:pt x="54" y="9"/>
                </a:lnTo>
                <a:lnTo>
                  <a:pt x="52" y="8"/>
                </a:lnTo>
                <a:lnTo>
                  <a:pt x="52" y="7"/>
                </a:lnTo>
                <a:lnTo>
                  <a:pt x="52" y="8"/>
                </a:lnTo>
                <a:lnTo>
                  <a:pt x="51" y="7"/>
                </a:lnTo>
                <a:lnTo>
                  <a:pt x="52" y="6"/>
                </a:lnTo>
                <a:lnTo>
                  <a:pt x="51" y="5"/>
                </a:lnTo>
                <a:lnTo>
                  <a:pt x="51" y="4"/>
                </a:lnTo>
                <a:lnTo>
                  <a:pt x="49" y="4"/>
                </a:lnTo>
                <a:lnTo>
                  <a:pt x="50" y="4"/>
                </a:lnTo>
                <a:lnTo>
                  <a:pt x="50" y="3"/>
                </a:lnTo>
                <a:lnTo>
                  <a:pt x="49" y="2"/>
                </a:lnTo>
                <a:lnTo>
                  <a:pt x="48" y="1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414850" y="4846617"/>
            <a:ext cx="718256" cy="788799"/>
          </a:xfrm>
          <a:custGeom>
            <a:avLst/>
            <a:gdLst/>
            <a:ahLst/>
            <a:cxnLst/>
            <a:rect l="l" t="t" r="r" b="b"/>
            <a:pathLst>
              <a:path w="112" h="123">
                <a:moveTo>
                  <a:pt x="69" y="120"/>
                </a:moveTo>
                <a:lnTo>
                  <a:pt x="69" y="119"/>
                </a:lnTo>
                <a:lnTo>
                  <a:pt x="72" y="117"/>
                </a:lnTo>
                <a:lnTo>
                  <a:pt x="72" y="115"/>
                </a:lnTo>
                <a:lnTo>
                  <a:pt x="71" y="115"/>
                </a:lnTo>
                <a:lnTo>
                  <a:pt x="71" y="113"/>
                </a:lnTo>
                <a:lnTo>
                  <a:pt x="72" y="110"/>
                </a:lnTo>
                <a:lnTo>
                  <a:pt x="73" y="109"/>
                </a:lnTo>
                <a:lnTo>
                  <a:pt x="73" y="110"/>
                </a:lnTo>
                <a:lnTo>
                  <a:pt x="74" y="110"/>
                </a:lnTo>
                <a:lnTo>
                  <a:pt x="75" y="109"/>
                </a:lnTo>
                <a:lnTo>
                  <a:pt x="76" y="110"/>
                </a:lnTo>
                <a:lnTo>
                  <a:pt x="77" y="109"/>
                </a:lnTo>
                <a:lnTo>
                  <a:pt x="77" y="110"/>
                </a:lnTo>
                <a:lnTo>
                  <a:pt x="79" y="110"/>
                </a:lnTo>
                <a:lnTo>
                  <a:pt x="81" y="110"/>
                </a:lnTo>
                <a:lnTo>
                  <a:pt x="83" y="111"/>
                </a:lnTo>
                <a:lnTo>
                  <a:pt x="83" y="112"/>
                </a:lnTo>
                <a:lnTo>
                  <a:pt x="83" y="113"/>
                </a:lnTo>
                <a:lnTo>
                  <a:pt x="83" y="114"/>
                </a:lnTo>
                <a:lnTo>
                  <a:pt x="84" y="114"/>
                </a:lnTo>
                <a:lnTo>
                  <a:pt x="84" y="115"/>
                </a:lnTo>
                <a:lnTo>
                  <a:pt x="86" y="115"/>
                </a:lnTo>
                <a:lnTo>
                  <a:pt x="87" y="114"/>
                </a:lnTo>
                <a:lnTo>
                  <a:pt x="89" y="114"/>
                </a:lnTo>
                <a:lnTo>
                  <a:pt x="89" y="113"/>
                </a:lnTo>
                <a:lnTo>
                  <a:pt x="88" y="112"/>
                </a:lnTo>
                <a:lnTo>
                  <a:pt x="89" y="110"/>
                </a:lnTo>
                <a:lnTo>
                  <a:pt x="88" y="109"/>
                </a:lnTo>
                <a:lnTo>
                  <a:pt x="88" y="109"/>
                </a:lnTo>
                <a:lnTo>
                  <a:pt x="89" y="108"/>
                </a:lnTo>
                <a:lnTo>
                  <a:pt x="88" y="107"/>
                </a:lnTo>
                <a:lnTo>
                  <a:pt x="85" y="107"/>
                </a:lnTo>
                <a:lnTo>
                  <a:pt x="85" y="105"/>
                </a:lnTo>
                <a:lnTo>
                  <a:pt x="86" y="105"/>
                </a:lnTo>
                <a:lnTo>
                  <a:pt x="87" y="106"/>
                </a:lnTo>
                <a:lnTo>
                  <a:pt x="87" y="105"/>
                </a:lnTo>
                <a:lnTo>
                  <a:pt x="88" y="104"/>
                </a:lnTo>
                <a:lnTo>
                  <a:pt x="90" y="104"/>
                </a:lnTo>
                <a:lnTo>
                  <a:pt x="90" y="103"/>
                </a:lnTo>
                <a:lnTo>
                  <a:pt x="91" y="103"/>
                </a:lnTo>
                <a:lnTo>
                  <a:pt x="90" y="102"/>
                </a:lnTo>
                <a:lnTo>
                  <a:pt x="92" y="101"/>
                </a:lnTo>
                <a:lnTo>
                  <a:pt x="94" y="101"/>
                </a:lnTo>
                <a:lnTo>
                  <a:pt x="94" y="102"/>
                </a:lnTo>
                <a:lnTo>
                  <a:pt x="95" y="102"/>
                </a:lnTo>
                <a:lnTo>
                  <a:pt x="96" y="103"/>
                </a:lnTo>
                <a:lnTo>
                  <a:pt x="96" y="103"/>
                </a:lnTo>
                <a:lnTo>
                  <a:pt x="97" y="103"/>
                </a:lnTo>
                <a:lnTo>
                  <a:pt x="98" y="103"/>
                </a:lnTo>
                <a:lnTo>
                  <a:pt x="99" y="103"/>
                </a:lnTo>
                <a:lnTo>
                  <a:pt x="100" y="104"/>
                </a:lnTo>
                <a:lnTo>
                  <a:pt x="100" y="104"/>
                </a:lnTo>
                <a:lnTo>
                  <a:pt x="103" y="103"/>
                </a:lnTo>
                <a:lnTo>
                  <a:pt x="104" y="104"/>
                </a:lnTo>
                <a:lnTo>
                  <a:pt x="105" y="104"/>
                </a:lnTo>
                <a:lnTo>
                  <a:pt x="106" y="102"/>
                </a:lnTo>
                <a:lnTo>
                  <a:pt x="106" y="101"/>
                </a:lnTo>
                <a:lnTo>
                  <a:pt x="107" y="101"/>
                </a:lnTo>
                <a:lnTo>
                  <a:pt x="107" y="99"/>
                </a:lnTo>
                <a:lnTo>
                  <a:pt x="108" y="99"/>
                </a:lnTo>
                <a:lnTo>
                  <a:pt x="108" y="97"/>
                </a:lnTo>
                <a:lnTo>
                  <a:pt x="107" y="97"/>
                </a:lnTo>
                <a:lnTo>
                  <a:pt x="106" y="95"/>
                </a:lnTo>
                <a:lnTo>
                  <a:pt x="106" y="94"/>
                </a:lnTo>
                <a:lnTo>
                  <a:pt x="107" y="93"/>
                </a:lnTo>
                <a:lnTo>
                  <a:pt x="107" y="92"/>
                </a:lnTo>
                <a:lnTo>
                  <a:pt x="108" y="91"/>
                </a:lnTo>
                <a:lnTo>
                  <a:pt x="108" y="89"/>
                </a:lnTo>
                <a:lnTo>
                  <a:pt x="107" y="88"/>
                </a:lnTo>
                <a:lnTo>
                  <a:pt x="108" y="86"/>
                </a:lnTo>
                <a:lnTo>
                  <a:pt x="109" y="87"/>
                </a:lnTo>
                <a:lnTo>
                  <a:pt x="109" y="86"/>
                </a:lnTo>
                <a:lnTo>
                  <a:pt x="109" y="86"/>
                </a:lnTo>
                <a:lnTo>
                  <a:pt x="112" y="84"/>
                </a:lnTo>
                <a:lnTo>
                  <a:pt x="111" y="83"/>
                </a:lnTo>
                <a:lnTo>
                  <a:pt x="110" y="83"/>
                </a:lnTo>
                <a:lnTo>
                  <a:pt x="108" y="84"/>
                </a:lnTo>
                <a:lnTo>
                  <a:pt x="107" y="84"/>
                </a:lnTo>
                <a:lnTo>
                  <a:pt x="106" y="85"/>
                </a:lnTo>
                <a:lnTo>
                  <a:pt x="106" y="84"/>
                </a:lnTo>
                <a:lnTo>
                  <a:pt x="106" y="84"/>
                </a:lnTo>
                <a:lnTo>
                  <a:pt x="106" y="83"/>
                </a:lnTo>
                <a:lnTo>
                  <a:pt x="107" y="82"/>
                </a:lnTo>
                <a:lnTo>
                  <a:pt x="107" y="82"/>
                </a:lnTo>
                <a:lnTo>
                  <a:pt x="107" y="81"/>
                </a:lnTo>
                <a:lnTo>
                  <a:pt x="107" y="80"/>
                </a:lnTo>
                <a:lnTo>
                  <a:pt x="108" y="79"/>
                </a:lnTo>
                <a:lnTo>
                  <a:pt x="108" y="77"/>
                </a:lnTo>
                <a:lnTo>
                  <a:pt x="108" y="77"/>
                </a:lnTo>
                <a:lnTo>
                  <a:pt x="108" y="75"/>
                </a:lnTo>
                <a:lnTo>
                  <a:pt x="106" y="75"/>
                </a:lnTo>
                <a:lnTo>
                  <a:pt x="106" y="74"/>
                </a:lnTo>
                <a:lnTo>
                  <a:pt x="104" y="75"/>
                </a:lnTo>
                <a:lnTo>
                  <a:pt x="103" y="74"/>
                </a:lnTo>
                <a:lnTo>
                  <a:pt x="102" y="70"/>
                </a:lnTo>
                <a:lnTo>
                  <a:pt x="104" y="67"/>
                </a:lnTo>
                <a:lnTo>
                  <a:pt x="101" y="65"/>
                </a:lnTo>
                <a:lnTo>
                  <a:pt x="101" y="64"/>
                </a:lnTo>
                <a:lnTo>
                  <a:pt x="100" y="64"/>
                </a:lnTo>
                <a:lnTo>
                  <a:pt x="100" y="63"/>
                </a:lnTo>
                <a:lnTo>
                  <a:pt x="101" y="61"/>
                </a:lnTo>
                <a:lnTo>
                  <a:pt x="102" y="59"/>
                </a:lnTo>
                <a:lnTo>
                  <a:pt x="101" y="59"/>
                </a:lnTo>
                <a:lnTo>
                  <a:pt x="102" y="57"/>
                </a:lnTo>
                <a:lnTo>
                  <a:pt x="98" y="59"/>
                </a:lnTo>
                <a:lnTo>
                  <a:pt x="97" y="59"/>
                </a:lnTo>
                <a:lnTo>
                  <a:pt x="96" y="58"/>
                </a:lnTo>
                <a:lnTo>
                  <a:pt x="97" y="57"/>
                </a:lnTo>
                <a:lnTo>
                  <a:pt x="96" y="57"/>
                </a:lnTo>
                <a:lnTo>
                  <a:pt x="96" y="56"/>
                </a:lnTo>
                <a:lnTo>
                  <a:pt x="97" y="55"/>
                </a:lnTo>
                <a:lnTo>
                  <a:pt x="96" y="55"/>
                </a:lnTo>
                <a:lnTo>
                  <a:pt x="96" y="54"/>
                </a:lnTo>
                <a:lnTo>
                  <a:pt x="96" y="53"/>
                </a:lnTo>
                <a:lnTo>
                  <a:pt x="96" y="52"/>
                </a:lnTo>
                <a:lnTo>
                  <a:pt x="99" y="48"/>
                </a:lnTo>
                <a:lnTo>
                  <a:pt x="98" y="47"/>
                </a:lnTo>
                <a:lnTo>
                  <a:pt x="98" y="47"/>
                </a:lnTo>
                <a:lnTo>
                  <a:pt x="98" y="45"/>
                </a:lnTo>
                <a:lnTo>
                  <a:pt x="99" y="44"/>
                </a:lnTo>
                <a:lnTo>
                  <a:pt x="100" y="44"/>
                </a:lnTo>
                <a:lnTo>
                  <a:pt x="100" y="43"/>
                </a:lnTo>
                <a:lnTo>
                  <a:pt x="101" y="44"/>
                </a:lnTo>
                <a:lnTo>
                  <a:pt x="102" y="43"/>
                </a:lnTo>
                <a:lnTo>
                  <a:pt x="102" y="43"/>
                </a:lnTo>
                <a:lnTo>
                  <a:pt x="102" y="42"/>
                </a:lnTo>
                <a:lnTo>
                  <a:pt x="103" y="42"/>
                </a:lnTo>
                <a:lnTo>
                  <a:pt x="104" y="42"/>
                </a:lnTo>
                <a:lnTo>
                  <a:pt x="102" y="40"/>
                </a:lnTo>
                <a:lnTo>
                  <a:pt x="105" y="39"/>
                </a:lnTo>
                <a:lnTo>
                  <a:pt x="105" y="37"/>
                </a:lnTo>
                <a:lnTo>
                  <a:pt x="106" y="37"/>
                </a:lnTo>
                <a:lnTo>
                  <a:pt x="106" y="36"/>
                </a:lnTo>
                <a:lnTo>
                  <a:pt x="107" y="36"/>
                </a:lnTo>
                <a:lnTo>
                  <a:pt x="107" y="34"/>
                </a:lnTo>
                <a:lnTo>
                  <a:pt x="105" y="33"/>
                </a:lnTo>
                <a:lnTo>
                  <a:pt x="106" y="32"/>
                </a:lnTo>
                <a:lnTo>
                  <a:pt x="103" y="31"/>
                </a:lnTo>
                <a:lnTo>
                  <a:pt x="104" y="29"/>
                </a:lnTo>
                <a:lnTo>
                  <a:pt x="104" y="24"/>
                </a:lnTo>
                <a:lnTo>
                  <a:pt x="104" y="24"/>
                </a:lnTo>
                <a:lnTo>
                  <a:pt x="103" y="24"/>
                </a:lnTo>
                <a:lnTo>
                  <a:pt x="102" y="23"/>
                </a:lnTo>
                <a:lnTo>
                  <a:pt x="102" y="23"/>
                </a:lnTo>
                <a:lnTo>
                  <a:pt x="101" y="23"/>
                </a:lnTo>
                <a:lnTo>
                  <a:pt x="101" y="22"/>
                </a:lnTo>
                <a:lnTo>
                  <a:pt x="101" y="22"/>
                </a:lnTo>
                <a:lnTo>
                  <a:pt x="100" y="20"/>
                </a:lnTo>
                <a:lnTo>
                  <a:pt x="98" y="20"/>
                </a:lnTo>
                <a:lnTo>
                  <a:pt x="98" y="19"/>
                </a:lnTo>
                <a:lnTo>
                  <a:pt x="98" y="20"/>
                </a:lnTo>
                <a:lnTo>
                  <a:pt x="97" y="19"/>
                </a:lnTo>
                <a:lnTo>
                  <a:pt x="96" y="19"/>
                </a:lnTo>
                <a:lnTo>
                  <a:pt x="96" y="20"/>
                </a:lnTo>
                <a:lnTo>
                  <a:pt x="95" y="19"/>
                </a:lnTo>
                <a:lnTo>
                  <a:pt x="95" y="20"/>
                </a:lnTo>
                <a:lnTo>
                  <a:pt x="94" y="17"/>
                </a:lnTo>
                <a:lnTo>
                  <a:pt x="94" y="17"/>
                </a:lnTo>
                <a:lnTo>
                  <a:pt x="94" y="16"/>
                </a:lnTo>
                <a:lnTo>
                  <a:pt x="94" y="16"/>
                </a:lnTo>
                <a:lnTo>
                  <a:pt x="93" y="16"/>
                </a:lnTo>
                <a:lnTo>
                  <a:pt x="94" y="13"/>
                </a:lnTo>
                <a:lnTo>
                  <a:pt x="95" y="12"/>
                </a:lnTo>
                <a:lnTo>
                  <a:pt x="95" y="11"/>
                </a:lnTo>
                <a:lnTo>
                  <a:pt x="94" y="10"/>
                </a:lnTo>
                <a:lnTo>
                  <a:pt x="93" y="10"/>
                </a:lnTo>
                <a:lnTo>
                  <a:pt x="95" y="8"/>
                </a:lnTo>
                <a:lnTo>
                  <a:pt x="93" y="6"/>
                </a:lnTo>
                <a:lnTo>
                  <a:pt x="92" y="6"/>
                </a:lnTo>
                <a:lnTo>
                  <a:pt x="91" y="6"/>
                </a:lnTo>
                <a:lnTo>
                  <a:pt x="91" y="2"/>
                </a:lnTo>
                <a:lnTo>
                  <a:pt x="87" y="6"/>
                </a:lnTo>
                <a:lnTo>
                  <a:pt x="83" y="12"/>
                </a:lnTo>
                <a:lnTo>
                  <a:pt x="82" y="12"/>
                </a:lnTo>
                <a:lnTo>
                  <a:pt x="82" y="12"/>
                </a:lnTo>
                <a:lnTo>
                  <a:pt x="81" y="11"/>
                </a:lnTo>
                <a:lnTo>
                  <a:pt x="79" y="12"/>
                </a:lnTo>
                <a:lnTo>
                  <a:pt x="78" y="9"/>
                </a:lnTo>
                <a:lnTo>
                  <a:pt x="80" y="7"/>
                </a:lnTo>
                <a:lnTo>
                  <a:pt x="80" y="5"/>
                </a:lnTo>
                <a:lnTo>
                  <a:pt x="79" y="7"/>
                </a:lnTo>
                <a:lnTo>
                  <a:pt x="79" y="7"/>
                </a:lnTo>
                <a:lnTo>
                  <a:pt x="78" y="5"/>
                </a:lnTo>
                <a:lnTo>
                  <a:pt x="77" y="5"/>
                </a:lnTo>
                <a:lnTo>
                  <a:pt x="76" y="6"/>
                </a:lnTo>
                <a:lnTo>
                  <a:pt x="76" y="7"/>
                </a:lnTo>
                <a:lnTo>
                  <a:pt x="75" y="8"/>
                </a:lnTo>
                <a:lnTo>
                  <a:pt x="74" y="9"/>
                </a:lnTo>
                <a:lnTo>
                  <a:pt x="73" y="10"/>
                </a:lnTo>
                <a:lnTo>
                  <a:pt x="72" y="9"/>
                </a:lnTo>
                <a:lnTo>
                  <a:pt x="71" y="10"/>
                </a:lnTo>
                <a:lnTo>
                  <a:pt x="70" y="9"/>
                </a:lnTo>
                <a:lnTo>
                  <a:pt x="69" y="9"/>
                </a:lnTo>
                <a:lnTo>
                  <a:pt x="68" y="11"/>
                </a:lnTo>
                <a:lnTo>
                  <a:pt x="67" y="11"/>
                </a:lnTo>
                <a:lnTo>
                  <a:pt x="67" y="12"/>
                </a:lnTo>
                <a:lnTo>
                  <a:pt x="66" y="11"/>
                </a:lnTo>
                <a:lnTo>
                  <a:pt x="67" y="10"/>
                </a:lnTo>
                <a:lnTo>
                  <a:pt x="65" y="10"/>
                </a:lnTo>
                <a:lnTo>
                  <a:pt x="65" y="9"/>
                </a:lnTo>
                <a:lnTo>
                  <a:pt x="65" y="9"/>
                </a:lnTo>
                <a:lnTo>
                  <a:pt x="64" y="9"/>
                </a:lnTo>
                <a:lnTo>
                  <a:pt x="62" y="8"/>
                </a:lnTo>
                <a:lnTo>
                  <a:pt x="62" y="7"/>
                </a:lnTo>
                <a:lnTo>
                  <a:pt x="60" y="6"/>
                </a:lnTo>
                <a:lnTo>
                  <a:pt x="60" y="5"/>
                </a:lnTo>
                <a:lnTo>
                  <a:pt x="58" y="5"/>
                </a:lnTo>
                <a:lnTo>
                  <a:pt x="57" y="4"/>
                </a:lnTo>
                <a:lnTo>
                  <a:pt x="56" y="3"/>
                </a:lnTo>
                <a:lnTo>
                  <a:pt x="55" y="4"/>
                </a:lnTo>
                <a:lnTo>
                  <a:pt x="52" y="4"/>
                </a:lnTo>
                <a:lnTo>
                  <a:pt x="51" y="4"/>
                </a:lnTo>
                <a:lnTo>
                  <a:pt x="49" y="4"/>
                </a:lnTo>
                <a:lnTo>
                  <a:pt x="49" y="4"/>
                </a:lnTo>
                <a:lnTo>
                  <a:pt x="48" y="3"/>
                </a:lnTo>
                <a:lnTo>
                  <a:pt x="47" y="3"/>
                </a:lnTo>
                <a:lnTo>
                  <a:pt x="45" y="1"/>
                </a:lnTo>
                <a:lnTo>
                  <a:pt x="39" y="1"/>
                </a:lnTo>
                <a:lnTo>
                  <a:pt x="39" y="0"/>
                </a:lnTo>
                <a:lnTo>
                  <a:pt x="38" y="0"/>
                </a:lnTo>
                <a:lnTo>
                  <a:pt x="36" y="0"/>
                </a:lnTo>
                <a:lnTo>
                  <a:pt x="36" y="2"/>
                </a:lnTo>
                <a:lnTo>
                  <a:pt x="35" y="2"/>
                </a:lnTo>
                <a:lnTo>
                  <a:pt x="34" y="1"/>
                </a:lnTo>
                <a:lnTo>
                  <a:pt x="33" y="2"/>
                </a:lnTo>
                <a:lnTo>
                  <a:pt x="31" y="2"/>
                </a:lnTo>
                <a:lnTo>
                  <a:pt x="31" y="3"/>
                </a:lnTo>
                <a:lnTo>
                  <a:pt x="32" y="3"/>
                </a:lnTo>
                <a:lnTo>
                  <a:pt x="31" y="4"/>
                </a:lnTo>
                <a:lnTo>
                  <a:pt x="31" y="5"/>
                </a:lnTo>
                <a:lnTo>
                  <a:pt x="32" y="5"/>
                </a:lnTo>
                <a:lnTo>
                  <a:pt x="32" y="7"/>
                </a:lnTo>
                <a:lnTo>
                  <a:pt x="33" y="7"/>
                </a:lnTo>
                <a:lnTo>
                  <a:pt x="34" y="8"/>
                </a:lnTo>
                <a:lnTo>
                  <a:pt x="33" y="10"/>
                </a:lnTo>
                <a:lnTo>
                  <a:pt x="32" y="10"/>
                </a:lnTo>
                <a:lnTo>
                  <a:pt x="31" y="10"/>
                </a:lnTo>
                <a:lnTo>
                  <a:pt x="30" y="11"/>
                </a:lnTo>
                <a:lnTo>
                  <a:pt x="29" y="12"/>
                </a:lnTo>
                <a:lnTo>
                  <a:pt x="28" y="11"/>
                </a:lnTo>
                <a:lnTo>
                  <a:pt x="28" y="11"/>
                </a:lnTo>
                <a:lnTo>
                  <a:pt x="27" y="10"/>
                </a:lnTo>
                <a:lnTo>
                  <a:pt x="26" y="9"/>
                </a:lnTo>
                <a:lnTo>
                  <a:pt x="25" y="9"/>
                </a:lnTo>
                <a:lnTo>
                  <a:pt x="24" y="8"/>
                </a:lnTo>
                <a:lnTo>
                  <a:pt x="17" y="9"/>
                </a:lnTo>
                <a:lnTo>
                  <a:pt x="17" y="10"/>
                </a:lnTo>
                <a:lnTo>
                  <a:pt x="17" y="11"/>
                </a:lnTo>
                <a:lnTo>
                  <a:pt x="16" y="11"/>
                </a:lnTo>
                <a:lnTo>
                  <a:pt x="16" y="12"/>
                </a:lnTo>
                <a:lnTo>
                  <a:pt x="16" y="13"/>
                </a:lnTo>
                <a:lnTo>
                  <a:pt x="15" y="13"/>
                </a:lnTo>
                <a:lnTo>
                  <a:pt x="15" y="12"/>
                </a:lnTo>
                <a:lnTo>
                  <a:pt x="14" y="12"/>
                </a:lnTo>
                <a:lnTo>
                  <a:pt x="13" y="13"/>
                </a:lnTo>
                <a:lnTo>
                  <a:pt x="12" y="13"/>
                </a:lnTo>
                <a:lnTo>
                  <a:pt x="12" y="14"/>
                </a:lnTo>
                <a:lnTo>
                  <a:pt x="12" y="14"/>
                </a:lnTo>
                <a:lnTo>
                  <a:pt x="11" y="15"/>
                </a:lnTo>
                <a:lnTo>
                  <a:pt x="11" y="15"/>
                </a:lnTo>
                <a:lnTo>
                  <a:pt x="11" y="17"/>
                </a:lnTo>
                <a:lnTo>
                  <a:pt x="10" y="18"/>
                </a:lnTo>
                <a:lnTo>
                  <a:pt x="10" y="18"/>
                </a:lnTo>
                <a:lnTo>
                  <a:pt x="9" y="19"/>
                </a:lnTo>
                <a:lnTo>
                  <a:pt x="10" y="20"/>
                </a:lnTo>
                <a:lnTo>
                  <a:pt x="8" y="22"/>
                </a:lnTo>
                <a:lnTo>
                  <a:pt x="8" y="22"/>
                </a:lnTo>
                <a:lnTo>
                  <a:pt x="8" y="23"/>
                </a:lnTo>
                <a:lnTo>
                  <a:pt x="8" y="24"/>
                </a:lnTo>
                <a:lnTo>
                  <a:pt x="7" y="24"/>
                </a:lnTo>
                <a:lnTo>
                  <a:pt x="8" y="25"/>
                </a:lnTo>
                <a:lnTo>
                  <a:pt x="9" y="25"/>
                </a:lnTo>
                <a:lnTo>
                  <a:pt x="9" y="26"/>
                </a:lnTo>
                <a:lnTo>
                  <a:pt x="8" y="30"/>
                </a:lnTo>
                <a:lnTo>
                  <a:pt x="8" y="32"/>
                </a:lnTo>
                <a:lnTo>
                  <a:pt x="9" y="33"/>
                </a:lnTo>
                <a:lnTo>
                  <a:pt x="9" y="33"/>
                </a:lnTo>
                <a:lnTo>
                  <a:pt x="8" y="34"/>
                </a:lnTo>
                <a:lnTo>
                  <a:pt x="9" y="34"/>
                </a:lnTo>
                <a:lnTo>
                  <a:pt x="7" y="35"/>
                </a:lnTo>
                <a:lnTo>
                  <a:pt x="7" y="36"/>
                </a:lnTo>
                <a:lnTo>
                  <a:pt x="8" y="36"/>
                </a:lnTo>
                <a:lnTo>
                  <a:pt x="8" y="36"/>
                </a:lnTo>
                <a:lnTo>
                  <a:pt x="9" y="36"/>
                </a:lnTo>
                <a:lnTo>
                  <a:pt x="10" y="36"/>
                </a:lnTo>
                <a:lnTo>
                  <a:pt x="9" y="37"/>
                </a:lnTo>
                <a:lnTo>
                  <a:pt x="9" y="41"/>
                </a:lnTo>
                <a:lnTo>
                  <a:pt x="9" y="41"/>
                </a:lnTo>
                <a:lnTo>
                  <a:pt x="9" y="42"/>
                </a:lnTo>
                <a:lnTo>
                  <a:pt x="10" y="43"/>
                </a:lnTo>
                <a:lnTo>
                  <a:pt x="10" y="43"/>
                </a:lnTo>
                <a:lnTo>
                  <a:pt x="11" y="43"/>
                </a:lnTo>
                <a:lnTo>
                  <a:pt x="10" y="45"/>
                </a:lnTo>
                <a:lnTo>
                  <a:pt x="10" y="49"/>
                </a:lnTo>
                <a:lnTo>
                  <a:pt x="10" y="48"/>
                </a:lnTo>
                <a:lnTo>
                  <a:pt x="11" y="49"/>
                </a:lnTo>
                <a:lnTo>
                  <a:pt x="10" y="51"/>
                </a:lnTo>
                <a:lnTo>
                  <a:pt x="10" y="52"/>
                </a:lnTo>
                <a:lnTo>
                  <a:pt x="11" y="53"/>
                </a:lnTo>
                <a:lnTo>
                  <a:pt x="11" y="54"/>
                </a:lnTo>
                <a:lnTo>
                  <a:pt x="12" y="55"/>
                </a:lnTo>
                <a:lnTo>
                  <a:pt x="11" y="56"/>
                </a:lnTo>
                <a:lnTo>
                  <a:pt x="12" y="56"/>
                </a:lnTo>
                <a:lnTo>
                  <a:pt x="14" y="57"/>
                </a:lnTo>
                <a:lnTo>
                  <a:pt x="13" y="57"/>
                </a:lnTo>
                <a:lnTo>
                  <a:pt x="13" y="59"/>
                </a:lnTo>
                <a:lnTo>
                  <a:pt x="12" y="60"/>
                </a:lnTo>
                <a:lnTo>
                  <a:pt x="10" y="61"/>
                </a:lnTo>
                <a:lnTo>
                  <a:pt x="10" y="63"/>
                </a:lnTo>
                <a:lnTo>
                  <a:pt x="9" y="63"/>
                </a:lnTo>
                <a:lnTo>
                  <a:pt x="8" y="62"/>
                </a:lnTo>
                <a:lnTo>
                  <a:pt x="8" y="63"/>
                </a:lnTo>
                <a:lnTo>
                  <a:pt x="7" y="62"/>
                </a:lnTo>
                <a:lnTo>
                  <a:pt x="7" y="65"/>
                </a:lnTo>
                <a:lnTo>
                  <a:pt x="5" y="65"/>
                </a:lnTo>
                <a:lnTo>
                  <a:pt x="6" y="66"/>
                </a:lnTo>
                <a:lnTo>
                  <a:pt x="4" y="66"/>
                </a:lnTo>
                <a:lnTo>
                  <a:pt x="3" y="68"/>
                </a:lnTo>
                <a:lnTo>
                  <a:pt x="3" y="69"/>
                </a:lnTo>
                <a:lnTo>
                  <a:pt x="2" y="70"/>
                </a:lnTo>
                <a:lnTo>
                  <a:pt x="0" y="71"/>
                </a:lnTo>
                <a:lnTo>
                  <a:pt x="2" y="72"/>
                </a:lnTo>
                <a:lnTo>
                  <a:pt x="4" y="72"/>
                </a:lnTo>
                <a:lnTo>
                  <a:pt x="4" y="71"/>
                </a:lnTo>
                <a:lnTo>
                  <a:pt x="5" y="70"/>
                </a:lnTo>
                <a:lnTo>
                  <a:pt x="7" y="69"/>
                </a:lnTo>
                <a:lnTo>
                  <a:pt x="7" y="71"/>
                </a:lnTo>
                <a:lnTo>
                  <a:pt x="8" y="71"/>
                </a:lnTo>
                <a:lnTo>
                  <a:pt x="9" y="69"/>
                </a:lnTo>
                <a:lnTo>
                  <a:pt x="10" y="69"/>
                </a:lnTo>
                <a:lnTo>
                  <a:pt x="13" y="69"/>
                </a:lnTo>
                <a:lnTo>
                  <a:pt x="13" y="69"/>
                </a:lnTo>
                <a:lnTo>
                  <a:pt x="14" y="69"/>
                </a:lnTo>
                <a:lnTo>
                  <a:pt x="14" y="70"/>
                </a:lnTo>
                <a:lnTo>
                  <a:pt x="14" y="71"/>
                </a:lnTo>
                <a:lnTo>
                  <a:pt x="15" y="70"/>
                </a:lnTo>
                <a:lnTo>
                  <a:pt x="15" y="71"/>
                </a:lnTo>
                <a:lnTo>
                  <a:pt x="16" y="73"/>
                </a:lnTo>
                <a:lnTo>
                  <a:pt x="14" y="74"/>
                </a:lnTo>
                <a:lnTo>
                  <a:pt x="14" y="75"/>
                </a:lnTo>
                <a:lnTo>
                  <a:pt x="15" y="74"/>
                </a:lnTo>
                <a:lnTo>
                  <a:pt x="15" y="75"/>
                </a:lnTo>
                <a:lnTo>
                  <a:pt x="15" y="76"/>
                </a:lnTo>
                <a:lnTo>
                  <a:pt x="16" y="78"/>
                </a:lnTo>
                <a:lnTo>
                  <a:pt x="16" y="78"/>
                </a:lnTo>
                <a:lnTo>
                  <a:pt x="17" y="77"/>
                </a:lnTo>
                <a:lnTo>
                  <a:pt x="16" y="78"/>
                </a:lnTo>
                <a:lnTo>
                  <a:pt x="14" y="77"/>
                </a:lnTo>
                <a:lnTo>
                  <a:pt x="12" y="79"/>
                </a:lnTo>
                <a:lnTo>
                  <a:pt x="11" y="79"/>
                </a:lnTo>
                <a:lnTo>
                  <a:pt x="11" y="80"/>
                </a:lnTo>
                <a:lnTo>
                  <a:pt x="12" y="80"/>
                </a:lnTo>
                <a:lnTo>
                  <a:pt x="12" y="80"/>
                </a:lnTo>
                <a:lnTo>
                  <a:pt x="13" y="83"/>
                </a:lnTo>
                <a:lnTo>
                  <a:pt x="13" y="83"/>
                </a:lnTo>
                <a:lnTo>
                  <a:pt x="13" y="83"/>
                </a:lnTo>
                <a:lnTo>
                  <a:pt x="13" y="84"/>
                </a:lnTo>
                <a:lnTo>
                  <a:pt x="13" y="84"/>
                </a:lnTo>
                <a:lnTo>
                  <a:pt x="12" y="85"/>
                </a:lnTo>
                <a:lnTo>
                  <a:pt x="11" y="87"/>
                </a:lnTo>
                <a:lnTo>
                  <a:pt x="11" y="88"/>
                </a:lnTo>
                <a:lnTo>
                  <a:pt x="12" y="88"/>
                </a:lnTo>
                <a:lnTo>
                  <a:pt x="13" y="89"/>
                </a:lnTo>
                <a:lnTo>
                  <a:pt x="14" y="88"/>
                </a:lnTo>
                <a:lnTo>
                  <a:pt x="15" y="87"/>
                </a:lnTo>
                <a:lnTo>
                  <a:pt x="14" y="89"/>
                </a:lnTo>
                <a:lnTo>
                  <a:pt x="15" y="91"/>
                </a:lnTo>
                <a:lnTo>
                  <a:pt x="16" y="92"/>
                </a:lnTo>
                <a:lnTo>
                  <a:pt x="16" y="92"/>
                </a:lnTo>
                <a:lnTo>
                  <a:pt x="15" y="92"/>
                </a:lnTo>
                <a:lnTo>
                  <a:pt x="15" y="93"/>
                </a:lnTo>
                <a:lnTo>
                  <a:pt x="16" y="94"/>
                </a:lnTo>
                <a:lnTo>
                  <a:pt x="19" y="93"/>
                </a:lnTo>
                <a:lnTo>
                  <a:pt x="19" y="94"/>
                </a:lnTo>
                <a:lnTo>
                  <a:pt x="21" y="94"/>
                </a:lnTo>
                <a:lnTo>
                  <a:pt x="20" y="95"/>
                </a:lnTo>
                <a:lnTo>
                  <a:pt x="20" y="95"/>
                </a:lnTo>
                <a:lnTo>
                  <a:pt x="20" y="97"/>
                </a:lnTo>
                <a:lnTo>
                  <a:pt x="21" y="97"/>
                </a:lnTo>
                <a:lnTo>
                  <a:pt x="22" y="97"/>
                </a:lnTo>
                <a:lnTo>
                  <a:pt x="22" y="97"/>
                </a:lnTo>
                <a:lnTo>
                  <a:pt x="23" y="96"/>
                </a:lnTo>
                <a:lnTo>
                  <a:pt x="22" y="94"/>
                </a:lnTo>
                <a:lnTo>
                  <a:pt x="22" y="93"/>
                </a:lnTo>
                <a:lnTo>
                  <a:pt x="23" y="93"/>
                </a:lnTo>
                <a:lnTo>
                  <a:pt x="24" y="91"/>
                </a:lnTo>
                <a:lnTo>
                  <a:pt x="25" y="90"/>
                </a:lnTo>
                <a:lnTo>
                  <a:pt x="26" y="90"/>
                </a:lnTo>
                <a:lnTo>
                  <a:pt x="28" y="90"/>
                </a:lnTo>
                <a:lnTo>
                  <a:pt x="27" y="93"/>
                </a:lnTo>
                <a:lnTo>
                  <a:pt x="28" y="93"/>
                </a:lnTo>
                <a:lnTo>
                  <a:pt x="29" y="93"/>
                </a:lnTo>
                <a:lnTo>
                  <a:pt x="30" y="92"/>
                </a:lnTo>
                <a:lnTo>
                  <a:pt x="31" y="93"/>
                </a:lnTo>
                <a:lnTo>
                  <a:pt x="31" y="95"/>
                </a:lnTo>
                <a:lnTo>
                  <a:pt x="33" y="94"/>
                </a:lnTo>
                <a:lnTo>
                  <a:pt x="33" y="92"/>
                </a:lnTo>
                <a:lnTo>
                  <a:pt x="35" y="89"/>
                </a:lnTo>
                <a:lnTo>
                  <a:pt x="36" y="90"/>
                </a:lnTo>
                <a:lnTo>
                  <a:pt x="37" y="88"/>
                </a:lnTo>
                <a:lnTo>
                  <a:pt x="37" y="87"/>
                </a:lnTo>
                <a:lnTo>
                  <a:pt x="38" y="86"/>
                </a:lnTo>
                <a:lnTo>
                  <a:pt x="39" y="86"/>
                </a:lnTo>
                <a:lnTo>
                  <a:pt x="39" y="86"/>
                </a:lnTo>
                <a:lnTo>
                  <a:pt x="40" y="87"/>
                </a:lnTo>
                <a:lnTo>
                  <a:pt x="41" y="86"/>
                </a:lnTo>
                <a:lnTo>
                  <a:pt x="41" y="87"/>
                </a:lnTo>
                <a:lnTo>
                  <a:pt x="41" y="88"/>
                </a:lnTo>
                <a:lnTo>
                  <a:pt x="43" y="87"/>
                </a:lnTo>
                <a:lnTo>
                  <a:pt x="45" y="86"/>
                </a:lnTo>
                <a:lnTo>
                  <a:pt x="44" y="86"/>
                </a:lnTo>
                <a:lnTo>
                  <a:pt x="45" y="86"/>
                </a:lnTo>
                <a:lnTo>
                  <a:pt x="45" y="84"/>
                </a:lnTo>
                <a:lnTo>
                  <a:pt x="45" y="84"/>
                </a:lnTo>
                <a:lnTo>
                  <a:pt x="46" y="85"/>
                </a:lnTo>
                <a:lnTo>
                  <a:pt x="46" y="85"/>
                </a:lnTo>
                <a:lnTo>
                  <a:pt x="48" y="86"/>
                </a:lnTo>
                <a:lnTo>
                  <a:pt x="50" y="86"/>
                </a:lnTo>
                <a:lnTo>
                  <a:pt x="50" y="86"/>
                </a:lnTo>
                <a:lnTo>
                  <a:pt x="51" y="87"/>
                </a:lnTo>
                <a:lnTo>
                  <a:pt x="52" y="86"/>
                </a:lnTo>
                <a:lnTo>
                  <a:pt x="52" y="87"/>
                </a:lnTo>
                <a:lnTo>
                  <a:pt x="51" y="88"/>
                </a:lnTo>
                <a:lnTo>
                  <a:pt x="52" y="90"/>
                </a:lnTo>
                <a:lnTo>
                  <a:pt x="51" y="91"/>
                </a:lnTo>
                <a:lnTo>
                  <a:pt x="52" y="91"/>
                </a:lnTo>
                <a:lnTo>
                  <a:pt x="51" y="91"/>
                </a:lnTo>
                <a:lnTo>
                  <a:pt x="50" y="94"/>
                </a:lnTo>
                <a:lnTo>
                  <a:pt x="51" y="94"/>
                </a:lnTo>
                <a:lnTo>
                  <a:pt x="52" y="96"/>
                </a:lnTo>
                <a:lnTo>
                  <a:pt x="52" y="96"/>
                </a:lnTo>
                <a:lnTo>
                  <a:pt x="53" y="94"/>
                </a:lnTo>
                <a:lnTo>
                  <a:pt x="54" y="94"/>
                </a:lnTo>
                <a:lnTo>
                  <a:pt x="54" y="95"/>
                </a:lnTo>
                <a:lnTo>
                  <a:pt x="56" y="95"/>
                </a:lnTo>
                <a:lnTo>
                  <a:pt x="56" y="95"/>
                </a:lnTo>
                <a:lnTo>
                  <a:pt x="55" y="96"/>
                </a:lnTo>
                <a:lnTo>
                  <a:pt x="56" y="97"/>
                </a:lnTo>
                <a:lnTo>
                  <a:pt x="53" y="99"/>
                </a:lnTo>
                <a:lnTo>
                  <a:pt x="53" y="100"/>
                </a:lnTo>
                <a:lnTo>
                  <a:pt x="54" y="101"/>
                </a:lnTo>
                <a:lnTo>
                  <a:pt x="54" y="103"/>
                </a:lnTo>
                <a:lnTo>
                  <a:pt x="53" y="105"/>
                </a:lnTo>
                <a:lnTo>
                  <a:pt x="51" y="107"/>
                </a:lnTo>
                <a:lnTo>
                  <a:pt x="51" y="107"/>
                </a:lnTo>
                <a:lnTo>
                  <a:pt x="49" y="109"/>
                </a:lnTo>
                <a:lnTo>
                  <a:pt x="50" y="110"/>
                </a:lnTo>
                <a:lnTo>
                  <a:pt x="47" y="112"/>
                </a:lnTo>
                <a:lnTo>
                  <a:pt x="47" y="114"/>
                </a:lnTo>
                <a:lnTo>
                  <a:pt x="47" y="116"/>
                </a:lnTo>
                <a:lnTo>
                  <a:pt x="48" y="117"/>
                </a:lnTo>
                <a:lnTo>
                  <a:pt x="50" y="116"/>
                </a:lnTo>
                <a:lnTo>
                  <a:pt x="50" y="114"/>
                </a:lnTo>
                <a:lnTo>
                  <a:pt x="52" y="113"/>
                </a:lnTo>
                <a:lnTo>
                  <a:pt x="53" y="111"/>
                </a:lnTo>
                <a:lnTo>
                  <a:pt x="54" y="112"/>
                </a:lnTo>
                <a:lnTo>
                  <a:pt x="55" y="112"/>
                </a:lnTo>
                <a:lnTo>
                  <a:pt x="55" y="112"/>
                </a:lnTo>
                <a:lnTo>
                  <a:pt x="56" y="113"/>
                </a:lnTo>
                <a:lnTo>
                  <a:pt x="56" y="114"/>
                </a:lnTo>
                <a:lnTo>
                  <a:pt x="57" y="114"/>
                </a:lnTo>
                <a:lnTo>
                  <a:pt x="57" y="115"/>
                </a:lnTo>
                <a:lnTo>
                  <a:pt x="57" y="115"/>
                </a:lnTo>
                <a:lnTo>
                  <a:pt x="57" y="116"/>
                </a:lnTo>
                <a:lnTo>
                  <a:pt x="57" y="116"/>
                </a:lnTo>
                <a:lnTo>
                  <a:pt x="57" y="118"/>
                </a:lnTo>
                <a:lnTo>
                  <a:pt x="58" y="119"/>
                </a:lnTo>
                <a:lnTo>
                  <a:pt x="57" y="122"/>
                </a:lnTo>
                <a:lnTo>
                  <a:pt x="57" y="122"/>
                </a:lnTo>
                <a:lnTo>
                  <a:pt x="58" y="122"/>
                </a:lnTo>
                <a:lnTo>
                  <a:pt x="59" y="123"/>
                </a:lnTo>
                <a:lnTo>
                  <a:pt x="60" y="122"/>
                </a:lnTo>
                <a:lnTo>
                  <a:pt x="60" y="121"/>
                </a:lnTo>
                <a:lnTo>
                  <a:pt x="61" y="121"/>
                </a:lnTo>
                <a:lnTo>
                  <a:pt x="61" y="121"/>
                </a:lnTo>
                <a:lnTo>
                  <a:pt x="62" y="120"/>
                </a:lnTo>
                <a:lnTo>
                  <a:pt x="62" y="119"/>
                </a:lnTo>
                <a:lnTo>
                  <a:pt x="66" y="119"/>
                </a:lnTo>
                <a:lnTo>
                  <a:pt x="66" y="119"/>
                </a:lnTo>
                <a:lnTo>
                  <a:pt x="67" y="119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568762" y="5487917"/>
            <a:ext cx="987602" cy="788799"/>
          </a:xfrm>
          <a:custGeom>
            <a:avLst/>
            <a:gdLst/>
            <a:ahLst/>
            <a:cxnLst/>
            <a:rect l="l" t="t" r="r" b="b"/>
            <a:pathLst>
              <a:path w="154" h="123">
                <a:moveTo>
                  <a:pt x="81" y="73"/>
                </a:moveTo>
                <a:lnTo>
                  <a:pt x="82" y="73"/>
                </a:lnTo>
                <a:lnTo>
                  <a:pt x="82" y="71"/>
                </a:lnTo>
                <a:lnTo>
                  <a:pt x="83" y="71"/>
                </a:lnTo>
                <a:lnTo>
                  <a:pt x="82" y="70"/>
                </a:lnTo>
                <a:lnTo>
                  <a:pt x="83" y="69"/>
                </a:lnTo>
                <a:lnTo>
                  <a:pt x="83" y="68"/>
                </a:lnTo>
                <a:lnTo>
                  <a:pt x="82" y="68"/>
                </a:lnTo>
                <a:lnTo>
                  <a:pt x="82" y="69"/>
                </a:lnTo>
                <a:lnTo>
                  <a:pt x="81" y="69"/>
                </a:lnTo>
                <a:lnTo>
                  <a:pt x="82" y="67"/>
                </a:lnTo>
                <a:lnTo>
                  <a:pt x="83" y="67"/>
                </a:lnTo>
                <a:lnTo>
                  <a:pt x="84" y="66"/>
                </a:lnTo>
                <a:lnTo>
                  <a:pt x="85" y="66"/>
                </a:lnTo>
                <a:lnTo>
                  <a:pt x="84" y="63"/>
                </a:lnTo>
                <a:lnTo>
                  <a:pt x="83" y="62"/>
                </a:lnTo>
                <a:lnTo>
                  <a:pt x="84" y="61"/>
                </a:lnTo>
                <a:lnTo>
                  <a:pt x="86" y="64"/>
                </a:lnTo>
                <a:lnTo>
                  <a:pt x="87" y="66"/>
                </a:lnTo>
                <a:lnTo>
                  <a:pt x="88" y="67"/>
                </a:lnTo>
                <a:lnTo>
                  <a:pt x="88" y="68"/>
                </a:lnTo>
                <a:lnTo>
                  <a:pt x="90" y="66"/>
                </a:lnTo>
                <a:lnTo>
                  <a:pt x="92" y="66"/>
                </a:lnTo>
                <a:lnTo>
                  <a:pt x="92" y="65"/>
                </a:lnTo>
                <a:lnTo>
                  <a:pt x="94" y="65"/>
                </a:lnTo>
                <a:lnTo>
                  <a:pt x="95" y="65"/>
                </a:lnTo>
                <a:lnTo>
                  <a:pt x="98" y="63"/>
                </a:lnTo>
                <a:lnTo>
                  <a:pt x="99" y="63"/>
                </a:lnTo>
                <a:lnTo>
                  <a:pt x="100" y="65"/>
                </a:lnTo>
                <a:lnTo>
                  <a:pt x="100" y="66"/>
                </a:lnTo>
                <a:lnTo>
                  <a:pt x="101" y="67"/>
                </a:lnTo>
                <a:lnTo>
                  <a:pt x="103" y="65"/>
                </a:lnTo>
                <a:lnTo>
                  <a:pt x="103" y="65"/>
                </a:lnTo>
                <a:lnTo>
                  <a:pt x="103" y="64"/>
                </a:lnTo>
                <a:lnTo>
                  <a:pt x="102" y="64"/>
                </a:lnTo>
                <a:lnTo>
                  <a:pt x="102" y="63"/>
                </a:lnTo>
                <a:lnTo>
                  <a:pt x="103" y="62"/>
                </a:lnTo>
                <a:lnTo>
                  <a:pt x="102" y="61"/>
                </a:lnTo>
                <a:lnTo>
                  <a:pt x="101" y="62"/>
                </a:lnTo>
                <a:lnTo>
                  <a:pt x="102" y="61"/>
                </a:lnTo>
                <a:lnTo>
                  <a:pt x="102" y="60"/>
                </a:lnTo>
                <a:lnTo>
                  <a:pt x="104" y="58"/>
                </a:lnTo>
                <a:lnTo>
                  <a:pt x="105" y="59"/>
                </a:lnTo>
                <a:lnTo>
                  <a:pt x="105" y="61"/>
                </a:lnTo>
                <a:lnTo>
                  <a:pt x="106" y="63"/>
                </a:lnTo>
                <a:lnTo>
                  <a:pt x="108" y="62"/>
                </a:lnTo>
                <a:lnTo>
                  <a:pt x="109" y="64"/>
                </a:lnTo>
                <a:lnTo>
                  <a:pt x="109" y="63"/>
                </a:lnTo>
                <a:lnTo>
                  <a:pt x="109" y="62"/>
                </a:lnTo>
                <a:lnTo>
                  <a:pt x="112" y="59"/>
                </a:lnTo>
                <a:lnTo>
                  <a:pt x="111" y="59"/>
                </a:lnTo>
                <a:lnTo>
                  <a:pt x="112" y="58"/>
                </a:lnTo>
                <a:lnTo>
                  <a:pt x="114" y="57"/>
                </a:lnTo>
                <a:lnTo>
                  <a:pt x="115" y="58"/>
                </a:lnTo>
                <a:lnTo>
                  <a:pt x="114" y="57"/>
                </a:lnTo>
                <a:lnTo>
                  <a:pt x="115" y="56"/>
                </a:lnTo>
                <a:lnTo>
                  <a:pt x="115" y="58"/>
                </a:lnTo>
                <a:lnTo>
                  <a:pt x="118" y="57"/>
                </a:lnTo>
                <a:lnTo>
                  <a:pt x="118" y="59"/>
                </a:lnTo>
                <a:lnTo>
                  <a:pt x="119" y="59"/>
                </a:lnTo>
                <a:lnTo>
                  <a:pt x="121" y="59"/>
                </a:lnTo>
                <a:lnTo>
                  <a:pt x="123" y="60"/>
                </a:lnTo>
                <a:lnTo>
                  <a:pt x="123" y="59"/>
                </a:lnTo>
                <a:lnTo>
                  <a:pt x="123" y="57"/>
                </a:lnTo>
                <a:lnTo>
                  <a:pt x="122" y="57"/>
                </a:lnTo>
                <a:lnTo>
                  <a:pt x="123" y="56"/>
                </a:lnTo>
                <a:lnTo>
                  <a:pt x="124" y="55"/>
                </a:lnTo>
                <a:lnTo>
                  <a:pt x="126" y="55"/>
                </a:lnTo>
                <a:lnTo>
                  <a:pt x="127" y="56"/>
                </a:lnTo>
                <a:lnTo>
                  <a:pt x="127" y="57"/>
                </a:lnTo>
                <a:lnTo>
                  <a:pt x="128" y="57"/>
                </a:lnTo>
                <a:lnTo>
                  <a:pt x="129" y="56"/>
                </a:lnTo>
                <a:lnTo>
                  <a:pt x="131" y="55"/>
                </a:lnTo>
                <a:lnTo>
                  <a:pt x="133" y="54"/>
                </a:lnTo>
                <a:lnTo>
                  <a:pt x="134" y="55"/>
                </a:lnTo>
                <a:lnTo>
                  <a:pt x="137" y="51"/>
                </a:lnTo>
                <a:lnTo>
                  <a:pt x="139" y="52"/>
                </a:lnTo>
                <a:lnTo>
                  <a:pt x="142" y="51"/>
                </a:lnTo>
                <a:lnTo>
                  <a:pt x="142" y="50"/>
                </a:lnTo>
                <a:lnTo>
                  <a:pt x="143" y="49"/>
                </a:lnTo>
                <a:lnTo>
                  <a:pt x="142" y="47"/>
                </a:lnTo>
                <a:lnTo>
                  <a:pt x="142" y="46"/>
                </a:lnTo>
                <a:lnTo>
                  <a:pt x="144" y="46"/>
                </a:lnTo>
                <a:lnTo>
                  <a:pt x="146" y="44"/>
                </a:lnTo>
                <a:lnTo>
                  <a:pt x="147" y="44"/>
                </a:lnTo>
                <a:lnTo>
                  <a:pt x="147" y="44"/>
                </a:lnTo>
                <a:lnTo>
                  <a:pt x="147" y="43"/>
                </a:lnTo>
                <a:lnTo>
                  <a:pt x="146" y="42"/>
                </a:lnTo>
                <a:lnTo>
                  <a:pt x="148" y="39"/>
                </a:lnTo>
                <a:lnTo>
                  <a:pt x="148" y="38"/>
                </a:lnTo>
                <a:lnTo>
                  <a:pt x="148" y="38"/>
                </a:lnTo>
                <a:lnTo>
                  <a:pt x="149" y="37"/>
                </a:lnTo>
                <a:lnTo>
                  <a:pt x="151" y="37"/>
                </a:lnTo>
                <a:lnTo>
                  <a:pt x="151" y="36"/>
                </a:lnTo>
                <a:lnTo>
                  <a:pt x="154" y="35"/>
                </a:lnTo>
                <a:lnTo>
                  <a:pt x="154" y="34"/>
                </a:lnTo>
                <a:lnTo>
                  <a:pt x="153" y="34"/>
                </a:lnTo>
                <a:lnTo>
                  <a:pt x="153" y="34"/>
                </a:lnTo>
                <a:lnTo>
                  <a:pt x="151" y="33"/>
                </a:lnTo>
                <a:lnTo>
                  <a:pt x="150" y="29"/>
                </a:lnTo>
                <a:lnTo>
                  <a:pt x="149" y="29"/>
                </a:lnTo>
                <a:lnTo>
                  <a:pt x="148" y="28"/>
                </a:lnTo>
                <a:lnTo>
                  <a:pt x="149" y="28"/>
                </a:lnTo>
                <a:lnTo>
                  <a:pt x="149" y="26"/>
                </a:lnTo>
                <a:lnTo>
                  <a:pt x="148" y="26"/>
                </a:lnTo>
                <a:lnTo>
                  <a:pt x="148" y="25"/>
                </a:lnTo>
                <a:lnTo>
                  <a:pt x="147" y="24"/>
                </a:lnTo>
                <a:lnTo>
                  <a:pt x="149" y="22"/>
                </a:lnTo>
                <a:lnTo>
                  <a:pt x="147" y="21"/>
                </a:lnTo>
                <a:lnTo>
                  <a:pt x="147" y="20"/>
                </a:lnTo>
                <a:lnTo>
                  <a:pt x="147" y="20"/>
                </a:lnTo>
                <a:lnTo>
                  <a:pt x="146" y="18"/>
                </a:lnTo>
                <a:lnTo>
                  <a:pt x="145" y="17"/>
                </a:lnTo>
                <a:lnTo>
                  <a:pt x="145" y="16"/>
                </a:lnTo>
                <a:lnTo>
                  <a:pt x="143" y="15"/>
                </a:lnTo>
                <a:lnTo>
                  <a:pt x="143" y="14"/>
                </a:lnTo>
                <a:lnTo>
                  <a:pt x="144" y="12"/>
                </a:lnTo>
                <a:lnTo>
                  <a:pt x="143" y="12"/>
                </a:lnTo>
                <a:lnTo>
                  <a:pt x="140" y="13"/>
                </a:lnTo>
                <a:lnTo>
                  <a:pt x="139" y="13"/>
                </a:lnTo>
                <a:lnTo>
                  <a:pt x="138" y="14"/>
                </a:lnTo>
                <a:lnTo>
                  <a:pt x="137" y="14"/>
                </a:lnTo>
                <a:lnTo>
                  <a:pt x="137" y="13"/>
                </a:lnTo>
                <a:lnTo>
                  <a:pt x="137" y="11"/>
                </a:lnTo>
                <a:lnTo>
                  <a:pt x="136" y="12"/>
                </a:lnTo>
                <a:lnTo>
                  <a:pt x="134" y="10"/>
                </a:lnTo>
                <a:lnTo>
                  <a:pt x="135" y="9"/>
                </a:lnTo>
                <a:lnTo>
                  <a:pt x="134" y="8"/>
                </a:lnTo>
                <a:lnTo>
                  <a:pt x="134" y="8"/>
                </a:lnTo>
                <a:lnTo>
                  <a:pt x="133" y="9"/>
                </a:lnTo>
                <a:lnTo>
                  <a:pt x="133" y="10"/>
                </a:lnTo>
                <a:lnTo>
                  <a:pt x="131" y="10"/>
                </a:lnTo>
                <a:lnTo>
                  <a:pt x="132" y="10"/>
                </a:lnTo>
                <a:lnTo>
                  <a:pt x="131" y="10"/>
                </a:lnTo>
                <a:lnTo>
                  <a:pt x="130" y="9"/>
                </a:lnTo>
                <a:lnTo>
                  <a:pt x="129" y="9"/>
                </a:lnTo>
                <a:lnTo>
                  <a:pt x="128" y="10"/>
                </a:lnTo>
                <a:lnTo>
                  <a:pt x="127" y="8"/>
                </a:lnTo>
                <a:lnTo>
                  <a:pt x="126" y="9"/>
                </a:lnTo>
                <a:lnTo>
                  <a:pt x="124" y="8"/>
                </a:lnTo>
                <a:lnTo>
                  <a:pt x="124" y="9"/>
                </a:lnTo>
                <a:lnTo>
                  <a:pt x="124" y="9"/>
                </a:lnTo>
                <a:lnTo>
                  <a:pt x="123" y="10"/>
                </a:lnTo>
                <a:lnTo>
                  <a:pt x="123" y="9"/>
                </a:lnTo>
                <a:lnTo>
                  <a:pt x="123" y="9"/>
                </a:lnTo>
                <a:lnTo>
                  <a:pt x="122" y="13"/>
                </a:lnTo>
                <a:lnTo>
                  <a:pt x="122" y="13"/>
                </a:lnTo>
                <a:lnTo>
                  <a:pt x="123" y="13"/>
                </a:lnTo>
                <a:lnTo>
                  <a:pt x="122" y="14"/>
                </a:lnTo>
                <a:lnTo>
                  <a:pt x="124" y="16"/>
                </a:lnTo>
                <a:lnTo>
                  <a:pt x="121" y="17"/>
                </a:lnTo>
                <a:lnTo>
                  <a:pt x="120" y="16"/>
                </a:lnTo>
                <a:lnTo>
                  <a:pt x="118" y="16"/>
                </a:lnTo>
                <a:lnTo>
                  <a:pt x="118" y="14"/>
                </a:lnTo>
                <a:lnTo>
                  <a:pt x="116" y="13"/>
                </a:lnTo>
                <a:lnTo>
                  <a:pt x="114" y="12"/>
                </a:lnTo>
                <a:lnTo>
                  <a:pt x="114" y="13"/>
                </a:lnTo>
                <a:lnTo>
                  <a:pt x="114" y="14"/>
                </a:lnTo>
                <a:lnTo>
                  <a:pt x="112" y="13"/>
                </a:lnTo>
                <a:lnTo>
                  <a:pt x="112" y="14"/>
                </a:lnTo>
                <a:lnTo>
                  <a:pt x="111" y="14"/>
                </a:lnTo>
                <a:lnTo>
                  <a:pt x="108" y="16"/>
                </a:lnTo>
                <a:lnTo>
                  <a:pt x="108" y="15"/>
                </a:lnTo>
                <a:lnTo>
                  <a:pt x="107" y="15"/>
                </a:lnTo>
                <a:lnTo>
                  <a:pt x="107" y="16"/>
                </a:lnTo>
                <a:lnTo>
                  <a:pt x="106" y="16"/>
                </a:lnTo>
                <a:lnTo>
                  <a:pt x="105" y="16"/>
                </a:lnTo>
                <a:lnTo>
                  <a:pt x="104" y="16"/>
                </a:lnTo>
                <a:lnTo>
                  <a:pt x="104" y="18"/>
                </a:lnTo>
                <a:lnTo>
                  <a:pt x="104" y="19"/>
                </a:lnTo>
                <a:lnTo>
                  <a:pt x="103" y="18"/>
                </a:lnTo>
                <a:lnTo>
                  <a:pt x="103" y="18"/>
                </a:lnTo>
                <a:lnTo>
                  <a:pt x="102" y="18"/>
                </a:lnTo>
                <a:lnTo>
                  <a:pt x="101" y="18"/>
                </a:lnTo>
                <a:lnTo>
                  <a:pt x="101" y="19"/>
                </a:lnTo>
                <a:lnTo>
                  <a:pt x="101" y="20"/>
                </a:lnTo>
                <a:lnTo>
                  <a:pt x="100" y="19"/>
                </a:lnTo>
                <a:lnTo>
                  <a:pt x="99" y="19"/>
                </a:lnTo>
                <a:lnTo>
                  <a:pt x="98" y="20"/>
                </a:lnTo>
                <a:lnTo>
                  <a:pt x="97" y="19"/>
                </a:lnTo>
                <a:lnTo>
                  <a:pt x="95" y="21"/>
                </a:lnTo>
                <a:lnTo>
                  <a:pt x="94" y="21"/>
                </a:lnTo>
                <a:lnTo>
                  <a:pt x="94" y="20"/>
                </a:lnTo>
                <a:lnTo>
                  <a:pt x="93" y="19"/>
                </a:lnTo>
                <a:lnTo>
                  <a:pt x="92" y="19"/>
                </a:lnTo>
                <a:lnTo>
                  <a:pt x="92" y="18"/>
                </a:lnTo>
                <a:lnTo>
                  <a:pt x="90" y="18"/>
                </a:lnTo>
                <a:lnTo>
                  <a:pt x="89" y="17"/>
                </a:lnTo>
                <a:lnTo>
                  <a:pt x="91" y="17"/>
                </a:lnTo>
                <a:lnTo>
                  <a:pt x="91" y="16"/>
                </a:lnTo>
                <a:lnTo>
                  <a:pt x="93" y="15"/>
                </a:lnTo>
                <a:lnTo>
                  <a:pt x="93" y="14"/>
                </a:lnTo>
                <a:lnTo>
                  <a:pt x="94" y="12"/>
                </a:lnTo>
                <a:lnTo>
                  <a:pt x="93" y="11"/>
                </a:lnTo>
                <a:lnTo>
                  <a:pt x="94" y="10"/>
                </a:lnTo>
                <a:lnTo>
                  <a:pt x="94" y="10"/>
                </a:lnTo>
                <a:lnTo>
                  <a:pt x="95" y="10"/>
                </a:lnTo>
                <a:lnTo>
                  <a:pt x="96" y="8"/>
                </a:lnTo>
                <a:lnTo>
                  <a:pt x="98" y="8"/>
                </a:lnTo>
                <a:lnTo>
                  <a:pt x="98" y="7"/>
                </a:lnTo>
                <a:lnTo>
                  <a:pt x="100" y="6"/>
                </a:lnTo>
                <a:lnTo>
                  <a:pt x="100" y="6"/>
                </a:lnTo>
                <a:lnTo>
                  <a:pt x="99" y="5"/>
                </a:lnTo>
                <a:lnTo>
                  <a:pt x="99" y="4"/>
                </a:lnTo>
                <a:lnTo>
                  <a:pt x="100" y="4"/>
                </a:lnTo>
                <a:lnTo>
                  <a:pt x="100" y="3"/>
                </a:lnTo>
                <a:lnTo>
                  <a:pt x="99" y="2"/>
                </a:lnTo>
                <a:lnTo>
                  <a:pt x="97" y="2"/>
                </a:lnTo>
                <a:lnTo>
                  <a:pt x="97" y="1"/>
                </a:lnTo>
                <a:lnTo>
                  <a:pt x="95" y="0"/>
                </a:lnTo>
                <a:lnTo>
                  <a:pt x="94" y="1"/>
                </a:lnTo>
                <a:lnTo>
                  <a:pt x="93" y="1"/>
                </a:lnTo>
                <a:lnTo>
                  <a:pt x="93" y="2"/>
                </a:lnTo>
                <a:lnTo>
                  <a:pt x="92" y="3"/>
                </a:lnTo>
                <a:lnTo>
                  <a:pt x="91" y="2"/>
                </a:lnTo>
                <a:lnTo>
                  <a:pt x="91" y="3"/>
                </a:lnTo>
                <a:lnTo>
                  <a:pt x="90" y="4"/>
                </a:lnTo>
                <a:lnTo>
                  <a:pt x="88" y="3"/>
                </a:lnTo>
                <a:lnTo>
                  <a:pt x="86" y="4"/>
                </a:lnTo>
                <a:lnTo>
                  <a:pt x="85" y="5"/>
                </a:lnTo>
                <a:lnTo>
                  <a:pt x="85" y="4"/>
                </a:lnTo>
                <a:lnTo>
                  <a:pt x="85" y="2"/>
                </a:lnTo>
                <a:lnTo>
                  <a:pt x="84" y="1"/>
                </a:lnTo>
                <a:lnTo>
                  <a:pt x="84" y="1"/>
                </a:lnTo>
                <a:lnTo>
                  <a:pt x="82" y="1"/>
                </a:lnTo>
                <a:lnTo>
                  <a:pt x="82" y="2"/>
                </a:lnTo>
                <a:lnTo>
                  <a:pt x="81" y="4"/>
                </a:lnTo>
                <a:lnTo>
                  <a:pt x="80" y="4"/>
                </a:lnTo>
                <a:lnTo>
                  <a:pt x="79" y="3"/>
                </a:lnTo>
                <a:lnTo>
                  <a:pt x="76" y="4"/>
                </a:lnTo>
                <a:lnTo>
                  <a:pt x="76" y="4"/>
                </a:lnTo>
                <a:lnTo>
                  <a:pt x="75" y="3"/>
                </a:lnTo>
                <a:lnTo>
                  <a:pt x="74" y="3"/>
                </a:lnTo>
                <a:lnTo>
                  <a:pt x="73" y="3"/>
                </a:lnTo>
                <a:lnTo>
                  <a:pt x="72" y="3"/>
                </a:lnTo>
                <a:lnTo>
                  <a:pt x="72" y="3"/>
                </a:lnTo>
                <a:lnTo>
                  <a:pt x="71" y="2"/>
                </a:lnTo>
                <a:lnTo>
                  <a:pt x="70" y="2"/>
                </a:lnTo>
                <a:lnTo>
                  <a:pt x="70" y="1"/>
                </a:lnTo>
                <a:lnTo>
                  <a:pt x="69" y="0"/>
                </a:lnTo>
                <a:lnTo>
                  <a:pt x="66" y="2"/>
                </a:lnTo>
                <a:lnTo>
                  <a:pt x="67" y="3"/>
                </a:lnTo>
                <a:lnTo>
                  <a:pt x="66" y="3"/>
                </a:lnTo>
                <a:lnTo>
                  <a:pt x="66" y="4"/>
                </a:lnTo>
                <a:lnTo>
                  <a:pt x="63" y="5"/>
                </a:lnTo>
                <a:lnTo>
                  <a:pt x="63" y="6"/>
                </a:lnTo>
                <a:lnTo>
                  <a:pt x="62" y="5"/>
                </a:lnTo>
                <a:lnTo>
                  <a:pt x="61" y="5"/>
                </a:lnTo>
                <a:lnTo>
                  <a:pt x="61" y="7"/>
                </a:lnTo>
                <a:lnTo>
                  <a:pt x="64" y="7"/>
                </a:lnTo>
                <a:lnTo>
                  <a:pt x="65" y="8"/>
                </a:lnTo>
                <a:lnTo>
                  <a:pt x="64" y="9"/>
                </a:lnTo>
                <a:lnTo>
                  <a:pt x="64" y="9"/>
                </a:lnTo>
                <a:lnTo>
                  <a:pt x="65" y="10"/>
                </a:lnTo>
                <a:lnTo>
                  <a:pt x="64" y="12"/>
                </a:lnTo>
                <a:lnTo>
                  <a:pt x="65" y="13"/>
                </a:lnTo>
                <a:lnTo>
                  <a:pt x="65" y="14"/>
                </a:lnTo>
                <a:lnTo>
                  <a:pt x="63" y="14"/>
                </a:lnTo>
                <a:lnTo>
                  <a:pt x="62" y="15"/>
                </a:lnTo>
                <a:lnTo>
                  <a:pt x="60" y="15"/>
                </a:lnTo>
                <a:lnTo>
                  <a:pt x="60" y="14"/>
                </a:lnTo>
                <a:lnTo>
                  <a:pt x="59" y="14"/>
                </a:lnTo>
                <a:lnTo>
                  <a:pt x="59" y="13"/>
                </a:lnTo>
                <a:lnTo>
                  <a:pt x="59" y="12"/>
                </a:lnTo>
                <a:lnTo>
                  <a:pt x="59" y="11"/>
                </a:lnTo>
                <a:lnTo>
                  <a:pt x="57" y="10"/>
                </a:lnTo>
                <a:lnTo>
                  <a:pt x="55" y="10"/>
                </a:lnTo>
                <a:lnTo>
                  <a:pt x="53" y="10"/>
                </a:lnTo>
                <a:lnTo>
                  <a:pt x="53" y="9"/>
                </a:lnTo>
                <a:lnTo>
                  <a:pt x="52" y="10"/>
                </a:lnTo>
                <a:lnTo>
                  <a:pt x="51" y="9"/>
                </a:lnTo>
                <a:lnTo>
                  <a:pt x="50" y="10"/>
                </a:lnTo>
                <a:lnTo>
                  <a:pt x="49" y="10"/>
                </a:lnTo>
                <a:lnTo>
                  <a:pt x="49" y="9"/>
                </a:lnTo>
                <a:lnTo>
                  <a:pt x="48" y="10"/>
                </a:lnTo>
                <a:lnTo>
                  <a:pt x="47" y="13"/>
                </a:lnTo>
                <a:lnTo>
                  <a:pt x="47" y="15"/>
                </a:lnTo>
                <a:lnTo>
                  <a:pt x="48" y="15"/>
                </a:lnTo>
                <a:lnTo>
                  <a:pt x="48" y="17"/>
                </a:lnTo>
                <a:lnTo>
                  <a:pt x="45" y="19"/>
                </a:lnTo>
                <a:lnTo>
                  <a:pt x="45" y="20"/>
                </a:lnTo>
                <a:lnTo>
                  <a:pt x="44" y="20"/>
                </a:lnTo>
                <a:lnTo>
                  <a:pt x="43" y="21"/>
                </a:lnTo>
                <a:lnTo>
                  <a:pt x="44" y="22"/>
                </a:lnTo>
                <a:lnTo>
                  <a:pt x="43" y="22"/>
                </a:lnTo>
                <a:lnTo>
                  <a:pt x="43" y="23"/>
                </a:lnTo>
                <a:lnTo>
                  <a:pt x="45" y="24"/>
                </a:lnTo>
                <a:lnTo>
                  <a:pt x="45" y="25"/>
                </a:lnTo>
                <a:lnTo>
                  <a:pt x="45" y="26"/>
                </a:lnTo>
                <a:lnTo>
                  <a:pt x="46" y="27"/>
                </a:lnTo>
                <a:lnTo>
                  <a:pt x="46" y="29"/>
                </a:lnTo>
                <a:lnTo>
                  <a:pt x="45" y="30"/>
                </a:lnTo>
                <a:lnTo>
                  <a:pt x="44" y="30"/>
                </a:lnTo>
                <a:lnTo>
                  <a:pt x="44" y="31"/>
                </a:lnTo>
                <a:lnTo>
                  <a:pt x="43" y="31"/>
                </a:lnTo>
                <a:lnTo>
                  <a:pt x="43" y="34"/>
                </a:lnTo>
                <a:lnTo>
                  <a:pt x="45" y="37"/>
                </a:lnTo>
                <a:lnTo>
                  <a:pt x="44" y="38"/>
                </a:lnTo>
                <a:lnTo>
                  <a:pt x="43" y="38"/>
                </a:lnTo>
                <a:lnTo>
                  <a:pt x="43" y="39"/>
                </a:lnTo>
                <a:lnTo>
                  <a:pt x="42" y="39"/>
                </a:lnTo>
                <a:lnTo>
                  <a:pt x="42" y="40"/>
                </a:lnTo>
                <a:lnTo>
                  <a:pt x="42" y="41"/>
                </a:lnTo>
                <a:lnTo>
                  <a:pt x="39" y="40"/>
                </a:lnTo>
                <a:lnTo>
                  <a:pt x="38" y="41"/>
                </a:lnTo>
                <a:lnTo>
                  <a:pt x="38" y="43"/>
                </a:lnTo>
                <a:lnTo>
                  <a:pt x="39" y="43"/>
                </a:lnTo>
                <a:lnTo>
                  <a:pt x="38" y="45"/>
                </a:lnTo>
                <a:lnTo>
                  <a:pt x="36" y="45"/>
                </a:lnTo>
                <a:lnTo>
                  <a:pt x="36" y="47"/>
                </a:lnTo>
                <a:lnTo>
                  <a:pt x="35" y="49"/>
                </a:lnTo>
                <a:lnTo>
                  <a:pt x="34" y="49"/>
                </a:lnTo>
                <a:lnTo>
                  <a:pt x="34" y="51"/>
                </a:lnTo>
                <a:lnTo>
                  <a:pt x="33" y="52"/>
                </a:lnTo>
                <a:lnTo>
                  <a:pt x="34" y="53"/>
                </a:lnTo>
                <a:lnTo>
                  <a:pt x="33" y="53"/>
                </a:lnTo>
                <a:lnTo>
                  <a:pt x="34" y="55"/>
                </a:lnTo>
                <a:lnTo>
                  <a:pt x="34" y="56"/>
                </a:lnTo>
                <a:lnTo>
                  <a:pt x="34" y="58"/>
                </a:lnTo>
                <a:lnTo>
                  <a:pt x="35" y="58"/>
                </a:lnTo>
                <a:lnTo>
                  <a:pt x="35" y="58"/>
                </a:lnTo>
                <a:lnTo>
                  <a:pt x="34" y="60"/>
                </a:lnTo>
                <a:lnTo>
                  <a:pt x="34" y="61"/>
                </a:lnTo>
                <a:lnTo>
                  <a:pt x="34" y="62"/>
                </a:lnTo>
                <a:lnTo>
                  <a:pt x="31" y="65"/>
                </a:lnTo>
                <a:lnTo>
                  <a:pt x="28" y="66"/>
                </a:lnTo>
                <a:lnTo>
                  <a:pt x="29" y="67"/>
                </a:lnTo>
                <a:lnTo>
                  <a:pt x="28" y="68"/>
                </a:lnTo>
                <a:lnTo>
                  <a:pt x="26" y="68"/>
                </a:lnTo>
                <a:lnTo>
                  <a:pt x="26" y="69"/>
                </a:lnTo>
                <a:lnTo>
                  <a:pt x="25" y="69"/>
                </a:lnTo>
                <a:lnTo>
                  <a:pt x="25" y="69"/>
                </a:lnTo>
                <a:lnTo>
                  <a:pt x="22" y="69"/>
                </a:lnTo>
                <a:lnTo>
                  <a:pt x="22" y="70"/>
                </a:lnTo>
                <a:lnTo>
                  <a:pt x="22" y="71"/>
                </a:lnTo>
                <a:lnTo>
                  <a:pt x="22" y="71"/>
                </a:lnTo>
                <a:lnTo>
                  <a:pt x="22" y="72"/>
                </a:lnTo>
                <a:lnTo>
                  <a:pt x="20" y="72"/>
                </a:lnTo>
                <a:lnTo>
                  <a:pt x="21" y="73"/>
                </a:lnTo>
                <a:lnTo>
                  <a:pt x="21" y="74"/>
                </a:lnTo>
                <a:lnTo>
                  <a:pt x="22" y="74"/>
                </a:lnTo>
                <a:lnTo>
                  <a:pt x="23" y="76"/>
                </a:lnTo>
                <a:lnTo>
                  <a:pt x="22" y="76"/>
                </a:lnTo>
                <a:lnTo>
                  <a:pt x="22" y="76"/>
                </a:lnTo>
                <a:lnTo>
                  <a:pt x="20" y="78"/>
                </a:lnTo>
                <a:lnTo>
                  <a:pt x="21" y="79"/>
                </a:lnTo>
                <a:lnTo>
                  <a:pt x="20" y="79"/>
                </a:lnTo>
                <a:lnTo>
                  <a:pt x="19" y="79"/>
                </a:lnTo>
                <a:lnTo>
                  <a:pt x="19" y="78"/>
                </a:lnTo>
                <a:lnTo>
                  <a:pt x="18" y="78"/>
                </a:lnTo>
                <a:lnTo>
                  <a:pt x="17" y="80"/>
                </a:lnTo>
                <a:lnTo>
                  <a:pt x="15" y="78"/>
                </a:lnTo>
                <a:lnTo>
                  <a:pt x="14" y="79"/>
                </a:lnTo>
                <a:lnTo>
                  <a:pt x="14" y="79"/>
                </a:lnTo>
                <a:lnTo>
                  <a:pt x="13" y="80"/>
                </a:lnTo>
                <a:lnTo>
                  <a:pt x="14" y="80"/>
                </a:lnTo>
                <a:lnTo>
                  <a:pt x="14" y="83"/>
                </a:lnTo>
                <a:lnTo>
                  <a:pt x="14" y="84"/>
                </a:lnTo>
                <a:lnTo>
                  <a:pt x="15" y="85"/>
                </a:lnTo>
                <a:lnTo>
                  <a:pt x="14" y="85"/>
                </a:lnTo>
                <a:lnTo>
                  <a:pt x="13" y="85"/>
                </a:lnTo>
                <a:lnTo>
                  <a:pt x="13" y="85"/>
                </a:lnTo>
                <a:lnTo>
                  <a:pt x="11" y="86"/>
                </a:lnTo>
                <a:lnTo>
                  <a:pt x="9" y="85"/>
                </a:lnTo>
                <a:lnTo>
                  <a:pt x="9" y="86"/>
                </a:lnTo>
                <a:lnTo>
                  <a:pt x="8" y="86"/>
                </a:lnTo>
                <a:lnTo>
                  <a:pt x="7" y="86"/>
                </a:lnTo>
                <a:lnTo>
                  <a:pt x="6" y="87"/>
                </a:lnTo>
                <a:lnTo>
                  <a:pt x="5" y="91"/>
                </a:lnTo>
                <a:lnTo>
                  <a:pt x="4" y="91"/>
                </a:lnTo>
                <a:lnTo>
                  <a:pt x="2" y="92"/>
                </a:lnTo>
                <a:lnTo>
                  <a:pt x="2" y="91"/>
                </a:lnTo>
                <a:lnTo>
                  <a:pt x="1" y="92"/>
                </a:lnTo>
                <a:lnTo>
                  <a:pt x="3" y="96"/>
                </a:lnTo>
                <a:lnTo>
                  <a:pt x="5" y="96"/>
                </a:lnTo>
                <a:lnTo>
                  <a:pt x="4" y="97"/>
                </a:lnTo>
                <a:lnTo>
                  <a:pt x="2" y="98"/>
                </a:lnTo>
                <a:lnTo>
                  <a:pt x="2" y="101"/>
                </a:lnTo>
                <a:lnTo>
                  <a:pt x="1" y="103"/>
                </a:lnTo>
                <a:lnTo>
                  <a:pt x="0" y="107"/>
                </a:lnTo>
                <a:lnTo>
                  <a:pt x="1" y="109"/>
                </a:lnTo>
                <a:lnTo>
                  <a:pt x="2" y="112"/>
                </a:lnTo>
                <a:lnTo>
                  <a:pt x="3" y="114"/>
                </a:lnTo>
                <a:lnTo>
                  <a:pt x="4" y="114"/>
                </a:lnTo>
                <a:lnTo>
                  <a:pt x="5" y="117"/>
                </a:lnTo>
                <a:lnTo>
                  <a:pt x="6" y="117"/>
                </a:lnTo>
                <a:lnTo>
                  <a:pt x="6" y="118"/>
                </a:lnTo>
                <a:lnTo>
                  <a:pt x="5" y="119"/>
                </a:lnTo>
                <a:lnTo>
                  <a:pt x="7" y="121"/>
                </a:lnTo>
                <a:lnTo>
                  <a:pt x="7" y="122"/>
                </a:lnTo>
                <a:lnTo>
                  <a:pt x="7" y="123"/>
                </a:lnTo>
                <a:lnTo>
                  <a:pt x="8" y="122"/>
                </a:lnTo>
                <a:lnTo>
                  <a:pt x="10" y="122"/>
                </a:lnTo>
                <a:lnTo>
                  <a:pt x="11" y="122"/>
                </a:lnTo>
                <a:lnTo>
                  <a:pt x="12" y="122"/>
                </a:lnTo>
                <a:lnTo>
                  <a:pt x="13" y="122"/>
                </a:lnTo>
                <a:lnTo>
                  <a:pt x="16" y="121"/>
                </a:lnTo>
                <a:lnTo>
                  <a:pt x="17" y="121"/>
                </a:lnTo>
                <a:lnTo>
                  <a:pt x="18" y="121"/>
                </a:lnTo>
                <a:lnTo>
                  <a:pt x="18" y="120"/>
                </a:lnTo>
                <a:lnTo>
                  <a:pt x="20" y="118"/>
                </a:lnTo>
                <a:lnTo>
                  <a:pt x="20" y="116"/>
                </a:lnTo>
                <a:lnTo>
                  <a:pt x="18" y="112"/>
                </a:lnTo>
                <a:lnTo>
                  <a:pt x="16" y="112"/>
                </a:lnTo>
                <a:lnTo>
                  <a:pt x="17" y="111"/>
                </a:lnTo>
                <a:lnTo>
                  <a:pt x="16" y="109"/>
                </a:lnTo>
                <a:lnTo>
                  <a:pt x="15" y="108"/>
                </a:lnTo>
                <a:lnTo>
                  <a:pt x="14" y="109"/>
                </a:lnTo>
                <a:lnTo>
                  <a:pt x="12" y="108"/>
                </a:lnTo>
                <a:lnTo>
                  <a:pt x="12" y="108"/>
                </a:lnTo>
                <a:lnTo>
                  <a:pt x="12" y="106"/>
                </a:lnTo>
                <a:lnTo>
                  <a:pt x="12" y="105"/>
                </a:lnTo>
                <a:lnTo>
                  <a:pt x="12" y="104"/>
                </a:lnTo>
                <a:lnTo>
                  <a:pt x="13" y="105"/>
                </a:lnTo>
                <a:lnTo>
                  <a:pt x="14" y="103"/>
                </a:lnTo>
                <a:lnTo>
                  <a:pt x="16" y="102"/>
                </a:lnTo>
                <a:lnTo>
                  <a:pt x="16" y="101"/>
                </a:lnTo>
                <a:lnTo>
                  <a:pt x="17" y="101"/>
                </a:lnTo>
                <a:lnTo>
                  <a:pt x="18" y="100"/>
                </a:lnTo>
                <a:lnTo>
                  <a:pt x="19" y="100"/>
                </a:lnTo>
                <a:lnTo>
                  <a:pt x="21" y="100"/>
                </a:lnTo>
                <a:lnTo>
                  <a:pt x="24" y="96"/>
                </a:lnTo>
                <a:lnTo>
                  <a:pt x="27" y="96"/>
                </a:lnTo>
                <a:lnTo>
                  <a:pt x="29" y="94"/>
                </a:lnTo>
                <a:lnTo>
                  <a:pt x="34" y="93"/>
                </a:lnTo>
                <a:lnTo>
                  <a:pt x="34" y="94"/>
                </a:lnTo>
                <a:lnTo>
                  <a:pt x="34" y="94"/>
                </a:lnTo>
                <a:lnTo>
                  <a:pt x="34" y="95"/>
                </a:lnTo>
                <a:lnTo>
                  <a:pt x="35" y="95"/>
                </a:lnTo>
                <a:lnTo>
                  <a:pt x="37" y="93"/>
                </a:lnTo>
                <a:lnTo>
                  <a:pt x="38" y="92"/>
                </a:lnTo>
                <a:lnTo>
                  <a:pt x="40" y="92"/>
                </a:lnTo>
                <a:lnTo>
                  <a:pt x="41" y="92"/>
                </a:lnTo>
                <a:lnTo>
                  <a:pt x="42" y="92"/>
                </a:lnTo>
                <a:lnTo>
                  <a:pt x="43" y="92"/>
                </a:lnTo>
                <a:lnTo>
                  <a:pt x="43" y="90"/>
                </a:lnTo>
                <a:lnTo>
                  <a:pt x="44" y="90"/>
                </a:lnTo>
                <a:lnTo>
                  <a:pt x="45" y="90"/>
                </a:lnTo>
                <a:lnTo>
                  <a:pt x="46" y="90"/>
                </a:lnTo>
                <a:lnTo>
                  <a:pt x="46" y="91"/>
                </a:lnTo>
                <a:lnTo>
                  <a:pt x="48" y="89"/>
                </a:lnTo>
                <a:lnTo>
                  <a:pt x="49" y="89"/>
                </a:lnTo>
                <a:lnTo>
                  <a:pt x="50" y="89"/>
                </a:lnTo>
                <a:lnTo>
                  <a:pt x="48" y="88"/>
                </a:lnTo>
                <a:lnTo>
                  <a:pt x="48" y="87"/>
                </a:lnTo>
                <a:lnTo>
                  <a:pt x="50" y="86"/>
                </a:lnTo>
                <a:lnTo>
                  <a:pt x="52" y="85"/>
                </a:lnTo>
                <a:lnTo>
                  <a:pt x="53" y="85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7" y="87"/>
                </a:lnTo>
                <a:lnTo>
                  <a:pt x="58" y="86"/>
                </a:lnTo>
                <a:lnTo>
                  <a:pt x="59" y="84"/>
                </a:lnTo>
                <a:lnTo>
                  <a:pt x="61" y="85"/>
                </a:lnTo>
                <a:lnTo>
                  <a:pt x="63" y="85"/>
                </a:lnTo>
                <a:lnTo>
                  <a:pt x="66" y="81"/>
                </a:lnTo>
                <a:lnTo>
                  <a:pt x="67" y="81"/>
                </a:lnTo>
                <a:lnTo>
                  <a:pt x="68" y="83"/>
                </a:lnTo>
                <a:lnTo>
                  <a:pt x="69" y="83"/>
                </a:lnTo>
                <a:lnTo>
                  <a:pt x="70" y="82"/>
                </a:lnTo>
                <a:lnTo>
                  <a:pt x="71" y="80"/>
                </a:lnTo>
                <a:lnTo>
                  <a:pt x="71" y="79"/>
                </a:lnTo>
                <a:lnTo>
                  <a:pt x="71" y="78"/>
                </a:lnTo>
                <a:lnTo>
                  <a:pt x="71" y="77"/>
                </a:lnTo>
                <a:lnTo>
                  <a:pt x="72" y="76"/>
                </a:lnTo>
                <a:lnTo>
                  <a:pt x="72" y="77"/>
                </a:lnTo>
                <a:lnTo>
                  <a:pt x="73" y="79"/>
                </a:lnTo>
                <a:lnTo>
                  <a:pt x="76" y="81"/>
                </a:lnTo>
                <a:lnTo>
                  <a:pt x="77" y="81"/>
                </a:lnTo>
                <a:lnTo>
                  <a:pt x="77" y="79"/>
                </a:lnTo>
                <a:lnTo>
                  <a:pt x="79" y="78"/>
                </a:lnTo>
                <a:lnTo>
                  <a:pt x="80" y="77"/>
                </a:lnTo>
                <a:lnTo>
                  <a:pt x="82" y="76"/>
                </a:lnTo>
                <a:lnTo>
                  <a:pt x="81" y="73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79194" y="6026609"/>
            <a:ext cx="25652" cy="32065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3" y="1"/>
                </a:moveTo>
                <a:lnTo>
                  <a:pt x="4" y="0"/>
                </a:lnTo>
                <a:lnTo>
                  <a:pt x="3" y="0"/>
                </a:lnTo>
                <a:lnTo>
                  <a:pt x="1" y="2"/>
                </a:lnTo>
                <a:lnTo>
                  <a:pt x="0" y="3"/>
                </a:lnTo>
                <a:lnTo>
                  <a:pt x="2" y="3"/>
                </a:lnTo>
                <a:lnTo>
                  <a:pt x="1" y="4"/>
                </a:lnTo>
                <a:lnTo>
                  <a:pt x="2" y="5"/>
                </a:lnTo>
                <a:lnTo>
                  <a:pt x="3" y="4"/>
                </a:lnTo>
                <a:lnTo>
                  <a:pt x="2" y="4"/>
                </a:lnTo>
                <a:lnTo>
                  <a:pt x="3" y="3"/>
                </a:lnTo>
                <a:lnTo>
                  <a:pt x="2" y="2"/>
                </a:lnTo>
                <a:lnTo>
                  <a:pt x="3" y="1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4645718" y="6148456"/>
            <a:ext cx="51304" cy="25652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7" y="0"/>
                </a:move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0" y="2"/>
                </a:lnTo>
                <a:lnTo>
                  <a:pt x="0" y="4"/>
                </a:lnTo>
                <a:lnTo>
                  <a:pt x="4" y="2"/>
                </a:lnTo>
                <a:lnTo>
                  <a:pt x="6" y="2"/>
                </a:lnTo>
                <a:lnTo>
                  <a:pt x="7" y="4"/>
                </a:lnTo>
                <a:lnTo>
                  <a:pt x="7" y="3"/>
                </a:lnTo>
                <a:lnTo>
                  <a:pt x="8" y="0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49951" y="6116391"/>
            <a:ext cx="25652" cy="25652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0" y="0"/>
                </a:moveTo>
                <a:lnTo>
                  <a:pt x="0" y="1"/>
                </a:lnTo>
                <a:lnTo>
                  <a:pt x="2" y="1"/>
                </a:lnTo>
                <a:lnTo>
                  <a:pt x="3" y="2"/>
                </a:lnTo>
                <a:lnTo>
                  <a:pt x="2" y="3"/>
                </a:lnTo>
                <a:lnTo>
                  <a:pt x="0" y="4"/>
                </a:lnTo>
                <a:lnTo>
                  <a:pt x="1" y="4"/>
                </a:lnTo>
                <a:lnTo>
                  <a:pt x="2" y="4"/>
                </a:lnTo>
                <a:lnTo>
                  <a:pt x="3" y="3"/>
                </a:lnTo>
                <a:lnTo>
                  <a:pt x="4" y="2"/>
                </a:lnTo>
                <a:lnTo>
                  <a:pt x="3" y="1"/>
                </a:lnTo>
                <a:lnTo>
                  <a:pt x="2" y="0"/>
                </a:lnTo>
                <a:lnTo>
                  <a:pt x="1" y="0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3863332" y="5385309"/>
            <a:ext cx="1000428" cy="731082"/>
          </a:xfrm>
          <a:custGeom>
            <a:avLst/>
            <a:gdLst/>
            <a:ahLst/>
            <a:cxnLst/>
            <a:rect l="l" t="t" r="r" b="b"/>
            <a:pathLst>
              <a:path w="156" h="114">
                <a:moveTo>
                  <a:pt x="101" y="10"/>
                </a:moveTo>
                <a:lnTo>
                  <a:pt x="100" y="11"/>
                </a:lnTo>
                <a:lnTo>
                  <a:pt x="101" y="12"/>
                </a:lnTo>
                <a:lnTo>
                  <a:pt x="99" y="14"/>
                </a:lnTo>
                <a:lnTo>
                  <a:pt x="99" y="14"/>
                </a:lnTo>
                <a:lnTo>
                  <a:pt x="99" y="16"/>
                </a:lnTo>
                <a:lnTo>
                  <a:pt x="99" y="17"/>
                </a:lnTo>
                <a:lnTo>
                  <a:pt x="98" y="17"/>
                </a:lnTo>
                <a:lnTo>
                  <a:pt x="96" y="17"/>
                </a:lnTo>
                <a:lnTo>
                  <a:pt x="96" y="15"/>
                </a:lnTo>
                <a:lnTo>
                  <a:pt x="95" y="17"/>
                </a:lnTo>
                <a:lnTo>
                  <a:pt x="95" y="16"/>
                </a:lnTo>
                <a:lnTo>
                  <a:pt x="95" y="15"/>
                </a:lnTo>
                <a:lnTo>
                  <a:pt x="94" y="15"/>
                </a:lnTo>
                <a:lnTo>
                  <a:pt x="93" y="16"/>
                </a:lnTo>
                <a:lnTo>
                  <a:pt x="93" y="16"/>
                </a:lnTo>
                <a:lnTo>
                  <a:pt x="92" y="16"/>
                </a:lnTo>
                <a:lnTo>
                  <a:pt x="92" y="16"/>
                </a:lnTo>
                <a:lnTo>
                  <a:pt x="91" y="17"/>
                </a:lnTo>
                <a:lnTo>
                  <a:pt x="91" y="17"/>
                </a:lnTo>
                <a:lnTo>
                  <a:pt x="90" y="17"/>
                </a:lnTo>
                <a:lnTo>
                  <a:pt x="90" y="18"/>
                </a:lnTo>
                <a:lnTo>
                  <a:pt x="91" y="18"/>
                </a:lnTo>
                <a:lnTo>
                  <a:pt x="92" y="17"/>
                </a:lnTo>
                <a:lnTo>
                  <a:pt x="94" y="17"/>
                </a:lnTo>
                <a:lnTo>
                  <a:pt x="93" y="19"/>
                </a:lnTo>
                <a:lnTo>
                  <a:pt x="93" y="21"/>
                </a:lnTo>
                <a:lnTo>
                  <a:pt x="94" y="21"/>
                </a:lnTo>
                <a:lnTo>
                  <a:pt x="93" y="22"/>
                </a:lnTo>
                <a:lnTo>
                  <a:pt x="91" y="21"/>
                </a:lnTo>
                <a:lnTo>
                  <a:pt x="89" y="21"/>
                </a:lnTo>
                <a:lnTo>
                  <a:pt x="88" y="22"/>
                </a:lnTo>
                <a:lnTo>
                  <a:pt x="88" y="21"/>
                </a:lnTo>
                <a:lnTo>
                  <a:pt x="88" y="21"/>
                </a:lnTo>
                <a:lnTo>
                  <a:pt x="88" y="19"/>
                </a:lnTo>
                <a:lnTo>
                  <a:pt x="86" y="20"/>
                </a:lnTo>
                <a:lnTo>
                  <a:pt x="85" y="21"/>
                </a:lnTo>
                <a:lnTo>
                  <a:pt x="86" y="22"/>
                </a:lnTo>
                <a:lnTo>
                  <a:pt x="85" y="22"/>
                </a:lnTo>
                <a:lnTo>
                  <a:pt x="84" y="23"/>
                </a:lnTo>
                <a:lnTo>
                  <a:pt x="84" y="24"/>
                </a:lnTo>
                <a:lnTo>
                  <a:pt x="85" y="27"/>
                </a:lnTo>
                <a:lnTo>
                  <a:pt x="84" y="26"/>
                </a:lnTo>
                <a:lnTo>
                  <a:pt x="84" y="25"/>
                </a:lnTo>
                <a:lnTo>
                  <a:pt x="81" y="23"/>
                </a:lnTo>
                <a:lnTo>
                  <a:pt x="80" y="24"/>
                </a:lnTo>
                <a:lnTo>
                  <a:pt x="80" y="23"/>
                </a:lnTo>
                <a:lnTo>
                  <a:pt x="79" y="22"/>
                </a:lnTo>
                <a:lnTo>
                  <a:pt x="78" y="22"/>
                </a:lnTo>
                <a:lnTo>
                  <a:pt x="77" y="23"/>
                </a:lnTo>
                <a:lnTo>
                  <a:pt x="77" y="24"/>
                </a:lnTo>
                <a:lnTo>
                  <a:pt x="77" y="24"/>
                </a:lnTo>
                <a:lnTo>
                  <a:pt x="76" y="24"/>
                </a:lnTo>
                <a:lnTo>
                  <a:pt x="75" y="24"/>
                </a:lnTo>
                <a:lnTo>
                  <a:pt x="76" y="25"/>
                </a:lnTo>
                <a:lnTo>
                  <a:pt x="75" y="25"/>
                </a:lnTo>
                <a:lnTo>
                  <a:pt x="75" y="27"/>
                </a:lnTo>
                <a:lnTo>
                  <a:pt x="74" y="29"/>
                </a:lnTo>
                <a:lnTo>
                  <a:pt x="74" y="30"/>
                </a:lnTo>
                <a:lnTo>
                  <a:pt x="72" y="30"/>
                </a:lnTo>
                <a:lnTo>
                  <a:pt x="69" y="32"/>
                </a:lnTo>
                <a:lnTo>
                  <a:pt x="67" y="31"/>
                </a:lnTo>
                <a:lnTo>
                  <a:pt x="68" y="31"/>
                </a:lnTo>
                <a:lnTo>
                  <a:pt x="67" y="30"/>
                </a:lnTo>
                <a:lnTo>
                  <a:pt x="67" y="29"/>
                </a:lnTo>
                <a:lnTo>
                  <a:pt x="67" y="29"/>
                </a:lnTo>
                <a:lnTo>
                  <a:pt x="66" y="30"/>
                </a:lnTo>
                <a:lnTo>
                  <a:pt x="65" y="28"/>
                </a:lnTo>
                <a:lnTo>
                  <a:pt x="65" y="27"/>
                </a:lnTo>
                <a:lnTo>
                  <a:pt x="64" y="27"/>
                </a:lnTo>
                <a:lnTo>
                  <a:pt x="64" y="29"/>
                </a:lnTo>
                <a:lnTo>
                  <a:pt x="63" y="29"/>
                </a:lnTo>
                <a:lnTo>
                  <a:pt x="62" y="30"/>
                </a:lnTo>
                <a:lnTo>
                  <a:pt x="61" y="30"/>
                </a:lnTo>
                <a:lnTo>
                  <a:pt x="61" y="28"/>
                </a:lnTo>
                <a:lnTo>
                  <a:pt x="61" y="28"/>
                </a:lnTo>
                <a:lnTo>
                  <a:pt x="60" y="28"/>
                </a:lnTo>
                <a:lnTo>
                  <a:pt x="60" y="27"/>
                </a:lnTo>
                <a:lnTo>
                  <a:pt x="60" y="26"/>
                </a:lnTo>
                <a:lnTo>
                  <a:pt x="59" y="25"/>
                </a:lnTo>
                <a:lnTo>
                  <a:pt x="59" y="26"/>
                </a:lnTo>
                <a:lnTo>
                  <a:pt x="58" y="25"/>
                </a:lnTo>
                <a:lnTo>
                  <a:pt x="58" y="25"/>
                </a:lnTo>
                <a:lnTo>
                  <a:pt x="58" y="24"/>
                </a:lnTo>
                <a:lnTo>
                  <a:pt x="56" y="22"/>
                </a:lnTo>
                <a:lnTo>
                  <a:pt x="56" y="21"/>
                </a:lnTo>
                <a:lnTo>
                  <a:pt x="55" y="21"/>
                </a:lnTo>
                <a:lnTo>
                  <a:pt x="55" y="21"/>
                </a:lnTo>
                <a:lnTo>
                  <a:pt x="53" y="22"/>
                </a:lnTo>
                <a:lnTo>
                  <a:pt x="53" y="23"/>
                </a:lnTo>
                <a:lnTo>
                  <a:pt x="52" y="23"/>
                </a:lnTo>
                <a:lnTo>
                  <a:pt x="51" y="25"/>
                </a:lnTo>
                <a:lnTo>
                  <a:pt x="51" y="25"/>
                </a:lnTo>
                <a:lnTo>
                  <a:pt x="51" y="26"/>
                </a:lnTo>
                <a:lnTo>
                  <a:pt x="52" y="27"/>
                </a:lnTo>
                <a:lnTo>
                  <a:pt x="52" y="28"/>
                </a:lnTo>
                <a:lnTo>
                  <a:pt x="51" y="29"/>
                </a:lnTo>
                <a:lnTo>
                  <a:pt x="50" y="29"/>
                </a:lnTo>
                <a:lnTo>
                  <a:pt x="49" y="29"/>
                </a:lnTo>
                <a:lnTo>
                  <a:pt x="49" y="31"/>
                </a:lnTo>
                <a:lnTo>
                  <a:pt x="44" y="31"/>
                </a:lnTo>
                <a:lnTo>
                  <a:pt x="44" y="32"/>
                </a:lnTo>
                <a:lnTo>
                  <a:pt x="43" y="33"/>
                </a:lnTo>
                <a:lnTo>
                  <a:pt x="42" y="33"/>
                </a:lnTo>
                <a:lnTo>
                  <a:pt x="40" y="34"/>
                </a:lnTo>
                <a:lnTo>
                  <a:pt x="37" y="35"/>
                </a:lnTo>
                <a:lnTo>
                  <a:pt x="35" y="35"/>
                </a:lnTo>
                <a:lnTo>
                  <a:pt x="35" y="36"/>
                </a:lnTo>
                <a:lnTo>
                  <a:pt x="34" y="36"/>
                </a:lnTo>
                <a:lnTo>
                  <a:pt x="35" y="38"/>
                </a:lnTo>
                <a:lnTo>
                  <a:pt x="35" y="40"/>
                </a:lnTo>
                <a:lnTo>
                  <a:pt x="34" y="40"/>
                </a:lnTo>
                <a:lnTo>
                  <a:pt x="33" y="41"/>
                </a:lnTo>
                <a:lnTo>
                  <a:pt x="32" y="42"/>
                </a:lnTo>
                <a:lnTo>
                  <a:pt x="32" y="43"/>
                </a:lnTo>
                <a:lnTo>
                  <a:pt x="30" y="42"/>
                </a:lnTo>
                <a:lnTo>
                  <a:pt x="30" y="41"/>
                </a:lnTo>
                <a:lnTo>
                  <a:pt x="28" y="41"/>
                </a:lnTo>
                <a:lnTo>
                  <a:pt x="27" y="42"/>
                </a:lnTo>
                <a:lnTo>
                  <a:pt x="26" y="41"/>
                </a:lnTo>
                <a:lnTo>
                  <a:pt x="25" y="40"/>
                </a:lnTo>
                <a:lnTo>
                  <a:pt x="23" y="40"/>
                </a:lnTo>
                <a:lnTo>
                  <a:pt x="23" y="39"/>
                </a:lnTo>
                <a:lnTo>
                  <a:pt x="21" y="39"/>
                </a:lnTo>
                <a:lnTo>
                  <a:pt x="19" y="36"/>
                </a:lnTo>
                <a:lnTo>
                  <a:pt x="18" y="36"/>
                </a:lnTo>
                <a:lnTo>
                  <a:pt x="17" y="37"/>
                </a:lnTo>
                <a:lnTo>
                  <a:pt x="16" y="37"/>
                </a:lnTo>
                <a:lnTo>
                  <a:pt x="15" y="35"/>
                </a:lnTo>
                <a:lnTo>
                  <a:pt x="12" y="37"/>
                </a:lnTo>
                <a:lnTo>
                  <a:pt x="11" y="38"/>
                </a:lnTo>
                <a:lnTo>
                  <a:pt x="11" y="40"/>
                </a:lnTo>
                <a:lnTo>
                  <a:pt x="8" y="41"/>
                </a:lnTo>
                <a:lnTo>
                  <a:pt x="8" y="41"/>
                </a:lnTo>
                <a:lnTo>
                  <a:pt x="7" y="42"/>
                </a:lnTo>
                <a:lnTo>
                  <a:pt x="6" y="43"/>
                </a:lnTo>
                <a:lnTo>
                  <a:pt x="5" y="44"/>
                </a:lnTo>
                <a:lnTo>
                  <a:pt x="4" y="43"/>
                </a:lnTo>
                <a:lnTo>
                  <a:pt x="3" y="43"/>
                </a:lnTo>
                <a:lnTo>
                  <a:pt x="2" y="41"/>
                </a:lnTo>
                <a:lnTo>
                  <a:pt x="1" y="41"/>
                </a:lnTo>
                <a:lnTo>
                  <a:pt x="0" y="43"/>
                </a:lnTo>
                <a:lnTo>
                  <a:pt x="1" y="45"/>
                </a:lnTo>
                <a:lnTo>
                  <a:pt x="1" y="46"/>
                </a:lnTo>
                <a:lnTo>
                  <a:pt x="2" y="48"/>
                </a:lnTo>
                <a:lnTo>
                  <a:pt x="2" y="48"/>
                </a:lnTo>
                <a:lnTo>
                  <a:pt x="3" y="48"/>
                </a:lnTo>
                <a:lnTo>
                  <a:pt x="2" y="49"/>
                </a:lnTo>
                <a:lnTo>
                  <a:pt x="4" y="50"/>
                </a:lnTo>
                <a:lnTo>
                  <a:pt x="5" y="47"/>
                </a:lnTo>
                <a:lnTo>
                  <a:pt x="5" y="48"/>
                </a:lnTo>
                <a:lnTo>
                  <a:pt x="6" y="47"/>
                </a:lnTo>
                <a:lnTo>
                  <a:pt x="9" y="48"/>
                </a:lnTo>
                <a:lnTo>
                  <a:pt x="11" y="47"/>
                </a:lnTo>
                <a:lnTo>
                  <a:pt x="13" y="48"/>
                </a:lnTo>
                <a:lnTo>
                  <a:pt x="13" y="49"/>
                </a:lnTo>
                <a:lnTo>
                  <a:pt x="13" y="49"/>
                </a:lnTo>
                <a:lnTo>
                  <a:pt x="14" y="50"/>
                </a:lnTo>
                <a:lnTo>
                  <a:pt x="14" y="50"/>
                </a:lnTo>
                <a:lnTo>
                  <a:pt x="14" y="51"/>
                </a:lnTo>
                <a:lnTo>
                  <a:pt x="15" y="53"/>
                </a:lnTo>
                <a:lnTo>
                  <a:pt x="15" y="53"/>
                </a:lnTo>
                <a:lnTo>
                  <a:pt x="15" y="54"/>
                </a:lnTo>
                <a:lnTo>
                  <a:pt x="14" y="54"/>
                </a:lnTo>
                <a:lnTo>
                  <a:pt x="15" y="55"/>
                </a:lnTo>
                <a:lnTo>
                  <a:pt x="16" y="56"/>
                </a:lnTo>
                <a:lnTo>
                  <a:pt x="16" y="56"/>
                </a:lnTo>
                <a:lnTo>
                  <a:pt x="16" y="55"/>
                </a:lnTo>
                <a:lnTo>
                  <a:pt x="17" y="55"/>
                </a:lnTo>
                <a:lnTo>
                  <a:pt x="19" y="56"/>
                </a:lnTo>
                <a:lnTo>
                  <a:pt x="21" y="57"/>
                </a:lnTo>
                <a:lnTo>
                  <a:pt x="21" y="54"/>
                </a:lnTo>
                <a:lnTo>
                  <a:pt x="23" y="54"/>
                </a:lnTo>
                <a:lnTo>
                  <a:pt x="23" y="54"/>
                </a:lnTo>
                <a:lnTo>
                  <a:pt x="24" y="57"/>
                </a:lnTo>
                <a:lnTo>
                  <a:pt x="25" y="56"/>
                </a:lnTo>
                <a:lnTo>
                  <a:pt x="26" y="56"/>
                </a:lnTo>
                <a:lnTo>
                  <a:pt x="27" y="56"/>
                </a:lnTo>
                <a:lnTo>
                  <a:pt x="27" y="57"/>
                </a:lnTo>
                <a:lnTo>
                  <a:pt x="28" y="57"/>
                </a:lnTo>
                <a:lnTo>
                  <a:pt x="28" y="56"/>
                </a:lnTo>
                <a:lnTo>
                  <a:pt x="29" y="56"/>
                </a:lnTo>
                <a:lnTo>
                  <a:pt x="29" y="55"/>
                </a:lnTo>
                <a:lnTo>
                  <a:pt x="31" y="55"/>
                </a:lnTo>
                <a:lnTo>
                  <a:pt x="32" y="55"/>
                </a:lnTo>
                <a:lnTo>
                  <a:pt x="32" y="56"/>
                </a:lnTo>
                <a:lnTo>
                  <a:pt x="33" y="57"/>
                </a:lnTo>
                <a:lnTo>
                  <a:pt x="33" y="57"/>
                </a:lnTo>
                <a:lnTo>
                  <a:pt x="34" y="60"/>
                </a:lnTo>
                <a:lnTo>
                  <a:pt x="35" y="60"/>
                </a:lnTo>
                <a:lnTo>
                  <a:pt x="35" y="60"/>
                </a:lnTo>
                <a:lnTo>
                  <a:pt x="35" y="61"/>
                </a:lnTo>
                <a:lnTo>
                  <a:pt x="34" y="62"/>
                </a:lnTo>
                <a:lnTo>
                  <a:pt x="35" y="63"/>
                </a:lnTo>
                <a:lnTo>
                  <a:pt x="34" y="66"/>
                </a:lnTo>
                <a:lnTo>
                  <a:pt x="34" y="67"/>
                </a:lnTo>
                <a:lnTo>
                  <a:pt x="33" y="69"/>
                </a:lnTo>
                <a:lnTo>
                  <a:pt x="31" y="70"/>
                </a:lnTo>
                <a:lnTo>
                  <a:pt x="31" y="69"/>
                </a:lnTo>
                <a:lnTo>
                  <a:pt x="28" y="68"/>
                </a:lnTo>
                <a:lnTo>
                  <a:pt x="27" y="68"/>
                </a:lnTo>
                <a:lnTo>
                  <a:pt x="27" y="69"/>
                </a:lnTo>
                <a:lnTo>
                  <a:pt x="26" y="69"/>
                </a:lnTo>
                <a:lnTo>
                  <a:pt x="25" y="71"/>
                </a:lnTo>
                <a:lnTo>
                  <a:pt x="24" y="71"/>
                </a:lnTo>
                <a:lnTo>
                  <a:pt x="25" y="72"/>
                </a:lnTo>
                <a:lnTo>
                  <a:pt x="25" y="72"/>
                </a:lnTo>
                <a:lnTo>
                  <a:pt x="24" y="72"/>
                </a:lnTo>
                <a:lnTo>
                  <a:pt x="23" y="73"/>
                </a:lnTo>
                <a:lnTo>
                  <a:pt x="21" y="74"/>
                </a:lnTo>
                <a:lnTo>
                  <a:pt x="22" y="76"/>
                </a:lnTo>
                <a:lnTo>
                  <a:pt x="22" y="78"/>
                </a:lnTo>
                <a:lnTo>
                  <a:pt x="24" y="78"/>
                </a:lnTo>
                <a:lnTo>
                  <a:pt x="26" y="78"/>
                </a:lnTo>
                <a:lnTo>
                  <a:pt x="26" y="79"/>
                </a:lnTo>
                <a:lnTo>
                  <a:pt x="28" y="80"/>
                </a:lnTo>
                <a:lnTo>
                  <a:pt x="29" y="81"/>
                </a:lnTo>
                <a:lnTo>
                  <a:pt x="29" y="81"/>
                </a:lnTo>
                <a:lnTo>
                  <a:pt x="31" y="81"/>
                </a:lnTo>
                <a:lnTo>
                  <a:pt x="31" y="81"/>
                </a:lnTo>
                <a:lnTo>
                  <a:pt x="32" y="80"/>
                </a:lnTo>
                <a:lnTo>
                  <a:pt x="35" y="80"/>
                </a:lnTo>
                <a:lnTo>
                  <a:pt x="36" y="80"/>
                </a:lnTo>
                <a:lnTo>
                  <a:pt x="37" y="82"/>
                </a:lnTo>
                <a:lnTo>
                  <a:pt x="39" y="83"/>
                </a:lnTo>
                <a:lnTo>
                  <a:pt x="39" y="82"/>
                </a:lnTo>
                <a:lnTo>
                  <a:pt x="42" y="81"/>
                </a:lnTo>
                <a:lnTo>
                  <a:pt x="42" y="81"/>
                </a:lnTo>
                <a:lnTo>
                  <a:pt x="43" y="81"/>
                </a:lnTo>
                <a:lnTo>
                  <a:pt x="44" y="81"/>
                </a:lnTo>
                <a:lnTo>
                  <a:pt x="45" y="82"/>
                </a:lnTo>
                <a:lnTo>
                  <a:pt x="46" y="82"/>
                </a:lnTo>
                <a:lnTo>
                  <a:pt x="47" y="82"/>
                </a:lnTo>
                <a:lnTo>
                  <a:pt x="46" y="82"/>
                </a:lnTo>
                <a:lnTo>
                  <a:pt x="48" y="84"/>
                </a:lnTo>
                <a:lnTo>
                  <a:pt x="49" y="84"/>
                </a:lnTo>
                <a:lnTo>
                  <a:pt x="49" y="84"/>
                </a:lnTo>
                <a:lnTo>
                  <a:pt x="48" y="85"/>
                </a:lnTo>
                <a:lnTo>
                  <a:pt x="48" y="86"/>
                </a:lnTo>
                <a:lnTo>
                  <a:pt x="47" y="86"/>
                </a:lnTo>
                <a:lnTo>
                  <a:pt x="47" y="89"/>
                </a:lnTo>
                <a:lnTo>
                  <a:pt x="45" y="89"/>
                </a:lnTo>
                <a:lnTo>
                  <a:pt x="44" y="88"/>
                </a:lnTo>
                <a:lnTo>
                  <a:pt x="44" y="91"/>
                </a:lnTo>
                <a:lnTo>
                  <a:pt x="43" y="92"/>
                </a:lnTo>
                <a:lnTo>
                  <a:pt x="44" y="93"/>
                </a:lnTo>
                <a:lnTo>
                  <a:pt x="43" y="94"/>
                </a:lnTo>
                <a:lnTo>
                  <a:pt x="46" y="94"/>
                </a:lnTo>
                <a:lnTo>
                  <a:pt x="46" y="96"/>
                </a:lnTo>
                <a:lnTo>
                  <a:pt x="46" y="97"/>
                </a:lnTo>
                <a:lnTo>
                  <a:pt x="46" y="98"/>
                </a:lnTo>
                <a:lnTo>
                  <a:pt x="47" y="98"/>
                </a:lnTo>
                <a:lnTo>
                  <a:pt x="46" y="99"/>
                </a:lnTo>
                <a:lnTo>
                  <a:pt x="47" y="100"/>
                </a:lnTo>
                <a:lnTo>
                  <a:pt x="47" y="101"/>
                </a:lnTo>
                <a:lnTo>
                  <a:pt x="46" y="102"/>
                </a:lnTo>
                <a:lnTo>
                  <a:pt x="46" y="103"/>
                </a:lnTo>
                <a:lnTo>
                  <a:pt x="47" y="101"/>
                </a:lnTo>
                <a:lnTo>
                  <a:pt x="48" y="101"/>
                </a:lnTo>
                <a:lnTo>
                  <a:pt x="49" y="102"/>
                </a:lnTo>
                <a:lnTo>
                  <a:pt x="51" y="102"/>
                </a:lnTo>
                <a:lnTo>
                  <a:pt x="52" y="103"/>
                </a:lnTo>
                <a:lnTo>
                  <a:pt x="52" y="103"/>
                </a:lnTo>
                <a:lnTo>
                  <a:pt x="53" y="103"/>
                </a:lnTo>
                <a:lnTo>
                  <a:pt x="54" y="103"/>
                </a:lnTo>
                <a:lnTo>
                  <a:pt x="54" y="104"/>
                </a:lnTo>
                <a:lnTo>
                  <a:pt x="53" y="105"/>
                </a:lnTo>
                <a:lnTo>
                  <a:pt x="53" y="106"/>
                </a:lnTo>
                <a:lnTo>
                  <a:pt x="55" y="106"/>
                </a:lnTo>
                <a:lnTo>
                  <a:pt x="58" y="108"/>
                </a:lnTo>
                <a:lnTo>
                  <a:pt x="60" y="107"/>
                </a:lnTo>
                <a:lnTo>
                  <a:pt x="61" y="109"/>
                </a:lnTo>
                <a:lnTo>
                  <a:pt x="61" y="110"/>
                </a:lnTo>
                <a:lnTo>
                  <a:pt x="61" y="110"/>
                </a:lnTo>
                <a:lnTo>
                  <a:pt x="62" y="109"/>
                </a:lnTo>
                <a:lnTo>
                  <a:pt x="63" y="109"/>
                </a:lnTo>
                <a:lnTo>
                  <a:pt x="64" y="110"/>
                </a:lnTo>
                <a:lnTo>
                  <a:pt x="63" y="110"/>
                </a:lnTo>
                <a:lnTo>
                  <a:pt x="65" y="110"/>
                </a:lnTo>
                <a:lnTo>
                  <a:pt x="65" y="110"/>
                </a:lnTo>
                <a:lnTo>
                  <a:pt x="66" y="110"/>
                </a:lnTo>
                <a:lnTo>
                  <a:pt x="70" y="109"/>
                </a:lnTo>
                <a:lnTo>
                  <a:pt x="71" y="109"/>
                </a:lnTo>
                <a:lnTo>
                  <a:pt x="71" y="109"/>
                </a:lnTo>
                <a:lnTo>
                  <a:pt x="74" y="111"/>
                </a:lnTo>
                <a:lnTo>
                  <a:pt x="75" y="111"/>
                </a:lnTo>
                <a:lnTo>
                  <a:pt x="77" y="112"/>
                </a:lnTo>
                <a:lnTo>
                  <a:pt x="79" y="111"/>
                </a:lnTo>
                <a:lnTo>
                  <a:pt x="78" y="111"/>
                </a:lnTo>
                <a:lnTo>
                  <a:pt x="79" y="110"/>
                </a:lnTo>
                <a:lnTo>
                  <a:pt x="79" y="110"/>
                </a:lnTo>
                <a:lnTo>
                  <a:pt x="80" y="111"/>
                </a:lnTo>
                <a:lnTo>
                  <a:pt x="79" y="112"/>
                </a:lnTo>
                <a:lnTo>
                  <a:pt x="79" y="112"/>
                </a:lnTo>
                <a:lnTo>
                  <a:pt x="81" y="111"/>
                </a:lnTo>
                <a:lnTo>
                  <a:pt x="83" y="111"/>
                </a:lnTo>
                <a:lnTo>
                  <a:pt x="85" y="111"/>
                </a:lnTo>
                <a:lnTo>
                  <a:pt x="87" y="108"/>
                </a:lnTo>
                <a:lnTo>
                  <a:pt x="88" y="108"/>
                </a:lnTo>
                <a:lnTo>
                  <a:pt x="88" y="108"/>
                </a:lnTo>
                <a:lnTo>
                  <a:pt x="89" y="108"/>
                </a:lnTo>
                <a:lnTo>
                  <a:pt x="90" y="109"/>
                </a:lnTo>
                <a:lnTo>
                  <a:pt x="90" y="109"/>
                </a:lnTo>
                <a:lnTo>
                  <a:pt x="91" y="109"/>
                </a:lnTo>
                <a:lnTo>
                  <a:pt x="92" y="109"/>
                </a:lnTo>
                <a:lnTo>
                  <a:pt x="93" y="109"/>
                </a:lnTo>
                <a:lnTo>
                  <a:pt x="94" y="109"/>
                </a:lnTo>
                <a:lnTo>
                  <a:pt x="99" y="110"/>
                </a:lnTo>
                <a:lnTo>
                  <a:pt x="99" y="111"/>
                </a:lnTo>
                <a:lnTo>
                  <a:pt x="97" y="112"/>
                </a:lnTo>
                <a:lnTo>
                  <a:pt x="97" y="113"/>
                </a:lnTo>
                <a:lnTo>
                  <a:pt x="98" y="113"/>
                </a:lnTo>
                <a:lnTo>
                  <a:pt x="99" y="114"/>
                </a:lnTo>
                <a:lnTo>
                  <a:pt x="100" y="114"/>
                </a:lnTo>
                <a:lnTo>
                  <a:pt x="101" y="113"/>
                </a:lnTo>
                <a:lnTo>
                  <a:pt x="106" y="112"/>
                </a:lnTo>
                <a:lnTo>
                  <a:pt x="107" y="112"/>
                </a:lnTo>
                <a:lnTo>
                  <a:pt x="109" y="110"/>
                </a:lnTo>
                <a:lnTo>
                  <a:pt x="109" y="109"/>
                </a:lnTo>
                <a:lnTo>
                  <a:pt x="110" y="111"/>
                </a:lnTo>
                <a:lnTo>
                  <a:pt x="111" y="111"/>
                </a:lnTo>
                <a:lnTo>
                  <a:pt x="113" y="112"/>
                </a:lnTo>
                <a:lnTo>
                  <a:pt x="111" y="108"/>
                </a:lnTo>
                <a:lnTo>
                  <a:pt x="112" y="107"/>
                </a:lnTo>
                <a:lnTo>
                  <a:pt x="112" y="108"/>
                </a:lnTo>
                <a:lnTo>
                  <a:pt x="114" y="107"/>
                </a:lnTo>
                <a:lnTo>
                  <a:pt x="115" y="107"/>
                </a:lnTo>
                <a:lnTo>
                  <a:pt x="116" y="103"/>
                </a:lnTo>
                <a:lnTo>
                  <a:pt x="117" y="102"/>
                </a:lnTo>
                <a:lnTo>
                  <a:pt x="118" y="102"/>
                </a:lnTo>
                <a:lnTo>
                  <a:pt x="119" y="102"/>
                </a:lnTo>
                <a:lnTo>
                  <a:pt x="119" y="101"/>
                </a:lnTo>
                <a:lnTo>
                  <a:pt x="121" y="102"/>
                </a:lnTo>
                <a:lnTo>
                  <a:pt x="123" y="101"/>
                </a:lnTo>
                <a:lnTo>
                  <a:pt x="123" y="101"/>
                </a:lnTo>
                <a:lnTo>
                  <a:pt x="124" y="101"/>
                </a:lnTo>
                <a:lnTo>
                  <a:pt x="125" y="101"/>
                </a:lnTo>
                <a:lnTo>
                  <a:pt x="124" y="100"/>
                </a:lnTo>
                <a:lnTo>
                  <a:pt x="124" y="99"/>
                </a:lnTo>
                <a:lnTo>
                  <a:pt x="124" y="96"/>
                </a:lnTo>
                <a:lnTo>
                  <a:pt x="123" y="96"/>
                </a:lnTo>
                <a:lnTo>
                  <a:pt x="124" y="95"/>
                </a:lnTo>
                <a:lnTo>
                  <a:pt x="124" y="95"/>
                </a:lnTo>
                <a:lnTo>
                  <a:pt x="125" y="94"/>
                </a:lnTo>
                <a:lnTo>
                  <a:pt x="127" y="96"/>
                </a:lnTo>
                <a:lnTo>
                  <a:pt x="128" y="94"/>
                </a:lnTo>
                <a:lnTo>
                  <a:pt x="129" y="94"/>
                </a:lnTo>
                <a:lnTo>
                  <a:pt x="129" y="95"/>
                </a:lnTo>
                <a:lnTo>
                  <a:pt x="130" y="95"/>
                </a:lnTo>
                <a:lnTo>
                  <a:pt x="131" y="95"/>
                </a:lnTo>
                <a:lnTo>
                  <a:pt x="130" y="94"/>
                </a:lnTo>
                <a:lnTo>
                  <a:pt x="132" y="92"/>
                </a:lnTo>
                <a:lnTo>
                  <a:pt x="132" y="92"/>
                </a:lnTo>
                <a:lnTo>
                  <a:pt x="133" y="92"/>
                </a:lnTo>
                <a:lnTo>
                  <a:pt x="132" y="90"/>
                </a:lnTo>
                <a:lnTo>
                  <a:pt x="131" y="90"/>
                </a:lnTo>
                <a:lnTo>
                  <a:pt x="131" y="89"/>
                </a:lnTo>
                <a:lnTo>
                  <a:pt x="130" y="88"/>
                </a:lnTo>
                <a:lnTo>
                  <a:pt x="132" y="88"/>
                </a:lnTo>
                <a:lnTo>
                  <a:pt x="132" y="87"/>
                </a:lnTo>
                <a:lnTo>
                  <a:pt x="132" y="87"/>
                </a:lnTo>
                <a:lnTo>
                  <a:pt x="132" y="86"/>
                </a:lnTo>
                <a:lnTo>
                  <a:pt x="132" y="85"/>
                </a:lnTo>
                <a:lnTo>
                  <a:pt x="135" y="85"/>
                </a:lnTo>
                <a:lnTo>
                  <a:pt x="135" y="85"/>
                </a:lnTo>
                <a:lnTo>
                  <a:pt x="136" y="85"/>
                </a:lnTo>
                <a:lnTo>
                  <a:pt x="136" y="84"/>
                </a:lnTo>
                <a:lnTo>
                  <a:pt x="138" y="84"/>
                </a:lnTo>
                <a:lnTo>
                  <a:pt x="139" y="83"/>
                </a:lnTo>
                <a:lnTo>
                  <a:pt x="138" y="82"/>
                </a:lnTo>
                <a:lnTo>
                  <a:pt x="141" y="81"/>
                </a:lnTo>
                <a:lnTo>
                  <a:pt x="144" y="78"/>
                </a:lnTo>
                <a:lnTo>
                  <a:pt x="144" y="77"/>
                </a:lnTo>
                <a:lnTo>
                  <a:pt x="144" y="76"/>
                </a:lnTo>
                <a:lnTo>
                  <a:pt x="145" y="74"/>
                </a:lnTo>
                <a:lnTo>
                  <a:pt x="145" y="74"/>
                </a:lnTo>
                <a:lnTo>
                  <a:pt x="144" y="74"/>
                </a:lnTo>
                <a:lnTo>
                  <a:pt x="144" y="72"/>
                </a:lnTo>
                <a:lnTo>
                  <a:pt x="144" y="71"/>
                </a:lnTo>
                <a:lnTo>
                  <a:pt x="143" y="69"/>
                </a:lnTo>
                <a:lnTo>
                  <a:pt x="144" y="69"/>
                </a:lnTo>
                <a:lnTo>
                  <a:pt x="143" y="68"/>
                </a:lnTo>
                <a:lnTo>
                  <a:pt x="144" y="67"/>
                </a:lnTo>
                <a:lnTo>
                  <a:pt x="144" y="65"/>
                </a:lnTo>
                <a:lnTo>
                  <a:pt x="145" y="65"/>
                </a:lnTo>
                <a:lnTo>
                  <a:pt x="146" y="63"/>
                </a:lnTo>
                <a:lnTo>
                  <a:pt x="146" y="61"/>
                </a:lnTo>
                <a:lnTo>
                  <a:pt x="148" y="61"/>
                </a:lnTo>
                <a:lnTo>
                  <a:pt x="149" y="59"/>
                </a:lnTo>
                <a:lnTo>
                  <a:pt x="148" y="59"/>
                </a:lnTo>
                <a:lnTo>
                  <a:pt x="148" y="57"/>
                </a:lnTo>
                <a:lnTo>
                  <a:pt x="149" y="56"/>
                </a:lnTo>
                <a:lnTo>
                  <a:pt x="152" y="57"/>
                </a:lnTo>
                <a:lnTo>
                  <a:pt x="152" y="56"/>
                </a:lnTo>
                <a:lnTo>
                  <a:pt x="152" y="55"/>
                </a:lnTo>
                <a:lnTo>
                  <a:pt x="153" y="55"/>
                </a:lnTo>
                <a:lnTo>
                  <a:pt x="153" y="54"/>
                </a:lnTo>
                <a:lnTo>
                  <a:pt x="154" y="54"/>
                </a:lnTo>
                <a:lnTo>
                  <a:pt x="155" y="53"/>
                </a:lnTo>
                <a:lnTo>
                  <a:pt x="153" y="50"/>
                </a:lnTo>
                <a:lnTo>
                  <a:pt x="153" y="49"/>
                </a:lnTo>
                <a:lnTo>
                  <a:pt x="153" y="48"/>
                </a:lnTo>
                <a:lnTo>
                  <a:pt x="153" y="47"/>
                </a:lnTo>
                <a:lnTo>
                  <a:pt x="154" y="47"/>
                </a:lnTo>
                <a:lnTo>
                  <a:pt x="154" y="46"/>
                </a:lnTo>
                <a:lnTo>
                  <a:pt x="155" y="46"/>
                </a:lnTo>
                <a:lnTo>
                  <a:pt x="156" y="45"/>
                </a:lnTo>
                <a:lnTo>
                  <a:pt x="156" y="43"/>
                </a:lnTo>
                <a:lnTo>
                  <a:pt x="155" y="42"/>
                </a:lnTo>
                <a:lnTo>
                  <a:pt x="155" y="41"/>
                </a:lnTo>
                <a:lnTo>
                  <a:pt x="155" y="40"/>
                </a:lnTo>
                <a:lnTo>
                  <a:pt x="153" y="39"/>
                </a:lnTo>
                <a:lnTo>
                  <a:pt x="153" y="38"/>
                </a:lnTo>
                <a:lnTo>
                  <a:pt x="154" y="38"/>
                </a:lnTo>
                <a:lnTo>
                  <a:pt x="153" y="37"/>
                </a:lnTo>
                <a:lnTo>
                  <a:pt x="154" y="36"/>
                </a:lnTo>
                <a:lnTo>
                  <a:pt x="155" y="36"/>
                </a:lnTo>
                <a:lnTo>
                  <a:pt x="153" y="35"/>
                </a:lnTo>
                <a:lnTo>
                  <a:pt x="152" y="35"/>
                </a:lnTo>
                <a:lnTo>
                  <a:pt x="152" y="35"/>
                </a:lnTo>
                <a:lnTo>
                  <a:pt x="148" y="35"/>
                </a:lnTo>
                <a:lnTo>
                  <a:pt x="148" y="36"/>
                </a:lnTo>
                <a:lnTo>
                  <a:pt x="147" y="37"/>
                </a:lnTo>
                <a:lnTo>
                  <a:pt x="147" y="37"/>
                </a:lnTo>
                <a:lnTo>
                  <a:pt x="146" y="37"/>
                </a:lnTo>
                <a:lnTo>
                  <a:pt x="146" y="38"/>
                </a:lnTo>
                <a:lnTo>
                  <a:pt x="145" y="39"/>
                </a:lnTo>
                <a:lnTo>
                  <a:pt x="144" y="38"/>
                </a:lnTo>
                <a:lnTo>
                  <a:pt x="143" y="38"/>
                </a:lnTo>
                <a:lnTo>
                  <a:pt x="143" y="38"/>
                </a:lnTo>
                <a:lnTo>
                  <a:pt x="144" y="35"/>
                </a:lnTo>
                <a:lnTo>
                  <a:pt x="143" y="34"/>
                </a:lnTo>
                <a:lnTo>
                  <a:pt x="143" y="32"/>
                </a:lnTo>
                <a:lnTo>
                  <a:pt x="143" y="32"/>
                </a:lnTo>
                <a:lnTo>
                  <a:pt x="143" y="31"/>
                </a:lnTo>
                <a:lnTo>
                  <a:pt x="143" y="31"/>
                </a:lnTo>
                <a:lnTo>
                  <a:pt x="143" y="30"/>
                </a:lnTo>
                <a:lnTo>
                  <a:pt x="142" y="30"/>
                </a:lnTo>
                <a:lnTo>
                  <a:pt x="142" y="29"/>
                </a:lnTo>
                <a:lnTo>
                  <a:pt x="141" y="28"/>
                </a:lnTo>
                <a:lnTo>
                  <a:pt x="141" y="28"/>
                </a:lnTo>
                <a:lnTo>
                  <a:pt x="140" y="28"/>
                </a:lnTo>
                <a:lnTo>
                  <a:pt x="139" y="27"/>
                </a:lnTo>
                <a:lnTo>
                  <a:pt x="138" y="29"/>
                </a:lnTo>
                <a:lnTo>
                  <a:pt x="136" y="30"/>
                </a:lnTo>
                <a:lnTo>
                  <a:pt x="136" y="32"/>
                </a:lnTo>
                <a:lnTo>
                  <a:pt x="134" y="33"/>
                </a:lnTo>
                <a:lnTo>
                  <a:pt x="133" y="32"/>
                </a:lnTo>
                <a:lnTo>
                  <a:pt x="133" y="30"/>
                </a:lnTo>
                <a:lnTo>
                  <a:pt x="133" y="28"/>
                </a:lnTo>
                <a:lnTo>
                  <a:pt x="136" y="26"/>
                </a:lnTo>
                <a:lnTo>
                  <a:pt x="135" y="25"/>
                </a:lnTo>
                <a:lnTo>
                  <a:pt x="137" y="23"/>
                </a:lnTo>
                <a:lnTo>
                  <a:pt x="137" y="23"/>
                </a:lnTo>
                <a:lnTo>
                  <a:pt x="139" y="21"/>
                </a:lnTo>
                <a:lnTo>
                  <a:pt x="140" y="19"/>
                </a:lnTo>
                <a:lnTo>
                  <a:pt x="140" y="17"/>
                </a:lnTo>
                <a:lnTo>
                  <a:pt x="139" y="16"/>
                </a:lnTo>
                <a:lnTo>
                  <a:pt x="139" y="15"/>
                </a:lnTo>
                <a:lnTo>
                  <a:pt x="142" y="13"/>
                </a:lnTo>
                <a:lnTo>
                  <a:pt x="141" y="12"/>
                </a:lnTo>
                <a:lnTo>
                  <a:pt x="142" y="11"/>
                </a:lnTo>
                <a:lnTo>
                  <a:pt x="142" y="11"/>
                </a:lnTo>
                <a:lnTo>
                  <a:pt x="140" y="11"/>
                </a:lnTo>
                <a:lnTo>
                  <a:pt x="140" y="10"/>
                </a:lnTo>
                <a:lnTo>
                  <a:pt x="139" y="10"/>
                </a:lnTo>
                <a:lnTo>
                  <a:pt x="138" y="12"/>
                </a:lnTo>
                <a:lnTo>
                  <a:pt x="138" y="12"/>
                </a:lnTo>
                <a:lnTo>
                  <a:pt x="137" y="10"/>
                </a:lnTo>
                <a:lnTo>
                  <a:pt x="136" y="10"/>
                </a:lnTo>
                <a:lnTo>
                  <a:pt x="137" y="7"/>
                </a:lnTo>
                <a:lnTo>
                  <a:pt x="138" y="7"/>
                </a:lnTo>
                <a:lnTo>
                  <a:pt x="137" y="7"/>
                </a:lnTo>
                <a:lnTo>
                  <a:pt x="138" y="6"/>
                </a:lnTo>
                <a:lnTo>
                  <a:pt x="137" y="4"/>
                </a:lnTo>
                <a:lnTo>
                  <a:pt x="138" y="3"/>
                </a:lnTo>
                <a:lnTo>
                  <a:pt x="138" y="2"/>
                </a:lnTo>
                <a:lnTo>
                  <a:pt x="137" y="3"/>
                </a:lnTo>
                <a:lnTo>
                  <a:pt x="136" y="2"/>
                </a:lnTo>
                <a:lnTo>
                  <a:pt x="136" y="2"/>
                </a:lnTo>
                <a:lnTo>
                  <a:pt x="134" y="2"/>
                </a:lnTo>
                <a:lnTo>
                  <a:pt x="132" y="1"/>
                </a:lnTo>
                <a:lnTo>
                  <a:pt x="132" y="1"/>
                </a:lnTo>
                <a:lnTo>
                  <a:pt x="131" y="0"/>
                </a:lnTo>
                <a:lnTo>
                  <a:pt x="131" y="0"/>
                </a:lnTo>
                <a:lnTo>
                  <a:pt x="131" y="2"/>
                </a:lnTo>
                <a:lnTo>
                  <a:pt x="130" y="2"/>
                </a:lnTo>
                <a:lnTo>
                  <a:pt x="131" y="2"/>
                </a:lnTo>
                <a:lnTo>
                  <a:pt x="129" y="3"/>
                </a:lnTo>
                <a:lnTo>
                  <a:pt x="127" y="4"/>
                </a:lnTo>
                <a:lnTo>
                  <a:pt x="127" y="3"/>
                </a:lnTo>
                <a:lnTo>
                  <a:pt x="127" y="2"/>
                </a:lnTo>
                <a:lnTo>
                  <a:pt x="126" y="3"/>
                </a:lnTo>
                <a:lnTo>
                  <a:pt x="125" y="2"/>
                </a:lnTo>
                <a:lnTo>
                  <a:pt x="125" y="2"/>
                </a:lnTo>
                <a:lnTo>
                  <a:pt x="124" y="2"/>
                </a:lnTo>
                <a:lnTo>
                  <a:pt x="123" y="3"/>
                </a:lnTo>
                <a:lnTo>
                  <a:pt x="123" y="4"/>
                </a:lnTo>
                <a:lnTo>
                  <a:pt x="122" y="6"/>
                </a:lnTo>
                <a:lnTo>
                  <a:pt x="121" y="5"/>
                </a:lnTo>
                <a:lnTo>
                  <a:pt x="119" y="8"/>
                </a:lnTo>
                <a:lnTo>
                  <a:pt x="119" y="10"/>
                </a:lnTo>
                <a:lnTo>
                  <a:pt x="117" y="11"/>
                </a:lnTo>
                <a:lnTo>
                  <a:pt x="117" y="9"/>
                </a:lnTo>
                <a:lnTo>
                  <a:pt x="116" y="8"/>
                </a:lnTo>
                <a:lnTo>
                  <a:pt x="115" y="9"/>
                </a:lnTo>
                <a:lnTo>
                  <a:pt x="114" y="9"/>
                </a:lnTo>
                <a:lnTo>
                  <a:pt x="113" y="9"/>
                </a:lnTo>
                <a:lnTo>
                  <a:pt x="114" y="6"/>
                </a:lnTo>
                <a:lnTo>
                  <a:pt x="112" y="6"/>
                </a:lnTo>
                <a:lnTo>
                  <a:pt x="111" y="6"/>
                </a:lnTo>
                <a:lnTo>
                  <a:pt x="110" y="7"/>
                </a:lnTo>
                <a:lnTo>
                  <a:pt x="109" y="9"/>
                </a:lnTo>
                <a:lnTo>
                  <a:pt x="108" y="9"/>
                </a:lnTo>
                <a:lnTo>
                  <a:pt x="108" y="10"/>
                </a:lnTo>
                <a:lnTo>
                  <a:pt x="109" y="12"/>
                </a:lnTo>
                <a:lnTo>
                  <a:pt x="108" y="13"/>
                </a:lnTo>
                <a:lnTo>
                  <a:pt x="108" y="13"/>
                </a:lnTo>
                <a:lnTo>
                  <a:pt x="107" y="13"/>
                </a:lnTo>
                <a:lnTo>
                  <a:pt x="106" y="13"/>
                </a:lnTo>
                <a:lnTo>
                  <a:pt x="106" y="11"/>
                </a:lnTo>
                <a:lnTo>
                  <a:pt x="106" y="11"/>
                </a:lnTo>
                <a:lnTo>
                  <a:pt x="107" y="10"/>
                </a:lnTo>
                <a:lnTo>
                  <a:pt x="105" y="10"/>
                </a:lnTo>
                <a:lnTo>
                  <a:pt x="105" y="9"/>
                </a:lnTo>
                <a:lnTo>
                  <a:pt x="102" y="10"/>
                </a:lnTo>
                <a:close/>
              </a:path>
            </a:pathLst>
          </a:custGeom>
          <a:solidFill>
            <a:srgbClr val="7FA8D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4434089" y="6276716"/>
            <a:ext cx="339889" cy="294998"/>
          </a:xfrm>
          <a:custGeom>
            <a:avLst/>
            <a:gdLst/>
            <a:ahLst/>
            <a:cxnLst/>
            <a:rect l="l" t="t" r="r" b="b"/>
            <a:pathLst>
              <a:path w="53" h="46">
                <a:moveTo>
                  <a:pt x="32" y="4"/>
                </a:moveTo>
                <a:lnTo>
                  <a:pt x="30" y="5"/>
                </a:lnTo>
                <a:lnTo>
                  <a:pt x="28" y="5"/>
                </a:lnTo>
                <a:lnTo>
                  <a:pt x="25" y="5"/>
                </a:lnTo>
                <a:lnTo>
                  <a:pt x="23" y="4"/>
                </a:lnTo>
                <a:lnTo>
                  <a:pt x="22" y="5"/>
                </a:lnTo>
                <a:lnTo>
                  <a:pt x="21" y="5"/>
                </a:lnTo>
                <a:lnTo>
                  <a:pt x="20" y="6"/>
                </a:lnTo>
                <a:lnTo>
                  <a:pt x="19" y="8"/>
                </a:lnTo>
                <a:lnTo>
                  <a:pt x="15" y="7"/>
                </a:lnTo>
                <a:lnTo>
                  <a:pt x="14" y="7"/>
                </a:lnTo>
                <a:lnTo>
                  <a:pt x="14" y="8"/>
                </a:lnTo>
                <a:lnTo>
                  <a:pt x="13" y="8"/>
                </a:lnTo>
                <a:lnTo>
                  <a:pt x="12" y="10"/>
                </a:lnTo>
                <a:lnTo>
                  <a:pt x="12" y="11"/>
                </a:lnTo>
                <a:lnTo>
                  <a:pt x="12" y="12"/>
                </a:lnTo>
                <a:lnTo>
                  <a:pt x="10" y="12"/>
                </a:lnTo>
                <a:lnTo>
                  <a:pt x="9" y="14"/>
                </a:lnTo>
                <a:lnTo>
                  <a:pt x="5" y="17"/>
                </a:lnTo>
                <a:lnTo>
                  <a:pt x="4" y="18"/>
                </a:lnTo>
                <a:lnTo>
                  <a:pt x="4" y="19"/>
                </a:lnTo>
                <a:lnTo>
                  <a:pt x="2" y="19"/>
                </a:lnTo>
                <a:lnTo>
                  <a:pt x="1" y="20"/>
                </a:lnTo>
                <a:lnTo>
                  <a:pt x="0" y="22"/>
                </a:lnTo>
                <a:lnTo>
                  <a:pt x="0" y="25"/>
                </a:lnTo>
                <a:lnTo>
                  <a:pt x="1" y="29"/>
                </a:lnTo>
                <a:lnTo>
                  <a:pt x="0" y="31"/>
                </a:lnTo>
                <a:lnTo>
                  <a:pt x="0" y="32"/>
                </a:lnTo>
                <a:lnTo>
                  <a:pt x="2" y="33"/>
                </a:lnTo>
                <a:lnTo>
                  <a:pt x="2" y="35"/>
                </a:lnTo>
                <a:lnTo>
                  <a:pt x="2" y="39"/>
                </a:lnTo>
                <a:lnTo>
                  <a:pt x="3" y="40"/>
                </a:lnTo>
                <a:lnTo>
                  <a:pt x="7" y="40"/>
                </a:lnTo>
                <a:lnTo>
                  <a:pt x="8" y="43"/>
                </a:lnTo>
                <a:lnTo>
                  <a:pt x="12" y="42"/>
                </a:lnTo>
                <a:lnTo>
                  <a:pt x="13" y="43"/>
                </a:lnTo>
                <a:lnTo>
                  <a:pt x="16" y="43"/>
                </a:lnTo>
                <a:lnTo>
                  <a:pt x="18" y="44"/>
                </a:lnTo>
                <a:lnTo>
                  <a:pt x="23" y="46"/>
                </a:lnTo>
                <a:lnTo>
                  <a:pt x="26" y="44"/>
                </a:lnTo>
                <a:lnTo>
                  <a:pt x="27" y="41"/>
                </a:lnTo>
                <a:lnTo>
                  <a:pt x="30" y="40"/>
                </a:lnTo>
                <a:lnTo>
                  <a:pt x="32" y="40"/>
                </a:lnTo>
                <a:lnTo>
                  <a:pt x="33" y="40"/>
                </a:lnTo>
                <a:lnTo>
                  <a:pt x="34" y="37"/>
                </a:lnTo>
                <a:lnTo>
                  <a:pt x="37" y="35"/>
                </a:lnTo>
                <a:lnTo>
                  <a:pt x="38" y="34"/>
                </a:lnTo>
                <a:lnTo>
                  <a:pt x="39" y="34"/>
                </a:lnTo>
                <a:lnTo>
                  <a:pt x="42" y="33"/>
                </a:lnTo>
                <a:lnTo>
                  <a:pt x="42" y="31"/>
                </a:lnTo>
                <a:lnTo>
                  <a:pt x="44" y="30"/>
                </a:lnTo>
                <a:lnTo>
                  <a:pt x="44" y="22"/>
                </a:lnTo>
                <a:lnTo>
                  <a:pt x="45" y="19"/>
                </a:lnTo>
                <a:lnTo>
                  <a:pt x="46" y="17"/>
                </a:lnTo>
                <a:lnTo>
                  <a:pt x="48" y="17"/>
                </a:lnTo>
                <a:lnTo>
                  <a:pt x="49" y="16"/>
                </a:lnTo>
                <a:lnTo>
                  <a:pt x="50" y="13"/>
                </a:lnTo>
                <a:lnTo>
                  <a:pt x="52" y="12"/>
                </a:lnTo>
                <a:lnTo>
                  <a:pt x="53" y="12"/>
                </a:lnTo>
                <a:lnTo>
                  <a:pt x="53" y="8"/>
                </a:lnTo>
                <a:lnTo>
                  <a:pt x="51" y="3"/>
                </a:lnTo>
                <a:lnTo>
                  <a:pt x="49" y="3"/>
                </a:lnTo>
                <a:lnTo>
                  <a:pt x="47" y="3"/>
                </a:lnTo>
                <a:lnTo>
                  <a:pt x="47" y="2"/>
                </a:lnTo>
                <a:lnTo>
                  <a:pt x="46" y="2"/>
                </a:lnTo>
                <a:lnTo>
                  <a:pt x="45" y="0"/>
                </a:lnTo>
                <a:lnTo>
                  <a:pt x="44" y="0"/>
                </a:lnTo>
                <a:lnTo>
                  <a:pt x="44" y="1"/>
                </a:lnTo>
                <a:lnTo>
                  <a:pt x="42" y="1"/>
                </a:lnTo>
                <a:lnTo>
                  <a:pt x="41" y="2"/>
                </a:lnTo>
                <a:lnTo>
                  <a:pt x="38" y="2"/>
                </a:lnTo>
                <a:lnTo>
                  <a:pt x="37" y="2"/>
                </a:lnTo>
                <a:lnTo>
                  <a:pt x="36" y="3"/>
                </a:lnTo>
                <a:lnTo>
                  <a:pt x="35" y="2"/>
                </a:lnTo>
                <a:lnTo>
                  <a:pt x="33" y="3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3965940" y="4558032"/>
            <a:ext cx="602822" cy="583583"/>
          </a:xfrm>
          <a:custGeom>
            <a:avLst/>
            <a:gdLst/>
            <a:ahLst/>
            <a:cxnLst/>
            <a:rect l="l" t="t" r="r" b="b"/>
            <a:pathLst>
              <a:path w="94" h="91">
                <a:moveTo>
                  <a:pt x="22" y="84"/>
                </a:moveTo>
                <a:lnTo>
                  <a:pt x="22" y="83"/>
                </a:lnTo>
                <a:lnTo>
                  <a:pt x="24" y="84"/>
                </a:lnTo>
                <a:lnTo>
                  <a:pt x="24" y="84"/>
                </a:lnTo>
                <a:lnTo>
                  <a:pt x="23" y="83"/>
                </a:lnTo>
                <a:lnTo>
                  <a:pt x="24" y="83"/>
                </a:lnTo>
                <a:lnTo>
                  <a:pt x="24" y="81"/>
                </a:lnTo>
                <a:lnTo>
                  <a:pt x="25" y="81"/>
                </a:lnTo>
                <a:lnTo>
                  <a:pt x="23" y="79"/>
                </a:lnTo>
                <a:lnTo>
                  <a:pt x="23" y="78"/>
                </a:lnTo>
                <a:lnTo>
                  <a:pt x="23" y="77"/>
                </a:lnTo>
                <a:lnTo>
                  <a:pt x="25" y="79"/>
                </a:lnTo>
                <a:lnTo>
                  <a:pt x="25" y="80"/>
                </a:lnTo>
                <a:lnTo>
                  <a:pt x="26" y="80"/>
                </a:lnTo>
                <a:lnTo>
                  <a:pt x="26" y="81"/>
                </a:lnTo>
                <a:lnTo>
                  <a:pt x="26" y="81"/>
                </a:lnTo>
                <a:lnTo>
                  <a:pt x="27" y="81"/>
                </a:lnTo>
                <a:lnTo>
                  <a:pt x="26" y="82"/>
                </a:lnTo>
                <a:lnTo>
                  <a:pt x="27" y="82"/>
                </a:lnTo>
                <a:lnTo>
                  <a:pt x="26" y="83"/>
                </a:lnTo>
                <a:lnTo>
                  <a:pt x="26" y="84"/>
                </a:lnTo>
                <a:lnTo>
                  <a:pt x="25" y="84"/>
                </a:lnTo>
                <a:lnTo>
                  <a:pt x="25" y="85"/>
                </a:lnTo>
                <a:lnTo>
                  <a:pt x="27" y="85"/>
                </a:lnTo>
                <a:lnTo>
                  <a:pt x="28" y="85"/>
                </a:lnTo>
                <a:lnTo>
                  <a:pt x="28" y="86"/>
                </a:lnTo>
                <a:lnTo>
                  <a:pt x="29" y="86"/>
                </a:lnTo>
                <a:lnTo>
                  <a:pt x="28" y="84"/>
                </a:lnTo>
                <a:lnTo>
                  <a:pt x="29" y="84"/>
                </a:lnTo>
                <a:lnTo>
                  <a:pt x="29" y="83"/>
                </a:lnTo>
                <a:lnTo>
                  <a:pt x="29" y="82"/>
                </a:lnTo>
                <a:lnTo>
                  <a:pt x="30" y="82"/>
                </a:lnTo>
                <a:lnTo>
                  <a:pt x="30" y="83"/>
                </a:lnTo>
                <a:lnTo>
                  <a:pt x="31" y="82"/>
                </a:lnTo>
                <a:lnTo>
                  <a:pt x="31" y="82"/>
                </a:lnTo>
                <a:lnTo>
                  <a:pt x="32" y="80"/>
                </a:lnTo>
                <a:lnTo>
                  <a:pt x="31" y="80"/>
                </a:lnTo>
                <a:lnTo>
                  <a:pt x="30" y="79"/>
                </a:lnTo>
                <a:lnTo>
                  <a:pt x="32" y="78"/>
                </a:lnTo>
                <a:lnTo>
                  <a:pt x="33" y="79"/>
                </a:lnTo>
                <a:lnTo>
                  <a:pt x="34" y="78"/>
                </a:lnTo>
                <a:lnTo>
                  <a:pt x="33" y="77"/>
                </a:lnTo>
                <a:lnTo>
                  <a:pt x="34" y="76"/>
                </a:lnTo>
                <a:lnTo>
                  <a:pt x="34" y="76"/>
                </a:lnTo>
                <a:lnTo>
                  <a:pt x="37" y="76"/>
                </a:lnTo>
                <a:lnTo>
                  <a:pt x="38" y="76"/>
                </a:lnTo>
                <a:lnTo>
                  <a:pt x="38" y="77"/>
                </a:lnTo>
                <a:lnTo>
                  <a:pt x="38" y="77"/>
                </a:lnTo>
                <a:lnTo>
                  <a:pt x="38" y="77"/>
                </a:lnTo>
                <a:lnTo>
                  <a:pt x="38" y="78"/>
                </a:lnTo>
                <a:lnTo>
                  <a:pt x="39" y="79"/>
                </a:lnTo>
                <a:lnTo>
                  <a:pt x="39" y="78"/>
                </a:lnTo>
                <a:lnTo>
                  <a:pt x="40" y="78"/>
                </a:lnTo>
                <a:lnTo>
                  <a:pt x="40" y="77"/>
                </a:lnTo>
                <a:lnTo>
                  <a:pt x="41" y="77"/>
                </a:lnTo>
                <a:lnTo>
                  <a:pt x="42" y="74"/>
                </a:lnTo>
                <a:lnTo>
                  <a:pt x="41" y="73"/>
                </a:lnTo>
                <a:lnTo>
                  <a:pt x="41" y="72"/>
                </a:lnTo>
                <a:lnTo>
                  <a:pt x="41" y="71"/>
                </a:lnTo>
                <a:lnTo>
                  <a:pt x="42" y="71"/>
                </a:lnTo>
                <a:lnTo>
                  <a:pt x="42" y="70"/>
                </a:lnTo>
                <a:lnTo>
                  <a:pt x="42" y="70"/>
                </a:lnTo>
                <a:lnTo>
                  <a:pt x="41" y="69"/>
                </a:lnTo>
                <a:lnTo>
                  <a:pt x="42" y="69"/>
                </a:lnTo>
                <a:lnTo>
                  <a:pt x="43" y="69"/>
                </a:lnTo>
                <a:lnTo>
                  <a:pt x="45" y="68"/>
                </a:lnTo>
                <a:lnTo>
                  <a:pt x="45" y="70"/>
                </a:lnTo>
                <a:lnTo>
                  <a:pt x="47" y="69"/>
                </a:lnTo>
                <a:lnTo>
                  <a:pt x="47" y="70"/>
                </a:lnTo>
                <a:lnTo>
                  <a:pt x="48" y="68"/>
                </a:lnTo>
                <a:lnTo>
                  <a:pt x="50" y="70"/>
                </a:lnTo>
                <a:lnTo>
                  <a:pt x="49" y="72"/>
                </a:lnTo>
                <a:lnTo>
                  <a:pt x="50" y="72"/>
                </a:lnTo>
                <a:lnTo>
                  <a:pt x="50" y="73"/>
                </a:lnTo>
                <a:lnTo>
                  <a:pt x="51" y="74"/>
                </a:lnTo>
                <a:lnTo>
                  <a:pt x="51" y="73"/>
                </a:lnTo>
                <a:lnTo>
                  <a:pt x="52" y="73"/>
                </a:lnTo>
                <a:lnTo>
                  <a:pt x="52" y="72"/>
                </a:lnTo>
                <a:lnTo>
                  <a:pt x="54" y="72"/>
                </a:lnTo>
                <a:lnTo>
                  <a:pt x="55" y="71"/>
                </a:lnTo>
                <a:lnTo>
                  <a:pt x="56" y="72"/>
                </a:lnTo>
                <a:lnTo>
                  <a:pt x="57" y="71"/>
                </a:lnTo>
                <a:lnTo>
                  <a:pt x="58" y="72"/>
                </a:lnTo>
                <a:lnTo>
                  <a:pt x="59" y="71"/>
                </a:lnTo>
                <a:lnTo>
                  <a:pt x="59" y="71"/>
                </a:lnTo>
                <a:lnTo>
                  <a:pt x="59" y="72"/>
                </a:lnTo>
                <a:lnTo>
                  <a:pt x="60" y="74"/>
                </a:lnTo>
                <a:lnTo>
                  <a:pt x="60" y="74"/>
                </a:lnTo>
                <a:lnTo>
                  <a:pt x="60" y="75"/>
                </a:lnTo>
                <a:lnTo>
                  <a:pt x="60" y="77"/>
                </a:lnTo>
                <a:lnTo>
                  <a:pt x="61" y="77"/>
                </a:lnTo>
                <a:lnTo>
                  <a:pt x="60" y="80"/>
                </a:lnTo>
                <a:lnTo>
                  <a:pt x="63" y="81"/>
                </a:lnTo>
                <a:lnTo>
                  <a:pt x="65" y="80"/>
                </a:lnTo>
                <a:lnTo>
                  <a:pt x="66" y="81"/>
                </a:lnTo>
                <a:lnTo>
                  <a:pt x="66" y="82"/>
                </a:lnTo>
                <a:lnTo>
                  <a:pt x="66" y="83"/>
                </a:lnTo>
                <a:lnTo>
                  <a:pt x="65" y="83"/>
                </a:lnTo>
                <a:lnTo>
                  <a:pt x="66" y="85"/>
                </a:lnTo>
                <a:lnTo>
                  <a:pt x="66" y="86"/>
                </a:lnTo>
                <a:lnTo>
                  <a:pt x="65" y="86"/>
                </a:lnTo>
                <a:lnTo>
                  <a:pt x="65" y="87"/>
                </a:lnTo>
                <a:lnTo>
                  <a:pt x="66" y="88"/>
                </a:lnTo>
                <a:lnTo>
                  <a:pt x="67" y="87"/>
                </a:lnTo>
                <a:lnTo>
                  <a:pt x="67" y="87"/>
                </a:lnTo>
                <a:lnTo>
                  <a:pt x="67" y="86"/>
                </a:lnTo>
                <a:lnTo>
                  <a:pt x="66" y="85"/>
                </a:lnTo>
                <a:lnTo>
                  <a:pt x="68" y="84"/>
                </a:lnTo>
                <a:lnTo>
                  <a:pt x="69" y="85"/>
                </a:lnTo>
                <a:lnTo>
                  <a:pt x="69" y="86"/>
                </a:lnTo>
                <a:lnTo>
                  <a:pt x="69" y="86"/>
                </a:lnTo>
                <a:lnTo>
                  <a:pt x="69" y="88"/>
                </a:lnTo>
                <a:lnTo>
                  <a:pt x="68" y="89"/>
                </a:lnTo>
                <a:lnTo>
                  <a:pt x="68" y="90"/>
                </a:lnTo>
                <a:lnTo>
                  <a:pt x="69" y="90"/>
                </a:lnTo>
                <a:lnTo>
                  <a:pt x="70" y="89"/>
                </a:lnTo>
                <a:lnTo>
                  <a:pt x="71" y="90"/>
                </a:lnTo>
                <a:lnTo>
                  <a:pt x="72" y="90"/>
                </a:lnTo>
                <a:lnTo>
                  <a:pt x="72" y="91"/>
                </a:lnTo>
                <a:lnTo>
                  <a:pt x="74" y="91"/>
                </a:lnTo>
                <a:lnTo>
                  <a:pt x="74" y="90"/>
                </a:lnTo>
                <a:lnTo>
                  <a:pt x="75" y="91"/>
                </a:lnTo>
                <a:lnTo>
                  <a:pt x="76" y="90"/>
                </a:lnTo>
                <a:lnTo>
                  <a:pt x="75" y="89"/>
                </a:lnTo>
                <a:lnTo>
                  <a:pt x="76" y="88"/>
                </a:lnTo>
                <a:lnTo>
                  <a:pt x="77" y="87"/>
                </a:lnTo>
                <a:lnTo>
                  <a:pt x="76" y="85"/>
                </a:lnTo>
                <a:lnTo>
                  <a:pt x="77" y="84"/>
                </a:lnTo>
                <a:lnTo>
                  <a:pt x="79" y="83"/>
                </a:lnTo>
                <a:lnTo>
                  <a:pt x="79" y="82"/>
                </a:lnTo>
                <a:lnTo>
                  <a:pt x="80" y="81"/>
                </a:lnTo>
                <a:lnTo>
                  <a:pt x="79" y="81"/>
                </a:lnTo>
                <a:lnTo>
                  <a:pt x="78" y="81"/>
                </a:lnTo>
                <a:lnTo>
                  <a:pt x="78" y="81"/>
                </a:lnTo>
                <a:lnTo>
                  <a:pt x="77" y="81"/>
                </a:lnTo>
                <a:lnTo>
                  <a:pt x="77" y="80"/>
                </a:lnTo>
                <a:lnTo>
                  <a:pt x="79" y="79"/>
                </a:lnTo>
                <a:lnTo>
                  <a:pt x="78" y="79"/>
                </a:lnTo>
                <a:lnTo>
                  <a:pt x="79" y="78"/>
                </a:lnTo>
                <a:lnTo>
                  <a:pt x="79" y="78"/>
                </a:lnTo>
                <a:lnTo>
                  <a:pt x="78" y="77"/>
                </a:lnTo>
                <a:lnTo>
                  <a:pt x="78" y="75"/>
                </a:lnTo>
                <a:lnTo>
                  <a:pt x="79" y="71"/>
                </a:lnTo>
                <a:lnTo>
                  <a:pt x="79" y="70"/>
                </a:lnTo>
                <a:lnTo>
                  <a:pt x="78" y="70"/>
                </a:lnTo>
                <a:lnTo>
                  <a:pt x="77" y="69"/>
                </a:lnTo>
                <a:lnTo>
                  <a:pt x="76" y="68"/>
                </a:lnTo>
                <a:lnTo>
                  <a:pt x="76" y="68"/>
                </a:lnTo>
                <a:lnTo>
                  <a:pt x="75" y="67"/>
                </a:lnTo>
                <a:lnTo>
                  <a:pt x="75" y="66"/>
                </a:lnTo>
                <a:lnTo>
                  <a:pt x="75" y="66"/>
                </a:lnTo>
                <a:lnTo>
                  <a:pt x="75" y="64"/>
                </a:lnTo>
                <a:lnTo>
                  <a:pt x="74" y="63"/>
                </a:lnTo>
                <a:lnTo>
                  <a:pt x="73" y="64"/>
                </a:lnTo>
                <a:lnTo>
                  <a:pt x="73" y="64"/>
                </a:lnTo>
                <a:lnTo>
                  <a:pt x="72" y="65"/>
                </a:lnTo>
                <a:lnTo>
                  <a:pt x="71" y="65"/>
                </a:lnTo>
                <a:lnTo>
                  <a:pt x="71" y="62"/>
                </a:lnTo>
                <a:lnTo>
                  <a:pt x="70" y="62"/>
                </a:lnTo>
                <a:lnTo>
                  <a:pt x="70" y="62"/>
                </a:lnTo>
                <a:lnTo>
                  <a:pt x="70" y="61"/>
                </a:lnTo>
                <a:lnTo>
                  <a:pt x="70" y="60"/>
                </a:lnTo>
                <a:lnTo>
                  <a:pt x="71" y="59"/>
                </a:lnTo>
                <a:lnTo>
                  <a:pt x="70" y="59"/>
                </a:lnTo>
                <a:lnTo>
                  <a:pt x="70" y="59"/>
                </a:lnTo>
                <a:lnTo>
                  <a:pt x="70" y="58"/>
                </a:lnTo>
                <a:lnTo>
                  <a:pt x="69" y="57"/>
                </a:lnTo>
                <a:lnTo>
                  <a:pt x="68" y="58"/>
                </a:lnTo>
                <a:lnTo>
                  <a:pt x="68" y="57"/>
                </a:lnTo>
                <a:lnTo>
                  <a:pt x="68" y="57"/>
                </a:lnTo>
                <a:lnTo>
                  <a:pt x="68" y="58"/>
                </a:lnTo>
                <a:lnTo>
                  <a:pt x="66" y="57"/>
                </a:lnTo>
                <a:lnTo>
                  <a:pt x="66" y="53"/>
                </a:lnTo>
                <a:lnTo>
                  <a:pt x="64" y="53"/>
                </a:lnTo>
                <a:lnTo>
                  <a:pt x="63" y="55"/>
                </a:lnTo>
                <a:lnTo>
                  <a:pt x="63" y="56"/>
                </a:lnTo>
                <a:lnTo>
                  <a:pt x="63" y="56"/>
                </a:lnTo>
                <a:lnTo>
                  <a:pt x="63" y="57"/>
                </a:lnTo>
                <a:lnTo>
                  <a:pt x="61" y="56"/>
                </a:lnTo>
                <a:lnTo>
                  <a:pt x="61" y="54"/>
                </a:lnTo>
                <a:lnTo>
                  <a:pt x="60" y="54"/>
                </a:lnTo>
                <a:lnTo>
                  <a:pt x="61" y="53"/>
                </a:lnTo>
                <a:lnTo>
                  <a:pt x="62" y="53"/>
                </a:lnTo>
                <a:lnTo>
                  <a:pt x="63" y="52"/>
                </a:lnTo>
                <a:lnTo>
                  <a:pt x="63" y="50"/>
                </a:lnTo>
                <a:lnTo>
                  <a:pt x="63" y="49"/>
                </a:lnTo>
                <a:lnTo>
                  <a:pt x="63" y="49"/>
                </a:lnTo>
                <a:lnTo>
                  <a:pt x="64" y="46"/>
                </a:lnTo>
                <a:lnTo>
                  <a:pt x="63" y="46"/>
                </a:lnTo>
                <a:lnTo>
                  <a:pt x="64" y="44"/>
                </a:lnTo>
                <a:lnTo>
                  <a:pt x="63" y="44"/>
                </a:lnTo>
                <a:lnTo>
                  <a:pt x="61" y="42"/>
                </a:lnTo>
                <a:lnTo>
                  <a:pt x="61" y="42"/>
                </a:lnTo>
                <a:lnTo>
                  <a:pt x="60" y="41"/>
                </a:lnTo>
                <a:lnTo>
                  <a:pt x="61" y="40"/>
                </a:lnTo>
                <a:lnTo>
                  <a:pt x="60" y="40"/>
                </a:lnTo>
                <a:lnTo>
                  <a:pt x="61" y="39"/>
                </a:lnTo>
                <a:lnTo>
                  <a:pt x="62" y="39"/>
                </a:lnTo>
                <a:lnTo>
                  <a:pt x="63" y="39"/>
                </a:lnTo>
                <a:lnTo>
                  <a:pt x="65" y="38"/>
                </a:lnTo>
                <a:lnTo>
                  <a:pt x="65" y="37"/>
                </a:lnTo>
                <a:lnTo>
                  <a:pt x="65" y="36"/>
                </a:lnTo>
                <a:lnTo>
                  <a:pt x="66" y="37"/>
                </a:lnTo>
                <a:lnTo>
                  <a:pt x="67" y="38"/>
                </a:lnTo>
                <a:lnTo>
                  <a:pt x="67" y="38"/>
                </a:lnTo>
                <a:lnTo>
                  <a:pt x="68" y="39"/>
                </a:lnTo>
                <a:lnTo>
                  <a:pt x="71" y="35"/>
                </a:lnTo>
                <a:lnTo>
                  <a:pt x="72" y="35"/>
                </a:lnTo>
                <a:lnTo>
                  <a:pt x="72" y="35"/>
                </a:lnTo>
                <a:lnTo>
                  <a:pt x="74" y="35"/>
                </a:lnTo>
                <a:lnTo>
                  <a:pt x="73" y="37"/>
                </a:lnTo>
                <a:lnTo>
                  <a:pt x="74" y="38"/>
                </a:lnTo>
                <a:lnTo>
                  <a:pt x="77" y="35"/>
                </a:lnTo>
                <a:lnTo>
                  <a:pt x="78" y="37"/>
                </a:lnTo>
                <a:lnTo>
                  <a:pt x="78" y="37"/>
                </a:lnTo>
                <a:lnTo>
                  <a:pt x="78" y="38"/>
                </a:lnTo>
                <a:lnTo>
                  <a:pt x="80" y="36"/>
                </a:lnTo>
                <a:lnTo>
                  <a:pt x="82" y="34"/>
                </a:lnTo>
                <a:lnTo>
                  <a:pt x="82" y="35"/>
                </a:lnTo>
                <a:lnTo>
                  <a:pt x="82" y="34"/>
                </a:lnTo>
                <a:lnTo>
                  <a:pt x="83" y="33"/>
                </a:lnTo>
                <a:lnTo>
                  <a:pt x="84" y="32"/>
                </a:lnTo>
                <a:lnTo>
                  <a:pt x="84" y="32"/>
                </a:lnTo>
                <a:lnTo>
                  <a:pt x="86" y="30"/>
                </a:lnTo>
                <a:lnTo>
                  <a:pt x="88" y="28"/>
                </a:lnTo>
                <a:lnTo>
                  <a:pt x="89" y="29"/>
                </a:lnTo>
                <a:lnTo>
                  <a:pt x="91" y="29"/>
                </a:lnTo>
                <a:lnTo>
                  <a:pt x="91" y="30"/>
                </a:lnTo>
                <a:lnTo>
                  <a:pt x="91" y="30"/>
                </a:lnTo>
                <a:lnTo>
                  <a:pt x="92" y="30"/>
                </a:lnTo>
                <a:lnTo>
                  <a:pt x="94" y="26"/>
                </a:lnTo>
                <a:lnTo>
                  <a:pt x="93" y="26"/>
                </a:lnTo>
                <a:lnTo>
                  <a:pt x="93" y="25"/>
                </a:lnTo>
                <a:lnTo>
                  <a:pt x="93" y="25"/>
                </a:lnTo>
                <a:lnTo>
                  <a:pt x="92" y="24"/>
                </a:lnTo>
                <a:lnTo>
                  <a:pt x="94" y="23"/>
                </a:lnTo>
                <a:lnTo>
                  <a:pt x="94" y="22"/>
                </a:lnTo>
                <a:lnTo>
                  <a:pt x="93" y="19"/>
                </a:lnTo>
                <a:lnTo>
                  <a:pt x="93" y="19"/>
                </a:lnTo>
                <a:lnTo>
                  <a:pt x="92" y="17"/>
                </a:lnTo>
                <a:lnTo>
                  <a:pt x="91" y="17"/>
                </a:lnTo>
                <a:lnTo>
                  <a:pt x="89" y="15"/>
                </a:lnTo>
                <a:lnTo>
                  <a:pt x="89" y="15"/>
                </a:lnTo>
                <a:lnTo>
                  <a:pt x="89" y="14"/>
                </a:lnTo>
                <a:lnTo>
                  <a:pt x="88" y="14"/>
                </a:lnTo>
                <a:lnTo>
                  <a:pt x="87" y="13"/>
                </a:lnTo>
                <a:lnTo>
                  <a:pt x="84" y="14"/>
                </a:lnTo>
                <a:lnTo>
                  <a:pt x="85" y="13"/>
                </a:lnTo>
                <a:lnTo>
                  <a:pt x="85" y="12"/>
                </a:lnTo>
                <a:lnTo>
                  <a:pt x="85" y="12"/>
                </a:lnTo>
                <a:lnTo>
                  <a:pt x="84" y="10"/>
                </a:lnTo>
                <a:lnTo>
                  <a:pt x="81" y="10"/>
                </a:lnTo>
                <a:lnTo>
                  <a:pt x="78" y="10"/>
                </a:lnTo>
                <a:lnTo>
                  <a:pt x="76" y="10"/>
                </a:lnTo>
                <a:lnTo>
                  <a:pt x="76" y="10"/>
                </a:lnTo>
                <a:lnTo>
                  <a:pt x="75" y="9"/>
                </a:lnTo>
                <a:lnTo>
                  <a:pt x="76" y="9"/>
                </a:lnTo>
                <a:lnTo>
                  <a:pt x="76" y="8"/>
                </a:lnTo>
                <a:lnTo>
                  <a:pt x="74" y="8"/>
                </a:lnTo>
                <a:lnTo>
                  <a:pt x="74" y="7"/>
                </a:lnTo>
                <a:lnTo>
                  <a:pt x="72" y="6"/>
                </a:lnTo>
                <a:lnTo>
                  <a:pt x="70" y="5"/>
                </a:lnTo>
                <a:lnTo>
                  <a:pt x="68" y="5"/>
                </a:lnTo>
                <a:lnTo>
                  <a:pt x="67" y="3"/>
                </a:lnTo>
                <a:lnTo>
                  <a:pt x="66" y="3"/>
                </a:lnTo>
                <a:lnTo>
                  <a:pt x="65" y="2"/>
                </a:lnTo>
                <a:lnTo>
                  <a:pt x="64" y="2"/>
                </a:lnTo>
                <a:lnTo>
                  <a:pt x="62" y="0"/>
                </a:lnTo>
                <a:lnTo>
                  <a:pt x="61" y="0"/>
                </a:lnTo>
                <a:lnTo>
                  <a:pt x="60" y="0"/>
                </a:lnTo>
                <a:lnTo>
                  <a:pt x="59" y="0"/>
                </a:lnTo>
                <a:lnTo>
                  <a:pt x="58" y="1"/>
                </a:lnTo>
                <a:lnTo>
                  <a:pt x="58" y="1"/>
                </a:lnTo>
                <a:lnTo>
                  <a:pt x="60" y="2"/>
                </a:lnTo>
                <a:lnTo>
                  <a:pt x="59" y="3"/>
                </a:lnTo>
                <a:lnTo>
                  <a:pt x="58" y="3"/>
                </a:lnTo>
                <a:lnTo>
                  <a:pt x="58" y="4"/>
                </a:lnTo>
                <a:lnTo>
                  <a:pt x="57" y="4"/>
                </a:lnTo>
                <a:lnTo>
                  <a:pt x="58" y="5"/>
                </a:lnTo>
                <a:lnTo>
                  <a:pt x="58" y="5"/>
                </a:lnTo>
                <a:lnTo>
                  <a:pt x="57" y="5"/>
                </a:lnTo>
                <a:lnTo>
                  <a:pt x="56" y="5"/>
                </a:lnTo>
                <a:lnTo>
                  <a:pt x="58" y="8"/>
                </a:lnTo>
                <a:lnTo>
                  <a:pt x="59" y="8"/>
                </a:lnTo>
                <a:lnTo>
                  <a:pt x="59" y="8"/>
                </a:lnTo>
                <a:lnTo>
                  <a:pt x="60" y="9"/>
                </a:lnTo>
                <a:lnTo>
                  <a:pt x="60" y="9"/>
                </a:lnTo>
                <a:lnTo>
                  <a:pt x="62" y="10"/>
                </a:lnTo>
                <a:lnTo>
                  <a:pt x="61" y="10"/>
                </a:lnTo>
                <a:lnTo>
                  <a:pt x="61" y="11"/>
                </a:lnTo>
                <a:lnTo>
                  <a:pt x="62" y="12"/>
                </a:lnTo>
                <a:lnTo>
                  <a:pt x="60" y="13"/>
                </a:lnTo>
                <a:lnTo>
                  <a:pt x="59" y="14"/>
                </a:lnTo>
                <a:lnTo>
                  <a:pt x="59" y="15"/>
                </a:lnTo>
                <a:lnTo>
                  <a:pt x="58" y="15"/>
                </a:lnTo>
                <a:lnTo>
                  <a:pt x="58" y="16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6" y="18"/>
                </a:lnTo>
                <a:lnTo>
                  <a:pt x="55" y="19"/>
                </a:lnTo>
                <a:lnTo>
                  <a:pt x="55" y="20"/>
                </a:lnTo>
                <a:lnTo>
                  <a:pt x="54" y="21"/>
                </a:lnTo>
                <a:lnTo>
                  <a:pt x="52" y="22"/>
                </a:lnTo>
                <a:lnTo>
                  <a:pt x="52" y="23"/>
                </a:lnTo>
                <a:lnTo>
                  <a:pt x="53" y="22"/>
                </a:lnTo>
                <a:lnTo>
                  <a:pt x="54" y="23"/>
                </a:lnTo>
                <a:lnTo>
                  <a:pt x="52" y="25"/>
                </a:lnTo>
                <a:lnTo>
                  <a:pt x="52" y="26"/>
                </a:lnTo>
                <a:lnTo>
                  <a:pt x="53" y="26"/>
                </a:lnTo>
                <a:lnTo>
                  <a:pt x="52" y="27"/>
                </a:lnTo>
                <a:lnTo>
                  <a:pt x="52" y="28"/>
                </a:lnTo>
                <a:lnTo>
                  <a:pt x="51" y="28"/>
                </a:lnTo>
                <a:lnTo>
                  <a:pt x="51" y="29"/>
                </a:lnTo>
                <a:lnTo>
                  <a:pt x="52" y="30"/>
                </a:lnTo>
                <a:lnTo>
                  <a:pt x="49" y="32"/>
                </a:lnTo>
                <a:lnTo>
                  <a:pt x="48" y="32"/>
                </a:lnTo>
                <a:lnTo>
                  <a:pt x="47" y="31"/>
                </a:lnTo>
                <a:lnTo>
                  <a:pt x="47" y="30"/>
                </a:lnTo>
                <a:lnTo>
                  <a:pt x="46" y="30"/>
                </a:lnTo>
                <a:lnTo>
                  <a:pt x="45" y="32"/>
                </a:lnTo>
                <a:lnTo>
                  <a:pt x="43" y="31"/>
                </a:lnTo>
                <a:lnTo>
                  <a:pt x="42" y="31"/>
                </a:lnTo>
                <a:lnTo>
                  <a:pt x="42" y="32"/>
                </a:lnTo>
                <a:lnTo>
                  <a:pt x="41" y="34"/>
                </a:lnTo>
                <a:lnTo>
                  <a:pt x="42" y="35"/>
                </a:lnTo>
                <a:lnTo>
                  <a:pt x="43" y="36"/>
                </a:lnTo>
                <a:lnTo>
                  <a:pt x="41" y="38"/>
                </a:lnTo>
                <a:lnTo>
                  <a:pt x="42" y="38"/>
                </a:lnTo>
                <a:lnTo>
                  <a:pt x="41" y="39"/>
                </a:lnTo>
                <a:lnTo>
                  <a:pt x="40" y="40"/>
                </a:lnTo>
                <a:lnTo>
                  <a:pt x="40" y="42"/>
                </a:lnTo>
                <a:lnTo>
                  <a:pt x="39" y="43"/>
                </a:lnTo>
                <a:lnTo>
                  <a:pt x="37" y="46"/>
                </a:lnTo>
                <a:lnTo>
                  <a:pt x="35" y="49"/>
                </a:lnTo>
                <a:lnTo>
                  <a:pt x="35" y="49"/>
                </a:lnTo>
                <a:lnTo>
                  <a:pt x="35" y="49"/>
                </a:lnTo>
                <a:lnTo>
                  <a:pt x="34" y="50"/>
                </a:lnTo>
                <a:lnTo>
                  <a:pt x="34" y="50"/>
                </a:lnTo>
                <a:lnTo>
                  <a:pt x="33" y="49"/>
                </a:lnTo>
                <a:lnTo>
                  <a:pt x="32" y="50"/>
                </a:lnTo>
                <a:lnTo>
                  <a:pt x="30" y="50"/>
                </a:lnTo>
                <a:lnTo>
                  <a:pt x="29" y="50"/>
                </a:lnTo>
                <a:lnTo>
                  <a:pt x="28" y="50"/>
                </a:lnTo>
                <a:lnTo>
                  <a:pt x="27" y="49"/>
                </a:lnTo>
                <a:lnTo>
                  <a:pt x="27" y="48"/>
                </a:lnTo>
                <a:lnTo>
                  <a:pt x="27" y="48"/>
                </a:lnTo>
                <a:lnTo>
                  <a:pt x="27" y="47"/>
                </a:lnTo>
                <a:lnTo>
                  <a:pt x="26" y="47"/>
                </a:lnTo>
                <a:lnTo>
                  <a:pt x="26" y="45"/>
                </a:lnTo>
                <a:lnTo>
                  <a:pt x="26" y="45"/>
                </a:lnTo>
                <a:lnTo>
                  <a:pt x="26" y="44"/>
                </a:lnTo>
                <a:lnTo>
                  <a:pt x="25" y="44"/>
                </a:lnTo>
                <a:lnTo>
                  <a:pt x="24" y="44"/>
                </a:lnTo>
                <a:lnTo>
                  <a:pt x="22" y="44"/>
                </a:lnTo>
                <a:lnTo>
                  <a:pt x="22" y="45"/>
                </a:lnTo>
                <a:lnTo>
                  <a:pt x="21" y="45"/>
                </a:lnTo>
                <a:lnTo>
                  <a:pt x="20" y="46"/>
                </a:lnTo>
                <a:lnTo>
                  <a:pt x="20" y="46"/>
                </a:lnTo>
                <a:lnTo>
                  <a:pt x="20" y="46"/>
                </a:lnTo>
                <a:lnTo>
                  <a:pt x="19" y="46"/>
                </a:lnTo>
                <a:lnTo>
                  <a:pt x="18" y="47"/>
                </a:lnTo>
                <a:lnTo>
                  <a:pt x="17" y="46"/>
                </a:lnTo>
                <a:lnTo>
                  <a:pt x="17" y="44"/>
                </a:lnTo>
                <a:lnTo>
                  <a:pt x="16" y="44"/>
                </a:lnTo>
                <a:lnTo>
                  <a:pt x="16" y="44"/>
                </a:lnTo>
                <a:lnTo>
                  <a:pt x="14" y="43"/>
                </a:lnTo>
                <a:lnTo>
                  <a:pt x="13" y="43"/>
                </a:lnTo>
                <a:lnTo>
                  <a:pt x="12" y="42"/>
                </a:lnTo>
                <a:lnTo>
                  <a:pt x="11" y="42"/>
                </a:lnTo>
                <a:lnTo>
                  <a:pt x="10" y="41"/>
                </a:lnTo>
                <a:lnTo>
                  <a:pt x="10" y="41"/>
                </a:lnTo>
                <a:lnTo>
                  <a:pt x="9" y="43"/>
                </a:lnTo>
                <a:lnTo>
                  <a:pt x="8" y="44"/>
                </a:lnTo>
                <a:lnTo>
                  <a:pt x="8" y="45"/>
                </a:lnTo>
                <a:lnTo>
                  <a:pt x="6" y="45"/>
                </a:lnTo>
                <a:lnTo>
                  <a:pt x="6" y="46"/>
                </a:lnTo>
                <a:lnTo>
                  <a:pt x="7" y="46"/>
                </a:lnTo>
                <a:lnTo>
                  <a:pt x="7" y="47"/>
                </a:lnTo>
                <a:lnTo>
                  <a:pt x="5" y="47"/>
                </a:lnTo>
                <a:lnTo>
                  <a:pt x="5" y="48"/>
                </a:lnTo>
                <a:lnTo>
                  <a:pt x="6" y="47"/>
                </a:lnTo>
                <a:lnTo>
                  <a:pt x="6" y="48"/>
                </a:lnTo>
                <a:lnTo>
                  <a:pt x="7" y="49"/>
                </a:lnTo>
                <a:lnTo>
                  <a:pt x="7" y="49"/>
                </a:lnTo>
                <a:lnTo>
                  <a:pt x="8" y="50"/>
                </a:lnTo>
                <a:lnTo>
                  <a:pt x="8" y="50"/>
                </a:lnTo>
                <a:lnTo>
                  <a:pt x="8" y="50"/>
                </a:lnTo>
                <a:lnTo>
                  <a:pt x="9" y="51"/>
                </a:lnTo>
                <a:lnTo>
                  <a:pt x="8" y="53"/>
                </a:lnTo>
                <a:lnTo>
                  <a:pt x="8" y="53"/>
                </a:lnTo>
                <a:lnTo>
                  <a:pt x="9" y="54"/>
                </a:lnTo>
                <a:lnTo>
                  <a:pt x="8" y="55"/>
                </a:lnTo>
                <a:lnTo>
                  <a:pt x="6" y="55"/>
                </a:lnTo>
                <a:lnTo>
                  <a:pt x="6" y="55"/>
                </a:lnTo>
                <a:lnTo>
                  <a:pt x="6" y="57"/>
                </a:lnTo>
                <a:lnTo>
                  <a:pt x="5" y="58"/>
                </a:lnTo>
                <a:lnTo>
                  <a:pt x="4" y="57"/>
                </a:lnTo>
                <a:lnTo>
                  <a:pt x="4" y="58"/>
                </a:lnTo>
                <a:lnTo>
                  <a:pt x="3" y="58"/>
                </a:lnTo>
                <a:lnTo>
                  <a:pt x="2" y="60"/>
                </a:lnTo>
                <a:lnTo>
                  <a:pt x="1" y="60"/>
                </a:lnTo>
                <a:lnTo>
                  <a:pt x="0" y="61"/>
                </a:lnTo>
                <a:lnTo>
                  <a:pt x="1" y="64"/>
                </a:lnTo>
                <a:lnTo>
                  <a:pt x="2" y="63"/>
                </a:lnTo>
                <a:lnTo>
                  <a:pt x="2" y="64"/>
                </a:lnTo>
                <a:lnTo>
                  <a:pt x="2" y="64"/>
                </a:lnTo>
                <a:lnTo>
                  <a:pt x="3" y="64"/>
                </a:lnTo>
                <a:lnTo>
                  <a:pt x="3" y="65"/>
                </a:lnTo>
                <a:lnTo>
                  <a:pt x="3" y="67"/>
                </a:lnTo>
                <a:lnTo>
                  <a:pt x="4" y="66"/>
                </a:lnTo>
                <a:lnTo>
                  <a:pt x="3" y="67"/>
                </a:lnTo>
                <a:lnTo>
                  <a:pt x="4" y="67"/>
                </a:lnTo>
                <a:lnTo>
                  <a:pt x="5" y="68"/>
                </a:lnTo>
                <a:lnTo>
                  <a:pt x="7" y="67"/>
                </a:lnTo>
                <a:lnTo>
                  <a:pt x="7" y="68"/>
                </a:lnTo>
                <a:lnTo>
                  <a:pt x="8" y="67"/>
                </a:lnTo>
                <a:lnTo>
                  <a:pt x="8" y="70"/>
                </a:lnTo>
                <a:lnTo>
                  <a:pt x="9" y="71"/>
                </a:lnTo>
                <a:lnTo>
                  <a:pt x="9" y="71"/>
                </a:lnTo>
                <a:lnTo>
                  <a:pt x="9" y="71"/>
                </a:lnTo>
                <a:lnTo>
                  <a:pt x="9" y="72"/>
                </a:lnTo>
                <a:lnTo>
                  <a:pt x="9" y="73"/>
                </a:lnTo>
                <a:lnTo>
                  <a:pt x="9" y="73"/>
                </a:lnTo>
                <a:lnTo>
                  <a:pt x="9" y="74"/>
                </a:lnTo>
                <a:lnTo>
                  <a:pt x="10" y="75"/>
                </a:lnTo>
                <a:lnTo>
                  <a:pt x="10" y="75"/>
                </a:lnTo>
                <a:lnTo>
                  <a:pt x="11" y="75"/>
                </a:lnTo>
                <a:lnTo>
                  <a:pt x="12" y="75"/>
                </a:lnTo>
                <a:lnTo>
                  <a:pt x="14" y="74"/>
                </a:lnTo>
                <a:lnTo>
                  <a:pt x="15" y="75"/>
                </a:lnTo>
                <a:lnTo>
                  <a:pt x="15" y="76"/>
                </a:lnTo>
                <a:lnTo>
                  <a:pt x="15" y="75"/>
                </a:lnTo>
                <a:lnTo>
                  <a:pt x="16" y="76"/>
                </a:lnTo>
                <a:lnTo>
                  <a:pt x="17" y="76"/>
                </a:lnTo>
                <a:lnTo>
                  <a:pt x="17" y="75"/>
                </a:lnTo>
                <a:lnTo>
                  <a:pt x="18" y="76"/>
                </a:lnTo>
                <a:lnTo>
                  <a:pt x="19" y="77"/>
                </a:lnTo>
                <a:lnTo>
                  <a:pt x="19" y="78"/>
                </a:lnTo>
                <a:lnTo>
                  <a:pt x="20" y="80"/>
                </a:lnTo>
                <a:lnTo>
                  <a:pt x="20" y="82"/>
                </a:lnTo>
                <a:lnTo>
                  <a:pt x="21" y="83"/>
                </a:lnTo>
                <a:lnTo>
                  <a:pt x="21" y="84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3010403" y="4237382"/>
            <a:ext cx="1353143" cy="1212057"/>
          </a:xfrm>
          <a:custGeom>
            <a:avLst/>
            <a:gdLst/>
            <a:ahLst/>
            <a:cxnLst/>
            <a:rect l="l" t="t" r="r" b="b"/>
            <a:pathLst>
              <a:path w="211" h="189">
                <a:moveTo>
                  <a:pt x="67" y="163"/>
                </a:moveTo>
                <a:lnTo>
                  <a:pt x="66" y="167"/>
                </a:lnTo>
                <a:lnTo>
                  <a:pt x="68" y="168"/>
                </a:lnTo>
                <a:lnTo>
                  <a:pt x="68" y="168"/>
                </a:lnTo>
                <a:lnTo>
                  <a:pt x="68" y="169"/>
                </a:lnTo>
                <a:lnTo>
                  <a:pt x="68" y="170"/>
                </a:lnTo>
                <a:lnTo>
                  <a:pt x="70" y="170"/>
                </a:lnTo>
                <a:lnTo>
                  <a:pt x="71" y="171"/>
                </a:lnTo>
                <a:lnTo>
                  <a:pt x="70" y="173"/>
                </a:lnTo>
                <a:lnTo>
                  <a:pt x="71" y="173"/>
                </a:lnTo>
                <a:lnTo>
                  <a:pt x="71" y="174"/>
                </a:lnTo>
                <a:lnTo>
                  <a:pt x="72" y="174"/>
                </a:lnTo>
                <a:lnTo>
                  <a:pt x="72" y="174"/>
                </a:lnTo>
                <a:lnTo>
                  <a:pt x="72" y="173"/>
                </a:lnTo>
                <a:lnTo>
                  <a:pt x="72" y="173"/>
                </a:lnTo>
                <a:lnTo>
                  <a:pt x="73" y="173"/>
                </a:lnTo>
                <a:lnTo>
                  <a:pt x="72" y="175"/>
                </a:lnTo>
                <a:lnTo>
                  <a:pt x="72" y="175"/>
                </a:lnTo>
                <a:lnTo>
                  <a:pt x="72" y="177"/>
                </a:lnTo>
                <a:lnTo>
                  <a:pt x="71" y="177"/>
                </a:lnTo>
                <a:lnTo>
                  <a:pt x="72" y="179"/>
                </a:lnTo>
                <a:lnTo>
                  <a:pt x="73" y="179"/>
                </a:lnTo>
                <a:lnTo>
                  <a:pt x="75" y="182"/>
                </a:lnTo>
                <a:lnTo>
                  <a:pt x="75" y="182"/>
                </a:lnTo>
                <a:lnTo>
                  <a:pt x="76" y="183"/>
                </a:lnTo>
                <a:lnTo>
                  <a:pt x="74" y="184"/>
                </a:lnTo>
                <a:lnTo>
                  <a:pt x="75" y="185"/>
                </a:lnTo>
                <a:lnTo>
                  <a:pt x="76" y="185"/>
                </a:lnTo>
                <a:lnTo>
                  <a:pt x="79" y="187"/>
                </a:lnTo>
                <a:lnTo>
                  <a:pt x="78" y="188"/>
                </a:lnTo>
                <a:lnTo>
                  <a:pt x="79" y="189"/>
                </a:lnTo>
                <a:lnTo>
                  <a:pt x="79" y="189"/>
                </a:lnTo>
                <a:lnTo>
                  <a:pt x="81" y="188"/>
                </a:lnTo>
                <a:lnTo>
                  <a:pt x="82" y="189"/>
                </a:lnTo>
                <a:lnTo>
                  <a:pt x="83" y="188"/>
                </a:lnTo>
                <a:lnTo>
                  <a:pt x="84" y="189"/>
                </a:lnTo>
                <a:lnTo>
                  <a:pt x="85" y="189"/>
                </a:lnTo>
                <a:lnTo>
                  <a:pt x="86" y="187"/>
                </a:lnTo>
                <a:lnTo>
                  <a:pt x="88" y="186"/>
                </a:lnTo>
                <a:lnTo>
                  <a:pt x="88" y="186"/>
                </a:lnTo>
                <a:lnTo>
                  <a:pt x="90" y="185"/>
                </a:lnTo>
                <a:lnTo>
                  <a:pt x="91" y="184"/>
                </a:lnTo>
                <a:lnTo>
                  <a:pt x="92" y="184"/>
                </a:lnTo>
                <a:lnTo>
                  <a:pt x="94" y="183"/>
                </a:lnTo>
                <a:lnTo>
                  <a:pt x="95" y="183"/>
                </a:lnTo>
                <a:lnTo>
                  <a:pt x="96" y="184"/>
                </a:lnTo>
                <a:lnTo>
                  <a:pt x="95" y="185"/>
                </a:lnTo>
                <a:lnTo>
                  <a:pt x="97" y="186"/>
                </a:lnTo>
                <a:lnTo>
                  <a:pt x="98" y="185"/>
                </a:lnTo>
                <a:lnTo>
                  <a:pt x="100" y="184"/>
                </a:lnTo>
                <a:lnTo>
                  <a:pt x="100" y="183"/>
                </a:lnTo>
                <a:lnTo>
                  <a:pt x="101" y="183"/>
                </a:lnTo>
                <a:lnTo>
                  <a:pt x="102" y="183"/>
                </a:lnTo>
                <a:lnTo>
                  <a:pt x="103" y="183"/>
                </a:lnTo>
                <a:lnTo>
                  <a:pt x="103" y="180"/>
                </a:lnTo>
                <a:lnTo>
                  <a:pt x="104" y="180"/>
                </a:lnTo>
                <a:lnTo>
                  <a:pt x="104" y="180"/>
                </a:lnTo>
                <a:lnTo>
                  <a:pt x="104" y="179"/>
                </a:lnTo>
                <a:lnTo>
                  <a:pt x="104" y="179"/>
                </a:lnTo>
                <a:lnTo>
                  <a:pt x="104" y="176"/>
                </a:lnTo>
                <a:lnTo>
                  <a:pt x="103" y="176"/>
                </a:lnTo>
                <a:lnTo>
                  <a:pt x="102" y="172"/>
                </a:lnTo>
                <a:lnTo>
                  <a:pt x="101" y="170"/>
                </a:lnTo>
                <a:lnTo>
                  <a:pt x="101" y="168"/>
                </a:lnTo>
                <a:lnTo>
                  <a:pt x="101" y="168"/>
                </a:lnTo>
                <a:lnTo>
                  <a:pt x="102" y="166"/>
                </a:lnTo>
                <a:lnTo>
                  <a:pt x="101" y="162"/>
                </a:lnTo>
                <a:lnTo>
                  <a:pt x="102" y="159"/>
                </a:lnTo>
                <a:lnTo>
                  <a:pt x="103" y="160"/>
                </a:lnTo>
                <a:lnTo>
                  <a:pt x="105" y="159"/>
                </a:lnTo>
                <a:lnTo>
                  <a:pt x="105" y="160"/>
                </a:lnTo>
                <a:lnTo>
                  <a:pt x="106" y="159"/>
                </a:lnTo>
                <a:lnTo>
                  <a:pt x="106" y="158"/>
                </a:lnTo>
                <a:lnTo>
                  <a:pt x="108" y="156"/>
                </a:lnTo>
                <a:lnTo>
                  <a:pt x="109" y="156"/>
                </a:lnTo>
                <a:lnTo>
                  <a:pt x="109" y="154"/>
                </a:lnTo>
                <a:lnTo>
                  <a:pt x="113" y="151"/>
                </a:lnTo>
                <a:lnTo>
                  <a:pt x="114" y="150"/>
                </a:lnTo>
                <a:lnTo>
                  <a:pt x="114" y="148"/>
                </a:lnTo>
                <a:lnTo>
                  <a:pt x="115" y="147"/>
                </a:lnTo>
                <a:lnTo>
                  <a:pt x="114" y="147"/>
                </a:lnTo>
                <a:lnTo>
                  <a:pt x="113" y="145"/>
                </a:lnTo>
                <a:lnTo>
                  <a:pt x="113" y="146"/>
                </a:lnTo>
                <a:lnTo>
                  <a:pt x="112" y="145"/>
                </a:lnTo>
                <a:lnTo>
                  <a:pt x="113" y="143"/>
                </a:lnTo>
                <a:lnTo>
                  <a:pt x="114" y="142"/>
                </a:lnTo>
                <a:lnTo>
                  <a:pt x="115" y="141"/>
                </a:lnTo>
                <a:lnTo>
                  <a:pt x="117" y="140"/>
                </a:lnTo>
                <a:lnTo>
                  <a:pt x="117" y="141"/>
                </a:lnTo>
                <a:lnTo>
                  <a:pt x="118" y="142"/>
                </a:lnTo>
                <a:lnTo>
                  <a:pt x="121" y="139"/>
                </a:lnTo>
                <a:lnTo>
                  <a:pt x="120" y="136"/>
                </a:lnTo>
                <a:lnTo>
                  <a:pt x="119" y="134"/>
                </a:lnTo>
                <a:lnTo>
                  <a:pt x="120" y="133"/>
                </a:lnTo>
                <a:lnTo>
                  <a:pt x="121" y="131"/>
                </a:lnTo>
                <a:lnTo>
                  <a:pt x="121" y="132"/>
                </a:lnTo>
                <a:lnTo>
                  <a:pt x="122" y="132"/>
                </a:lnTo>
                <a:lnTo>
                  <a:pt x="123" y="133"/>
                </a:lnTo>
                <a:lnTo>
                  <a:pt x="125" y="132"/>
                </a:lnTo>
                <a:lnTo>
                  <a:pt x="126" y="133"/>
                </a:lnTo>
                <a:lnTo>
                  <a:pt x="126" y="132"/>
                </a:lnTo>
                <a:lnTo>
                  <a:pt x="128" y="132"/>
                </a:lnTo>
                <a:lnTo>
                  <a:pt x="129" y="131"/>
                </a:lnTo>
                <a:lnTo>
                  <a:pt x="130" y="132"/>
                </a:lnTo>
                <a:lnTo>
                  <a:pt x="131" y="132"/>
                </a:lnTo>
                <a:lnTo>
                  <a:pt x="132" y="132"/>
                </a:lnTo>
                <a:lnTo>
                  <a:pt x="132" y="133"/>
                </a:lnTo>
                <a:lnTo>
                  <a:pt x="131" y="133"/>
                </a:lnTo>
                <a:lnTo>
                  <a:pt x="131" y="134"/>
                </a:lnTo>
                <a:lnTo>
                  <a:pt x="129" y="134"/>
                </a:lnTo>
                <a:lnTo>
                  <a:pt x="129" y="137"/>
                </a:lnTo>
                <a:lnTo>
                  <a:pt x="129" y="139"/>
                </a:lnTo>
                <a:lnTo>
                  <a:pt x="130" y="139"/>
                </a:lnTo>
                <a:lnTo>
                  <a:pt x="130" y="139"/>
                </a:lnTo>
                <a:lnTo>
                  <a:pt x="131" y="139"/>
                </a:lnTo>
                <a:lnTo>
                  <a:pt x="131" y="140"/>
                </a:lnTo>
                <a:lnTo>
                  <a:pt x="133" y="140"/>
                </a:lnTo>
                <a:lnTo>
                  <a:pt x="133" y="141"/>
                </a:lnTo>
                <a:lnTo>
                  <a:pt x="132" y="142"/>
                </a:lnTo>
                <a:lnTo>
                  <a:pt x="132" y="142"/>
                </a:lnTo>
                <a:lnTo>
                  <a:pt x="132" y="142"/>
                </a:lnTo>
                <a:lnTo>
                  <a:pt x="132" y="143"/>
                </a:lnTo>
                <a:lnTo>
                  <a:pt x="132" y="144"/>
                </a:lnTo>
                <a:lnTo>
                  <a:pt x="132" y="144"/>
                </a:lnTo>
                <a:lnTo>
                  <a:pt x="131" y="145"/>
                </a:lnTo>
                <a:lnTo>
                  <a:pt x="130" y="145"/>
                </a:lnTo>
                <a:lnTo>
                  <a:pt x="131" y="146"/>
                </a:lnTo>
                <a:lnTo>
                  <a:pt x="132" y="147"/>
                </a:lnTo>
                <a:lnTo>
                  <a:pt x="134" y="149"/>
                </a:lnTo>
                <a:lnTo>
                  <a:pt x="134" y="149"/>
                </a:lnTo>
                <a:lnTo>
                  <a:pt x="135" y="150"/>
                </a:lnTo>
                <a:lnTo>
                  <a:pt x="138" y="149"/>
                </a:lnTo>
                <a:lnTo>
                  <a:pt x="139" y="149"/>
                </a:lnTo>
                <a:lnTo>
                  <a:pt x="141" y="148"/>
                </a:lnTo>
                <a:lnTo>
                  <a:pt x="142" y="148"/>
                </a:lnTo>
                <a:lnTo>
                  <a:pt x="141" y="147"/>
                </a:lnTo>
                <a:lnTo>
                  <a:pt x="143" y="146"/>
                </a:lnTo>
                <a:lnTo>
                  <a:pt x="143" y="145"/>
                </a:lnTo>
                <a:lnTo>
                  <a:pt x="145" y="144"/>
                </a:lnTo>
                <a:lnTo>
                  <a:pt x="147" y="145"/>
                </a:lnTo>
                <a:lnTo>
                  <a:pt x="147" y="145"/>
                </a:lnTo>
                <a:lnTo>
                  <a:pt x="147" y="146"/>
                </a:lnTo>
                <a:lnTo>
                  <a:pt x="147" y="146"/>
                </a:lnTo>
                <a:lnTo>
                  <a:pt x="148" y="146"/>
                </a:lnTo>
                <a:lnTo>
                  <a:pt x="149" y="146"/>
                </a:lnTo>
                <a:lnTo>
                  <a:pt x="149" y="148"/>
                </a:lnTo>
                <a:lnTo>
                  <a:pt x="148" y="149"/>
                </a:lnTo>
                <a:lnTo>
                  <a:pt x="149" y="150"/>
                </a:lnTo>
                <a:lnTo>
                  <a:pt x="150" y="151"/>
                </a:lnTo>
                <a:lnTo>
                  <a:pt x="149" y="151"/>
                </a:lnTo>
                <a:lnTo>
                  <a:pt x="149" y="152"/>
                </a:lnTo>
                <a:lnTo>
                  <a:pt x="149" y="153"/>
                </a:lnTo>
                <a:lnTo>
                  <a:pt x="150" y="153"/>
                </a:lnTo>
                <a:lnTo>
                  <a:pt x="150" y="152"/>
                </a:lnTo>
                <a:lnTo>
                  <a:pt x="152" y="151"/>
                </a:lnTo>
                <a:lnTo>
                  <a:pt x="154" y="152"/>
                </a:lnTo>
                <a:lnTo>
                  <a:pt x="155" y="153"/>
                </a:lnTo>
                <a:lnTo>
                  <a:pt x="155" y="153"/>
                </a:lnTo>
                <a:lnTo>
                  <a:pt x="156" y="154"/>
                </a:lnTo>
                <a:lnTo>
                  <a:pt x="158" y="153"/>
                </a:lnTo>
                <a:lnTo>
                  <a:pt x="158" y="153"/>
                </a:lnTo>
                <a:lnTo>
                  <a:pt x="159" y="153"/>
                </a:lnTo>
                <a:lnTo>
                  <a:pt x="160" y="153"/>
                </a:lnTo>
                <a:lnTo>
                  <a:pt x="161" y="152"/>
                </a:lnTo>
                <a:lnTo>
                  <a:pt x="162" y="152"/>
                </a:lnTo>
                <a:lnTo>
                  <a:pt x="162" y="152"/>
                </a:lnTo>
                <a:lnTo>
                  <a:pt x="164" y="152"/>
                </a:lnTo>
                <a:lnTo>
                  <a:pt x="165" y="151"/>
                </a:lnTo>
                <a:lnTo>
                  <a:pt x="166" y="151"/>
                </a:lnTo>
                <a:lnTo>
                  <a:pt x="167" y="152"/>
                </a:lnTo>
                <a:lnTo>
                  <a:pt x="168" y="151"/>
                </a:lnTo>
                <a:lnTo>
                  <a:pt x="169" y="151"/>
                </a:lnTo>
                <a:lnTo>
                  <a:pt x="170" y="149"/>
                </a:lnTo>
                <a:lnTo>
                  <a:pt x="170" y="149"/>
                </a:lnTo>
                <a:lnTo>
                  <a:pt x="169" y="149"/>
                </a:lnTo>
                <a:lnTo>
                  <a:pt x="169" y="148"/>
                </a:lnTo>
                <a:lnTo>
                  <a:pt x="170" y="147"/>
                </a:lnTo>
                <a:lnTo>
                  <a:pt x="169" y="146"/>
                </a:lnTo>
                <a:lnTo>
                  <a:pt x="168" y="146"/>
                </a:lnTo>
                <a:lnTo>
                  <a:pt x="169" y="145"/>
                </a:lnTo>
                <a:lnTo>
                  <a:pt x="167" y="143"/>
                </a:lnTo>
                <a:lnTo>
                  <a:pt x="166" y="143"/>
                </a:lnTo>
                <a:lnTo>
                  <a:pt x="165" y="143"/>
                </a:lnTo>
                <a:lnTo>
                  <a:pt x="163" y="144"/>
                </a:lnTo>
                <a:lnTo>
                  <a:pt x="162" y="143"/>
                </a:lnTo>
                <a:lnTo>
                  <a:pt x="161" y="144"/>
                </a:lnTo>
                <a:lnTo>
                  <a:pt x="160" y="143"/>
                </a:lnTo>
                <a:lnTo>
                  <a:pt x="161" y="141"/>
                </a:lnTo>
                <a:lnTo>
                  <a:pt x="160" y="141"/>
                </a:lnTo>
                <a:lnTo>
                  <a:pt x="160" y="139"/>
                </a:lnTo>
                <a:lnTo>
                  <a:pt x="159" y="139"/>
                </a:lnTo>
                <a:lnTo>
                  <a:pt x="158" y="139"/>
                </a:lnTo>
                <a:lnTo>
                  <a:pt x="158" y="140"/>
                </a:lnTo>
                <a:lnTo>
                  <a:pt x="156" y="139"/>
                </a:lnTo>
                <a:lnTo>
                  <a:pt x="156" y="138"/>
                </a:lnTo>
                <a:lnTo>
                  <a:pt x="156" y="137"/>
                </a:lnTo>
                <a:lnTo>
                  <a:pt x="156" y="136"/>
                </a:lnTo>
                <a:lnTo>
                  <a:pt x="156" y="135"/>
                </a:lnTo>
                <a:lnTo>
                  <a:pt x="157" y="134"/>
                </a:lnTo>
                <a:lnTo>
                  <a:pt x="157" y="133"/>
                </a:lnTo>
                <a:lnTo>
                  <a:pt x="158" y="132"/>
                </a:lnTo>
                <a:lnTo>
                  <a:pt x="158" y="133"/>
                </a:lnTo>
                <a:lnTo>
                  <a:pt x="159" y="133"/>
                </a:lnTo>
                <a:lnTo>
                  <a:pt x="161" y="133"/>
                </a:lnTo>
                <a:lnTo>
                  <a:pt x="161" y="131"/>
                </a:lnTo>
                <a:lnTo>
                  <a:pt x="162" y="131"/>
                </a:lnTo>
                <a:lnTo>
                  <a:pt x="162" y="129"/>
                </a:lnTo>
                <a:lnTo>
                  <a:pt x="163" y="129"/>
                </a:lnTo>
                <a:lnTo>
                  <a:pt x="164" y="131"/>
                </a:lnTo>
                <a:lnTo>
                  <a:pt x="165" y="131"/>
                </a:lnTo>
                <a:lnTo>
                  <a:pt x="165" y="132"/>
                </a:lnTo>
                <a:lnTo>
                  <a:pt x="166" y="132"/>
                </a:lnTo>
                <a:lnTo>
                  <a:pt x="167" y="133"/>
                </a:lnTo>
                <a:lnTo>
                  <a:pt x="168" y="134"/>
                </a:lnTo>
                <a:lnTo>
                  <a:pt x="169" y="134"/>
                </a:lnTo>
                <a:lnTo>
                  <a:pt x="169" y="135"/>
                </a:lnTo>
                <a:lnTo>
                  <a:pt x="170" y="136"/>
                </a:lnTo>
                <a:lnTo>
                  <a:pt x="171" y="135"/>
                </a:lnTo>
                <a:lnTo>
                  <a:pt x="171" y="134"/>
                </a:lnTo>
                <a:lnTo>
                  <a:pt x="170" y="134"/>
                </a:lnTo>
                <a:lnTo>
                  <a:pt x="170" y="133"/>
                </a:lnTo>
                <a:lnTo>
                  <a:pt x="169" y="132"/>
                </a:lnTo>
                <a:lnTo>
                  <a:pt x="169" y="130"/>
                </a:lnTo>
                <a:lnTo>
                  <a:pt x="168" y="128"/>
                </a:lnTo>
                <a:lnTo>
                  <a:pt x="168" y="127"/>
                </a:lnTo>
                <a:lnTo>
                  <a:pt x="167" y="126"/>
                </a:lnTo>
                <a:lnTo>
                  <a:pt x="166" y="125"/>
                </a:lnTo>
                <a:lnTo>
                  <a:pt x="166" y="126"/>
                </a:lnTo>
                <a:lnTo>
                  <a:pt x="165" y="126"/>
                </a:lnTo>
                <a:lnTo>
                  <a:pt x="164" y="125"/>
                </a:lnTo>
                <a:lnTo>
                  <a:pt x="164" y="126"/>
                </a:lnTo>
                <a:lnTo>
                  <a:pt x="164" y="125"/>
                </a:lnTo>
                <a:lnTo>
                  <a:pt x="163" y="124"/>
                </a:lnTo>
                <a:lnTo>
                  <a:pt x="161" y="125"/>
                </a:lnTo>
                <a:lnTo>
                  <a:pt x="160" y="125"/>
                </a:lnTo>
                <a:lnTo>
                  <a:pt x="159" y="125"/>
                </a:lnTo>
                <a:lnTo>
                  <a:pt x="159" y="125"/>
                </a:lnTo>
                <a:lnTo>
                  <a:pt x="158" y="124"/>
                </a:lnTo>
                <a:lnTo>
                  <a:pt x="158" y="123"/>
                </a:lnTo>
                <a:lnTo>
                  <a:pt x="158" y="123"/>
                </a:lnTo>
                <a:lnTo>
                  <a:pt x="158" y="122"/>
                </a:lnTo>
                <a:lnTo>
                  <a:pt x="158" y="121"/>
                </a:lnTo>
                <a:lnTo>
                  <a:pt x="158" y="121"/>
                </a:lnTo>
                <a:lnTo>
                  <a:pt x="158" y="121"/>
                </a:lnTo>
                <a:lnTo>
                  <a:pt x="157" y="120"/>
                </a:lnTo>
                <a:lnTo>
                  <a:pt x="157" y="117"/>
                </a:lnTo>
                <a:lnTo>
                  <a:pt x="156" y="118"/>
                </a:lnTo>
                <a:lnTo>
                  <a:pt x="156" y="117"/>
                </a:lnTo>
                <a:lnTo>
                  <a:pt x="154" y="118"/>
                </a:lnTo>
                <a:lnTo>
                  <a:pt x="153" y="117"/>
                </a:lnTo>
                <a:lnTo>
                  <a:pt x="152" y="117"/>
                </a:lnTo>
                <a:lnTo>
                  <a:pt x="153" y="116"/>
                </a:lnTo>
                <a:lnTo>
                  <a:pt x="152" y="117"/>
                </a:lnTo>
                <a:lnTo>
                  <a:pt x="152" y="115"/>
                </a:lnTo>
                <a:lnTo>
                  <a:pt x="152" y="114"/>
                </a:lnTo>
                <a:lnTo>
                  <a:pt x="151" y="114"/>
                </a:lnTo>
                <a:lnTo>
                  <a:pt x="151" y="114"/>
                </a:lnTo>
                <a:lnTo>
                  <a:pt x="151" y="113"/>
                </a:lnTo>
                <a:lnTo>
                  <a:pt x="150" y="114"/>
                </a:lnTo>
                <a:lnTo>
                  <a:pt x="149" y="111"/>
                </a:lnTo>
                <a:lnTo>
                  <a:pt x="150" y="110"/>
                </a:lnTo>
                <a:lnTo>
                  <a:pt x="151" y="110"/>
                </a:lnTo>
                <a:lnTo>
                  <a:pt x="152" y="108"/>
                </a:lnTo>
                <a:lnTo>
                  <a:pt x="153" y="108"/>
                </a:lnTo>
                <a:lnTo>
                  <a:pt x="153" y="107"/>
                </a:lnTo>
                <a:lnTo>
                  <a:pt x="154" y="108"/>
                </a:lnTo>
                <a:lnTo>
                  <a:pt x="155" y="107"/>
                </a:lnTo>
                <a:lnTo>
                  <a:pt x="155" y="105"/>
                </a:lnTo>
                <a:lnTo>
                  <a:pt x="155" y="105"/>
                </a:lnTo>
                <a:lnTo>
                  <a:pt x="157" y="105"/>
                </a:lnTo>
                <a:lnTo>
                  <a:pt x="158" y="104"/>
                </a:lnTo>
                <a:lnTo>
                  <a:pt x="157" y="103"/>
                </a:lnTo>
                <a:lnTo>
                  <a:pt x="157" y="103"/>
                </a:lnTo>
                <a:lnTo>
                  <a:pt x="158" y="101"/>
                </a:lnTo>
                <a:lnTo>
                  <a:pt x="157" y="100"/>
                </a:lnTo>
                <a:lnTo>
                  <a:pt x="157" y="100"/>
                </a:lnTo>
                <a:lnTo>
                  <a:pt x="157" y="100"/>
                </a:lnTo>
                <a:lnTo>
                  <a:pt x="156" y="99"/>
                </a:lnTo>
                <a:lnTo>
                  <a:pt x="156" y="99"/>
                </a:lnTo>
                <a:lnTo>
                  <a:pt x="155" y="98"/>
                </a:lnTo>
                <a:lnTo>
                  <a:pt x="155" y="97"/>
                </a:lnTo>
                <a:lnTo>
                  <a:pt x="154" y="98"/>
                </a:lnTo>
                <a:lnTo>
                  <a:pt x="154" y="97"/>
                </a:lnTo>
                <a:lnTo>
                  <a:pt x="156" y="97"/>
                </a:lnTo>
                <a:lnTo>
                  <a:pt x="156" y="96"/>
                </a:lnTo>
                <a:lnTo>
                  <a:pt x="155" y="96"/>
                </a:lnTo>
                <a:lnTo>
                  <a:pt x="155" y="95"/>
                </a:lnTo>
                <a:lnTo>
                  <a:pt x="157" y="95"/>
                </a:lnTo>
                <a:lnTo>
                  <a:pt x="157" y="94"/>
                </a:lnTo>
                <a:lnTo>
                  <a:pt x="158" y="93"/>
                </a:lnTo>
                <a:lnTo>
                  <a:pt x="159" y="91"/>
                </a:lnTo>
                <a:lnTo>
                  <a:pt x="159" y="91"/>
                </a:lnTo>
                <a:lnTo>
                  <a:pt x="160" y="92"/>
                </a:lnTo>
                <a:lnTo>
                  <a:pt x="161" y="92"/>
                </a:lnTo>
                <a:lnTo>
                  <a:pt x="162" y="93"/>
                </a:lnTo>
                <a:lnTo>
                  <a:pt x="163" y="93"/>
                </a:lnTo>
                <a:lnTo>
                  <a:pt x="165" y="94"/>
                </a:lnTo>
                <a:lnTo>
                  <a:pt x="165" y="94"/>
                </a:lnTo>
                <a:lnTo>
                  <a:pt x="166" y="94"/>
                </a:lnTo>
                <a:lnTo>
                  <a:pt x="166" y="96"/>
                </a:lnTo>
                <a:lnTo>
                  <a:pt x="167" y="97"/>
                </a:lnTo>
                <a:lnTo>
                  <a:pt x="168" y="96"/>
                </a:lnTo>
                <a:lnTo>
                  <a:pt x="169" y="96"/>
                </a:lnTo>
                <a:lnTo>
                  <a:pt x="169" y="96"/>
                </a:lnTo>
                <a:lnTo>
                  <a:pt x="169" y="96"/>
                </a:lnTo>
                <a:lnTo>
                  <a:pt x="170" y="95"/>
                </a:lnTo>
                <a:lnTo>
                  <a:pt x="171" y="95"/>
                </a:lnTo>
                <a:lnTo>
                  <a:pt x="171" y="94"/>
                </a:lnTo>
                <a:lnTo>
                  <a:pt x="173" y="94"/>
                </a:lnTo>
                <a:lnTo>
                  <a:pt x="174" y="94"/>
                </a:lnTo>
                <a:lnTo>
                  <a:pt x="175" y="94"/>
                </a:lnTo>
                <a:lnTo>
                  <a:pt x="175" y="95"/>
                </a:lnTo>
                <a:lnTo>
                  <a:pt x="175" y="95"/>
                </a:lnTo>
                <a:lnTo>
                  <a:pt x="175" y="97"/>
                </a:lnTo>
                <a:lnTo>
                  <a:pt x="176" y="97"/>
                </a:lnTo>
                <a:lnTo>
                  <a:pt x="176" y="98"/>
                </a:lnTo>
                <a:lnTo>
                  <a:pt x="176" y="98"/>
                </a:lnTo>
                <a:lnTo>
                  <a:pt x="176" y="99"/>
                </a:lnTo>
                <a:lnTo>
                  <a:pt x="177" y="100"/>
                </a:lnTo>
                <a:lnTo>
                  <a:pt x="178" y="100"/>
                </a:lnTo>
                <a:lnTo>
                  <a:pt x="179" y="100"/>
                </a:lnTo>
                <a:lnTo>
                  <a:pt x="181" y="100"/>
                </a:lnTo>
                <a:lnTo>
                  <a:pt x="181" y="100"/>
                </a:lnTo>
                <a:lnTo>
                  <a:pt x="182" y="99"/>
                </a:lnTo>
                <a:lnTo>
                  <a:pt x="183" y="100"/>
                </a:lnTo>
                <a:lnTo>
                  <a:pt x="183" y="100"/>
                </a:lnTo>
                <a:lnTo>
                  <a:pt x="184" y="99"/>
                </a:lnTo>
                <a:lnTo>
                  <a:pt x="184" y="99"/>
                </a:lnTo>
                <a:lnTo>
                  <a:pt x="184" y="99"/>
                </a:lnTo>
                <a:lnTo>
                  <a:pt x="186" y="96"/>
                </a:lnTo>
                <a:lnTo>
                  <a:pt x="188" y="93"/>
                </a:lnTo>
                <a:lnTo>
                  <a:pt x="189" y="92"/>
                </a:lnTo>
                <a:lnTo>
                  <a:pt x="189" y="90"/>
                </a:lnTo>
                <a:lnTo>
                  <a:pt x="190" y="89"/>
                </a:lnTo>
                <a:lnTo>
                  <a:pt x="191" y="88"/>
                </a:lnTo>
                <a:lnTo>
                  <a:pt x="190" y="88"/>
                </a:lnTo>
                <a:lnTo>
                  <a:pt x="192" y="86"/>
                </a:lnTo>
                <a:lnTo>
                  <a:pt x="191" y="85"/>
                </a:lnTo>
                <a:lnTo>
                  <a:pt x="190" y="84"/>
                </a:lnTo>
                <a:lnTo>
                  <a:pt x="191" y="82"/>
                </a:lnTo>
                <a:lnTo>
                  <a:pt x="191" y="81"/>
                </a:lnTo>
                <a:lnTo>
                  <a:pt x="192" y="81"/>
                </a:lnTo>
                <a:lnTo>
                  <a:pt x="194" y="82"/>
                </a:lnTo>
                <a:lnTo>
                  <a:pt x="195" y="80"/>
                </a:lnTo>
                <a:lnTo>
                  <a:pt x="196" y="80"/>
                </a:lnTo>
                <a:lnTo>
                  <a:pt x="196" y="81"/>
                </a:lnTo>
                <a:lnTo>
                  <a:pt x="197" y="82"/>
                </a:lnTo>
                <a:lnTo>
                  <a:pt x="198" y="82"/>
                </a:lnTo>
                <a:lnTo>
                  <a:pt x="201" y="80"/>
                </a:lnTo>
                <a:lnTo>
                  <a:pt x="200" y="79"/>
                </a:lnTo>
                <a:lnTo>
                  <a:pt x="200" y="78"/>
                </a:lnTo>
                <a:lnTo>
                  <a:pt x="201" y="78"/>
                </a:lnTo>
                <a:lnTo>
                  <a:pt x="201" y="77"/>
                </a:lnTo>
                <a:lnTo>
                  <a:pt x="202" y="76"/>
                </a:lnTo>
                <a:lnTo>
                  <a:pt x="201" y="76"/>
                </a:lnTo>
                <a:lnTo>
                  <a:pt x="201" y="75"/>
                </a:lnTo>
                <a:lnTo>
                  <a:pt x="203" y="73"/>
                </a:lnTo>
                <a:lnTo>
                  <a:pt x="202" y="72"/>
                </a:lnTo>
                <a:lnTo>
                  <a:pt x="201" y="73"/>
                </a:lnTo>
                <a:lnTo>
                  <a:pt x="201" y="72"/>
                </a:lnTo>
                <a:lnTo>
                  <a:pt x="203" y="71"/>
                </a:lnTo>
                <a:lnTo>
                  <a:pt x="204" y="70"/>
                </a:lnTo>
                <a:lnTo>
                  <a:pt x="204" y="69"/>
                </a:lnTo>
                <a:lnTo>
                  <a:pt x="205" y="68"/>
                </a:lnTo>
                <a:lnTo>
                  <a:pt x="205" y="67"/>
                </a:lnTo>
                <a:lnTo>
                  <a:pt x="204" y="67"/>
                </a:lnTo>
                <a:lnTo>
                  <a:pt x="204" y="66"/>
                </a:lnTo>
                <a:lnTo>
                  <a:pt x="207" y="66"/>
                </a:lnTo>
                <a:lnTo>
                  <a:pt x="207" y="65"/>
                </a:lnTo>
                <a:lnTo>
                  <a:pt x="208" y="65"/>
                </a:lnTo>
                <a:lnTo>
                  <a:pt x="208" y="64"/>
                </a:lnTo>
                <a:lnTo>
                  <a:pt x="209" y="63"/>
                </a:lnTo>
                <a:lnTo>
                  <a:pt x="211" y="62"/>
                </a:lnTo>
                <a:lnTo>
                  <a:pt x="210" y="61"/>
                </a:lnTo>
                <a:lnTo>
                  <a:pt x="210" y="60"/>
                </a:lnTo>
                <a:lnTo>
                  <a:pt x="211" y="60"/>
                </a:lnTo>
                <a:lnTo>
                  <a:pt x="209" y="59"/>
                </a:lnTo>
                <a:lnTo>
                  <a:pt x="209" y="59"/>
                </a:lnTo>
                <a:lnTo>
                  <a:pt x="208" y="58"/>
                </a:lnTo>
                <a:lnTo>
                  <a:pt x="208" y="58"/>
                </a:lnTo>
                <a:lnTo>
                  <a:pt x="207" y="58"/>
                </a:lnTo>
                <a:lnTo>
                  <a:pt x="205" y="55"/>
                </a:lnTo>
                <a:lnTo>
                  <a:pt x="206" y="55"/>
                </a:lnTo>
                <a:lnTo>
                  <a:pt x="207" y="55"/>
                </a:lnTo>
                <a:lnTo>
                  <a:pt x="207" y="55"/>
                </a:lnTo>
                <a:lnTo>
                  <a:pt x="206" y="54"/>
                </a:lnTo>
                <a:lnTo>
                  <a:pt x="207" y="54"/>
                </a:lnTo>
                <a:lnTo>
                  <a:pt x="207" y="53"/>
                </a:lnTo>
                <a:lnTo>
                  <a:pt x="208" y="53"/>
                </a:lnTo>
                <a:lnTo>
                  <a:pt x="209" y="52"/>
                </a:lnTo>
                <a:lnTo>
                  <a:pt x="207" y="51"/>
                </a:lnTo>
                <a:lnTo>
                  <a:pt x="208" y="50"/>
                </a:lnTo>
                <a:lnTo>
                  <a:pt x="209" y="50"/>
                </a:lnTo>
                <a:lnTo>
                  <a:pt x="210" y="50"/>
                </a:lnTo>
                <a:lnTo>
                  <a:pt x="210" y="49"/>
                </a:lnTo>
                <a:lnTo>
                  <a:pt x="209" y="48"/>
                </a:lnTo>
                <a:lnTo>
                  <a:pt x="206" y="49"/>
                </a:lnTo>
                <a:lnTo>
                  <a:pt x="205" y="48"/>
                </a:lnTo>
                <a:lnTo>
                  <a:pt x="203" y="50"/>
                </a:lnTo>
                <a:lnTo>
                  <a:pt x="203" y="49"/>
                </a:lnTo>
                <a:lnTo>
                  <a:pt x="203" y="50"/>
                </a:lnTo>
                <a:lnTo>
                  <a:pt x="202" y="49"/>
                </a:lnTo>
                <a:lnTo>
                  <a:pt x="200" y="50"/>
                </a:lnTo>
                <a:lnTo>
                  <a:pt x="201" y="51"/>
                </a:lnTo>
                <a:lnTo>
                  <a:pt x="200" y="51"/>
                </a:lnTo>
                <a:lnTo>
                  <a:pt x="198" y="50"/>
                </a:lnTo>
                <a:lnTo>
                  <a:pt x="198" y="50"/>
                </a:lnTo>
                <a:lnTo>
                  <a:pt x="195" y="47"/>
                </a:lnTo>
                <a:lnTo>
                  <a:pt x="194" y="47"/>
                </a:lnTo>
                <a:lnTo>
                  <a:pt x="194" y="46"/>
                </a:lnTo>
                <a:lnTo>
                  <a:pt x="192" y="46"/>
                </a:lnTo>
                <a:lnTo>
                  <a:pt x="191" y="46"/>
                </a:lnTo>
                <a:lnTo>
                  <a:pt x="190" y="45"/>
                </a:lnTo>
                <a:lnTo>
                  <a:pt x="190" y="46"/>
                </a:lnTo>
                <a:lnTo>
                  <a:pt x="189" y="43"/>
                </a:lnTo>
                <a:lnTo>
                  <a:pt x="188" y="43"/>
                </a:lnTo>
                <a:lnTo>
                  <a:pt x="188" y="44"/>
                </a:lnTo>
                <a:lnTo>
                  <a:pt x="187" y="44"/>
                </a:lnTo>
                <a:lnTo>
                  <a:pt x="186" y="46"/>
                </a:lnTo>
                <a:lnTo>
                  <a:pt x="185" y="45"/>
                </a:lnTo>
                <a:lnTo>
                  <a:pt x="185" y="45"/>
                </a:lnTo>
                <a:lnTo>
                  <a:pt x="183" y="44"/>
                </a:lnTo>
                <a:lnTo>
                  <a:pt x="183" y="43"/>
                </a:lnTo>
                <a:lnTo>
                  <a:pt x="183" y="42"/>
                </a:lnTo>
                <a:lnTo>
                  <a:pt x="183" y="40"/>
                </a:lnTo>
                <a:lnTo>
                  <a:pt x="182" y="40"/>
                </a:lnTo>
                <a:lnTo>
                  <a:pt x="182" y="39"/>
                </a:lnTo>
                <a:lnTo>
                  <a:pt x="181" y="39"/>
                </a:lnTo>
                <a:lnTo>
                  <a:pt x="179" y="39"/>
                </a:lnTo>
                <a:lnTo>
                  <a:pt x="179" y="39"/>
                </a:lnTo>
                <a:lnTo>
                  <a:pt x="178" y="39"/>
                </a:lnTo>
                <a:lnTo>
                  <a:pt x="178" y="39"/>
                </a:lnTo>
                <a:lnTo>
                  <a:pt x="177" y="39"/>
                </a:lnTo>
                <a:lnTo>
                  <a:pt x="177" y="39"/>
                </a:lnTo>
                <a:lnTo>
                  <a:pt x="176" y="39"/>
                </a:lnTo>
                <a:lnTo>
                  <a:pt x="174" y="40"/>
                </a:lnTo>
                <a:lnTo>
                  <a:pt x="173" y="40"/>
                </a:lnTo>
                <a:lnTo>
                  <a:pt x="172" y="41"/>
                </a:lnTo>
                <a:lnTo>
                  <a:pt x="171" y="40"/>
                </a:lnTo>
                <a:lnTo>
                  <a:pt x="170" y="41"/>
                </a:lnTo>
                <a:lnTo>
                  <a:pt x="169" y="40"/>
                </a:lnTo>
                <a:lnTo>
                  <a:pt x="167" y="40"/>
                </a:lnTo>
                <a:lnTo>
                  <a:pt x="167" y="40"/>
                </a:lnTo>
                <a:lnTo>
                  <a:pt x="164" y="39"/>
                </a:lnTo>
                <a:lnTo>
                  <a:pt x="164" y="38"/>
                </a:lnTo>
                <a:lnTo>
                  <a:pt x="164" y="37"/>
                </a:lnTo>
                <a:lnTo>
                  <a:pt x="163" y="36"/>
                </a:lnTo>
                <a:lnTo>
                  <a:pt x="162" y="37"/>
                </a:lnTo>
                <a:lnTo>
                  <a:pt x="162" y="36"/>
                </a:lnTo>
                <a:lnTo>
                  <a:pt x="161" y="37"/>
                </a:lnTo>
                <a:lnTo>
                  <a:pt x="160" y="36"/>
                </a:lnTo>
                <a:lnTo>
                  <a:pt x="159" y="37"/>
                </a:lnTo>
                <a:lnTo>
                  <a:pt x="159" y="38"/>
                </a:lnTo>
                <a:lnTo>
                  <a:pt x="158" y="38"/>
                </a:lnTo>
                <a:lnTo>
                  <a:pt x="158" y="38"/>
                </a:lnTo>
                <a:lnTo>
                  <a:pt x="157" y="38"/>
                </a:lnTo>
                <a:lnTo>
                  <a:pt x="155" y="40"/>
                </a:lnTo>
                <a:lnTo>
                  <a:pt x="154" y="39"/>
                </a:lnTo>
                <a:lnTo>
                  <a:pt x="154" y="39"/>
                </a:lnTo>
                <a:lnTo>
                  <a:pt x="154" y="38"/>
                </a:lnTo>
                <a:lnTo>
                  <a:pt x="153" y="38"/>
                </a:lnTo>
                <a:lnTo>
                  <a:pt x="153" y="36"/>
                </a:lnTo>
                <a:lnTo>
                  <a:pt x="153" y="36"/>
                </a:lnTo>
                <a:lnTo>
                  <a:pt x="153" y="35"/>
                </a:lnTo>
                <a:lnTo>
                  <a:pt x="152" y="34"/>
                </a:lnTo>
                <a:lnTo>
                  <a:pt x="151" y="35"/>
                </a:lnTo>
                <a:lnTo>
                  <a:pt x="151" y="35"/>
                </a:lnTo>
                <a:lnTo>
                  <a:pt x="151" y="36"/>
                </a:lnTo>
                <a:lnTo>
                  <a:pt x="151" y="38"/>
                </a:lnTo>
                <a:lnTo>
                  <a:pt x="152" y="38"/>
                </a:lnTo>
                <a:lnTo>
                  <a:pt x="152" y="39"/>
                </a:lnTo>
                <a:lnTo>
                  <a:pt x="150" y="39"/>
                </a:lnTo>
                <a:lnTo>
                  <a:pt x="149" y="41"/>
                </a:lnTo>
                <a:lnTo>
                  <a:pt x="148" y="40"/>
                </a:lnTo>
                <a:lnTo>
                  <a:pt x="147" y="41"/>
                </a:lnTo>
                <a:lnTo>
                  <a:pt x="147" y="42"/>
                </a:lnTo>
                <a:lnTo>
                  <a:pt x="146" y="42"/>
                </a:lnTo>
                <a:lnTo>
                  <a:pt x="145" y="41"/>
                </a:lnTo>
                <a:lnTo>
                  <a:pt x="144" y="41"/>
                </a:lnTo>
                <a:lnTo>
                  <a:pt x="141" y="42"/>
                </a:lnTo>
                <a:lnTo>
                  <a:pt x="140" y="41"/>
                </a:lnTo>
                <a:lnTo>
                  <a:pt x="139" y="41"/>
                </a:lnTo>
                <a:lnTo>
                  <a:pt x="138" y="40"/>
                </a:lnTo>
                <a:lnTo>
                  <a:pt x="137" y="41"/>
                </a:lnTo>
                <a:lnTo>
                  <a:pt x="136" y="39"/>
                </a:lnTo>
                <a:lnTo>
                  <a:pt x="135" y="39"/>
                </a:lnTo>
                <a:lnTo>
                  <a:pt x="134" y="38"/>
                </a:lnTo>
                <a:lnTo>
                  <a:pt x="133" y="39"/>
                </a:lnTo>
                <a:lnTo>
                  <a:pt x="131" y="37"/>
                </a:lnTo>
                <a:lnTo>
                  <a:pt x="130" y="37"/>
                </a:lnTo>
                <a:lnTo>
                  <a:pt x="130" y="35"/>
                </a:lnTo>
                <a:lnTo>
                  <a:pt x="130" y="34"/>
                </a:lnTo>
                <a:lnTo>
                  <a:pt x="132" y="34"/>
                </a:lnTo>
                <a:lnTo>
                  <a:pt x="132" y="33"/>
                </a:lnTo>
                <a:lnTo>
                  <a:pt x="133" y="33"/>
                </a:lnTo>
                <a:lnTo>
                  <a:pt x="132" y="32"/>
                </a:lnTo>
                <a:lnTo>
                  <a:pt x="131" y="32"/>
                </a:lnTo>
                <a:lnTo>
                  <a:pt x="132" y="30"/>
                </a:lnTo>
                <a:lnTo>
                  <a:pt x="130" y="26"/>
                </a:lnTo>
                <a:lnTo>
                  <a:pt x="131" y="26"/>
                </a:lnTo>
                <a:lnTo>
                  <a:pt x="132" y="26"/>
                </a:lnTo>
                <a:lnTo>
                  <a:pt x="133" y="25"/>
                </a:lnTo>
                <a:lnTo>
                  <a:pt x="132" y="25"/>
                </a:lnTo>
                <a:lnTo>
                  <a:pt x="130" y="25"/>
                </a:lnTo>
                <a:lnTo>
                  <a:pt x="130" y="24"/>
                </a:lnTo>
                <a:lnTo>
                  <a:pt x="129" y="24"/>
                </a:lnTo>
                <a:lnTo>
                  <a:pt x="128" y="20"/>
                </a:lnTo>
                <a:lnTo>
                  <a:pt x="128" y="19"/>
                </a:lnTo>
                <a:lnTo>
                  <a:pt x="127" y="18"/>
                </a:lnTo>
                <a:lnTo>
                  <a:pt x="126" y="17"/>
                </a:lnTo>
                <a:lnTo>
                  <a:pt x="124" y="17"/>
                </a:lnTo>
                <a:lnTo>
                  <a:pt x="122" y="17"/>
                </a:lnTo>
                <a:lnTo>
                  <a:pt x="121" y="18"/>
                </a:lnTo>
                <a:lnTo>
                  <a:pt x="117" y="16"/>
                </a:lnTo>
                <a:lnTo>
                  <a:pt x="117" y="17"/>
                </a:lnTo>
                <a:lnTo>
                  <a:pt x="116" y="17"/>
                </a:lnTo>
                <a:lnTo>
                  <a:pt x="116" y="16"/>
                </a:lnTo>
                <a:lnTo>
                  <a:pt x="116" y="14"/>
                </a:lnTo>
                <a:lnTo>
                  <a:pt x="115" y="14"/>
                </a:lnTo>
                <a:lnTo>
                  <a:pt x="114" y="15"/>
                </a:lnTo>
                <a:lnTo>
                  <a:pt x="113" y="16"/>
                </a:lnTo>
                <a:lnTo>
                  <a:pt x="112" y="15"/>
                </a:lnTo>
                <a:lnTo>
                  <a:pt x="112" y="14"/>
                </a:lnTo>
                <a:lnTo>
                  <a:pt x="111" y="14"/>
                </a:lnTo>
                <a:lnTo>
                  <a:pt x="111" y="14"/>
                </a:lnTo>
                <a:lnTo>
                  <a:pt x="109" y="14"/>
                </a:lnTo>
                <a:lnTo>
                  <a:pt x="109" y="14"/>
                </a:lnTo>
                <a:lnTo>
                  <a:pt x="110" y="12"/>
                </a:lnTo>
                <a:lnTo>
                  <a:pt x="109" y="11"/>
                </a:lnTo>
                <a:lnTo>
                  <a:pt x="109" y="10"/>
                </a:lnTo>
                <a:lnTo>
                  <a:pt x="109" y="9"/>
                </a:lnTo>
                <a:lnTo>
                  <a:pt x="109" y="9"/>
                </a:lnTo>
                <a:lnTo>
                  <a:pt x="109" y="8"/>
                </a:lnTo>
                <a:lnTo>
                  <a:pt x="110" y="8"/>
                </a:lnTo>
                <a:lnTo>
                  <a:pt x="109" y="7"/>
                </a:lnTo>
                <a:lnTo>
                  <a:pt x="109" y="6"/>
                </a:lnTo>
                <a:lnTo>
                  <a:pt x="108" y="6"/>
                </a:lnTo>
                <a:lnTo>
                  <a:pt x="107" y="5"/>
                </a:lnTo>
                <a:lnTo>
                  <a:pt x="106" y="5"/>
                </a:lnTo>
                <a:lnTo>
                  <a:pt x="106" y="4"/>
                </a:lnTo>
                <a:lnTo>
                  <a:pt x="105" y="3"/>
                </a:lnTo>
                <a:lnTo>
                  <a:pt x="104" y="3"/>
                </a:lnTo>
                <a:lnTo>
                  <a:pt x="104" y="3"/>
                </a:lnTo>
                <a:lnTo>
                  <a:pt x="103" y="3"/>
                </a:lnTo>
                <a:lnTo>
                  <a:pt x="102" y="4"/>
                </a:lnTo>
                <a:lnTo>
                  <a:pt x="102" y="4"/>
                </a:lnTo>
                <a:lnTo>
                  <a:pt x="100" y="6"/>
                </a:lnTo>
                <a:lnTo>
                  <a:pt x="99" y="6"/>
                </a:lnTo>
                <a:lnTo>
                  <a:pt x="100" y="7"/>
                </a:lnTo>
                <a:lnTo>
                  <a:pt x="100" y="8"/>
                </a:lnTo>
                <a:lnTo>
                  <a:pt x="99" y="7"/>
                </a:lnTo>
                <a:lnTo>
                  <a:pt x="97" y="8"/>
                </a:lnTo>
                <a:lnTo>
                  <a:pt x="96" y="7"/>
                </a:lnTo>
                <a:lnTo>
                  <a:pt x="95" y="10"/>
                </a:lnTo>
                <a:lnTo>
                  <a:pt x="94" y="10"/>
                </a:lnTo>
                <a:lnTo>
                  <a:pt x="94" y="10"/>
                </a:lnTo>
                <a:lnTo>
                  <a:pt x="93" y="10"/>
                </a:lnTo>
                <a:lnTo>
                  <a:pt x="93" y="10"/>
                </a:lnTo>
                <a:lnTo>
                  <a:pt x="92" y="10"/>
                </a:lnTo>
                <a:lnTo>
                  <a:pt x="91" y="10"/>
                </a:lnTo>
                <a:lnTo>
                  <a:pt x="90" y="10"/>
                </a:lnTo>
                <a:lnTo>
                  <a:pt x="93" y="13"/>
                </a:lnTo>
                <a:lnTo>
                  <a:pt x="93" y="13"/>
                </a:lnTo>
                <a:lnTo>
                  <a:pt x="92" y="14"/>
                </a:lnTo>
                <a:lnTo>
                  <a:pt x="93" y="14"/>
                </a:lnTo>
                <a:lnTo>
                  <a:pt x="94" y="15"/>
                </a:lnTo>
                <a:lnTo>
                  <a:pt x="93" y="16"/>
                </a:lnTo>
                <a:lnTo>
                  <a:pt x="94" y="16"/>
                </a:lnTo>
                <a:lnTo>
                  <a:pt x="94" y="17"/>
                </a:lnTo>
                <a:lnTo>
                  <a:pt x="94" y="18"/>
                </a:lnTo>
                <a:lnTo>
                  <a:pt x="96" y="19"/>
                </a:lnTo>
                <a:lnTo>
                  <a:pt x="97" y="20"/>
                </a:lnTo>
                <a:lnTo>
                  <a:pt x="96" y="20"/>
                </a:lnTo>
                <a:lnTo>
                  <a:pt x="96" y="22"/>
                </a:lnTo>
                <a:lnTo>
                  <a:pt x="96" y="22"/>
                </a:lnTo>
                <a:lnTo>
                  <a:pt x="95" y="23"/>
                </a:lnTo>
                <a:lnTo>
                  <a:pt x="92" y="23"/>
                </a:lnTo>
                <a:lnTo>
                  <a:pt x="91" y="24"/>
                </a:lnTo>
                <a:lnTo>
                  <a:pt x="92" y="26"/>
                </a:lnTo>
                <a:lnTo>
                  <a:pt x="91" y="27"/>
                </a:lnTo>
                <a:lnTo>
                  <a:pt x="90" y="25"/>
                </a:lnTo>
                <a:lnTo>
                  <a:pt x="89" y="27"/>
                </a:lnTo>
                <a:lnTo>
                  <a:pt x="86" y="28"/>
                </a:lnTo>
                <a:lnTo>
                  <a:pt x="85" y="30"/>
                </a:lnTo>
                <a:lnTo>
                  <a:pt x="84" y="29"/>
                </a:lnTo>
                <a:lnTo>
                  <a:pt x="84" y="28"/>
                </a:lnTo>
                <a:lnTo>
                  <a:pt x="84" y="27"/>
                </a:lnTo>
                <a:lnTo>
                  <a:pt x="83" y="26"/>
                </a:lnTo>
                <a:lnTo>
                  <a:pt x="83" y="26"/>
                </a:lnTo>
                <a:lnTo>
                  <a:pt x="85" y="25"/>
                </a:lnTo>
                <a:lnTo>
                  <a:pt x="85" y="23"/>
                </a:lnTo>
                <a:lnTo>
                  <a:pt x="87" y="22"/>
                </a:lnTo>
                <a:lnTo>
                  <a:pt x="86" y="21"/>
                </a:lnTo>
                <a:lnTo>
                  <a:pt x="86" y="20"/>
                </a:lnTo>
                <a:lnTo>
                  <a:pt x="86" y="19"/>
                </a:lnTo>
                <a:lnTo>
                  <a:pt x="85" y="18"/>
                </a:lnTo>
                <a:lnTo>
                  <a:pt x="85" y="19"/>
                </a:lnTo>
                <a:lnTo>
                  <a:pt x="84" y="19"/>
                </a:lnTo>
                <a:lnTo>
                  <a:pt x="83" y="20"/>
                </a:lnTo>
                <a:lnTo>
                  <a:pt x="83" y="21"/>
                </a:lnTo>
                <a:lnTo>
                  <a:pt x="82" y="22"/>
                </a:lnTo>
                <a:lnTo>
                  <a:pt x="81" y="23"/>
                </a:lnTo>
                <a:lnTo>
                  <a:pt x="81" y="24"/>
                </a:lnTo>
                <a:lnTo>
                  <a:pt x="83" y="25"/>
                </a:lnTo>
                <a:lnTo>
                  <a:pt x="82" y="27"/>
                </a:lnTo>
                <a:lnTo>
                  <a:pt x="81" y="28"/>
                </a:lnTo>
                <a:lnTo>
                  <a:pt x="81" y="29"/>
                </a:lnTo>
                <a:lnTo>
                  <a:pt x="81" y="29"/>
                </a:lnTo>
                <a:lnTo>
                  <a:pt x="78" y="27"/>
                </a:lnTo>
                <a:lnTo>
                  <a:pt x="76" y="26"/>
                </a:lnTo>
                <a:lnTo>
                  <a:pt x="76" y="28"/>
                </a:lnTo>
                <a:lnTo>
                  <a:pt x="74" y="26"/>
                </a:lnTo>
                <a:lnTo>
                  <a:pt x="72" y="25"/>
                </a:lnTo>
                <a:lnTo>
                  <a:pt x="71" y="26"/>
                </a:lnTo>
                <a:lnTo>
                  <a:pt x="71" y="27"/>
                </a:lnTo>
                <a:lnTo>
                  <a:pt x="72" y="29"/>
                </a:lnTo>
                <a:lnTo>
                  <a:pt x="71" y="29"/>
                </a:lnTo>
                <a:lnTo>
                  <a:pt x="71" y="30"/>
                </a:lnTo>
                <a:lnTo>
                  <a:pt x="72" y="31"/>
                </a:lnTo>
                <a:lnTo>
                  <a:pt x="72" y="31"/>
                </a:lnTo>
                <a:lnTo>
                  <a:pt x="72" y="32"/>
                </a:lnTo>
                <a:lnTo>
                  <a:pt x="71" y="32"/>
                </a:lnTo>
                <a:lnTo>
                  <a:pt x="71" y="33"/>
                </a:lnTo>
                <a:lnTo>
                  <a:pt x="72" y="34"/>
                </a:lnTo>
                <a:lnTo>
                  <a:pt x="73" y="35"/>
                </a:lnTo>
                <a:lnTo>
                  <a:pt x="73" y="38"/>
                </a:lnTo>
                <a:lnTo>
                  <a:pt x="71" y="39"/>
                </a:lnTo>
                <a:lnTo>
                  <a:pt x="70" y="39"/>
                </a:lnTo>
                <a:lnTo>
                  <a:pt x="67" y="40"/>
                </a:lnTo>
                <a:lnTo>
                  <a:pt x="66" y="40"/>
                </a:lnTo>
                <a:lnTo>
                  <a:pt x="64" y="39"/>
                </a:lnTo>
                <a:lnTo>
                  <a:pt x="62" y="38"/>
                </a:lnTo>
                <a:lnTo>
                  <a:pt x="63" y="40"/>
                </a:lnTo>
                <a:lnTo>
                  <a:pt x="62" y="40"/>
                </a:lnTo>
                <a:lnTo>
                  <a:pt x="62" y="40"/>
                </a:lnTo>
                <a:lnTo>
                  <a:pt x="61" y="42"/>
                </a:lnTo>
                <a:lnTo>
                  <a:pt x="60" y="41"/>
                </a:lnTo>
                <a:lnTo>
                  <a:pt x="58" y="38"/>
                </a:lnTo>
                <a:lnTo>
                  <a:pt x="57" y="37"/>
                </a:lnTo>
                <a:lnTo>
                  <a:pt x="57" y="38"/>
                </a:lnTo>
                <a:lnTo>
                  <a:pt x="57" y="36"/>
                </a:lnTo>
                <a:lnTo>
                  <a:pt x="56" y="37"/>
                </a:lnTo>
                <a:lnTo>
                  <a:pt x="54" y="37"/>
                </a:lnTo>
                <a:lnTo>
                  <a:pt x="53" y="40"/>
                </a:lnTo>
                <a:lnTo>
                  <a:pt x="53" y="39"/>
                </a:lnTo>
                <a:lnTo>
                  <a:pt x="52" y="39"/>
                </a:lnTo>
                <a:lnTo>
                  <a:pt x="51" y="38"/>
                </a:lnTo>
                <a:lnTo>
                  <a:pt x="52" y="37"/>
                </a:lnTo>
                <a:lnTo>
                  <a:pt x="52" y="34"/>
                </a:lnTo>
                <a:lnTo>
                  <a:pt x="51" y="33"/>
                </a:lnTo>
                <a:lnTo>
                  <a:pt x="50" y="33"/>
                </a:lnTo>
                <a:lnTo>
                  <a:pt x="51" y="32"/>
                </a:lnTo>
                <a:lnTo>
                  <a:pt x="49" y="32"/>
                </a:lnTo>
                <a:lnTo>
                  <a:pt x="49" y="31"/>
                </a:lnTo>
                <a:lnTo>
                  <a:pt x="48" y="29"/>
                </a:lnTo>
                <a:lnTo>
                  <a:pt x="48" y="31"/>
                </a:lnTo>
                <a:lnTo>
                  <a:pt x="47" y="32"/>
                </a:lnTo>
                <a:lnTo>
                  <a:pt x="46" y="31"/>
                </a:lnTo>
                <a:lnTo>
                  <a:pt x="45" y="32"/>
                </a:lnTo>
                <a:lnTo>
                  <a:pt x="46" y="33"/>
                </a:lnTo>
                <a:lnTo>
                  <a:pt x="45" y="35"/>
                </a:lnTo>
                <a:lnTo>
                  <a:pt x="44" y="36"/>
                </a:lnTo>
                <a:lnTo>
                  <a:pt x="44" y="35"/>
                </a:lnTo>
                <a:lnTo>
                  <a:pt x="42" y="35"/>
                </a:lnTo>
                <a:lnTo>
                  <a:pt x="41" y="34"/>
                </a:lnTo>
                <a:lnTo>
                  <a:pt x="38" y="32"/>
                </a:lnTo>
                <a:lnTo>
                  <a:pt x="36" y="33"/>
                </a:lnTo>
                <a:lnTo>
                  <a:pt x="36" y="30"/>
                </a:lnTo>
                <a:lnTo>
                  <a:pt x="35" y="29"/>
                </a:lnTo>
                <a:lnTo>
                  <a:pt x="34" y="29"/>
                </a:lnTo>
                <a:lnTo>
                  <a:pt x="33" y="28"/>
                </a:lnTo>
                <a:lnTo>
                  <a:pt x="32" y="27"/>
                </a:lnTo>
                <a:lnTo>
                  <a:pt x="32" y="28"/>
                </a:lnTo>
                <a:lnTo>
                  <a:pt x="29" y="26"/>
                </a:lnTo>
                <a:lnTo>
                  <a:pt x="28" y="24"/>
                </a:lnTo>
                <a:lnTo>
                  <a:pt x="28" y="23"/>
                </a:lnTo>
                <a:lnTo>
                  <a:pt x="27" y="23"/>
                </a:lnTo>
                <a:lnTo>
                  <a:pt x="28" y="21"/>
                </a:lnTo>
                <a:lnTo>
                  <a:pt x="27" y="20"/>
                </a:lnTo>
                <a:lnTo>
                  <a:pt x="27" y="18"/>
                </a:lnTo>
                <a:lnTo>
                  <a:pt x="25" y="17"/>
                </a:lnTo>
                <a:lnTo>
                  <a:pt x="26" y="15"/>
                </a:lnTo>
                <a:lnTo>
                  <a:pt x="25" y="15"/>
                </a:lnTo>
                <a:lnTo>
                  <a:pt x="25" y="14"/>
                </a:lnTo>
                <a:lnTo>
                  <a:pt x="26" y="14"/>
                </a:lnTo>
                <a:lnTo>
                  <a:pt x="24" y="12"/>
                </a:lnTo>
                <a:lnTo>
                  <a:pt x="23" y="11"/>
                </a:lnTo>
                <a:lnTo>
                  <a:pt x="23" y="11"/>
                </a:lnTo>
                <a:lnTo>
                  <a:pt x="22" y="9"/>
                </a:lnTo>
                <a:lnTo>
                  <a:pt x="22" y="10"/>
                </a:lnTo>
                <a:lnTo>
                  <a:pt x="21" y="9"/>
                </a:lnTo>
                <a:lnTo>
                  <a:pt x="22" y="8"/>
                </a:lnTo>
                <a:lnTo>
                  <a:pt x="22" y="7"/>
                </a:lnTo>
                <a:lnTo>
                  <a:pt x="22" y="6"/>
                </a:lnTo>
                <a:lnTo>
                  <a:pt x="22" y="5"/>
                </a:lnTo>
                <a:lnTo>
                  <a:pt x="22" y="5"/>
                </a:lnTo>
                <a:lnTo>
                  <a:pt x="22" y="4"/>
                </a:lnTo>
                <a:lnTo>
                  <a:pt x="18" y="4"/>
                </a:lnTo>
                <a:lnTo>
                  <a:pt x="16" y="3"/>
                </a:lnTo>
                <a:lnTo>
                  <a:pt x="15" y="3"/>
                </a:lnTo>
                <a:lnTo>
                  <a:pt x="14" y="1"/>
                </a:lnTo>
                <a:lnTo>
                  <a:pt x="13" y="1"/>
                </a:lnTo>
                <a:lnTo>
                  <a:pt x="11" y="0"/>
                </a:lnTo>
                <a:lnTo>
                  <a:pt x="10" y="2"/>
                </a:lnTo>
                <a:lnTo>
                  <a:pt x="8" y="2"/>
                </a:lnTo>
                <a:lnTo>
                  <a:pt x="9" y="4"/>
                </a:lnTo>
                <a:lnTo>
                  <a:pt x="8" y="5"/>
                </a:lnTo>
                <a:lnTo>
                  <a:pt x="8" y="6"/>
                </a:lnTo>
                <a:lnTo>
                  <a:pt x="7" y="7"/>
                </a:lnTo>
                <a:lnTo>
                  <a:pt x="7" y="7"/>
                </a:lnTo>
                <a:lnTo>
                  <a:pt x="4" y="7"/>
                </a:lnTo>
                <a:lnTo>
                  <a:pt x="3" y="7"/>
                </a:lnTo>
                <a:lnTo>
                  <a:pt x="3" y="8"/>
                </a:lnTo>
                <a:lnTo>
                  <a:pt x="2" y="8"/>
                </a:lnTo>
                <a:lnTo>
                  <a:pt x="3" y="10"/>
                </a:lnTo>
                <a:lnTo>
                  <a:pt x="3" y="12"/>
                </a:lnTo>
                <a:lnTo>
                  <a:pt x="3" y="14"/>
                </a:lnTo>
                <a:lnTo>
                  <a:pt x="3" y="14"/>
                </a:lnTo>
                <a:lnTo>
                  <a:pt x="5" y="14"/>
                </a:lnTo>
                <a:lnTo>
                  <a:pt x="4" y="16"/>
                </a:lnTo>
                <a:lnTo>
                  <a:pt x="5" y="17"/>
                </a:lnTo>
                <a:lnTo>
                  <a:pt x="6" y="17"/>
                </a:lnTo>
                <a:lnTo>
                  <a:pt x="9" y="19"/>
                </a:lnTo>
                <a:lnTo>
                  <a:pt x="7" y="20"/>
                </a:lnTo>
                <a:lnTo>
                  <a:pt x="6" y="20"/>
                </a:lnTo>
                <a:lnTo>
                  <a:pt x="6" y="22"/>
                </a:lnTo>
                <a:lnTo>
                  <a:pt x="3" y="24"/>
                </a:lnTo>
                <a:lnTo>
                  <a:pt x="3" y="25"/>
                </a:lnTo>
                <a:lnTo>
                  <a:pt x="4" y="25"/>
                </a:lnTo>
                <a:lnTo>
                  <a:pt x="4" y="27"/>
                </a:lnTo>
                <a:lnTo>
                  <a:pt x="3" y="27"/>
                </a:lnTo>
                <a:lnTo>
                  <a:pt x="4" y="28"/>
                </a:lnTo>
                <a:lnTo>
                  <a:pt x="1" y="28"/>
                </a:lnTo>
                <a:lnTo>
                  <a:pt x="0" y="30"/>
                </a:lnTo>
                <a:lnTo>
                  <a:pt x="1" y="30"/>
                </a:lnTo>
                <a:lnTo>
                  <a:pt x="1" y="32"/>
                </a:lnTo>
                <a:lnTo>
                  <a:pt x="1" y="34"/>
                </a:lnTo>
                <a:lnTo>
                  <a:pt x="3" y="36"/>
                </a:lnTo>
                <a:lnTo>
                  <a:pt x="5" y="36"/>
                </a:lnTo>
                <a:lnTo>
                  <a:pt x="5" y="37"/>
                </a:lnTo>
                <a:lnTo>
                  <a:pt x="6" y="38"/>
                </a:lnTo>
                <a:lnTo>
                  <a:pt x="11" y="40"/>
                </a:lnTo>
                <a:lnTo>
                  <a:pt x="16" y="43"/>
                </a:lnTo>
                <a:lnTo>
                  <a:pt x="15" y="46"/>
                </a:lnTo>
                <a:lnTo>
                  <a:pt x="16" y="47"/>
                </a:lnTo>
                <a:lnTo>
                  <a:pt x="17" y="49"/>
                </a:lnTo>
                <a:lnTo>
                  <a:pt x="19" y="51"/>
                </a:lnTo>
                <a:lnTo>
                  <a:pt x="19" y="53"/>
                </a:lnTo>
                <a:lnTo>
                  <a:pt x="18" y="54"/>
                </a:lnTo>
                <a:lnTo>
                  <a:pt x="19" y="55"/>
                </a:lnTo>
                <a:lnTo>
                  <a:pt x="18" y="55"/>
                </a:lnTo>
                <a:lnTo>
                  <a:pt x="20" y="57"/>
                </a:lnTo>
                <a:lnTo>
                  <a:pt x="20" y="58"/>
                </a:lnTo>
                <a:lnTo>
                  <a:pt x="21" y="58"/>
                </a:lnTo>
                <a:lnTo>
                  <a:pt x="21" y="59"/>
                </a:lnTo>
                <a:lnTo>
                  <a:pt x="22" y="61"/>
                </a:lnTo>
                <a:lnTo>
                  <a:pt x="26" y="65"/>
                </a:lnTo>
                <a:lnTo>
                  <a:pt x="27" y="66"/>
                </a:lnTo>
                <a:lnTo>
                  <a:pt x="24" y="69"/>
                </a:lnTo>
                <a:lnTo>
                  <a:pt x="23" y="67"/>
                </a:lnTo>
                <a:lnTo>
                  <a:pt x="22" y="67"/>
                </a:lnTo>
                <a:lnTo>
                  <a:pt x="22" y="68"/>
                </a:lnTo>
                <a:lnTo>
                  <a:pt x="21" y="69"/>
                </a:lnTo>
                <a:lnTo>
                  <a:pt x="22" y="69"/>
                </a:lnTo>
                <a:lnTo>
                  <a:pt x="21" y="70"/>
                </a:lnTo>
                <a:lnTo>
                  <a:pt x="22" y="71"/>
                </a:lnTo>
                <a:lnTo>
                  <a:pt x="23" y="73"/>
                </a:lnTo>
                <a:lnTo>
                  <a:pt x="25" y="75"/>
                </a:lnTo>
                <a:lnTo>
                  <a:pt x="24" y="77"/>
                </a:lnTo>
                <a:lnTo>
                  <a:pt x="24" y="77"/>
                </a:lnTo>
                <a:lnTo>
                  <a:pt x="25" y="78"/>
                </a:lnTo>
                <a:lnTo>
                  <a:pt x="26" y="80"/>
                </a:lnTo>
                <a:lnTo>
                  <a:pt x="27" y="80"/>
                </a:lnTo>
                <a:lnTo>
                  <a:pt x="27" y="81"/>
                </a:lnTo>
                <a:lnTo>
                  <a:pt x="26" y="82"/>
                </a:lnTo>
                <a:lnTo>
                  <a:pt x="26" y="84"/>
                </a:lnTo>
                <a:lnTo>
                  <a:pt x="27" y="84"/>
                </a:lnTo>
                <a:lnTo>
                  <a:pt x="26" y="86"/>
                </a:lnTo>
                <a:lnTo>
                  <a:pt x="27" y="87"/>
                </a:lnTo>
                <a:lnTo>
                  <a:pt x="27" y="90"/>
                </a:lnTo>
                <a:lnTo>
                  <a:pt x="27" y="91"/>
                </a:lnTo>
                <a:lnTo>
                  <a:pt x="27" y="92"/>
                </a:lnTo>
                <a:lnTo>
                  <a:pt x="27" y="93"/>
                </a:lnTo>
                <a:lnTo>
                  <a:pt x="27" y="93"/>
                </a:lnTo>
                <a:lnTo>
                  <a:pt x="28" y="96"/>
                </a:lnTo>
                <a:lnTo>
                  <a:pt x="28" y="99"/>
                </a:lnTo>
                <a:lnTo>
                  <a:pt x="27" y="101"/>
                </a:lnTo>
                <a:lnTo>
                  <a:pt x="26" y="105"/>
                </a:lnTo>
                <a:lnTo>
                  <a:pt x="27" y="106"/>
                </a:lnTo>
                <a:lnTo>
                  <a:pt x="27" y="107"/>
                </a:lnTo>
                <a:lnTo>
                  <a:pt x="28" y="113"/>
                </a:lnTo>
                <a:lnTo>
                  <a:pt x="28" y="115"/>
                </a:lnTo>
                <a:lnTo>
                  <a:pt x="28" y="117"/>
                </a:lnTo>
                <a:lnTo>
                  <a:pt x="28" y="122"/>
                </a:lnTo>
                <a:lnTo>
                  <a:pt x="27" y="124"/>
                </a:lnTo>
                <a:lnTo>
                  <a:pt x="28" y="126"/>
                </a:lnTo>
                <a:lnTo>
                  <a:pt x="28" y="127"/>
                </a:lnTo>
                <a:lnTo>
                  <a:pt x="29" y="130"/>
                </a:lnTo>
                <a:lnTo>
                  <a:pt x="28" y="130"/>
                </a:lnTo>
                <a:lnTo>
                  <a:pt x="29" y="132"/>
                </a:lnTo>
                <a:lnTo>
                  <a:pt x="29" y="133"/>
                </a:lnTo>
                <a:lnTo>
                  <a:pt x="28" y="133"/>
                </a:lnTo>
                <a:lnTo>
                  <a:pt x="29" y="136"/>
                </a:lnTo>
                <a:lnTo>
                  <a:pt x="30" y="137"/>
                </a:lnTo>
                <a:lnTo>
                  <a:pt x="31" y="138"/>
                </a:lnTo>
                <a:lnTo>
                  <a:pt x="32" y="139"/>
                </a:lnTo>
                <a:lnTo>
                  <a:pt x="33" y="137"/>
                </a:lnTo>
                <a:lnTo>
                  <a:pt x="32" y="136"/>
                </a:lnTo>
                <a:lnTo>
                  <a:pt x="33" y="134"/>
                </a:lnTo>
                <a:lnTo>
                  <a:pt x="33" y="133"/>
                </a:lnTo>
                <a:lnTo>
                  <a:pt x="33" y="133"/>
                </a:lnTo>
                <a:lnTo>
                  <a:pt x="33" y="132"/>
                </a:lnTo>
                <a:lnTo>
                  <a:pt x="33" y="131"/>
                </a:lnTo>
                <a:lnTo>
                  <a:pt x="34" y="131"/>
                </a:lnTo>
                <a:lnTo>
                  <a:pt x="34" y="130"/>
                </a:lnTo>
                <a:lnTo>
                  <a:pt x="35" y="129"/>
                </a:lnTo>
                <a:lnTo>
                  <a:pt x="36" y="129"/>
                </a:lnTo>
                <a:lnTo>
                  <a:pt x="36" y="128"/>
                </a:lnTo>
                <a:lnTo>
                  <a:pt x="36" y="127"/>
                </a:lnTo>
                <a:lnTo>
                  <a:pt x="37" y="127"/>
                </a:lnTo>
                <a:lnTo>
                  <a:pt x="38" y="125"/>
                </a:lnTo>
                <a:lnTo>
                  <a:pt x="39" y="125"/>
                </a:lnTo>
                <a:lnTo>
                  <a:pt x="40" y="124"/>
                </a:lnTo>
                <a:lnTo>
                  <a:pt x="40" y="126"/>
                </a:lnTo>
                <a:lnTo>
                  <a:pt x="40" y="128"/>
                </a:lnTo>
                <a:lnTo>
                  <a:pt x="41" y="128"/>
                </a:lnTo>
                <a:lnTo>
                  <a:pt x="42" y="129"/>
                </a:lnTo>
                <a:lnTo>
                  <a:pt x="42" y="130"/>
                </a:lnTo>
                <a:lnTo>
                  <a:pt x="42" y="129"/>
                </a:lnTo>
                <a:lnTo>
                  <a:pt x="42" y="130"/>
                </a:lnTo>
                <a:lnTo>
                  <a:pt x="43" y="130"/>
                </a:lnTo>
                <a:lnTo>
                  <a:pt x="44" y="132"/>
                </a:lnTo>
                <a:lnTo>
                  <a:pt x="44" y="133"/>
                </a:lnTo>
                <a:lnTo>
                  <a:pt x="46" y="134"/>
                </a:lnTo>
                <a:lnTo>
                  <a:pt x="46" y="136"/>
                </a:lnTo>
                <a:lnTo>
                  <a:pt x="48" y="137"/>
                </a:lnTo>
                <a:lnTo>
                  <a:pt x="47" y="138"/>
                </a:lnTo>
                <a:lnTo>
                  <a:pt x="48" y="138"/>
                </a:lnTo>
                <a:lnTo>
                  <a:pt x="47" y="139"/>
                </a:lnTo>
                <a:lnTo>
                  <a:pt x="46" y="139"/>
                </a:lnTo>
                <a:lnTo>
                  <a:pt x="46" y="140"/>
                </a:lnTo>
                <a:lnTo>
                  <a:pt x="45" y="140"/>
                </a:lnTo>
                <a:lnTo>
                  <a:pt x="45" y="141"/>
                </a:lnTo>
                <a:lnTo>
                  <a:pt x="46" y="143"/>
                </a:lnTo>
                <a:lnTo>
                  <a:pt x="47" y="144"/>
                </a:lnTo>
                <a:lnTo>
                  <a:pt x="48" y="146"/>
                </a:lnTo>
                <a:lnTo>
                  <a:pt x="47" y="146"/>
                </a:lnTo>
                <a:lnTo>
                  <a:pt x="48" y="147"/>
                </a:lnTo>
                <a:lnTo>
                  <a:pt x="50" y="147"/>
                </a:lnTo>
                <a:lnTo>
                  <a:pt x="50" y="149"/>
                </a:lnTo>
                <a:lnTo>
                  <a:pt x="50" y="149"/>
                </a:lnTo>
                <a:lnTo>
                  <a:pt x="50" y="150"/>
                </a:lnTo>
                <a:lnTo>
                  <a:pt x="50" y="151"/>
                </a:lnTo>
                <a:lnTo>
                  <a:pt x="53" y="147"/>
                </a:lnTo>
                <a:lnTo>
                  <a:pt x="54" y="148"/>
                </a:lnTo>
                <a:lnTo>
                  <a:pt x="55" y="149"/>
                </a:lnTo>
                <a:lnTo>
                  <a:pt x="56" y="148"/>
                </a:lnTo>
                <a:lnTo>
                  <a:pt x="57" y="146"/>
                </a:lnTo>
                <a:lnTo>
                  <a:pt x="58" y="146"/>
                </a:lnTo>
                <a:lnTo>
                  <a:pt x="58" y="148"/>
                </a:lnTo>
                <a:lnTo>
                  <a:pt x="58" y="149"/>
                </a:lnTo>
                <a:lnTo>
                  <a:pt x="59" y="150"/>
                </a:lnTo>
                <a:lnTo>
                  <a:pt x="59" y="152"/>
                </a:lnTo>
                <a:lnTo>
                  <a:pt x="61" y="152"/>
                </a:lnTo>
                <a:lnTo>
                  <a:pt x="60" y="153"/>
                </a:lnTo>
                <a:lnTo>
                  <a:pt x="61" y="153"/>
                </a:lnTo>
                <a:lnTo>
                  <a:pt x="62" y="156"/>
                </a:lnTo>
                <a:lnTo>
                  <a:pt x="61" y="157"/>
                </a:lnTo>
                <a:lnTo>
                  <a:pt x="62" y="157"/>
                </a:lnTo>
                <a:lnTo>
                  <a:pt x="64" y="160"/>
                </a:lnTo>
                <a:lnTo>
                  <a:pt x="64" y="162"/>
                </a:lnTo>
                <a:lnTo>
                  <a:pt x="65" y="163"/>
                </a:lnTo>
                <a:lnTo>
                  <a:pt x="66" y="163"/>
                </a:lnTo>
                <a:close/>
              </a:path>
            </a:pathLst>
          </a:custGeom>
          <a:solidFill>
            <a:srgbClr val="7FA8D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3747898" y="4994116"/>
            <a:ext cx="769560" cy="673365"/>
          </a:xfrm>
          <a:custGeom>
            <a:avLst/>
            <a:gdLst/>
            <a:ahLst/>
            <a:cxnLst/>
            <a:rect l="l" t="t" r="r" b="b"/>
            <a:pathLst>
              <a:path w="120" h="105">
                <a:moveTo>
                  <a:pt x="113" y="15"/>
                </a:moveTo>
                <a:lnTo>
                  <a:pt x="111" y="16"/>
                </a:lnTo>
                <a:lnTo>
                  <a:pt x="110" y="17"/>
                </a:lnTo>
                <a:lnTo>
                  <a:pt x="111" y="19"/>
                </a:lnTo>
                <a:lnTo>
                  <a:pt x="110" y="20"/>
                </a:lnTo>
                <a:lnTo>
                  <a:pt x="109" y="21"/>
                </a:lnTo>
                <a:lnTo>
                  <a:pt x="110" y="22"/>
                </a:lnTo>
                <a:lnTo>
                  <a:pt x="109" y="23"/>
                </a:lnTo>
                <a:lnTo>
                  <a:pt x="108" y="22"/>
                </a:lnTo>
                <a:lnTo>
                  <a:pt x="108" y="23"/>
                </a:lnTo>
                <a:lnTo>
                  <a:pt x="106" y="23"/>
                </a:lnTo>
                <a:lnTo>
                  <a:pt x="106" y="22"/>
                </a:lnTo>
                <a:lnTo>
                  <a:pt x="105" y="22"/>
                </a:lnTo>
                <a:lnTo>
                  <a:pt x="104" y="21"/>
                </a:lnTo>
                <a:lnTo>
                  <a:pt x="103" y="22"/>
                </a:lnTo>
                <a:lnTo>
                  <a:pt x="102" y="22"/>
                </a:lnTo>
                <a:lnTo>
                  <a:pt x="102" y="21"/>
                </a:lnTo>
                <a:lnTo>
                  <a:pt x="103" y="20"/>
                </a:lnTo>
                <a:lnTo>
                  <a:pt x="103" y="18"/>
                </a:lnTo>
                <a:lnTo>
                  <a:pt x="103" y="18"/>
                </a:lnTo>
                <a:lnTo>
                  <a:pt x="103" y="17"/>
                </a:lnTo>
                <a:lnTo>
                  <a:pt x="102" y="16"/>
                </a:lnTo>
                <a:lnTo>
                  <a:pt x="100" y="17"/>
                </a:lnTo>
                <a:lnTo>
                  <a:pt x="101" y="18"/>
                </a:lnTo>
                <a:lnTo>
                  <a:pt x="101" y="19"/>
                </a:lnTo>
                <a:lnTo>
                  <a:pt x="101" y="19"/>
                </a:lnTo>
                <a:lnTo>
                  <a:pt x="100" y="20"/>
                </a:lnTo>
                <a:lnTo>
                  <a:pt x="99" y="19"/>
                </a:lnTo>
                <a:lnTo>
                  <a:pt x="99" y="18"/>
                </a:lnTo>
                <a:lnTo>
                  <a:pt x="100" y="18"/>
                </a:lnTo>
                <a:lnTo>
                  <a:pt x="100" y="17"/>
                </a:lnTo>
                <a:lnTo>
                  <a:pt x="99" y="15"/>
                </a:lnTo>
                <a:lnTo>
                  <a:pt x="100" y="15"/>
                </a:lnTo>
                <a:lnTo>
                  <a:pt x="100" y="14"/>
                </a:lnTo>
                <a:lnTo>
                  <a:pt x="100" y="13"/>
                </a:lnTo>
                <a:lnTo>
                  <a:pt x="99" y="12"/>
                </a:lnTo>
                <a:lnTo>
                  <a:pt x="97" y="13"/>
                </a:lnTo>
                <a:lnTo>
                  <a:pt x="94" y="12"/>
                </a:lnTo>
                <a:lnTo>
                  <a:pt x="95" y="9"/>
                </a:lnTo>
                <a:lnTo>
                  <a:pt x="94" y="9"/>
                </a:lnTo>
                <a:lnTo>
                  <a:pt x="94" y="7"/>
                </a:lnTo>
                <a:lnTo>
                  <a:pt x="94" y="6"/>
                </a:lnTo>
                <a:lnTo>
                  <a:pt x="94" y="6"/>
                </a:lnTo>
                <a:lnTo>
                  <a:pt x="93" y="4"/>
                </a:lnTo>
                <a:lnTo>
                  <a:pt x="93" y="3"/>
                </a:lnTo>
                <a:lnTo>
                  <a:pt x="93" y="3"/>
                </a:lnTo>
                <a:lnTo>
                  <a:pt x="92" y="4"/>
                </a:lnTo>
                <a:lnTo>
                  <a:pt x="91" y="3"/>
                </a:lnTo>
                <a:lnTo>
                  <a:pt x="90" y="4"/>
                </a:lnTo>
                <a:lnTo>
                  <a:pt x="89" y="3"/>
                </a:lnTo>
                <a:lnTo>
                  <a:pt x="88" y="4"/>
                </a:lnTo>
                <a:lnTo>
                  <a:pt x="86" y="4"/>
                </a:lnTo>
                <a:lnTo>
                  <a:pt x="86" y="5"/>
                </a:lnTo>
                <a:lnTo>
                  <a:pt x="85" y="5"/>
                </a:lnTo>
                <a:lnTo>
                  <a:pt x="85" y="6"/>
                </a:lnTo>
                <a:lnTo>
                  <a:pt x="84" y="5"/>
                </a:lnTo>
                <a:lnTo>
                  <a:pt x="84" y="4"/>
                </a:lnTo>
                <a:lnTo>
                  <a:pt x="83" y="4"/>
                </a:lnTo>
                <a:lnTo>
                  <a:pt x="84" y="2"/>
                </a:lnTo>
                <a:lnTo>
                  <a:pt x="82" y="0"/>
                </a:lnTo>
                <a:lnTo>
                  <a:pt x="81" y="2"/>
                </a:lnTo>
                <a:lnTo>
                  <a:pt x="81" y="1"/>
                </a:lnTo>
                <a:lnTo>
                  <a:pt x="79" y="2"/>
                </a:lnTo>
                <a:lnTo>
                  <a:pt x="79" y="0"/>
                </a:lnTo>
                <a:lnTo>
                  <a:pt x="77" y="1"/>
                </a:lnTo>
                <a:lnTo>
                  <a:pt x="76" y="1"/>
                </a:lnTo>
                <a:lnTo>
                  <a:pt x="75" y="1"/>
                </a:lnTo>
                <a:lnTo>
                  <a:pt x="76" y="2"/>
                </a:lnTo>
                <a:lnTo>
                  <a:pt x="76" y="2"/>
                </a:lnTo>
                <a:lnTo>
                  <a:pt x="76" y="3"/>
                </a:lnTo>
                <a:lnTo>
                  <a:pt x="75" y="3"/>
                </a:lnTo>
                <a:lnTo>
                  <a:pt x="75" y="4"/>
                </a:lnTo>
                <a:lnTo>
                  <a:pt x="75" y="5"/>
                </a:lnTo>
                <a:lnTo>
                  <a:pt x="76" y="6"/>
                </a:lnTo>
                <a:lnTo>
                  <a:pt x="75" y="9"/>
                </a:lnTo>
                <a:lnTo>
                  <a:pt x="74" y="9"/>
                </a:lnTo>
                <a:lnTo>
                  <a:pt x="74" y="10"/>
                </a:lnTo>
                <a:lnTo>
                  <a:pt x="73" y="10"/>
                </a:lnTo>
                <a:lnTo>
                  <a:pt x="73" y="11"/>
                </a:lnTo>
                <a:lnTo>
                  <a:pt x="72" y="10"/>
                </a:lnTo>
                <a:lnTo>
                  <a:pt x="72" y="9"/>
                </a:lnTo>
                <a:lnTo>
                  <a:pt x="72" y="9"/>
                </a:lnTo>
                <a:lnTo>
                  <a:pt x="72" y="9"/>
                </a:lnTo>
                <a:lnTo>
                  <a:pt x="72" y="8"/>
                </a:lnTo>
                <a:lnTo>
                  <a:pt x="71" y="8"/>
                </a:lnTo>
                <a:lnTo>
                  <a:pt x="68" y="8"/>
                </a:lnTo>
                <a:lnTo>
                  <a:pt x="68" y="8"/>
                </a:lnTo>
                <a:lnTo>
                  <a:pt x="67" y="9"/>
                </a:lnTo>
                <a:lnTo>
                  <a:pt x="68" y="10"/>
                </a:lnTo>
                <a:lnTo>
                  <a:pt x="67" y="11"/>
                </a:lnTo>
                <a:lnTo>
                  <a:pt x="66" y="10"/>
                </a:lnTo>
                <a:lnTo>
                  <a:pt x="64" y="11"/>
                </a:lnTo>
                <a:lnTo>
                  <a:pt x="65" y="12"/>
                </a:lnTo>
                <a:lnTo>
                  <a:pt x="66" y="12"/>
                </a:lnTo>
                <a:lnTo>
                  <a:pt x="65" y="14"/>
                </a:lnTo>
                <a:lnTo>
                  <a:pt x="65" y="14"/>
                </a:lnTo>
                <a:lnTo>
                  <a:pt x="64" y="15"/>
                </a:lnTo>
                <a:lnTo>
                  <a:pt x="64" y="14"/>
                </a:lnTo>
                <a:lnTo>
                  <a:pt x="63" y="14"/>
                </a:lnTo>
                <a:lnTo>
                  <a:pt x="63" y="15"/>
                </a:lnTo>
                <a:lnTo>
                  <a:pt x="63" y="16"/>
                </a:lnTo>
                <a:lnTo>
                  <a:pt x="62" y="16"/>
                </a:lnTo>
                <a:lnTo>
                  <a:pt x="63" y="18"/>
                </a:lnTo>
                <a:lnTo>
                  <a:pt x="62" y="18"/>
                </a:lnTo>
                <a:lnTo>
                  <a:pt x="62" y="17"/>
                </a:lnTo>
                <a:lnTo>
                  <a:pt x="61" y="17"/>
                </a:lnTo>
                <a:lnTo>
                  <a:pt x="59" y="17"/>
                </a:lnTo>
                <a:lnTo>
                  <a:pt x="59" y="16"/>
                </a:lnTo>
                <a:lnTo>
                  <a:pt x="60" y="16"/>
                </a:lnTo>
                <a:lnTo>
                  <a:pt x="60" y="15"/>
                </a:lnTo>
                <a:lnTo>
                  <a:pt x="61" y="14"/>
                </a:lnTo>
                <a:lnTo>
                  <a:pt x="60" y="14"/>
                </a:lnTo>
                <a:lnTo>
                  <a:pt x="61" y="13"/>
                </a:lnTo>
                <a:lnTo>
                  <a:pt x="60" y="13"/>
                </a:lnTo>
                <a:lnTo>
                  <a:pt x="60" y="13"/>
                </a:lnTo>
                <a:lnTo>
                  <a:pt x="60" y="12"/>
                </a:lnTo>
                <a:lnTo>
                  <a:pt x="59" y="12"/>
                </a:lnTo>
                <a:lnTo>
                  <a:pt x="59" y="11"/>
                </a:lnTo>
                <a:lnTo>
                  <a:pt x="57" y="9"/>
                </a:lnTo>
                <a:lnTo>
                  <a:pt x="57" y="10"/>
                </a:lnTo>
                <a:lnTo>
                  <a:pt x="57" y="11"/>
                </a:lnTo>
                <a:lnTo>
                  <a:pt x="59" y="13"/>
                </a:lnTo>
                <a:lnTo>
                  <a:pt x="58" y="13"/>
                </a:lnTo>
                <a:lnTo>
                  <a:pt x="58" y="15"/>
                </a:lnTo>
                <a:lnTo>
                  <a:pt x="57" y="15"/>
                </a:lnTo>
                <a:lnTo>
                  <a:pt x="58" y="16"/>
                </a:lnTo>
                <a:lnTo>
                  <a:pt x="58" y="16"/>
                </a:lnTo>
                <a:lnTo>
                  <a:pt x="56" y="15"/>
                </a:lnTo>
                <a:lnTo>
                  <a:pt x="56" y="16"/>
                </a:lnTo>
                <a:lnTo>
                  <a:pt x="56" y="17"/>
                </a:lnTo>
                <a:lnTo>
                  <a:pt x="55" y="18"/>
                </a:lnTo>
                <a:lnTo>
                  <a:pt x="54" y="17"/>
                </a:lnTo>
                <a:lnTo>
                  <a:pt x="54" y="16"/>
                </a:lnTo>
                <a:lnTo>
                  <a:pt x="53" y="16"/>
                </a:lnTo>
                <a:lnTo>
                  <a:pt x="52" y="15"/>
                </a:lnTo>
                <a:lnTo>
                  <a:pt x="51" y="14"/>
                </a:lnTo>
                <a:lnTo>
                  <a:pt x="50" y="14"/>
                </a:lnTo>
                <a:lnTo>
                  <a:pt x="50" y="13"/>
                </a:lnTo>
                <a:lnTo>
                  <a:pt x="49" y="13"/>
                </a:lnTo>
                <a:lnTo>
                  <a:pt x="48" y="11"/>
                </a:lnTo>
                <a:lnTo>
                  <a:pt x="47" y="11"/>
                </a:lnTo>
                <a:lnTo>
                  <a:pt x="47" y="13"/>
                </a:lnTo>
                <a:lnTo>
                  <a:pt x="46" y="13"/>
                </a:lnTo>
                <a:lnTo>
                  <a:pt x="46" y="15"/>
                </a:lnTo>
                <a:lnTo>
                  <a:pt x="44" y="15"/>
                </a:lnTo>
                <a:lnTo>
                  <a:pt x="43" y="15"/>
                </a:lnTo>
                <a:lnTo>
                  <a:pt x="43" y="14"/>
                </a:lnTo>
                <a:lnTo>
                  <a:pt x="42" y="15"/>
                </a:lnTo>
                <a:lnTo>
                  <a:pt x="42" y="16"/>
                </a:lnTo>
                <a:lnTo>
                  <a:pt x="41" y="17"/>
                </a:lnTo>
                <a:lnTo>
                  <a:pt x="41" y="18"/>
                </a:lnTo>
                <a:lnTo>
                  <a:pt x="41" y="19"/>
                </a:lnTo>
                <a:lnTo>
                  <a:pt x="41" y="20"/>
                </a:lnTo>
                <a:lnTo>
                  <a:pt x="41" y="21"/>
                </a:lnTo>
                <a:lnTo>
                  <a:pt x="43" y="22"/>
                </a:lnTo>
                <a:lnTo>
                  <a:pt x="43" y="21"/>
                </a:lnTo>
                <a:lnTo>
                  <a:pt x="44" y="21"/>
                </a:lnTo>
                <a:lnTo>
                  <a:pt x="45" y="21"/>
                </a:lnTo>
                <a:lnTo>
                  <a:pt x="45" y="23"/>
                </a:lnTo>
                <a:lnTo>
                  <a:pt x="46" y="23"/>
                </a:lnTo>
                <a:lnTo>
                  <a:pt x="45" y="25"/>
                </a:lnTo>
                <a:lnTo>
                  <a:pt x="46" y="26"/>
                </a:lnTo>
                <a:lnTo>
                  <a:pt x="47" y="25"/>
                </a:lnTo>
                <a:lnTo>
                  <a:pt x="48" y="26"/>
                </a:lnTo>
                <a:lnTo>
                  <a:pt x="50" y="25"/>
                </a:lnTo>
                <a:lnTo>
                  <a:pt x="51" y="25"/>
                </a:lnTo>
                <a:lnTo>
                  <a:pt x="52" y="25"/>
                </a:lnTo>
                <a:lnTo>
                  <a:pt x="54" y="27"/>
                </a:lnTo>
                <a:lnTo>
                  <a:pt x="53" y="28"/>
                </a:lnTo>
                <a:lnTo>
                  <a:pt x="54" y="28"/>
                </a:lnTo>
                <a:lnTo>
                  <a:pt x="55" y="29"/>
                </a:lnTo>
                <a:lnTo>
                  <a:pt x="54" y="30"/>
                </a:lnTo>
                <a:lnTo>
                  <a:pt x="54" y="31"/>
                </a:lnTo>
                <a:lnTo>
                  <a:pt x="55" y="31"/>
                </a:lnTo>
                <a:lnTo>
                  <a:pt x="55" y="31"/>
                </a:lnTo>
                <a:lnTo>
                  <a:pt x="54" y="33"/>
                </a:lnTo>
                <a:lnTo>
                  <a:pt x="53" y="33"/>
                </a:lnTo>
                <a:lnTo>
                  <a:pt x="52" y="34"/>
                </a:lnTo>
                <a:lnTo>
                  <a:pt x="51" y="33"/>
                </a:lnTo>
                <a:lnTo>
                  <a:pt x="50" y="33"/>
                </a:lnTo>
                <a:lnTo>
                  <a:pt x="49" y="34"/>
                </a:lnTo>
                <a:lnTo>
                  <a:pt x="47" y="34"/>
                </a:lnTo>
                <a:lnTo>
                  <a:pt x="47" y="34"/>
                </a:lnTo>
                <a:lnTo>
                  <a:pt x="46" y="34"/>
                </a:lnTo>
                <a:lnTo>
                  <a:pt x="45" y="35"/>
                </a:lnTo>
                <a:lnTo>
                  <a:pt x="44" y="35"/>
                </a:lnTo>
                <a:lnTo>
                  <a:pt x="43" y="35"/>
                </a:lnTo>
                <a:lnTo>
                  <a:pt x="43" y="35"/>
                </a:lnTo>
                <a:lnTo>
                  <a:pt x="41" y="36"/>
                </a:lnTo>
                <a:lnTo>
                  <a:pt x="40" y="35"/>
                </a:lnTo>
                <a:lnTo>
                  <a:pt x="40" y="35"/>
                </a:lnTo>
                <a:lnTo>
                  <a:pt x="39" y="34"/>
                </a:lnTo>
                <a:lnTo>
                  <a:pt x="37" y="33"/>
                </a:lnTo>
                <a:lnTo>
                  <a:pt x="35" y="34"/>
                </a:lnTo>
                <a:lnTo>
                  <a:pt x="35" y="35"/>
                </a:lnTo>
                <a:lnTo>
                  <a:pt x="34" y="37"/>
                </a:lnTo>
                <a:lnTo>
                  <a:pt x="33" y="39"/>
                </a:lnTo>
                <a:lnTo>
                  <a:pt x="34" y="39"/>
                </a:lnTo>
                <a:lnTo>
                  <a:pt x="33" y="40"/>
                </a:lnTo>
                <a:lnTo>
                  <a:pt x="33" y="41"/>
                </a:lnTo>
                <a:lnTo>
                  <a:pt x="32" y="43"/>
                </a:lnTo>
                <a:lnTo>
                  <a:pt x="32" y="42"/>
                </a:lnTo>
                <a:lnTo>
                  <a:pt x="30" y="42"/>
                </a:lnTo>
                <a:lnTo>
                  <a:pt x="26" y="44"/>
                </a:lnTo>
                <a:lnTo>
                  <a:pt x="25" y="44"/>
                </a:lnTo>
                <a:lnTo>
                  <a:pt x="26" y="43"/>
                </a:lnTo>
                <a:lnTo>
                  <a:pt x="25" y="43"/>
                </a:lnTo>
                <a:lnTo>
                  <a:pt x="24" y="44"/>
                </a:lnTo>
                <a:lnTo>
                  <a:pt x="23" y="43"/>
                </a:lnTo>
                <a:lnTo>
                  <a:pt x="21" y="44"/>
                </a:lnTo>
                <a:lnTo>
                  <a:pt x="20" y="43"/>
                </a:lnTo>
                <a:lnTo>
                  <a:pt x="19" y="44"/>
                </a:lnTo>
                <a:lnTo>
                  <a:pt x="18" y="42"/>
                </a:lnTo>
                <a:lnTo>
                  <a:pt x="16" y="40"/>
                </a:lnTo>
                <a:lnTo>
                  <a:pt x="13" y="43"/>
                </a:lnTo>
                <a:lnTo>
                  <a:pt x="13" y="44"/>
                </a:lnTo>
                <a:lnTo>
                  <a:pt x="13" y="44"/>
                </a:lnTo>
                <a:lnTo>
                  <a:pt x="12" y="45"/>
                </a:lnTo>
                <a:lnTo>
                  <a:pt x="11" y="43"/>
                </a:lnTo>
                <a:lnTo>
                  <a:pt x="10" y="43"/>
                </a:lnTo>
                <a:lnTo>
                  <a:pt x="9" y="42"/>
                </a:lnTo>
                <a:lnTo>
                  <a:pt x="9" y="41"/>
                </a:lnTo>
                <a:lnTo>
                  <a:pt x="8" y="41"/>
                </a:lnTo>
                <a:lnTo>
                  <a:pt x="7" y="41"/>
                </a:lnTo>
                <a:lnTo>
                  <a:pt x="6" y="44"/>
                </a:lnTo>
                <a:lnTo>
                  <a:pt x="4" y="45"/>
                </a:lnTo>
                <a:lnTo>
                  <a:pt x="2" y="48"/>
                </a:lnTo>
                <a:lnTo>
                  <a:pt x="1" y="48"/>
                </a:lnTo>
                <a:lnTo>
                  <a:pt x="1" y="49"/>
                </a:lnTo>
                <a:lnTo>
                  <a:pt x="1" y="49"/>
                </a:lnTo>
                <a:lnTo>
                  <a:pt x="2" y="49"/>
                </a:lnTo>
                <a:lnTo>
                  <a:pt x="1" y="49"/>
                </a:lnTo>
                <a:lnTo>
                  <a:pt x="0" y="49"/>
                </a:lnTo>
                <a:lnTo>
                  <a:pt x="1" y="51"/>
                </a:lnTo>
                <a:lnTo>
                  <a:pt x="2" y="50"/>
                </a:lnTo>
                <a:lnTo>
                  <a:pt x="2" y="50"/>
                </a:lnTo>
                <a:lnTo>
                  <a:pt x="4" y="52"/>
                </a:lnTo>
                <a:lnTo>
                  <a:pt x="4" y="53"/>
                </a:lnTo>
                <a:lnTo>
                  <a:pt x="4" y="54"/>
                </a:lnTo>
                <a:lnTo>
                  <a:pt x="3" y="54"/>
                </a:lnTo>
                <a:lnTo>
                  <a:pt x="2" y="55"/>
                </a:lnTo>
                <a:lnTo>
                  <a:pt x="3" y="57"/>
                </a:lnTo>
                <a:lnTo>
                  <a:pt x="4" y="57"/>
                </a:lnTo>
                <a:lnTo>
                  <a:pt x="3" y="59"/>
                </a:lnTo>
                <a:lnTo>
                  <a:pt x="5" y="61"/>
                </a:lnTo>
                <a:lnTo>
                  <a:pt x="5" y="62"/>
                </a:lnTo>
                <a:lnTo>
                  <a:pt x="10" y="62"/>
                </a:lnTo>
                <a:lnTo>
                  <a:pt x="10" y="61"/>
                </a:lnTo>
                <a:lnTo>
                  <a:pt x="11" y="59"/>
                </a:lnTo>
                <a:lnTo>
                  <a:pt x="15" y="59"/>
                </a:lnTo>
                <a:lnTo>
                  <a:pt x="17" y="58"/>
                </a:lnTo>
                <a:lnTo>
                  <a:pt x="18" y="59"/>
                </a:lnTo>
                <a:lnTo>
                  <a:pt x="17" y="60"/>
                </a:lnTo>
                <a:lnTo>
                  <a:pt x="18" y="60"/>
                </a:lnTo>
                <a:lnTo>
                  <a:pt x="19" y="60"/>
                </a:lnTo>
                <a:lnTo>
                  <a:pt x="20" y="61"/>
                </a:lnTo>
                <a:lnTo>
                  <a:pt x="20" y="62"/>
                </a:lnTo>
                <a:lnTo>
                  <a:pt x="20" y="62"/>
                </a:lnTo>
                <a:lnTo>
                  <a:pt x="21" y="63"/>
                </a:lnTo>
                <a:lnTo>
                  <a:pt x="21" y="63"/>
                </a:lnTo>
                <a:lnTo>
                  <a:pt x="22" y="64"/>
                </a:lnTo>
                <a:lnTo>
                  <a:pt x="22" y="65"/>
                </a:lnTo>
                <a:lnTo>
                  <a:pt x="22" y="65"/>
                </a:lnTo>
                <a:lnTo>
                  <a:pt x="22" y="66"/>
                </a:lnTo>
                <a:lnTo>
                  <a:pt x="20" y="66"/>
                </a:lnTo>
                <a:lnTo>
                  <a:pt x="19" y="68"/>
                </a:lnTo>
                <a:lnTo>
                  <a:pt x="19" y="68"/>
                </a:lnTo>
                <a:lnTo>
                  <a:pt x="19" y="70"/>
                </a:lnTo>
                <a:lnTo>
                  <a:pt x="19" y="71"/>
                </a:lnTo>
                <a:lnTo>
                  <a:pt x="18" y="72"/>
                </a:lnTo>
                <a:lnTo>
                  <a:pt x="17" y="72"/>
                </a:lnTo>
                <a:lnTo>
                  <a:pt x="18" y="73"/>
                </a:lnTo>
                <a:lnTo>
                  <a:pt x="17" y="75"/>
                </a:lnTo>
                <a:lnTo>
                  <a:pt x="16" y="75"/>
                </a:lnTo>
                <a:lnTo>
                  <a:pt x="17" y="76"/>
                </a:lnTo>
                <a:lnTo>
                  <a:pt x="16" y="80"/>
                </a:lnTo>
                <a:lnTo>
                  <a:pt x="15" y="79"/>
                </a:lnTo>
                <a:lnTo>
                  <a:pt x="14" y="81"/>
                </a:lnTo>
                <a:lnTo>
                  <a:pt x="15" y="82"/>
                </a:lnTo>
                <a:lnTo>
                  <a:pt x="17" y="83"/>
                </a:lnTo>
                <a:lnTo>
                  <a:pt x="17" y="84"/>
                </a:lnTo>
                <a:lnTo>
                  <a:pt x="17" y="85"/>
                </a:lnTo>
                <a:lnTo>
                  <a:pt x="17" y="85"/>
                </a:lnTo>
                <a:lnTo>
                  <a:pt x="17" y="85"/>
                </a:lnTo>
                <a:lnTo>
                  <a:pt x="19" y="84"/>
                </a:lnTo>
                <a:lnTo>
                  <a:pt x="19" y="87"/>
                </a:lnTo>
                <a:lnTo>
                  <a:pt x="21" y="88"/>
                </a:lnTo>
                <a:lnTo>
                  <a:pt x="21" y="89"/>
                </a:lnTo>
                <a:lnTo>
                  <a:pt x="25" y="90"/>
                </a:lnTo>
                <a:lnTo>
                  <a:pt x="25" y="91"/>
                </a:lnTo>
                <a:lnTo>
                  <a:pt x="24" y="91"/>
                </a:lnTo>
                <a:lnTo>
                  <a:pt x="25" y="92"/>
                </a:lnTo>
                <a:lnTo>
                  <a:pt x="24" y="92"/>
                </a:lnTo>
                <a:lnTo>
                  <a:pt x="23" y="91"/>
                </a:lnTo>
                <a:lnTo>
                  <a:pt x="23" y="92"/>
                </a:lnTo>
                <a:lnTo>
                  <a:pt x="23" y="92"/>
                </a:lnTo>
                <a:lnTo>
                  <a:pt x="22" y="94"/>
                </a:lnTo>
                <a:lnTo>
                  <a:pt x="21" y="95"/>
                </a:lnTo>
                <a:lnTo>
                  <a:pt x="22" y="95"/>
                </a:lnTo>
                <a:lnTo>
                  <a:pt x="23" y="96"/>
                </a:lnTo>
                <a:lnTo>
                  <a:pt x="22" y="97"/>
                </a:lnTo>
                <a:lnTo>
                  <a:pt x="21" y="98"/>
                </a:lnTo>
                <a:lnTo>
                  <a:pt x="19" y="100"/>
                </a:lnTo>
                <a:lnTo>
                  <a:pt x="19" y="102"/>
                </a:lnTo>
                <a:lnTo>
                  <a:pt x="20" y="102"/>
                </a:lnTo>
                <a:lnTo>
                  <a:pt x="21" y="104"/>
                </a:lnTo>
                <a:lnTo>
                  <a:pt x="22" y="104"/>
                </a:lnTo>
                <a:lnTo>
                  <a:pt x="23" y="105"/>
                </a:lnTo>
                <a:lnTo>
                  <a:pt x="24" y="104"/>
                </a:lnTo>
                <a:lnTo>
                  <a:pt x="25" y="103"/>
                </a:lnTo>
                <a:lnTo>
                  <a:pt x="26" y="102"/>
                </a:lnTo>
                <a:lnTo>
                  <a:pt x="26" y="102"/>
                </a:lnTo>
                <a:lnTo>
                  <a:pt x="29" y="101"/>
                </a:lnTo>
                <a:lnTo>
                  <a:pt x="29" y="99"/>
                </a:lnTo>
                <a:lnTo>
                  <a:pt x="30" y="98"/>
                </a:lnTo>
                <a:lnTo>
                  <a:pt x="33" y="96"/>
                </a:lnTo>
                <a:lnTo>
                  <a:pt x="34" y="98"/>
                </a:lnTo>
                <a:lnTo>
                  <a:pt x="35" y="98"/>
                </a:lnTo>
                <a:lnTo>
                  <a:pt x="36" y="97"/>
                </a:lnTo>
                <a:lnTo>
                  <a:pt x="37" y="97"/>
                </a:lnTo>
                <a:lnTo>
                  <a:pt x="39" y="100"/>
                </a:lnTo>
                <a:lnTo>
                  <a:pt x="41" y="100"/>
                </a:lnTo>
                <a:lnTo>
                  <a:pt x="41" y="101"/>
                </a:lnTo>
                <a:lnTo>
                  <a:pt x="43" y="101"/>
                </a:lnTo>
                <a:lnTo>
                  <a:pt x="44" y="102"/>
                </a:lnTo>
                <a:lnTo>
                  <a:pt x="45" y="103"/>
                </a:lnTo>
                <a:lnTo>
                  <a:pt x="46" y="102"/>
                </a:lnTo>
                <a:lnTo>
                  <a:pt x="48" y="102"/>
                </a:lnTo>
                <a:lnTo>
                  <a:pt x="48" y="103"/>
                </a:lnTo>
                <a:lnTo>
                  <a:pt x="50" y="104"/>
                </a:lnTo>
                <a:lnTo>
                  <a:pt x="50" y="103"/>
                </a:lnTo>
                <a:lnTo>
                  <a:pt x="51" y="102"/>
                </a:lnTo>
                <a:lnTo>
                  <a:pt x="52" y="101"/>
                </a:lnTo>
                <a:lnTo>
                  <a:pt x="53" y="101"/>
                </a:lnTo>
                <a:lnTo>
                  <a:pt x="53" y="99"/>
                </a:lnTo>
                <a:lnTo>
                  <a:pt x="52" y="97"/>
                </a:lnTo>
                <a:lnTo>
                  <a:pt x="53" y="97"/>
                </a:lnTo>
                <a:lnTo>
                  <a:pt x="53" y="96"/>
                </a:lnTo>
                <a:lnTo>
                  <a:pt x="55" y="96"/>
                </a:lnTo>
                <a:lnTo>
                  <a:pt x="58" y="95"/>
                </a:lnTo>
                <a:lnTo>
                  <a:pt x="60" y="94"/>
                </a:lnTo>
                <a:lnTo>
                  <a:pt x="61" y="94"/>
                </a:lnTo>
                <a:lnTo>
                  <a:pt x="62" y="93"/>
                </a:lnTo>
                <a:lnTo>
                  <a:pt x="62" y="92"/>
                </a:lnTo>
                <a:lnTo>
                  <a:pt x="67" y="92"/>
                </a:lnTo>
                <a:lnTo>
                  <a:pt x="67" y="90"/>
                </a:lnTo>
                <a:lnTo>
                  <a:pt x="68" y="90"/>
                </a:lnTo>
                <a:lnTo>
                  <a:pt x="69" y="90"/>
                </a:lnTo>
                <a:lnTo>
                  <a:pt x="70" y="89"/>
                </a:lnTo>
                <a:lnTo>
                  <a:pt x="70" y="88"/>
                </a:lnTo>
                <a:lnTo>
                  <a:pt x="69" y="87"/>
                </a:lnTo>
                <a:lnTo>
                  <a:pt x="69" y="86"/>
                </a:lnTo>
                <a:lnTo>
                  <a:pt x="69" y="86"/>
                </a:lnTo>
                <a:lnTo>
                  <a:pt x="70" y="84"/>
                </a:lnTo>
                <a:lnTo>
                  <a:pt x="71" y="84"/>
                </a:lnTo>
                <a:lnTo>
                  <a:pt x="71" y="83"/>
                </a:lnTo>
                <a:lnTo>
                  <a:pt x="73" y="82"/>
                </a:lnTo>
                <a:lnTo>
                  <a:pt x="73" y="82"/>
                </a:lnTo>
                <a:lnTo>
                  <a:pt x="74" y="82"/>
                </a:lnTo>
                <a:lnTo>
                  <a:pt x="74" y="83"/>
                </a:lnTo>
                <a:lnTo>
                  <a:pt x="76" y="85"/>
                </a:lnTo>
                <a:lnTo>
                  <a:pt x="76" y="86"/>
                </a:lnTo>
                <a:lnTo>
                  <a:pt x="76" y="86"/>
                </a:lnTo>
                <a:lnTo>
                  <a:pt x="77" y="87"/>
                </a:lnTo>
                <a:lnTo>
                  <a:pt x="77" y="86"/>
                </a:lnTo>
                <a:lnTo>
                  <a:pt x="78" y="87"/>
                </a:lnTo>
                <a:lnTo>
                  <a:pt x="78" y="88"/>
                </a:lnTo>
                <a:lnTo>
                  <a:pt x="78" y="89"/>
                </a:lnTo>
                <a:lnTo>
                  <a:pt x="79" y="89"/>
                </a:lnTo>
                <a:lnTo>
                  <a:pt x="79" y="89"/>
                </a:lnTo>
                <a:lnTo>
                  <a:pt x="79" y="91"/>
                </a:lnTo>
                <a:lnTo>
                  <a:pt x="80" y="91"/>
                </a:lnTo>
                <a:lnTo>
                  <a:pt x="81" y="90"/>
                </a:lnTo>
                <a:lnTo>
                  <a:pt x="82" y="90"/>
                </a:lnTo>
                <a:lnTo>
                  <a:pt x="82" y="88"/>
                </a:lnTo>
                <a:lnTo>
                  <a:pt x="83" y="88"/>
                </a:lnTo>
                <a:lnTo>
                  <a:pt x="83" y="89"/>
                </a:lnTo>
                <a:lnTo>
                  <a:pt x="84" y="91"/>
                </a:lnTo>
                <a:lnTo>
                  <a:pt x="85" y="90"/>
                </a:lnTo>
                <a:lnTo>
                  <a:pt x="85" y="90"/>
                </a:lnTo>
                <a:lnTo>
                  <a:pt x="85" y="91"/>
                </a:lnTo>
                <a:lnTo>
                  <a:pt x="86" y="92"/>
                </a:lnTo>
                <a:lnTo>
                  <a:pt x="85" y="92"/>
                </a:lnTo>
                <a:lnTo>
                  <a:pt x="87" y="93"/>
                </a:lnTo>
                <a:lnTo>
                  <a:pt x="90" y="91"/>
                </a:lnTo>
                <a:lnTo>
                  <a:pt x="92" y="91"/>
                </a:lnTo>
                <a:lnTo>
                  <a:pt x="92" y="90"/>
                </a:lnTo>
                <a:lnTo>
                  <a:pt x="93" y="88"/>
                </a:lnTo>
                <a:lnTo>
                  <a:pt x="93" y="86"/>
                </a:lnTo>
                <a:lnTo>
                  <a:pt x="94" y="86"/>
                </a:lnTo>
                <a:lnTo>
                  <a:pt x="93" y="85"/>
                </a:lnTo>
                <a:lnTo>
                  <a:pt x="94" y="85"/>
                </a:lnTo>
                <a:lnTo>
                  <a:pt x="95" y="85"/>
                </a:lnTo>
                <a:lnTo>
                  <a:pt x="95" y="85"/>
                </a:lnTo>
                <a:lnTo>
                  <a:pt x="95" y="84"/>
                </a:lnTo>
                <a:lnTo>
                  <a:pt x="96" y="83"/>
                </a:lnTo>
                <a:lnTo>
                  <a:pt x="97" y="83"/>
                </a:lnTo>
                <a:lnTo>
                  <a:pt x="98" y="84"/>
                </a:lnTo>
                <a:lnTo>
                  <a:pt x="98" y="85"/>
                </a:lnTo>
                <a:lnTo>
                  <a:pt x="99" y="84"/>
                </a:lnTo>
                <a:lnTo>
                  <a:pt x="102" y="86"/>
                </a:lnTo>
                <a:lnTo>
                  <a:pt x="102" y="87"/>
                </a:lnTo>
                <a:lnTo>
                  <a:pt x="103" y="88"/>
                </a:lnTo>
                <a:lnTo>
                  <a:pt x="102" y="85"/>
                </a:lnTo>
                <a:lnTo>
                  <a:pt x="102" y="84"/>
                </a:lnTo>
                <a:lnTo>
                  <a:pt x="103" y="83"/>
                </a:lnTo>
                <a:lnTo>
                  <a:pt x="104" y="83"/>
                </a:lnTo>
                <a:lnTo>
                  <a:pt x="103" y="82"/>
                </a:lnTo>
                <a:lnTo>
                  <a:pt x="104" y="81"/>
                </a:lnTo>
                <a:lnTo>
                  <a:pt x="106" y="80"/>
                </a:lnTo>
                <a:lnTo>
                  <a:pt x="106" y="82"/>
                </a:lnTo>
                <a:lnTo>
                  <a:pt x="106" y="82"/>
                </a:lnTo>
                <a:lnTo>
                  <a:pt x="106" y="83"/>
                </a:lnTo>
                <a:lnTo>
                  <a:pt x="107" y="82"/>
                </a:lnTo>
                <a:lnTo>
                  <a:pt x="109" y="82"/>
                </a:lnTo>
                <a:lnTo>
                  <a:pt x="111" y="83"/>
                </a:lnTo>
                <a:lnTo>
                  <a:pt x="112" y="82"/>
                </a:lnTo>
                <a:lnTo>
                  <a:pt x="111" y="82"/>
                </a:lnTo>
                <a:lnTo>
                  <a:pt x="111" y="80"/>
                </a:lnTo>
                <a:lnTo>
                  <a:pt x="112" y="78"/>
                </a:lnTo>
                <a:lnTo>
                  <a:pt x="110" y="78"/>
                </a:lnTo>
                <a:lnTo>
                  <a:pt x="109" y="79"/>
                </a:lnTo>
                <a:lnTo>
                  <a:pt x="108" y="79"/>
                </a:lnTo>
                <a:lnTo>
                  <a:pt x="108" y="78"/>
                </a:lnTo>
                <a:lnTo>
                  <a:pt x="109" y="78"/>
                </a:lnTo>
                <a:lnTo>
                  <a:pt x="109" y="78"/>
                </a:lnTo>
                <a:lnTo>
                  <a:pt x="110" y="77"/>
                </a:lnTo>
                <a:lnTo>
                  <a:pt x="110" y="77"/>
                </a:lnTo>
                <a:lnTo>
                  <a:pt x="111" y="77"/>
                </a:lnTo>
                <a:lnTo>
                  <a:pt x="111" y="77"/>
                </a:lnTo>
                <a:lnTo>
                  <a:pt x="112" y="76"/>
                </a:lnTo>
                <a:lnTo>
                  <a:pt x="113" y="76"/>
                </a:lnTo>
                <a:lnTo>
                  <a:pt x="113" y="77"/>
                </a:lnTo>
                <a:lnTo>
                  <a:pt x="113" y="78"/>
                </a:lnTo>
                <a:lnTo>
                  <a:pt x="114" y="76"/>
                </a:lnTo>
                <a:lnTo>
                  <a:pt x="114" y="78"/>
                </a:lnTo>
                <a:lnTo>
                  <a:pt x="116" y="78"/>
                </a:lnTo>
                <a:lnTo>
                  <a:pt x="117" y="78"/>
                </a:lnTo>
                <a:lnTo>
                  <a:pt x="117" y="77"/>
                </a:lnTo>
                <a:lnTo>
                  <a:pt x="117" y="75"/>
                </a:lnTo>
                <a:lnTo>
                  <a:pt x="117" y="75"/>
                </a:lnTo>
                <a:lnTo>
                  <a:pt x="119" y="73"/>
                </a:lnTo>
                <a:lnTo>
                  <a:pt x="118" y="72"/>
                </a:lnTo>
                <a:lnTo>
                  <a:pt x="119" y="71"/>
                </a:lnTo>
                <a:lnTo>
                  <a:pt x="119" y="70"/>
                </a:lnTo>
                <a:lnTo>
                  <a:pt x="119" y="69"/>
                </a:lnTo>
                <a:lnTo>
                  <a:pt x="120" y="69"/>
                </a:lnTo>
                <a:lnTo>
                  <a:pt x="120" y="69"/>
                </a:lnTo>
                <a:lnTo>
                  <a:pt x="119" y="68"/>
                </a:lnTo>
                <a:lnTo>
                  <a:pt x="118" y="66"/>
                </a:lnTo>
                <a:lnTo>
                  <a:pt x="119" y="64"/>
                </a:lnTo>
                <a:lnTo>
                  <a:pt x="118" y="65"/>
                </a:lnTo>
                <a:lnTo>
                  <a:pt x="117" y="66"/>
                </a:lnTo>
                <a:lnTo>
                  <a:pt x="116" y="65"/>
                </a:lnTo>
                <a:lnTo>
                  <a:pt x="115" y="65"/>
                </a:lnTo>
                <a:lnTo>
                  <a:pt x="115" y="64"/>
                </a:lnTo>
                <a:lnTo>
                  <a:pt x="116" y="62"/>
                </a:lnTo>
                <a:lnTo>
                  <a:pt x="117" y="61"/>
                </a:lnTo>
                <a:lnTo>
                  <a:pt x="117" y="61"/>
                </a:lnTo>
                <a:lnTo>
                  <a:pt x="117" y="60"/>
                </a:lnTo>
                <a:lnTo>
                  <a:pt x="117" y="60"/>
                </a:lnTo>
                <a:lnTo>
                  <a:pt x="117" y="60"/>
                </a:lnTo>
                <a:lnTo>
                  <a:pt x="116" y="57"/>
                </a:lnTo>
                <a:lnTo>
                  <a:pt x="116" y="57"/>
                </a:lnTo>
                <a:lnTo>
                  <a:pt x="115" y="57"/>
                </a:lnTo>
                <a:lnTo>
                  <a:pt x="115" y="56"/>
                </a:lnTo>
                <a:lnTo>
                  <a:pt x="116" y="56"/>
                </a:lnTo>
                <a:lnTo>
                  <a:pt x="118" y="54"/>
                </a:lnTo>
                <a:lnTo>
                  <a:pt x="119" y="54"/>
                </a:lnTo>
                <a:lnTo>
                  <a:pt x="118" y="53"/>
                </a:lnTo>
                <a:lnTo>
                  <a:pt x="118" y="51"/>
                </a:lnTo>
                <a:lnTo>
                  <a:pt x="120" y="50"/>
                </a:lnTo>
                <a:lnTo>
                  <a:pt x="119" y="48"/>
                </a:lnTo>
                <a:lnTo>
                  <a:pt x="119" y="47"/>
                </a:lnTo>
                <a:lnTo>
                  <a:pt x="118" y="48"/>
                </a:lnTo>
                <a:lnTo>
                  <a:pt x="118" y="47"/>
                </a:lnTo>
                <a:lnTo>
                  <a:pt x="118" y="46"/>
                </a:lnTo>
                <a:lnTo>
                  <a:pt x="117" y="46"/>
                </a:lnTo>
                <a:lnTo>
                  <a:pt x="117" y="46"/>
                </a:lnTo>
                <a:lnTo>
                  <a:pt x="114" y="46"/>
                </a:lnTo>
                <a:lnTo>
                  <a:pt x="113" y="46"/>
                </a:lnTo>
                <a:lnTo>
                  <a:pt x="112" y="48"/>
                </a:lnTo>
                <a:lnTo>
                  <a:pt x="111" y="48"/>
                </a:lnTo>
                <a:lnTo>
                  <a:pt x="111" y="46"/>
                </a:lnTo>
                <a:lnTo>
                  <a:pt x="109" y="47"/>
                </a:lnTo>
                <a:lnTo>
                  <a:pt x="108" y="48"/>
                </a:lnTo>
                <a:lnTo>
                  <a:pt x="108" y="49"/>
                </a:lnTo>
                <a:lnTo>
                  <a:pt x="106" y="49"/>
                </a:lnTo>
                <a:lnTo>
                  <a:pt x="104" y="48"/>
                </a:lnTo>
                <a:lnTo>
                  <a:pt x="106" y="47"/>
                </a:lnTo>
                <a:lnTo>
                  <a:pt x="107" y="46"/>
                </a:lnTo>
                <a:lnTo>
                  <a:pt x="107" y="45"/>
                </a:lnTo>
                <a:lnTo>
                  <a:pt x="108" y="43"/>
                </a:lnTo>
                <a:lnTo>
                  <a:pt x="110" y="43"/>
                </a:lnTo>
                <a:lnTo>
                  <a:pt x="109" y="42"/>
                </a:lnTo>
                <a:lnTo>
                  <a:pt x="111" y="42"/>
                </a:lnTo>
                <a:lnTo>
                  <a:pt x="111" y="39"/>
                </a:lnTo>
                <a:lnTo>
                  <a:pt x="112" y="40"/>
                </a:lnTo>
                <a:lnTo>
                  <a:pt x="112" y="39"/>
                </a:lnTo>
                <a:lnTo>
                  <a:pt x="113" y="40"/>
                </a:lnTo>
                <a:lnTo>
                  <a:pt x="114" y="40"/>
                </a:lnTo>
                <a:lnTo>
                  <a:pt x="114" y="38"/>
                </a:lnTo>
                <a:lnTo>
                  <a:pt x="116" y="37"/>
                </a:lnTo>
                <a:lnTo>
                  <a:pt x="117" y="36"/>
                </a:lnTo>
                <a:lnTo>
                  <a:pt x="117" y="34"/>
                </a:lnTo>
                <a:lnTo>
                  <a:pt x="118" y="34"/>
                </a:lnTo>
                <a:lnTo>
                  <a:pt x="116" y="33"/>
                </a:lnTo>
                <a:lnTo>
                  <a:pt x="115" y="33"/>
                </a:lnTo>
                <a:lnTo>
                  <a:pt x="116" y="32"/>
                </a:lnTo>
                <a:lnTo>
                  <a:pt x="115" y="31"/>
                </a:lnTo>
                <a:lnTo>
                  <a:pt x="115" y="30"/>
                </a:lnTo>
                <a:lnTo>
                  <a:pt x="114" y="29"/>
                </a:lnTo>
                <a:lnTo>
                  <a:pt x="114" y="28"/>
                </a:lnTo>
                <a:lnTo>
                  <a:pt x="115" y="26"/>
                </a:lnTo>
                <a:lnTo>
                  <a:pt x="114" y="25"/>
                </a:lnTo>
                <a:lnTo>
                  <a:pt x="114" y="26"/>
                </a:lnTo>
                <a:lnTo>
                  <a:pt x="114" y="22"/>
                </a:lnTo>
                <a:lnTo>
                  <a:pt x="115" y="20"/>
                </a:lnTo>
                <a:lnTo>
                  <a:pt x="114" y="20"/>
                </a:lnTo>
                <a:lnTo>
                  <a:pt x="114" y="20"/>
                </a:lnTo>
                <a:lnTo>
                  <a:pt x="113" y="19"/>
                </a:lnTo>
                <a:lnTo>
                  <a:pt x="113" y="19"/>
                </a:lnTo>
                <a:lnTo>
                  <a:pt x="113" y="18"/>
                </a:lnTo>
                <a:lnTo>
                  <a:pt x="113" y="18"/>
                </a:lnTo>
                <a:lnTo>
                  <a:pt x="113" y="16"/>
                </a:lnTo>
                <a:close/>
              </a:path>
            </a:pathLst>
          </a:custGeom>
          <a:solidFill>
            <a:srgbClr val="7FA8D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933447" y="4974877"/>
            <a:ext cx="1154340" cy="1179992"/>
          </a:xfrm>
          <a:custGeom>
            <a:avLst/>
            <a:gdLst/>
            <a:ahLst/>
            <a:cxnLst/>
            <a:rect l="l" t="t" r="r" b="b"/>
            <a:pathLst>
              <a:path w="180" h="184">
                <a:moveTo>
                  <a:pt x="162" y="38"/>
                </a:moveTo>
                <a:lnTo>
                  <a:pt x="161" y="38"/>
                </a:lnTo>
                <a:lnTo>
                  <a:pt x="161" y="37"/>
                </a:lnTo>
                <a:lnTo>
                  <a:pt x="161" y="36"/>
                </a:lnTo>
                <a:lnTo>
                  <a:pt x="162" y="36"/>
                </a:lnTo>
                <a:lnTo>
                  <a:pt x="161" y="35"/>
                </a:lnTo>
                <a:lnTo>
                  <a:pt x="160" y="34"/>
                </a:lnTo>
                <a:lnTo>
                  <a:pt x="161" y="33"/>
                </a:lnTo>
                <a:lnTo>
                  <a:pt x="161" y="31"/>
                </a:lnTo>
                <a:lnTo>
                  <a:pt x="160" y="31"/>
                </a:lnTo>
                <a:lnTo>
                  <a:pt x="159" y="31"/>
                </a:lnTo>
                <a:lnTo>
                  <a:pt x="159" y="31"/>
                </a:lnTo>
                <a:lnTo>
                  <a:pt x="159" y="30"/>
                </a:lnTo>
                <a:lnTo>
                  <a:pt x="159" y="30"/>
                </a:lnTo>
                <a:lnTo>
                  <a:pt x="157" y="29"/>
                </a:lnTo>
                <a:lnTo>
                  <a:pt x="155" y="30"/>
                </a:lnTo>
                <a:lnTo>
                  <a:pt x="155" y="31"/>
                </a:lnTo>
                <a:lnTo>
                  <a:pt x="153" y="32"/>
                </a:lnTo>
                <a:lnTo>
                  <a:pt x="154" y="33"/>
                </a:lnTo>
                <a:lnTo>
                  <a:pt x="153" y="33"/>
                </a:lnTo>
                <a:lnTo>
                  <a:pt x="151" y="34"/>
                </a:lnTo>
                <a:lnTo>
                  <a:pt x="150" y="34"/>
                </a:lnTo>
                <a:lnTo>
                  <a:pt x="147" y="35"/>
                </a:lnTo>
                <a:lnTo>
                  <a:pt x="146" y="34"/>
                </a:lnTo>
                <a:lnTo>
                  <a:pt x="146" y="34"/>
                </a:lnTo>
                <a:lnTo>
                  <a:pt x="144" y="32"/>
                </a:lnTo>
                <a:lnTo>
                  <a:pt x="143" y="31"/>
                </a:lnTo>
                <a:lnTo>
                  <a:pt x="142" y="30"/>
                </a:lnTo>
                <a:lnTo>
                  <a:pt x="143" y="30"/>
                </a:lnTo>
                <a:lnTo>
                  <a:pt x="144" y="29"/>
                </a:lnTo>
                <a:lnTo>
                  <a:pt x="144" y="29"/>
                </a:lnTo>
                <a:lnTo>
                  <a:pt x="144" y="28"/>
                </a:lnTo>
                <a:lnTo>
                  <a:pt x="144" y="27"/>
                </a:lnTo>
                <a:lnTo>
                  <a:pt x="144" y="27"/>
                </a:lnTo>
                <a:lnTo>
                  <a:pt x="144" y="27"/>
                </a:lnTo>
                <a:lnTo>
                  <a:pt x="145" y="26"/>
                </a:lnTo>
                <a:lnTo>
                  <a:pt x="145" y="25"/>
                </a:lnTo>
                <a:lnTo>
                  <a:pt x="143" y="25"/>
                </a:lnTo>
                <a:lnTo>
                  <a:pt x="143" y="24"/>
                </a:lnTo>
                <a:lnTo>
                  <a:pt x="142" y="24"/>
                </a:lnTo>
                <a:lnTo>
                  <a:pt x="142" y="24"/>
                </a:lnTo>
                <a:lnTo>
                  <a:pt x="141" y="22"/>
                </a:lnTo>
                <a:lnTo>
                  <a:pt x="141" y="19"/>
                </a:lnTo>
                <a:lnTo>
                  <a:pt x="143" y="19"/>
                </a:lnTo>
                <a:lnTo>
                  <a:pt x="143" y="18"/>
                </a:lnTo>
                <a:lnTo>
                  <a:pt x="144" y="18"/>
                </a:lnTo>
                <a:lnTo>
                  <a:pt x="144" y="17"/>
                </a:lnTo>
                <a:lnTo>
                  <a:pt x="143" y="17"/>
                </a:lnTo>
                <a:lnTo>
                  <a:pt x="142" y="17"/>
                </a:lnTo>
                <a:lnTo>
                  <a:pt x="141" y="16"/>
                </a:lnTo>
                <a:lnTo>
                  <a:pt x="140" y="17"/>
                </a:lnTo>
                <a:lnTo>
                  <a:pt x="138" y="17"/>
                </a:lnTo>
                <a:lnTo>
                  <a:pt x="138" y="18"/>
                </a:lnTo>
                <a:lnTo>
                  <a:pt x="137" y="17"/>
                </a:lnTo>
                <a:lnTo>
                  <a:pt x="135" y="18"/>
                </a:lnTo>
                <a:lnTo>
                  <a:pt x="134" y="17"/>
                </a:lnTo>
                <a:lnTo>
                  <a:pt x="133" y="17"/>
                </a:lnTo>
                <a:lnTo>
                  <a:pt x="133" y="16"/>
                </a:lnTo>
                <a:lnTo>
                  <a:pt x="132" y="18"/>
                </a:lnTo>
                <a:lnTo>
                  <a:pt x="131" y="19"/>
                </a:lnTo>
                <a:lnTo>
                  <a:pt x="132" y="21"/>
                </a:lnTo>
                <a:lnTo>
                  <a:pt x="133" y="24"/>
                </a:lnTo>
                <a:lnTo>
                  <a:pt x="130" y="27"/>
                </a:lnTo>
                <a:lnTo>
                  <a:pt x="129" y="26"/>
                </a:lnTo>
                <a:lnTo>
                  <a:pt x="129" y="25"/>
                </a:lnTo>
                <a:lnTo>
                  <a:pt x="127" y="26"/>
                </a:lnTo>
                <a:lnTo>
                  <a:pt x="126" y="27"/>
                </a:lnTo>
                <a:lnTo>
                  <a:pt x="125" y="28"/>
                </a:lnTo>
                <a:lnTo>
                  <a:pt x="124" y="30"/>
                </a:lnTo>
                <a:lnTo>
                  <a:pt x="125" y="31"/>
                </a:lnTo>
                <a:lnTo>
                  <a:pt x="125" y="30"/>
                </a:lnTo>
                <a:lnTo>
                  <a:pt x="126" y="32"/>
                </a:lnTo>
                <a:lnTo>
                  <a:pt x="127" y="32"/>
                </a:lnTo>
                <a:lnTo>
                  <a:pt x="126" y="33"/>
                </a:lnTo>
                <a:lnTo>
                  <a:pt x="126" y="35"/>
                </a:lnTo>
                <a:lnTo>
                  <a:pt x="125" y="36"/>
                </a:lnTo>
                <a:lnTo>
                  <a:pt x="121" y="39"/>
                </a:lnTo>
                <a:lnTo>
                  <a:pt x="121" y="41"/>
                </a:lnTo>
                <a:lnTo>
                  <a:pt x="120" y="41"/>
                </a:lnTo>
                <a:lnTo>
                  <a:pt x="118" y="43"/>
                </a:lnTo>
                <a:lnTo>
                  <a:pt x="118" y="44"/>
                </a:lnTo>
                <a:lnTo>
                  <a:pt x="117" y="45"/>
                </a:lnTo>
                <a:lnTo>
                  <a:pt x="117" y="44"/>
                </a:lnTo>
                <a:lnTo>
                  <a:pt x="115" y="45"/>
                </a:lnTo>
                <a:lnTo>
                  <a:pt x="114" y="44"/>
                </a:lnTo>
                <a:lnTo>
                  <a:pt x="113" y="47"/>
                </a:lnTo>
                <a:lnTo>
                  <a:pt x="114" y="51"/>
                </a:lnTo>
                <a:lnTo>
                  <a:pt x="113" y="53"/>
                </a:lnTo>
                <a:lnTo>
                  <a:pt x="113" y="53"/>
                </a:lnTo>
                <a:lnTo>
                  <a:pt x="113" y="55"/>
                </a:lnTo>
                <a:lnTo>
                  <a:pt x="114" y="57"/>
                </a:lnTo>
                <a:lnTo>
                  <a:pt x="115" y="61"/>
                </a:lnTo>
                <a:lnTo>
                  <a:pt x="116" y="61"/>
                </a:lnTo>
                <a:lnTo>
                  <a:pt x="116" y="64"/>
                </a:lnTo>
                <a:lnTo>
                  <a:pt x="116" y="64"/>
                </a:lnTo>
                <a:lnTo>
                  <a:pt x="116" y="65"/>
                </a:lnTo>
                <a:lnTo>
                  <a:pt x="116" y="65"/>
                </a:lnTo>
                <a:lnTo>
                  <a:pt x="115" y="65"/>
                </a:lnTo>
                <a:lnTo>
                  <a:pt x="115" y="68"/>
                </a:lnTo>
                <a:lnTo>
                  <a:pt x="114" y="68"/>
                </a:lnTo>
                <a:lnTo>
                  <a:pt x="113" y="68"/>
                </a:lnTo>
                <a:lnTo>
                  <a:pt x="112" y="68"/>
                </a:lnTo>
                <a:lnTo>
                  <a:pt x="112" y="69"/>
                </a:lnTo>
                <a:lnTo>
                  <a:pt x="110" y="70"/>
                </a:lnTo>
                <a:lnTo>
                  <a:pt x="109" y="71"/>
                </a:lnTo>
                <a:lnTo>
                  <a:pt x="107" y="70"/>
                </a:lnTo>
                <a:lnTo>
                  <a:pt x="108" y="69"/>
                </a:lnTo>
                <a:lnTo>
                  <a:pt x="107" y="68"/>
                </a:lnTo>
                <a:lnTo>
                  <a:pt x="106" y="68"/>
                </a:lnTo>
                <a:lnTo>
                  <a:pt x="104" y="69"/>
                </a:lnTo>
                <a:lnTo>
                  <a:pt x="103" y="69"/>
                </a:lnTo>
                <a:lnTo>
                  <a:pt x="102" y="70"/>
                </a:lnTo>
                <a:lnTo>
                  <a:pt x="100" y="71"/>
                </a:lnTo>
                <a:lnTo>
                  <a:pt x="100" y="71"/>
                </a:lnTo>
                <a:lnTo>
                  <a:pt x="98" y="72"/>
                </a:lnTo>
                <a:lnTo>
                  <a:pt x="97" y="74"/>
                </a:lnTo>
                <a:lnTo>
                  <a:pt x="95" y="73"/>
                </a:lnTo>
                <a:lnTo>
                  <a:pt x="94" y="74"/>
                </a:lnTo>
                <a:lnTo>
                  <a:pt x="93" y="73"/>
                </a:lnTo>
                <a:lnTo>
                  <a:pt x="91" y="74"/>
                </a:lnTo>
                <a:lnTo>
                  <a:pt x="91" y="74"/>
                </a:lnTo>
                <a:lnTo>
                  <a:pt x="90" y="73"/>
                </a:lnTo>
                <a:lnTo>
                  <a:pt x="91" y="72"/>
                </a:lnTo>
                <a:lnTo>
                  <a:pt x="88" y="70"/>
                </a:lnTo>
                <a:lnTo>
                  <a:pt x="87" y="70"/>
                </a:lnTo>
                <a:lnTo>
                  <a:pt x="86" y="69"/>
                </a:lnTo>
                <a:lnTo>
                  <a:pt x="88" y="68"/>
                </a:lnTo>
                <a:lnTo>
                  <a:pt x="87" y="67"/>
                </a:lnTo>
                <a:lnTo>
                  <a:pt x="87" y="67"/>
                </a:lnTo>
                <a:lnTo>
                  <a:pt x="85" y="64"/>
                </a:lnTo>
                <a:lnTo>
                  <a:pt x="84" y="64"/>
                </a:lnTo>
                <a:lnTo>
                  <a:pt x="83" y="62"/>
                </a:lnTo>
                <a:lnTo>
                  <a:pt x="84" y="62"/>
                </a:lnTo>
                <a:lnTo>
                  <a:pt x="84" y="60"/>
                </a:lnTo>
                <a:lnTo>
                  <a:pt x="84" y="60"/>
                </a:lnTo>
                <a:lnTo>
                  <a:pt x="85" y="58"/>
                </a:lnTo>
                <a:lnTo>
                  <a:pt x="84" y="58"/>
                </a:lnTo>
                <a:lnTo>
                  <a:pt x="84" y="58"/>
                </a:lnTo>
                <a:lnTo>
                  <a:pt x="84" y="59"/>
                </a:lnTo>
                <a:lnTo>
                  <a:pt x="84" y="59"/>
                </a:lnTo>
                <a:lnTo>
                  <a:pt x="83" y="59"/>
                </a:lnTo>
                <a:lnTo>
                  <a:pt x="83" y="58"/>
                </a:lnTo>
                <a:lnTo>
                  <a:pt x="82" y="58"/>
                </a:lnTo>
                <a:lnTo>
                  <a:pt x="83" y="56"/>
                </a:lnTo>
                <a:lnTo>
                  <a:pt x="82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78" y="52"/>
                </a:lnTo>
                <a:lnTo>
                  <a:pt x="79" y="48"/>
                </a:lnTo>
                <a:lnTo>
                  <a:pt x="78" y="48"/>
                </a:lnTo>
                <a:lnTo>
                  <a:pt x="77" y="48"/>
                </a:lnTo>
                <a:lnTo>
                  <a:pt x="76" y="47"/>
                </a:lnTo>
                <a:lnTo>
                  <a:pt x="76" y="45"/>
                </a:lnTo>
                <a:lnTo>
                  <a:pt x="74" y="42"/>
                </a:lnTo>
                <a:lnTo>
                  <a:pt x="73" y="42"/>
                </a:lnTo>
                <a:lnTo>
                  <a:pt x="74" y="41"/>
                </a:lnTo>
                <a:lnTo>
                  <a:pt x="73" y="38"/>
                </a:lnTo>
                <a:lnTo>
                  <a:pt x="72" y="38"/>
                </a:lnTo>
                <a:lnTo>
                  <a:pt x="73" y="37"/>
                </a:lnTo>
                <a:lnTo>
                  <a:pt x="71" y="37"/>
                </a:lnTo>
                <a:lnTo>
                  <a:pt x="71" y="35"/>
                </a:lnTo>
                <a:lnTo>
                  <a:pt x="70" y="34"/>
                </a:lnTo>
                <a:lnTo>
                  <a:pt x="70" y="33"/>
                </a:lnTo>
                <a:lnTo>
                  <a:pt x="70" y="31"/>
                </a:lnTo>
                <a:lnTo>
                  <a:pt x="69" y="31"/>
                </a:lnTo>
                <a:lnTo>
                  <a:pt x="68" y="33"/>
                </a:lnTo>
                <a:lnTo>
                  <a:pt x="67" y="34"/>
                </a:lnTo>
                <a:lnTo>
                  <a:pt x="66" y="33"/>
                </a:lnTo>
                <a:lnTo>
                  <a:pt x="65" y="32"/>
                </a:lnTo>
                <a:lnTo>
                  <a:pt x="62" y="36"/>
                </a:lnTo>
                <a:lnTo>
                  <a:pt x="62" y="35"/>
                </a:lnTo>
                <a:lnTo>
                  <a:pt x="62" y="34"/>
                </a:lnTo>
                <a:lnTo>
                  <a:pt x="62" y="34"/>
                </a:lnTo>
                <a:lnTo>
                  <a:pt x="62" y="32"/>
                </a:lnTo>
                <a:lnTo>
                  <a:pt x="60" y="32"/>
                </a:lnTo>
                <a:lnTo>
                  <a:pt x="59" y="31"/>
                </a:lnTo>
                <a:lnTo>
                  <a:pt x="60" y="31"/>
                </a:lnTo>
                <a:lnTo>
                  <a:pt x="59" y="29"/>
                </a:lnTo>
                <a:lnTo>
                  <a:pt x="58" y="28"/>
                </a:lnTo>
                <a:lnTo>
                  <a:pt x="57" y="26"/>
                </a:lnTo>
                <a:lnTo>
                  <a:pt x="57" y="25"/>
                </a:lnTo>
                <a:lnTo>
                  <a:pt x="58" y="25"/>
                </a:lnTo>
                <a:lnTo>
                  <a:pt x="58" y="24"/>
                </a:lnTo>
                <a:lnTo>
                  <a:pt x="59" y="24"/>
                </a:lnTo>
                <a:lnTo>
                  <a:pt x="60" y="23"/>
                </a:lnTo>
                <a:lnTo>
                  <a:pt x="59" y="23"/>
                </a:lnTo>
                <a:lnTo>
                  <a:pt x="60" y="22"/>
                </a:lnTo>
                <a:lnTo>
                  <a:pt x="58" y="21"/>
                </a:lnTo>
                <a:lnTo>
                  <a:pt x="58" y="19"/>
                </a:lnTo>
                <a:lnTo>
                  <a:pt x="56" y="18"/>
                </a:lnTo>
                <a:lnTo>
                  <a:pt x="56" y="17"/>
                </a:lnTo>
                <a:lnTo>
                  <a:pt x="55" y="15"/>
                </a:lnTo>
                <a:lnTo>
                  <a:pt x="54" y="15"/>
                </a:lnTo>
                <a:lnTo>
                  <a:pt x="54" y="14"/>
                </a:lnTo>
                <a:lnTo>
                  <a:pt x="54" y="15"/>
                </a:lnTo>
                <a:lnTo>
                  <a:pt x="54" y="14"/>
                </a:lnTo>
                <a:lnTo>
                  <a:pt x="53" y="13"/>
                </a:lnTo>
                <a:lnTo>
                  <a:pt x="52" y="13"/>
                </a:lnTo>
                <a:lnTo>
                  <a:pt x="52" y="11"/>
                </a:lnTo>
                <a:lnTo>
                  <a:pt x="52" y="9"/>
                </a:lnTo>
                <a:lnTo>
                  <a:pt x="51" y="10"/>
                </a:lnTo>
                <a:lnTo>
                  <a:pt x="50" y="10"/>
                </a:lnTo>
                <a:lnTo>
                  <a:pt x="49" y="12"/>
                </a:lnTo>
                <a:lnTo>
                  <a:pt x="48" y="12"/>
                </a:lnTo>
                <a:lnTo>
                  <a:pt x="48" y="13"/>
                </a:lnTo>
                <a:lnTo>
                  <a:pt x="48" y="14"/>
                </a:lnTo>
                <a:lnTo>
                  <a:pt x="47" y="14"/>
                </a:lnTo>
                <a:lnTo>
                  <a:pt x="46" y="15"/>
                </a:lnTo>
                <a:lnTo>
                  <a:pt x="46" y="16"/>
                </a:lnTo>
                <a:lnTo>
                  <a:pt x="45" y="16"/>
                </a:lnTo>
                <a:lnTo>
                  <a:pt x="45" y="17"/>
                </a:lnTo>
                <a:lnTo>
                  <a:pt x="45" y="18"/>
                </a:lnTo>
                <a:lnTo>
                  <a:pt x="45" y="18"/>
                </a:lnTo>
                <a:lnTo>
                  <a:pt x="45" y="19"/>
                </a:lnTo>
                <a:lnTo>
                  <a:pt x="44" y="21"/>
                </a:lnTo>
                <a:lnTo>
                  <a:pt x="45" y="22"/>
                </a:lnTo>
                <a:lnTo>
                  <a:pt x="44" y="24"/>
                </a:lnTo>
                <a:lnTo>
                  <a:pt x="43" y="23"/>
                </a:lnTo>
                <a:lnTo>
                  <a:pt x="42" y="22"/>
                </a:lnTo>
                <a:lnTo>
                  <a:pt x="41" y="21"/>
                </a:lnTo>
                <a:lnTo>
                  <a:pt x="40" y="18"/>
                </a:lnTo>
                <a:lnTo>
                  <a:pt x="41" y="18"/>
                </a:lnTo>
                <a:lnTo>
                  <a:pt x="41" y="17"/>
                </a:lnTo>
                <a:lnTo>
                  <a:pt x="40" y="15"/>
                </a:lnTo>
                <a:lnTo>
                  <a:pt x="41" y="15"/>
                </a:lnTo>
                <a:lnTo>
                  <a:pt x="40" y="12"/>
                </a:lnTo>
                <a:lnTo>
                  <a:pt x="40" y="11"/>
                </a:lnTo>
                <a:lnTo>
                  <a:pt x="39" y="9"/>
                </a:lnTo>
                <a:lnTo>
                  <a:pt x="40" y="7"/>
                </a:lnTo>
                <a:lnTo>
                  <a:pt x="40" y="2"/>
                </a:lnTo>
                <a:lnTo>
                  <a:pt x="40" y="0"/>
                </a:lnTo>
                <a:lnTo>
                  <a:pt x="39" y="1"/>
                </a:lnTo>
                <a:lnTo>
                  <a:pt x="38" y="1"/>
                </a:lnTo>
                <a:lnTo>
                  <a:pt x="38" y="1"/>
                </a:lnTo>
                <a:lnTo>
                  <a:pt x="37" y="1"/>
                </a:lnTo>
                <a:lnTo>
                  <a:pt x="37" y="2"/>
                </a:lnTo>
                <a:lnTo>
                  <a:pt x="38" y="4"/>
                </a:lnTo>
                <a:lnTo>
                  <a:pt x="36" y="6"/>
                </a:lnTo>
                <a:lnTo>
                  <a:pt x="36" y="8"/>
                </a:lnTo>
                <a:lnTo>
                  <a:pt x="37" y="8"/>
                </a:lnTo>
                <a:lnTo>
                  <a:pt x="37" y="9"/>
                </a:lnTo>
                <a:lnTo>
                  <a:pt x="36" y="9"/>
                </a:lnTo>
                <a:lnTo>
                  <a:pt x="36" y="10"/>
                </a:lnTo>
                <a:lnTo>
                  <a:pt x="34" y="10"/>
                </a:lnTo>
                <a:lnTo>
                  <a:pt x="34" y="9"/>
                </a:lnTo>
                <a:lnTo>
                  <a:pt x="34" y="7"/>
                </a:lnTo>
                <a:lnTo>
                  <a:pt x="33" y="5"/>
                </a:lnTo>
                <a:lnTo>
                  <a:pt x="33" y="5"/>
                </a:lnTo>
                <a:lnTo>
                  <a:pt x="32" y="6"/>
                </a:lnTo>
                <a:lnTo>
                  <a:pt x="31" y="5"/>
                </a:lnTo>
                <a:lnTo>
                  <a:pt x="30" y="6"/>
                </a:lnTo>
                <a:lnTo>
                  <a:pt x="31" y="7"/>
                </a:lnTo>
                <a:lnTo>
                  <a:pt x="31" y="7"/>
                </a:lnTo>
                <a:lnTo>
                  <a:pt x="31" y="8"/>
                </a:lnTo>
                <a:lnTo>
                  <a:pt x="31" y="9"/>
                </a:lnTo>
                <a:lnTo>
                  <a:pt x="31" y="11"/>
                </a:lnTo>
                <a:lnTo>
                  <a:pt x="29" y="12"/>
                </a:lnTo>
                <a:lnTo>
                  <a:pt x="30" y="15"/>
                </a:lnTo>
                <a:lnTo>
                  <a:pt x="30" y="16"/>
                </a:lnTo>
                <a:lnTo>
                  <a:pt x="31" y="17"/>
                </a:lnTo>
                <a:lnTo>
                  <a:pt x="32" y="20"/>
                </a:lnTo>
                <a:lnTo>
                  <a:pt x="32" y="20"/>
                </a:lnTo>
                <a:lnTo>
                  <a:pt x="31" y="21"/>
                </a:lnTo>
                <a:lnTo>
                  <a:pt x="31" y="22"/>
                </a:lnTo>
                <a:lnTo>
                  <a:pt x="30" y="23"/>
                </a:lnTo>
                <a:lnTo>
                  <a:pt x="29" y="24"/>
                </a:lnTo>
                <a:lnTo>
                  <a:pt x="28" y="23"/>
                </a:lnTo>
                <a:lnTo>
                  <a:pt x="26" y="24"/>
                </a:lnTo>
                <a:lnTo>
                  <a:pt x="26" y="24"/>
                </a:lnTo>
                <a:lnTo>
                  <a:pt x="25" y="25"/>
                </a:lnTo>
                <a:lnTo>
                  <a:pt x="24" y="24"/>
                </a:lnTo>
                <a:lnTo>
                  <a:pt x="24" y="23"/>
                </a:lnTo>
                <a:lnTo>
                  <a:pt x="24" y="23"/>
                </a:lnTo>
                <a:lnTo>
                  <a:pt x="24" y="21"/>
                </a:lnTo>
                <a:lnTo>
                  <a:pt x="23" y="20"/>
                </a:lnTo>
                <a:lnTo>
                  <a:pt x="23" y="18"/>
                </a:lnTo>
                <a:lnTo>
                  <a:pt x="21" y="19"/>
                </a:lnTo>
                <a:lnTo>
                  <a:pt x="21" y="19"/>
                </a:lnTo>
                <a:lnTo>
                  <a:pt x="22" y="21"/>
                </a:lnTo>
                <a:lnTo>
                  <a:pt x="20" y="22"/>
                </a:lnTo>
                <a:lnTo>
                  <a:pt x="20" y="23"/>
                </a:lnTo>
                <a:lnTo>
                  <a:pt x="19" y="23"/>
                </a:lnTo>
                <a:lnTo>
                  <a:pt x="20" y="24"/>
                </a:lnTo>
                <a:lnTo>
                  <a:pt x="19" y="27"/>
                </a:lnTo>
                <a:lnTo>
                  <a:pt x="19" y="28"/>
                </a:lnTo>
                <a:lnTo>
                  <a:pt x="20" y="28"/>
                </a:lnTo>
                <a:lnTo>
                  <a:pt x="20" y="29"/>
                </a:lnTo>
                <a:lnTo>
                  <a:pt x="20" y="30"/>
                </a:lnTo>
                <a:lnTo>
                  <a:pt x="20" y="31"/>
                </a:lnTo>
                <a:lnTo>
                  <a:pt x="21" y="34"/>
                </a:lnTo>
                <a:lnTo>
                  <a:pt x="22" y="35"/>
                </a:lnTo>
                <a:lnTo>
                  <a:pt x="22" y="38"/>
                </a:lnTo>
                <a:lnTo>
                  <a:pt x="23" y="38"/>
                </a:lnTo>
                <a:lnTo>
                  <a:pt x="24" y="37"/>
                </a:lnTo>
                <a:lnTo>
                  <a:pt x="24" y="35"/>
                </a:lnTo>
                <a:lnTo>
                  <a:pt x="25" y="35"/>
                </a:lnTo>
                <a:lnTo>
                  <a:pt x="25" y="35"/>
                </a:lnTo>
                <a:lnTo>
                  <a:pt x="27" y="36"/>
                </a:lnTo>
                <a:lnTo>
                  <a:pt x="27" y="35"/>
                </a:lnTo>
                <a:lnTo>
                  <a:pt x="27" y="37"/>
                </a:lnTo>
                <a:lnTo>
                  <a:pt x="29" y="37"/>
                </a:lnTo>
                <a:lnTo>
                  <a:pt x="29" y="37"/>
                </a:lnTo>
                <a:lnTo>
                  <a:pt x="30" y="37"/>
                </a:lnTo>
                <a:lnTo>
                  <a:pt x="29" y="39"/>
                </a:lnTo>
                <a:lnTo>
                  <a:pt x="30" y="40"/>
                </a:lnTo>
                <a:lnTo>
                  <a:pt x="29" y="40"/>
                </a:lnTo>
                <a:lnTo>
                  <a:pt x="30" y="42"/>
                </a:lnTo>
                <a:lnTo>
                  <a:pt x="30" y="43"/>
                </a:lnTo>
                <a:lnTo>
                  <a:pt x="30" y="44"/>
                </a:lnTo>
                <a:lnTo>
                  <a:pt x="30" y="45"/>
                </a:lnTo>
                <a:lnTo>
                  <a:pt x="29" y="45"/>
                </a:lnTo>
                <a:lnTo>
                  <a:pt x="29" y="48"/>
                </a:lnTo>
                <a:lnTo>
                  <a:pt x="30" y="49"/>
                </a:lnTo>
                <a:lnTo>
                  <a:pt x="30" y="50"/>
                </a:lnTo>
                <a:lnTo>
                  <a:pt x="30" y="50"/>
                </a:lnTo>
                <a:lnTo>
                  <a:pt x="30" y="53"/>
                </a:lnTo>
                <a:lnTo>
                  <a:pt x="29" y="53"/>
                </a:lnTo>
                <a:lnTo>
                  <a:pt x="30" y="55"/>
                </a:lnTo>
                <a:lnTo>
                  <a:pt x="29" y="57"/>
                </a:lnTo>
                <a:lnTo>
                  <a:pt x="30" y="57"/>
                </a:lnTo>
                <a:lnTo>
                  <a:pt x="30" y="58"/>
                </a:lnTo>
                <a:lnTo>
                  <a:pt x="30" y="59"/>
                </a:lnTo>
                <a:lnTo>
                  <a:pt x="29" y="60"/>
                </a:lnTo>
                <a:lnTo>
                  <a:pt x="29" y="65"/>
                </a:lnTo>
                <a:lnTo>
                  <a:pt x="28" y="65"/>
                </a:lnTo>
                <a:lnTo>
                  <a:pt x="27" y="67"/>
                </a:lnTo>
                <a:lnTo>
                  <a:pt x="28" y="67"/>
                </a:lnTo>
                <a:lnTo>
                  <a:pt x="28" y="68"/>
                </a:lnTo>
                <a:lnTo>
                  <a:pt x="28" y="69"/>
                </a:lnTo>
                <a:lnTo>
                  <a:pt x="28" y="70"/>
                </a:lnTo>
                <a:lnTo>
                  <a:pt x="27" y="70"/>
                </a:lnTo>
                <a:lnTo>
                  <a:pt x="27" y="69"/>
                </a:lnTo>
                <a:lnTo>
                  <a:pt x="25" y="70"/>
                </a:lnTo>
                <a:lnTo>
                  <a:pt x="26" y="73"/>
                </a:lnTo>
                <a:lnTo>
                  <a:pt x="26" y="73"/>
                </a:lnTo>
                <a:lnTo>
                  <a:pt x="27" y="74"/>
                </a:lnTo>
                <a:lnTo>
                  <a:pt x="27" y="76"/>
                </a:lnTo>
                <a:lnTo>
                  <a:pt x="26" y="77"/>
                </a:lnTo>
                <a:lnTo>
                  <a:pt x="24" y="76"/>
                </a:lnTo>
                <a:lnTo>
                  <a:pt x="24" y="76"/>
                </a:lnTo>
                <a:lnTo>
                  <a:pt x="23" y="77"/>
                </a:lnTo>
                <a:lnTo>
                  <a:pt x="22" y="79"/>
                </a:lnTo>
                <a:lnTo>
                  <a:pt x="21" y="80"/>
                </a:lnTo>
                <a:lnTo>
                  <a:pt x="21" y="81"/>
                </a:lnTo>
                <a:lnTo>
                  <a:pt x="19" y="82"/>
                </a:lnTo>
                <a:lnTo>
                  <a:pt x="19" y="82"/>
                </a:lnTo>
                <a:lnTo>
                  <a:pt x="18" y="81"/>
                </a:lnTo>
                <a:lnTo>
                  <a:pt x="16" y="80"/>
                </a:lnTo>
                <a:lnTo>
                  <a:pt x="16" y="81"/>
                </a:lnTo>
                <a:lnTo>
                  <a:pt x="16" y="82"/>
                </a:lnTo>
                <a:lnTo>
                  <a:pt x="15" y="83"/>
                </a:lnTo>
                <a:lnTo>
                  <a:pt x="16" y="84"/>
                </a:lnTo>
                <a:lnTo>
                  <a:pt x="15" y="86"/>
                </a:lnTo>
                <a:lnTo>
                  <a:pt x="14" y="85"/>
                </a:lnTo>
                <a:lnTo>
                  <a:pt x="14" y="87"/>
                </a:lnTo>
                <a:lnTo>
                  <a:pt x="12" y="87"/>
                </a:lnTo>
                <a:lnTo>
                  <a:pt x="12" y="88"/>
                </a:lnTo>
                <a:lnTo>
                  <a:pt x="11" y="89"/>
                </a:lnTo>
                <a:lnTo>
                  <a:pt x="10" y="89"/>
                </a:lnTo>
                <a:lnTo>
                  <a:pt x="10" y="88"/>
                </a:lnTo>
                <a:lnTo>
                  <a:pt x="9" y="88"/>
                </a:lnTo>
                <a:lnTo>
                  <a:pt x="8" y="90"/>
                </a:lnTo>
                <a:lnTo>
                  <a:pt x="7" y="92"/>
                </a:lnTo>
                <a:lnTo>
                  <a:pt x="6" y="92"/>
                </a:lnTo>
                <a:lnTo>
                  <a:pt x="6" y="96"/>
                </a:lnTo>
                <a:lnTo>
                  <a:pt x="7" y="96"/>
                </a:lnTo>
                <a:lnTo>
                  <a:pt x="7" y="97"/>
                </a:lnTo>
                <a:lnTo>
                  <a:pt x="7" y="97"/>
                </a:lnTo>
                <a:lnTo>
                  <a:pt x="5" y="97"/>
                </a:lnTo>
                <a:lnTo>
                  <a:pt x="4" y="98"/>
                </a:lnTo>
                <a:lnTo>
                  <a:pt x="2" y="98"/>
                </a:lnTo>
                <a:lnTo>
                  <a:pt x="2" y="99"/>
                </a:lnTo>
                <a:lnTo>
                  <a:pt x="2" y="100"/>
                </a:lnTo>
                <a:lnTo>
                  <a:pt x="2" y="102"/>
                </a:lnTo>
                <a:lnTo>
                  <a:pt x="2" y="105"/>
                </a:lnTo>
                <a:lnTo>
                  <a:pt x="1" y="106"/>
                </a:lnTo>
                <a:lnTo>
                  <a:pt x="4" y="106"/>
                </a:lnTo>
                <a:lnTo>
                  <a:pt x="4" y="107"/>
                </a:lnTo>
                <a:lnTo>
                  <a:pt x="5" y="108"/>
                </a:lnTo>
                <a:lnTo>
                  <a:pt x="4" y="108"/>
                </a:lnTo>
                <a:lnTo>
                  <a:pt x="4" y="109"/>
                </a:lnTo>
                <a:lnTo>
                  <a:pt x="5" y="109"/>
                </a:lnTo>
                <a:lnTo>
                  <a:pt x="6" y="110"/>
                </a:lnTo>
                <a:lnTo>
                  <a:pt x="5" y="111"/>
                </a:lnTo>
                <a:lnTo>
                  <a:pt x="5" y="112"/>
                </a:lnTo>
                <a:lnTo>
                  <a:pt x="5" y="112"/>
                </a:lnTo>
                <a:lnTo>
                  <a:pt x="5" y="113"/>
                </a:lnTo>
                <a:lnTo>
                  <a:pt x="3" y="115"/>
                </a:lnTo>
                <a:lnTo>
                  <a:pt x="2" y="116"/>
                </a:lnTo>
                <a:lnTo>
                  <a:pt x="0" y="117"/>
                </a:lnTo>
                <a:lnTo>
                  <a:pt x="0" y="117"/>
                </a:lnTo>
                <a:lnTo>
                  <a:pt x="2" y="118"/>
                </a:lnTo>
                <a:lnTo>
                  <a:pt x="3" y="119"/>
                </a:lnTo>
                <a:lnTo>
                  <a:pt x="3" y="118"/>
                </a:lnTo>
                <a:lnTo>
                  <a:pt x="4" y="119"/>
                </a:lnTo>
                <a:lnTo>
                  <a:pt x="6" y="117"/>
                </a:lnTo>
                <a:lnTo>
                  <a:pt x="8" y="117"/>
                </a:lnTo>
                <a:lnTo>
                  <a:pt x="8" y="116"/>
                </a:lnTo>
                <a:lnTo>
                  <a:pt x="10" y="115"/>
                </a:lnTo>
                <a:lnTo>
                  <a:pt x="12" y="114"/>
                </a:lnTo>
                <a:lnTo>
                  <a:pt x="15" y="114"/>
                </a:lnTo>
                <a:lnTo>
                  <a:pt x="17" y="114"/>
                </a:lnTo>
                <a:lnTo>
                  <a:pt x="22" y="114"/>
                </a:lnTo>
                <a:lnTo>
                  <a:pt x="23" y="115"/>
                </a:lnTo>
                <a:lnTo>
                  <a:pt x="24" y="115"/>
                </a:lnTo>
                <a:lnTo>
                  <a:pt x="24" y="115"/>
                </a:lnTo>
                <a:lnTo>
                  <a:pt x="25" y="114"/>
                </a:lnTo>
                <a:lnTo>
                  <a:pt x="28" y="115"/>
                </a:lnTo>
                <a:lnTo>
                  <a:pt x="28" y="114"/>
                </a:lnTo>
                <a:lnTo>
                  <a:pt x="29" y="115"/>
                </a:lnTo>
                <a:lnTo>
                  <a:pt x="27" y="117"/>
                </a:lnTo>
                <a:lnTo>
                  <a:pt x="26" y="117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5" y="118"/>
                </a:lnTo>
                <a:lnTo>
                  <a:pt x="24" y="119"/>
                </a:lnTo>
                <a:lnTo>
                  <a:pt x="24" y="121"/>
                </a:lnTo>
                <a:lnTo>
                  <a:pt x="24" y="122"/>
                </a:lnTo>
                <a:lnTo>
                  <a:pt x="26" y="122"/>
                </a:lnTo>
                <a:lnTo>
                  <a:pt x="27" y="123"/>
                </a:lnTo>
                <a:lnTo>
                  <a:pt x="27" y="124"/>
                </a:lnTo>
                <a:lnTo>
                  <a:pt x="27" y="124"/>
                </a:lnTo>
                <a:lnTo>
                  <a:pt x="27" y="126"/>
                </a:lnTo>
                <a:lnTo>
                  <a:pt x="28" y="126"/>
                </a:lnTo>
                <a:lnTo>
                  <a:pt x="28" y="126"/>
                </a:lnTo>
                <a:lnTo>
                  <a:pt x="26" y="128"/>
                </a:lnTo>
                <a:lnTo>
                  <a:pt x="26" y="129"/>
                </a:lnTo>
                <a:lnTo>
                  <a:pt x="28" y="129"/>
                </a:lnTo>
                <a:lnTo>
                  <a:pt x="28" y="130"/>
                </a:lnTo>
                <a:lnTo>
                  <a:pt x="28" y="132"/>
                </a:lnTo>
                <a:lnTo>
                  <a:pt x="27" y="132"/>
                </a:lnTo>
                <a:lnTo>
                  <a:pt x="28" y="132"/>
                </a:lnTo>
                <a:lnTo>
                  <a:pt x="29" y="133"/>
                </a:lnTo>
                <a:lnTo>
                  <a:pt x="27" y="135"/>
                </a:lnTo>
                <a:lnTo>
                  <a:pt x="28" y="136"/>
                </a:lnTo>
                <a:lnTo>
                  <a:pt x="30" y="136"/>
                </a:lnTo>
                <a:lnTo>
                  <a:pt x="31" y="136"/>
                </a:lnTo>
                <a:lnTo>
                  <a:pt x="31" y="137"/>
                </a:lnTo>
                <a:lnTo>
                  <a:pt x="32" y="138"/>
                </a:lnTo>
                <a:lnTo>
                  <a:pt x="34" y="138"/>
                </a:lnTo>
                <a:lnTo>
                  <a:pt x="35" y="138"/>
                </a:lnTo>
                <a:lnTo>
                  <a:pt x="37" y="137"/>
                </a:lnTo>
                <a:lnTo>
                  <a:pt x="38" y="138"/>
                </a:lnTo>
                <a:lnTo>
                  <a:pt x="41" y="139"/>
                </a:lnTo>
                <a:lnTo>
                  <a:pt x="40" y="140"/>
                </a:lnTo>
                <a:lnTo>
                  <a:pt x="41" y="142"/>
                </a:lnTo>
                <a:lnTo>
                  <a:pt x="40" y="143"/>
                </a:lnTo>
                <a:lnTo>
                  <a:pt x="39" y="142"/>
                </a:lnTo>
                <a:lnTo>
                  <a:pt x="39" y="142"/>
                </a:lnTo>
                <a:lnTo>
                  <a:pt x="39" y="144"/>
                </a:lnTo>
                <a:lnTo>
                  <a:pt x="38" y="144"/>
                </a:lnTo>
                <a:lnTo>
                  <a:pt x="37" y="146"/>
                </a:lnTo>
                <a:lnTo>
                  <a:pt x="36" y="146"/>
                </a:lnTo>
                <a:lnTo>
                  <a:pt x="37" y="150"/>
                </a:lnTo>
                <a:lnTo>
                  <a:pt x="36" y="151"/>
                </a:lnTo>
                <a:lnTo>
                  <a:pt x="37" y="152"/>
                </a:lnTo>
                <a:lnTo>
                  <a:pt x="35" y="153"/>
                </a:lnTo>
                <a:lnTo>
                  <a:pt x="34" y="154"/>
                </a:lnTo>
                <a:lnTo>
                  <a:pt x="34" y="155"/>
                </a:lnTo>
                <a:lnTo>
                  <a:pt x="33" y="156"/>
                </a:lnTo>
                <a:lnTo>
                  <a:pt x="33" y="157"/>
                </a:lnTo>
                <a:lnTo>
                  <a:pt x="32" y="158"/>
                </a:lnTo>
                <a:lnTo>
                  <a:pt x="32" y="159"/>
                </a:lnTo>
                <a:lnTo>
                  <a:pt x="32" y="159"/>
                </a:lnTo>
                <a:lnTo>
                  <a:pt x="33" y="160"/>
                </a:lnTo>
                <a:lnTo>
                  <a:pt x="36" y="160"/>
                </a:lnTo>
                <a:lnTo>
                  <a:pt x="39" y="160"/>
                </a:lnTo>
                <a:lnTo>
                  <a:pt x="39" y="160"/>
                </a:lnTo>
                <a:lnTo>
                  <a:pt x="40" y="160"/>
                </a:lnTo>
                <a:lnTo>
                  <a:pt x="41" y="161"/>
                </a:lnTo>
                <a:lnTo>
                  <a:pt x="42" y="161"/>
                </a:lnTo>
                <a:lnTo>
                  <a:pt x="43" y="161"/>
                </a:lnTo>
                <a:lnTo>
                  <a:pt x="44" y="161"/>
                </a:lnTo>
                <a:lnTo>
                  <a:pt x="47" y="162"/>
                </a:lnTo>
                <a:lnTo>
                  <a:pt x="47" y="162"/>
                </a:lnTo>
                <a:lnTo>
                  <a:pt x="49" y="162"/>
                </a:lnTo>
                <a:lnTo>
                  <a:pt x="49" y="163"/>
                </a:lnTo>
                <a:lnTo>
                  <a:pt x="49" y="164"/>
                </a:lnTo>
                <a:lnTo>
                  <a:pt x="49" y="165"/>
                </a:lnTo>
                <a:lnTo>
                  <a:pt x="48" y="165"/>
                </a:lnTo>
                <a:lnTo>
                  <a:pt x="48" y="167"/>
                </a:lnTo>
                <a:lnTo>
                  <a:pt x="49" y="170"/>
                </a:lnTo>
                <a:lnTo>
                  <a:pt x="50" y="171"/>
                </a:lnTo>
                <a:lnTo>
                  <a:pt x="51" y="170"/>
                </a:lnTo>
                <a:lnTo>
                  <a:pt x="52" y="170"/>
                </a:lnTo>
                <a:lnTo>
                  <a:pt x="53" y="171"/>
                </a:lnTo>
                <a:lnTo>
                  <a:pt x="51" y="173"/>
                </a:lnTo>
                <a:lnTo>
                  <a:pt x="52" y="174"/>
                </a:lnTo>
                <a:lnTo>
                  <a:pt x="52" y="175"/>
                </a:lnTo>
                <a:lnTo>
                  <a:pt x="53" y="174"/>
                </a:lnTo>
                <a:lnTo>
                  <a:pt x="53" y="174"/>
                </a:lnTo>
                <a:lnTo>
                  <a:pt x="54" y="175"/>
                </a:lnTo>
                <a:lnTo>
                  <a:pt x="55" y="175"/>
                </a:lnTo>
                <a:lnTo>
                  <a:pt x="56" y="174"/>
                </a:lnTo>
                <a:lnTo>
                  <a:pt x="58" y="174"/>
                </a:lnTo>
                <a:lnTo>
                  <a:pt x="59" y="176"/>
                </a:lnTo>
                <a:lnTo>
                  <a:pt x="60" y="176"/>
                </a:lnTo>
                <a:lnTo>
                  <a:pt x="61" y="176"/>
                </a:lnTo>
                <a:lnTo>
                  <a:pt x="64" y="175"/>
                </a:lnTo>
                <a:lnTo>
                  <a:pt x="67" y="171"/>
                </a:lnTo>
                <a:lnTo>
                  <a:pt x="71" y="171"/>
                </a:lnTo>
                <a:lnTo>
                  <a:pt x="72" y="169"/>
                </a:lnTo>
                <a:lnTo>
                  <a:pt x="73" y="169"/>
                </a:lnTo>
                <a:lnTo>
                  <a:pt x="73" y="171"/>
                </a:lnTo>
                <a:lnTo>
                  <a:pt x="73" y="172"/>
                </a:lnTo>
                <a:lnTo>
                  <a:pt x="74" y="173"/>
                </a:lnTo>
                <a:lnTo>
                  <a:pt x="73" y="174"/>
                </a:lnTo>
                <a:lnTo>
                  <a:pt x="75" y="174"/>
                </a:lnTo>
                <a:lnTo>
                  <a:pt x="75" y="176"/>
                </a:lnTo>
                <a:lnTo>
                  <a:pt x="74" y="176"/>
                </a:lnTo>
                <a:lnTo>
                  <a:pt x="74" y="177"/>
                </a:lnTo>
                <a:lnTo>
                  <a:pt x="73" y="177"/>
                </a:lnTo>
                <a:lnTo>
                  <a:pt x="74" y="179"/>
                </a:lnTo>
                <a:lnTo>
                  <a:pt x="75" y="180"/>
                </a:lnTo>
                <a:lnTo>
                  <a:pt x="75" y="181"/>
                </a:lnTo>
                <a:lnTo>
                  <a:pt x="76" y="183"/>
                </a:lnTo>
                <a:lnTo>
                  <a:pt x="78" y="182"/>
                </a:lnTo>
                <a:lnTo>
                  <a:pt x="81" y="181"/>
                </a:lnTo>
                <a:lnTo>
                  <a:pt x="83" y="182"/>
                </a:lnTo>
                <a:lnTo>
                  <a:pt x="82" y="183"/>
                </a:lnTo>
                <a:lnTo>
                  <a:pt x="83" y="183"/>
                </a:lnTo>
                <a:lnTo>
                  <a:pt x="84" y="183"/>
                </a:lnTo>
                <a:lnTo>
                  <a:pt x="85" y="184"/>
                </a:lnTo>
                <a:lnTo>
                  <a:pt x="86" y="184"/>
                </a:lnTo>
                <a:lnTo>
                  <a:pt x="87" y="182"/>
                </a:lnTo>
                <a:lnTo>
                  <a:pt x="88" y="182"/>
                </a:lnTo>
                <a:lnTo>
                  <a:pt x="88" y="181"/>
                </a:lnTo>
                <a:lnTo>
                  <a:pt x="86" y="180"/>
                </a:lnTo>
                <a:lnTo>
                  <a:pt x="86" y="179"/>
                </a:lnTo>
                <a:lnTo>
                  <a:pt x="86" y="178"/>
                </a:lnTo>
                <a:lnTo>
                  <a:pt x="86" y="176"/>
                </a:lnTo>
                <a:lnTo>
                  <a:pt x="87" y="176"/>
                </a:lnTo>
                <a:lnTo>
                  <a:pt x="86" y="174"/>
                </a:lnTo>
                <a:lnTo>
                  <a:pt x="87" y="174"/>
                </a:lnTo>
                <a:lnTo>
                  <a:pt x="88" y="173"/>
                </a:lnTo>
                <a:lnTo>
                  <a:pt x="87" y="173"/>
                </a:lnTo>
                <a:lnTo>
                  <a:pt x="87" y="173"/>
                </a:lnTo>
                <a:lnTo>
                  <a:pt x="87" y="171"/>
                </a:lnTo>
                <a:lnTo>
                  <a:pt x="86" y="171"/>
                </a:lnTo>
                <a:lnTo>
                  <a:pt x="87" y="169"/>
                </a:lnTo>
                <a:lnTo>
                  <a:pt x="85" y="167"/>
                </a:lnTo>
                <a:lnTo>
                  <a:pt x="85" y="166"/>
                </a:lnTo>
                <a:lnTo>
                  <a:pt x="85" y="166"/>
                </a:lnTo>
                <a:lnTo>
                  <a:pt x="83" y="165"/>
                </a:lnTo>
                <a:lnTo>
                  <a:pt x="84" y="165"/>
                </a:lnTo>
                <a:lnTo>
                  <a:pt x="83" y="162"/>
                </a:lnTo>
                <a:lnTo>
                  <a:pt x="83" y="162"/>
                </a:lnTo>
                <a:lnTo>
                  <a:pt x="83" y="161"/>
                </a:lnTo>
                <a:lnTo>
                  <a:pt x="82" y="159"/>
                </a:lnTo>
                <a:lnTo>
                  <a:pt x="83" y="159"/>
                </a:lnTo>
                <a:lnTo>
                  <a:pt x="84" y="158"/>
                </a:lnTo>
                <a:lnTo>
                  <a:pt x="85" y="156"/>
                </a:lnTo>
                <a:lnTo>
                  <a:pt x="85" y="156"/>
                </a:lnTo>
                <a:lnTo>
                  <a:pt x="85" y="154"/>
                </a:lnTo>
                <a:lnTo>
                  <a:pt x="87" y="154"/>
                </a:lnTo>
                <a:lnTo>
                  <a:pt x="88" y="155"/>
                </a:lnTo>
                <a:lnTo>
                  <a:pt x="88" y="155"/>
                </a:lnTo>
                <a:lnTo>
                  <a:pt x="89" y="156"/>
                </a:lnTo>
                <a:lnTo>
                  <a:pt x="90" y="156"/>
                </a:lnTo>
                <a:lnTo>
                  <a:pt x="90" y="155"/>
                </a:lnTo>
                <a:lnTo>
                  <a:pt x="92" y="155"/>
                </a:lnTo>
                <a:lnTo>
                  <a:pt x="93" y="155"/>
                </a:lnTo>
                <a:lnTo>
                  <a:pt x="95" y="155"/>
                </a:lnTo>
                <a:lnTo>
                  <a:pt x="95" y="156"/>
                </a:lnTo>
                <a:lnTo>
                  <a:pt x="96" y="156"/>
                </a:lnTo>
                <a:lnTo>
                  <a:pt x="98" y="156"/>
                </a:lnTo>
                <a:lnTo>
                  <a:pt x="97" y="155"/>
                </a:lnTo>
                <a:lnTo>
                  <a:pt x="99" y="153"/>
                </a:lnTo>
                <a:lnTo>
                  <a:pt x="100" y="153"/>
                </a:lnTo>
                <a:lnTo>
                  <a:pt x="101" y="151"/>
                </a:lnTo>
                <a:lnTo>
                  <a:pt x="100" y="150"/>
                </a:lnTo>
                <a:lnTo>
                  <a:pt x="101" y="150"/>
                </a:lnTo>
                <a:lnTo>
                  <a:pt x="102" y="148"/>
                </a:lnTo>
                <a:lnTo>
                  <a:pt x="103" y="148"/>
                </a:lnTo>
                <a:lnTo>
                  <a:pt x="104" y="149"/>
                </a:lnTo>
                <a:lnTo>
                  <a:pt x="104" y="150"/>
                </a:lnTo>
                <a:lnTo>
                  <a:pt x="105" y="149"/>
                </a:lnTo>
                <a:lnTo>
                  <a:pt x="106" y="150"/>
                </a:lnTo>
                <a:lnTo>
                  <a:pt x="107" y="150"/>
                </a:lnTo>
                <a:lnTo>
                  <a:pt x="109" y="152"/>
                </a:lnTo>
                <a:lnTo>
                  <a:pt x="110" y="152"/>
                </a:lnTo>
                <a:lnTo>
                  <a:pt x="111" y="152"/>
                </a:lnTo>
                <a:lnTo>
                  <a:pt x="111" y="154"/>
                </a:lnTo>
                <a:lnTo>
                  <a:pt x="112" y="155"/>
                </a:lnTo>
                <a:lnTo>
                  <a:pt x="113" y="155"/>
                </a:lnTo>
                <a:lnTo>
                  <a:pt x="114" y="156"/>
                </a:lnTo>
                <a:lnTo>
                  <a:pt x="115" y="155"/>
                </a:lnTo>
                <a:lnTo>
                  <a:pt x="115" y="155"/>
                </a:lnTo>
                <a:lnTo>
                  <a:pt x="117" y="153"/>
                </a:lnTo>
                <a:lnTo>
                  <a:pt x="117" y="152"/>
                </a:lnTo>
                <a:lnTo>
                  <a:pt x="117" y="151"/>
                </a:lnTo>
                <a:lnTo>
                  <a:pt x="118" y="151"/>
                </a:lnTo>
                <a:lnTo>
                  <a:pt x="119" y="151"/>
                </a:lnTo>
                <a:lnTo>
                  <a:pt x="120" y="148"/>
                </a:lnTo>
                <a:lnTo>
                  <a:pt x="123" y="149"/>
                </a:lnTo>
                <a:lnTo>
                  <a:pt x="122" y="150"/>
                </a:lnTo>
                <a:lnTo>
                  <a:pt x="124" y="153"/>
                </a:lnTo>
                <a:lnTo>
                  <a:pt x="125" y="151"/>
                </a:lnTo>
                <a:lnTo>
                  <a:pt x="125" y="150"/>
                </a:lnTo>
                <a:lnTo>
                  <a:pt x="127" y="148"/>
                </a:lnTo>
                <a:lnTo>
                  <a:pt x="132" y="153"/>
                </a:lnTo>
                <a:lnTo>
                  <a:pt x="134" y="155"/>
                </a:lnTo>
                <a:lnTo>
                  <a:pt x="134" y="154"/>
                </a:lnTo>
                <a:lnTo>
                  <a:pt x="135" y="150"/>
                </a:lnTo>
                <a:lnTo>
                  <a:pt x="137" y="148"/>
                </a:lnTo>
                <a:lnTo>
                  <a:pt x="140" y="147"/>
                </a:lnTo>
                <a:lnTo>
                  <a:pt x="140" y="147"/>
                </a:lnTo>
                <a:lnTo>
                  <a:pt x="140" y="149"/>
                </a:lnTo>
                <a:lnTo>
                  <a:pt x="140" y="149"/>
                </a:lnTo>
                <a:lnTo>
                  <a:pt x="141" y="150"/>
                </a:lnTo>
                <a:lnTo>
                  <a:pt x="142" y="151"/>
                </a:lnTo>
                <a:lnTo>
                  <a:pt x="145" y="149"/>
                </a:lnTo>
                <a:lnTo>
                  <a:pt x="145" y="148"/>
                </a:lnTo>
                <a:lnTo>
                  <a:pt x="147" y="147"/>
                </a:lnTo>
                <a:lnTo>
                  <a:pt x="149" y="148"/>
                </a:lnTo>
                <a:lnTo>
                  <a:pt x="150" y="148"/>
                </a:lnTo>
                <a:lnTo>
                  <a:pt x="150" y="147"/>
                </a:lnTo>
                <a:lnTo>
                  <a:pt x="150" y="147"/>
                </a:lnTo>
                <a:lnTo>
                  <a:pt x="151" y="146"/>
                </a:lnTo>
                <a:lnTo>
                  <a:pt x="152" y="145"/>
                </a:lnTo>
                <a:lnTo>
                  <a:pt x="152" y="144"/>
                </a:lnTo>
                <a:lnTo>
                  <a:pt x="152" y="143"/>
                </a:lnTo>
                <a:lnTo>
                  <a:pt x="151" y="141"/>
                </a:lnTo>
                <a:lnTo>
                  <a:pt x="153" y="141"/>
                </a:lnTo>
                <a:lnTo>
                  <a:pt x="153" y="140"/>
                </a:lnTo>
                <a:lnTo>
                  <a:pt x="154" y="140"/>
                </a:lnTo>
                <a:lnTo>
                  <a:pt x="154" y="140"/>
                </a:lnTo>
                <a:lnTo>
                  <a:pt x="155" y="139"/>
                </a:lnTo>
                <a:lnTo>
                  <a:pt x="157" y="138"/>
                </a:lnTo>
                <a:lnTo>
                  <a:pt x="158" y="138"/>
                </a:lnTo>
                <a:lnTo>
                  <a:pt x="159" y="137"/>
                </a:lnTo>
                <a:lnTo>
                  <a:pt x="160" y="138"/>
                </a:lnTo>
                <a:lnTo>
                  <a:pt x="161" y="137"/>
                </a:lnTo>
                <a:lnTo>
                  <a:pt x="162" y="135"/>
                </a:lnTo>
                <a:lnTo>
                  <a:pt x="163" y="137"/>
                </a:lnTo>
                <a:lnTo>
                  <a:pt x="164" y="137"/>
                </a:lnTo>
                <a:lnTo>
                  <a:pt x="165" y="137"/>
                </a:lnTo>
                <a:lnTo>
                  <a:pt x="166" y="139"/>
                </a:lnTo>
                <a:lnTo>
                  <a:pt x="167" y="140"/>
                </a:lnTo>
                <a:lnTo>
                  <a:pt x="166" y="138"/>
                </a:lnTo>
                <a:lnTo>
                  <a:pt x="168" y="137"/>
                </a:lnTo>
                <a:lnTo>
                  <a:pt x="169" y="136"/>
                </a:lnTo>
                <a:lnTo>
                  <a:pt x="170" y="136"/>
                </a:lnTo>
                <a:lnTo>
                  <a:pt x="170" y="136"/>
                </a:lnTo>
                <a:lnTo>
                  <a:pt x="169" y="135"/>
                </a:lnTo>
                <a:lnTo>
                  <a:pt x="170" y="135"/>
                </a:lnTo>
                <a:lnTo>
                  <a:pt x="171" y="133"/>
                </a:lnTo>
                <a:lnTo>
                  <a:pt x="172" y="133"/>
                </a:lnTo>
                <a:lnTo>
                  <a:pt x="172" y="132"/>
                </a:lnTo>
                <a:lnTo>
                  <a:pt x="173" y="132"/>
                </a:lnTo>
                <a:lnTo>
                  <a:pt x="176" y="133"/>
                </a:lnTo>
                <a:lnTo>
                  <a:pt x="176" y="134"/>
                </a:lnTo>
                <a:lnTo>
                  <a:pt x="179" y="131"/>
                </a:lnTo>
                <a:lnTo>
                  <a:pt x="179" y="130"/>
                </a:lnTo>
                <a:lnTo>
                  <a:pt x="180" y="127"/>
                </a:lnTo>
                <a:lnTo>
                  <a:pt x="179" y="126"/>
                </a:lnTo>
                <a:lnTo>
                  <a:pt x="180" y="125"/>
                </a:lnTo>
                <a:lnTo>
                  <a:pt x="180" y="124"/>
                </a:lnTo>
                <a:lnTo>
                  <a:pt x="180" y="124"/>
                </a:lnTo>
                <a:lnTo>
                  <a:pt x="179" y="124"/>
                </a:lnTo>
                <a:lnTo>
                  <a:pt x="178" y="121"/>
                </a:lnTo>
                <a:lnTo>
                  <a:pt x="178" y="121"/>
                </a:lnTo>
                <a:lnTo>
                  <a:pt x="177" y="120"/>
                </a:lnTo>
                <a:lnTo>
                  <a:pt x="177" y="119"/>
                </a:lnTo>
                <a:lnTo>
                  <a:pt x="176" y="119"/>
                </a:lnTo>
                <a:lnTo>
                  <a:pt x="174" y="119"/>
                </a:lnTo>
                <a:lnTo>
                  <a:pt x="174" y="120"/>
                </a:lnTo>
                <a:lnTo>
                  <a:pt x="173" y="120"/>
                </a:lnTo>
                <a:lnTo>
                  <a:pt x="173" y="121"/>
                </a:lnTo>
                <a:lnTo>
                  <a:pt x="172" y="121"/>
                </a:lnTo>
                <a:lnTo>
                  <a:pt x="172" y="120"/>
                </a:lnTo>
                <a:lnTo>
                  <a:pt x="171" y="120"/>
                </a:lnTo>
                <a:lnTo>
                  <a:pt x="170" y="120"/>
                </a:lnTo>
                <a:lnTo>
                  <a:pt x="169" y="121"/>
                </a:lnTo>
                <a:lnTo>
                  <a:pt x="168" y="118"/>
                </a:lnTo>
                <a:lnTo>
                  <a:pt x="168" y="118"/>
                </a:lnTo>
                <a:lnTo>
                  <a:pt x="166" y="118"/>
                </a:lnTo>
                <a:lnTo>
                  <a:pt x="166" y="121"/>
                </a:lnTo>
                <a:lnTo>
                  <a:pt x="164" y="120"/>
                </a:lnTo>
                <a:lnTo>
                  <a:pt x="162" y="119"/>
                </a:lnTo>
                <a:lnTo>
                  <a:pt x="161" y="119"/>
                </a:lnTo>
                <a:lnTo>
                  <a:pt x="161" y="120"/>
                </a:lnTo>
                <a:lnTo>
                  <a:pt x="161" y="120"/>
                </a:lnTo>
                <a:lnTo>
                  <a:pt x="160" y="119"/>
                </a:lnTo>
                <a:lnTo>
                  <a:pt x="159" y="118"/>
                </a:lnTo>
                <a:lnTo>
                  <a:pt x="160" y="118"/>
                </a:lnTo>
                <a:lnTo>
                  <a:pt x="160" y="117"/>
                </a:lnTo>
                <a:lnTo>
                  <a:pt x="160" y="117"/>
                </a:lnTo>
                <a:lnTo>
                  <a:pt x="159" y="115"/>
                </a:lnTo>
                <a:lnTo>
                  <a:pt x="159" y="114"/>
                </a:lnTo>
                <a:lnTo>
                  <a:pt x="159" y="114"/>
                </a:lnTo>
                <a:lnTo>
                  <a:pt x="158" y="113"/>
                </a:lnTo>
                <a:lnTo>
                  <a:pt x="158" y="113"/>
                </a:lnTo>
                <a:lnTo>
                  <a:pt x="158" y="112"/>
                </a:lnTo>
                <a:lnTo>
                  <a:pt x="156" y="111"/>
                </a:lnTo>
                <a:lnTo>
                  <a:pt x="154" y="112"/>
                </a:lnTo>
                <a:lnTo>
                  <a:pt x="151" y="111"/>
                </a:lnTo>
                <a:lnTo>
                  <a:pt x="149" y="112"/>
                </a:lnTo>
                <a:lnTo>
                  <a:pt x="150" y="114"/>
                </a:lnTo>
                <a:lnTo>
                  <a:pt x="149" y="114"/>
                </a:lnTo>
                <a:lnTo>
                  <a:pt x="147" y="113"/>
                </a:lnTo>
                <a:lnTo>
                  <a:pt x="148" y="112"/>
                </a:lnTo>
                <a:lnTo>
                  <a:pt x="147" y="112"/>
                </a:lnTo>
                <a:lnTo>
                  <a:pt x="147" y="112"/>
                </a:lnTo>
                <a:lnTo>
                  <a:pt x="146" y="110"/>
                </a:lnTo>
                <a:lnTo>
                  <a:pt x="146" y="109"/>
                </a:lnTo>
                <a:lnTo>
                  <a:pt x="145" y="107"/>
                </a:lnTo>
                <a:lnTo>
                  <a:pt x="146" y="104"/>
                </a:lnTo>
                <a:lnTo>
                  <a:pt x="146" y="103"/>
                </a:lnTo>
                <a:lnTo>
                  <a:pt x="148" y="101"/>
                </a:lnTo>
                <a:lnTo>
                  <a:pt x="149" y="100"/>
                </a:lnTo>
                <a:lnTo>
                  <a:pt x="150" y="99"/>
                </a:lnTo>
                <a:lnTo>
                  <a:pt x="149" y="98"/>
                </a:lnTo>
                <a:lnTo>
                  <a:pt x="148" y="98"/>
                </a:lnTo>
                <a:lnTo>
                  <a:pt x="149" y="97"/>
                </a:lnTo>
                <a:lnTo>
                  <a:pt x="150" y="95"/>
                </a:lnTo>
                <a:lnTo>
                  <a:pt x="150" y="95"/>
                </a:lnTo>
                <a:lnTo>
                  <a:pt x="150" y="94"/>
                </a:lnTo>
                <a:lnTo>
                  <a:pt x="151" y="95"/>
                </a:lnTo>
                <a:lnTo>
                  <a:pt x="152" y="95"/>
                </a:lnTo>
                <a:lnTo>
                  <a:pt x="151" y="94"/>
                </a:lnTo>
                <a:lnTo>
                  <a:pt x="152" y="94"/>
                </a:lnTo>
                <a:lnTo>
                  <a:pt x="152" y="93"/>
                </a:lnTo>
                <a:lnTo>
                  <a:pt x="148" y="92"/>
                </a:lnTo>
                <a:lnTo>
                  <a:pt x="148" y="91"/>
                </a:lnTo>
                <a:lnTo>
                  <a:pt x="146" y="90"/>
                </a:lnTo>
                <a:lnTo>
                  <a:pt x="146" y="87"/>
                </a:lnTo>
                <a:lnTo>
                  <a:pt x="144" y="88"/>
                </a:lnTo>
                <a:lnTo>
                  <a:pt x="144" y="88"/>
                </a:lnTo>
                <a:lnTo>
                  <a:pt x="144" y="88"/>
                </a:lnTo>
                <a:lnTo>
                  <a:pt x="144" y="87"/>
                </a:lnTo>
                <a:lnTo>
                  <a:pt x="144" y="86"/>
                </a:lnTo>
                <a:lnTo>
                  <a:pt x="142" y="85"/>
                </a:lnTo>
                <a:lnTo>
                  <a:pt x="141" y="84"/>
                </a:lnTo>
                <a:lnTo>
                  <a:pt x="142" y="82"/>
                </a:lnTo>
                <a:lnTo>
                  <a:pt x="143" y="83"/>
                </a:lnTo>
                <a:lnTo>
                  <a:pt x="144" y="79"/>
                </a:lnTo>
                <a:lnTo>
                  <a:pt x="143" y="78"/>
                </a:lnTo>
                <a:lnTo>
                  <a:pt x="144" y="78"/>
                </a:lnTo>
                <a:lnTo>
                  <a:pt x="145" y="76"/>
                </a:lnTo>
                <a:lnTo>
                  <a:pt x="144" y="75"/>
                </a:lnTo>
                <a:lnTo>
                  <a:pt x="145" y="75"/>
                </a:lnTo>
                <a:lnTo>
                  <a:pt x="146" y="74"/>
                </a:lnTo>
                <a:lnTo>
                  <a:pt x="146" y="73"/>
                </a:lnTo>
                <a:lnTo>
                  <a:pt x="146" y="71"/>
                </a:lnTo>
                <a:lnTo>
                  <a:pt x="146" y="71"/>
                </a:lnTo>
                <a:lnTo>
                  <a:pt x="147" y="69"/>
                </a:lnTo>
                <a:lnTo>
                  <a:pt x="149" y="69"/>
                </a:lnTo>
                <a:lnTo>
                  <a:pt x="149" y="68"/>
                </a:lnTo>
                <a:lnTo>
                  <a:pt x="149" y="68"/>
                </a:lnTo>
                <a:lnTo>
                  <a:pt x="149" y="67"/>
                </a:lnTo>
                <a:lnTo>
                  <a:pt x="148" y="66"/>
                </a:lnTo>
                <a:lnTo>
                  <a:pt x="148" y="66"/>
                </a:lnTo>
                <a:lnTo>
                  <a:pt x="147" y="65"/>
                </a:lnTo>
                <a:lnTo>
                  <a:pt x="147" y="65"/>
                </a:lnTo>
                <a:lnTo>
                  <a:pt x="147" y="64"/>
                </a:lnTo>
                <a:lnTo>
                  <a:pt x="146" y="63"/>
                </a:lnTo>
                <a:lnTo>
                  <a:pt x="145" y="63"/>
                </a:lnTo>
                <a:lnTo>
                  <a:pt x="144" y="63"/>
                </a:lnTo>
                <a:lnTo>
                  <a:pt x="145" y="62"/>
                </a:lnTo>
                <a:lnTo>
                  <a:pt x="144" y="61"/>
                </a:lnTo>
                <a:lnTo>
                  <a:pt x="142" y="62"/>
                </a:lnTo>
                <a:lnTo>
                  <a:pt x="138" y="62"/>
                </a:lnTo>
                <a:lnTo>
                  <a:pt x="137" y="64"/>
                </a:lnTo>
                <a:lnTo>
                  <a:pt x="137" y="65"/>
                </a:lnTo>
                <a:lnTo>
                  <a:pt x="132" y="65"/>
                </a:lnTo>
                <a:lnTo>
                  <a:pt x="132" y="64"/>
                </a:lnTo>
                <a:lnTo>
                  <a:pt x="130" y="62"/>
                </a:lnTo>
                <a:lnTo>
                  <a:pt x="131" y="60"/>
                </a:lnTo>
                <a:lnTo>
                  <a:pt x="130" y="60"/>
                </a:lnTo>
                <a:lnTo>
                  <a:pt x="129" y="58"/>
                </a:lnTo>
                <a:lnTo>
                  <a:pt x="130" y="57"/>
                </a:lnTo>
                <a:lnTo>
                  <a:pt x="131" y="57"/>
                </a:lnTo>
                <a:lnTo>
                  <a:pt x="131" y="56"/>
                </a:lnTo>
                <a:lnTo>
                  <a:pt x="131" y="55"/>
                </a:lnTo>
                <a:lnTo>
                  <a:pt x="129" y="53"/>
                </a:lnTo>
                <a:lnTo>
                  <a:pt x="129" y="53"/>
                </a:lnTo>
                <a:lnTo>
                  <a:pt x="128" y="54"/>
                </a:lnTo>
                <a:lnTo>
                  <a:pt x="127" y="52"/>
                </a:lnTo>
                <a:lnTo>
                  <a:pt x="128" y="52"/>
                </a:lnTo>
                <a:lnTo>
                  <a:pt x="129" y="52"/>
                </a:lnTo>
                <a:lnTo>
                  <a:pt x="128" y="52"/>
                </a:lnTo>
                <a:lnTo>
                  <a:pt x="128" y="52"/>
                </a:lnTo>
                <a:lnTo>
                  <a:pt x="128" y="51"/>
                </a:lnTo>
                <a:lnTo>
                  <a:pt x="129" y="51"/>
                </a:lnTo>
                <a:lnTo>
                  <a:pt x="131" y="48"/>
                </a:lnTo>
                <a:lnTo>
                  <a:pt x="133" y="47"/>
                </a:lnTo>
                <a:lnTo>
                  <a:pt x="134" y="44"/>
                </a:lnTo>
                <a:lnTo>
                  <a:pt x="135" y="44"/>
                </a:lnTo>
                <a:lnTo>
                  <a:pt x="136" y="44"/>
                </a:lnTo>
                <a:lnTo>
                  <a:pt x="136" y="45"/>
                </a:lnTo>
                <a:lnTo>
                  <a:pt x="137" y="46"/>
                </a:lnTo>
                <a:lnTo>
                  <a:pt x="138" y="46"/>
                </a:lnTo>
                <a:lnTo>
                  <a:pt x="139" y="48"/>
                </a:lnTo>
                <a:lnTo>
                  <a:pt x="140" y="47"/>
                </a:lnTo>
                <a:lnTo>
                  <a:pt x="140" y="47"/>
                </a:lnTo>
                <a:lnTo>
                  <a:pt x="140" y="46"/>
                </a:lnTo>
                <a:lnTo>
                  <a:pt x="143" y="43"/>
                </a:lnTo>
                <a:lnTo>
                  <a:pt x="145" y="45"/>
                </a:lnTo>
                <a:lnTo>
                  <a:pt x="146" y="47"/>
                </a:lnTo>
                <a:lnTo>
                  <a:pt x="147" y="46"/>
                </a:lnTo>
                <a:lnTo>
                  <a:pt x="148" y="47"/>
                </a:lnTo>
                <a:lnTo>
                  <a:pt x="150" y="46"/>
                </a:lnTo>
                <a:lnTo>
                  <a:pt x="151" y="47"/>
                </a:lnTo>
                <a:lnTo>
                  <a:pt x="152" y="46"/>
                </a:lnTo>
                <a:lnTo>
                  <a:pt x="153" y="46"/>
                </a:lnTo>
                <a:lnTo>
                  <a:pt x="152" y="47"/>
                </a:lnTo>
                <a:lnTo>
                  <a:pt x="153" y="47"/>
                </a:lnTo>
                <a:lnTo>
                  <a:pt x="157" y="45"/>
                </a:lnTo>
                <a:lnTo>
                  <a:pt x="159" y="45"/>
                </a:lnTo>
                <a:lnTo>
                  <a:pt x="159" y="46"/>
                </a:lnTo>
                <a:lnTo>
                  <a:pt x="160" y="44"/>
                </a:lnTo>
                <a:lnTo>
                  <a:pt x="160" y="43"/>
                </a:lnTo>
                <a:lnTo>
                  <a:pt x="161" y="42"/>
                </a:lnTo>
                <a:lnTo>
                  <a:pt x="160" y="42"/>
                </a:lnTo>
                <a:lnTo>
                  <a:pt x="161" y="40"/>
                </a:lnTo>
                <a:lnTo>
                  <a:pt x="161" y="40"/>
                </a:lnTo>
                <a:close/>
              </a:path>
            </a:pathLst>
          </a:custGeom>
          <a:solidFill>
            <a:srgbClr val="D9E6F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746614" y="3737168"/>
            <a:ext cx="2443353" cy="1507055"/>
          </a:xfrm>
          <a:custGeom>
            <a:avLst/>
            <a:gdLst/>
            <a:ahLst/>
            <a:cxnLst/>
            <a:rect l="l" t="t" r="r" b="b"/>
            <a:pathLst>
              <a:path w="381" h="235">
                <a:moveTo>
                  <a:pt x="222" y="19"/>
                </a:moveTo>
                <a:lnTo>
                  <a:pt x="219" y="17"/>
                </a:lnTo>
                <a:lnTo>
                  <a:pt x="217" y="15"/>
                </a:lnTo>
                <a:lnTo>
                  <a:pt x="215" y="15"/>
                </a:lnTo>
                <a:lnTo>
                  <a:pt x="215" y="13"/>
                </a:lnTo>
                <a:lnTo>
                  <a:pt x="214" y="14"/>
                </a:lnTo>
                <a:lnTo>
                  <a:pt x="213" y="14"/>
                </a:lnTo>
                <a:lnTo>
                  <a:pt x="212" y="13"/>
                </a:lnTo>
                <a:lnTo>
                  <a:pt x="210" y="12"/>
                </a:lnTo>
                <a:lnTo>
                  <a:pt x="209" y="11"/>
                </a:lnTo>
                <a:lnTo>
                  <a:pt x="207" y="11"/>
                </a:lnTo>
                <a:lnTo>
                  <a:pt x="207" y="12"/>
                </a:lnTo>
                <a:lnTo>
                  <a:pt x="206" y="12"/>
                </a:lnTo>
                <a:lnTo>
                  <a:pt x="205" y="10"/>
                </a:lnTo>
                <a:lnTo>
                  <a:pt x="204" y="9"/>
                </a:lnTo>
                <a:lnTo>
                  <a:pt x="204" y="8"/>
                </a:lnTo>
                <a:lnTo>
                  <a:pt x="203" y="7"/>
                </a:lnTo>
                <a:lnTo>
                  <a:pt x="202" y="8"/>
                </a:lnTo>
                <a:lnTo>
                  <a:pt x="202" y="7"/>
                </a:lnTo>
                <a:lnTo>
                  <a:pt x="200" y="6"/>
                </a:lnTo>
                <a:lnTo>
                  <a:pt x="200" y="7"/>
                </a:lnTo>
                <a:lnTo>
                  <a:pt x="198" y="6"/>
                </a:lnTo>
                <a:lnTo>
                  <a:pt x="197" y="7"/>
                </a:lnTo>
                <a:lnTo>
                  <a:pt x="197" y="6"/>
                </a:lnTo>
                <a:lnTo>
                  <a:pt x="196" y="7"/>
                </a:lnTo>
                <a:lnTo>
                  <a:pt x="193" y="6"/>
                </a:lnTo>
                <a:lnTo>
                  <a:pt x="192" y="7"/>
                </a:lnTo>
                <a:lnTo>
                  <a:pt x="188" y="7"/>
                </a:lnTo>
                <a:lnTo>
                  <a:pt x="185" y="7"/>
                </a:lnTo>
                <a:lnTo>
                  <a:pt x="184" y="6"/>
                </a:lnTo>
                <a:lnTo>
                  <a:pt x="184" y="5"/>
                </a:lnTo>
                <a:lnTo>
                  <a:pt x="183" y="5"/>
                </a:lnTo>
                <a:lnTo>
                  <a:pt x="182" y="5"/>
                </a:lnTo>
                <a:lnTo>
                  <a:pt x="180" y="6"/>
                </a:lnTo>
                <a:lnTo>
                  <a:pt x="179" y="6"/>
                </a:lnTo>
                <a:lnTo>
                  <a:pt x="178" y="7"/>
                </a:lnTo>
                <a:lnTo>
                  <a:pt x="175" y="6"/>
                </a:lnTo>
                <a:lnTo>
                  <a:pt x="174" y="7"/>
                </a:lnTo>
                <a:lnTo>
                  <a:pt x="173" y="7"/>
                </a:lnTo>
                <a:lnTo>
                  <a:pt x="173" y="6"/>
                </a:lnTo>
                <a:lnTo>
                  <a:pt x="171" y="6"/>
                </a:lnTo>
                <a:lnTo>
                  <a:pt x="170" y="6"/>
                </a:lnTo>
                <a:lnTo>
                  <a:pt x="167" y="6"/>
                </a:lnTo>
                <a:lnTo>
                  <a:pt x="166" y="7"/>
                </a:lnTo>
                <a:lnTo>
                  <a:pt x="165" y="6"/>
                </a:lnTo>
                <a:lnTo>
                  <a:pt x="164" y="6"/>
                </a:lnTo>
                <a:lnTo>
                  <a:pt x="163" y="7"/>
                </a:lnTo>
                <a:lnTo>
                  <a:pt x="162" y="7"/>
                </a:lnTo>
                <a:lnTo>
                  <a:pt x="161" y="7"/>
                </a:lnTo>
                <a:lnTo>
                  <a:pt x="160" y="7"/>
                </a:lnTo>
                <a:lnTo>
                  <a:pt x="160" y="9"/>
                </a:lnTo>
                <a:lnTo>
                  <a:pt x="160" y="9"/>
                </a:lnTo>
                <a:lnTo>
                  <a:pt x="159" y="10"/>
                </a:lnTo>
                <a:lnTo>
                  <a:pt x="159" y="10"/>
                </a:lnTo>
                <a:lnTo>
                  <a:pt x="157" y="13"/>
                </a:lnTo>
                <a:lnTo>
                  <a:pt x="156" y="13"/>
                </a:lnTo>
                <a:lnTo>
                  <a:pt x="156" y="13"/>
                </a:lnTo>
                <a:lnTo>
                  <a:pt x="154" y="14"/>
                </a:lnTo>
                <a:lnTo>
                  <a:pt x="152" y="14"/>
                </a:lnTo>
                <a:lnTo>
                  <a:pt x="150" y="14"/>
                </a:lnTo>
                <a:lnTo>
                  <a:pt x="149" y="14"/>
                </a:lnTo>
                <a:lnTo>
                  <a:pt x="148" y="16"/>
                </a:lnTo>
                <a:lnTo>
                  <a:pt x="147" y="16"/>
                </a:lnTo>
                <a:lnTo>
                  <a:pt x="146" y="15"/>
                </a:lnTo>
                <a:lnTo>
                  <a:pt x="144" y="14"/>
                </a:lnTo>
                <a:lnTo>
                  <a:pt x="143" y="13"/>
                </a:lnTo>
                <a:lnTo>
                  <a:pt x="142" y="12"/>
                </a:lnTo>
                <a:lnTo>
                  <a:pt x="140" y="12"/>
                </a:lnTo>
                <a:lnTo>
                  <a:pt x="138" y="12"/>
                </a:lnTo>
                <a:lnTo>
                  <a:pt x="132" y="14"/>
                </a:lnTo>
                <a:lnTo>
                  <a:pt x="127" y="14"/>
                </a:lnTo>
                <a:lnTo>
                  <a:pt x="127" y="15"/>
                </a:lnTo>
                <a:lnTo>
                  <a:pt x="126" y="16"/>
                </a:lnTo>
                <a:lnTo>
                  <a:pt x="121" y="17"/>
                </a:lnTo>
                <a:lnTo>
                  <a:pt x="120" y="17"/>
                </a:lnTo>
                <a:lnTo>
                  <a:pt x="119" y="17"/>
                </a:lnTo>
                <a:lnTo>
                  <a:pt x="119" y="16"/>
                </a:lnTo>
                <a:lnTo>
                  <a:pt x="118" y="15"/>
                </a:lnTo>
                <a:lnTo>
                  <a:pt x="116" y="15"/>
                </a:lnTo>
                <a:lnTo>
                  <a:pt x="116" y="16"/>
                </a:lnTo>
                <a:lnTo>
                  <a:pt x="112" y="15"/>
                </a:lnTo>
                <a:lnTo>
                  <a:pt x="111" y="16"/>
                </a:lnTo>
                <a:lnTo>
                  <a:pt x="105" y="12"/>
                </a:lnTo>
                <a:lnTo>
                  <a:pt x="103" y="13"/>
                </a:lnTo>
                <a:lnTo>
                  <a:pt x="102" y="12"/>
                </a:lnTo>
                <a:lnTo>
                  <a:pt x="102" y="11"/>
                </a:lnTo>
                <a:lnTo>
                  <a:pt x="101" y="10"/>
                </a:lnTo>
                <a:lnTo>
                  <a:pt x="100" y="8"/>
                </a:lnTo>
                <a:lnTo>
                  <a:pt x="101" y="7"/>
                </a:lnTo>
                <a:lnTo>
                  <a:pt x="101" y="6"/>
                </a:lnTo>
                <a:lnTo>
                  <a:pt x="101" y="6"/>
                </a:lnTo>
                <a:lnTo>
                  <a:pt x="98" y="5"/>
                </a:lnTo>
                <a:lnTo>
                  <a:pt x="97" y="5"/>
                </a:lnTo>
                <a:lnTo>
                  <a:pt x="95" y="4"/>
                </a:lnTo>
                <a:lnTo>
                  <a:pt x="92" y="3"/>
                </a:lnTo>
                <a:lnTo>
                  <a:pt x="92" y="2"/>
                </a:lnTo>
                <a:lnTo>
                  <a:pt x="91" y="4"/>
                </a:lnTo>
                <a:lnTo>
                  <a:pt x="90" y="3"/>
                </a:lnTo>
                <a:lnTo>
                  <a:pt x="90" y="4"/>
                </a:lnTo>
                <a:lnTo>
                  <a:pt x="89" y="5"/>
                </a:lnTo>
                <a:lnTo>
                  <a:pt x="88" y="5"/>
                </a:lnTo>
                <a:lnTo>
                  <a:pt x="84" y="7"/>
                </a:lnTo>
                <a:lnTo>
                  <a:pt x="83" y="7"/>
                </a:lnTo>
                <a:lnTo>
                  <a:pt x="83" y="9"/>
                </a:lnTo>
                <a:lnTo>
                  <a:pt x="83" y="10"/>
                </a:lnTo>
                <a:lnTo>
                  <a:pt x="81" y="10"/>
                </a:lnTo>
                <a:lnTo>
                  <a:pt x="81" y="10"/>
                </a:lnTo>
                <a:lnTo>
                  <a:pt x="77" y="10"/>
                </a:lnTo>
                <a:lnTo>
                  <a:pt x="76" y="10"/>
                </a:lnTo>
                <a:lnTo>
                  <a:pt x="73" y="9"/>
                </a:lnTo>
                <a:lnTo>
                  <a:pt x="73" y="8"/>
                </a:lnTo>
                <a:lnTo>
                  <a:pt x="72" y="7"/>
                </a:lnTo>
                <a:lnTo>
                  <a:pt x="71" y="6"/>
                </a:lnTo>
                <a:lnTo>
                  <a:pt x="71" y="6"/>
                </a:lnTo>
                <a:lnTo>
                  <a:pt x="68" y="6"/>
                </a:lnTo>
                <a:lnTo>
                  <a:pt x="68" y="5"/>
                </a:lnTo>
                <a:lnTo>
                  <a:pt x="67" y="5"/>
                </a:lnTo>
                <a:lnTo>
                  <a:pt x="67" y="4"/>
                </a:lnTo>
                <a:lnTo>
                  <a:pt x="67" y="4"/>
                </a:lnTo>
                <a:lnTo>
                  <a:pt x="66" y="4"/>
                </a:lnTo>
                <a:lnTo>
                  <a:pt x="65" y="4"/>
                </a:lnTo>
                <a:lnTo>
                  <a:pt x="65" y="5"/>
                </a:lnTo>
                <a:lnTo>
                  <a:pt x="65" y="5"/>
                </a:lnTo>
                <a:lnTo>
                  <a:pt x="65" y="5"/>
                </a:lnTo>
                <a:lnTo>
                  <a:pt x="64" y="5"/>
                </a:lnTo>
                <a:lnTo>
                  <a:pt x="62" y="4"/>
                </a:lnTo>
                <a:lnTo>
                  <a:pt x="59" y="3"/>
                </a:lnTo>
                <a:lnTo>
                  <a:pt x="59" y="3"/>
                </a:lnTo>
                <a:lnTo>
                  <a:pt x="59" y="2"/>
                </a:lnTo>
                <a:lnTo>
                  <a:pt x="58" y="1"/>
                </a:lnTo>
                <a:lnTo>
                  <a:pt x="56" y="1"/>
                </a:lnTo>
                <a:lnTo>
                  <a:pt x="55" y="1"/>
                </a:lnTo>
                <a:lnTo>
                  <a:pt x="55" y="0"/>
                </a:lnTo>
                <a:lnTo>
                  <a:pt x="54" y="1"/>
                </a:lnTo>
                <a:lnTo>
                  <a:pt x="53" y="1"/>
                </a:lnTo>
                <a:lnTo>
                  <a:pt x="52" y="1"/>
                </a:lnTo>
                <a:lnTo>
                  <a:pt x="51" y="2"/>
                </a:lnTo>
                <a:lnTo>
                  <a:pt x="53" y="5"/>
                </a:lnTo>
                <a:lnTo>
                  <a:pt x="51" y="4"/>
                </a:lnTo>
                <a:lnTo>
                  <a:pt x="50" y="5"/>
                </a:lnTo>
                <a:lnTo>
                  <a:pt x="50" y="6"/>
                </a:lnTo>
                <a:lnTo>
                  <a:pt x="47" y="7"/>
                </a:lnTo>
                <a:lnTo>
                  <a:pt x="47" y="6"/>
                </a:lnTo>
                <a:lnTo>
                  <a:pt x="46" y="7"/>
                </a:lnTo>
                <a:lnTo>
                  <a:pt x="46" y="7"/>
                </a:lnTo>
                <a:lnTo>
                  <a:pt x="45" y="8"/>
                </a:lnTo>
                <a:lnTo>
                  <a:pt x="45" y="9"/>
                </a:lnTo>
                <a:lnTo>
                  <a:pt x="45" y="10"/>
                </a:lnTo>
                <a:lnTo>
                  <a:pt x="44" y="10"/>
                </a:lnTo>
                <a:lnTo>
                  <a:pt x="44" y="11"/>
                </a:lnTo>
                <a:lnTo>
                  <a:pt x="43" y="11"/>
                </a:lnTo>
                <a:lnTo>
                  <a:pt x="43" y="11"/>
                </a:lnTo>
                <a:lnTo>
                  <a:pt x="42" y="13"/>
                </a:lnTo>
                <a:lnTo>
                  <a:pt x="42" y="14"/>
                </a:lnTo>
                <a:lnTo>
                  <a:pt x="41" y="14"/>
                </a:lnTo>
                <a:lnTo>
                  <a:pt x="41" y="15"/>
                </a:lnTo>
                <a:lnTo>
                  <a:pt x="40" y="17"/>
                </a:lnTo>
                <a:lnTo>
                  <a:pt x="40" y="18"/>
                </a:lnTo>
                <a:lnTo>
                  <a:pt x="38" y="18"/>
                </a:lnTo>
                <a:lnTo>
                  <a:pt x="37" y="18"/>
                </a:lnTo>
                <a:lnTo>
                  <a:pt x="36" y="18"/>
                </a:lnTo>
                <a:lnTo>
                  <a:pt x="34" y="18"/>
                </a:lnTo>
                <a:lnTo>
                  <a:pt x="34" y="17"/>
                </a:lnTo>
                <a:lnTo>
                  <a:pt x="30" y="17"/>
                </a:lnTo>
                <a:lnTo>
                  <a:pt x="30" y="17"/>
                </a:lnTo>
                <a:lnTo>
                  <a:pt x="29" y="17"/>
                </a:lnTo>
                <a:lnTo>
                  <a:pt x="28" y="17"/>
                </a:lnTo>
                <a:lnTo>
                  <a:pt x="27" y="17"/>
                </a:lnTo>
                <a:lnTo>
                  <a:pt x="27" y="16"/>
                </a:lnTo>
                <a:lnTo>
                  <a:pt x="25" y="16"/>
                </a:lnTo>
                <a:lnTo>
                  <a:pt x="25" y="16"/>
                </a:lnTo>
                <a:lnTo>
                  <a:pt x="24" y="16"/>
                </a:lnTo>
                <a:lnTo>
                  <a:pt x="24" y="18"/>
                </a:lnTo>
                <a:lnTo>
                  <a:pt x="24" y="18"/>
                </a:lnTo>
                <a:lnTo>
                  <a:pt x="23" y="18"/>
                </a:lnTo>
                <a:lnTo>
                  <a:pt x="21" y="21"/>
                </a:lnTo>
                <a:lnTo>
                  <a:pt x="21" y="22"/>
                </a:lnTo>
                <a:lnTo>
                  <a:pt x="20" y="21"/>
                </a:lnTo>
                <a:lnTo>
                  <a:pt x="19" y="22"/>
                </a:lnTo>
                <a:lnTo>
                  <a:pt x="19" y="21"/>
                </a:lnTo>
                <a:lnTo>
                  <a:pt x="17" y="22"/>
                </a:lnTo>
                <a:lnTo>
                  <a:pt x="16" y="22"/>
                </a:lnTo>
                <a:lnTo>
                  <a:pt x="15" y="23"/>
                </a:lnTo>
                <a:lnTo>
                  <a:pt x="17" y="24"/>
                </a:lnTo>
                <a:lnTo>
                  <a:pt x="17" y="24"/>
                </a:lnTo>
                <a:lnTo>
                  <a:pt x="16" y="26"/>
                </a:lnTo>
                <a:lnTo>
                  <a:pt x="17" y="26"/>
                </a:lnTo>
                <a:lnTo>
                  <a:pt x="16" y="29"/>
                </a:lnTo>
                <a:lnTo>
                  <a:pt x="16" y="30"/>
                </a:lnTo>
                <a:lnTo>
                  <a:pt x="14" y="31"/>
                </a:lnTo>
                <a:lnTo>
                  <a:pt x="14" y="31"/>
                </a:lnTo>
                <a:lnTo>
                  <a:pt x="14" y="32"/>
                </a:lnTo>
                <a:lnTo>
                  <a:pt x="15" y="32"/>
                </a:lnTo>
                <a:lnTo>
                  <a:pt x="14" y="34"/>
                </a:lnTo>
                <a:lnTo>
                  <a:pt x="15" y="36"/>
                </a:lnTo>
                <a:lnTo>
                  <a:pt x="15" y="37"/>
                </a:lnTo>
                <a:lnTo>
                  <a:pt x="17" y="39"/>
                </a:lnTo>
                <a:lnTo>
                  <a:pt x="17" y="40"/>
                </a:lnTo>
                <a:lnTo>
                  <a:pt x="18" y="40"/>
                </a:lnTo>
                <a:lnTo>
                  <a:pt x="18" y="41"/>
                </a:lnTo>
                <a:lnTo>
                  <a:pt x="18" y="42"/>
                </a:lnTo>
                <a:lnTo>
                  <a:pt x="18" y="42"/>
                </a:lnTo>
                <a:lnTo>
                  <a:pt x="19" y="44"/>
                </a:lnTo>
                <a:lnTo>
                  <a:pt x="19" y="44"/>
                </a:lnTo>
                <a:lnTo>
                  <a:pt x="19" y="45"/>
                </a:lnTo>
                <a:lnTo>
                  <a:pt x="18" y="48"/>
                </a:lnTo>
                <a:lnTo>
                  <a:pt x="19" y="49"/>
                </a:lnTo>
                <a:lnTo>
                  <a:pt x="20" y="50"/>
                </a:lnTo>
                <a:lnTo>
                  <a:pt x="19" y="51"/>
                </a:lnTo>
                <a:lnTo>
                  <a:pt x="18" y="53"/>
                </a:lnTo>
                <a:lnTo>
                  <a:pt x="19" y="53"/>
                </a:lnTo>
                <a:lnTo>
                  <a:pt x="19" y="55"/>
                </a:lnTo>
                <a:lnTo>
                  <a:pt x="18" y="56"/>
                </a:lnTo>
                <a:lnTo>
                  <a:pt x="19" y="57"/>
                </a:lnTo>
                <a:lnTo>
                  <a:pt x="17" y="59"/>
                </a:lnTo>
                <a:lnTo>
                  <a:pt x="16" y="59"/>
                </a:lnTo>
                <a:lnTo>
                  <a:pt x="15" y="59"/>
                </a:lnTo>
                <a:lnTo>
                  <a:pt x="14" y="61"/>
                </a:lnTo>
                <a:lnTo>
                  <a:pt x="12" y="61"/>
                </a:lnTo>
                <a:lnTo>
                  <a:pt x="11" y="62"/>
                </a:lnTo>
                <a:lnTo>
                  <a:pt x="9" y="59"/>
                </a:lnTo>
                <a:lnTo>
                  <a:pt x="8" y="57"/>
                </a:lnTo>
                <a:lnTo>
                  <a:pt x="9" y="56"/>
                </a:lnTo>
                <a:lnTo>
                  <a:pt x="9" y="55"/>
                </a:lnTo>
                <a:lnTo>
                  <a:pt x="9" y="53"/>
                </a:lnTo>
                <a:lnTo>
                  <a:pt x="9" y="52"/>
                </a:lnTo>
                <a:lnTo>
                  <a:pt x="7" y="53"/>
                </a:lnTo>
                <a:lnTo>
                  <a:pt x="6" y="53"/>
                </a:lnTo>
                <a:lnTo>
                  <a:pt x="6" y="54"/>
                </a:lnTo>
                <a:lnTo>
                  <a:pt x="4" y="53"/>
                </a:lnTo>
                <a:lnTo>
                  <a:pt x="4" y="54"/>
                </a:lnTo>
                <a:lnTo>
                  <a:pt x="2" y="54"/>
                </a:lnTo>
                <a:lnTo>
                  <a:pt x="2" y="54"/>
                </a:lnTo>
                <a:lnTo>
                  <a:pt x="3" y="57"/>
                </a:lnTo>
                <a:lnTo>
                  <a:pt x="2" y="58"/>
                </a:lnTo>
                <a:lnTo>
                  <a:pt x="2" y="60"/>
                </a:lnTo>
                <a:lnTo>
                  <a:pt x="0" y="62"/>
                </a:lnTo>
                <a:lnTo>
                  <a:pt x="1" y="64"/>
                </a:lnTo>
                <a:lnTo>
                  <a:pt x="1" y="63"/>
                </a:lnTo>
                <a:lnTo>
                  <a:pt x="3" y="66"/>
                </a:lnTo>
                <a:lnTo>
                  <a:pt x="2" y="67"/>
                </a:lnTo>
                <a:lnTo>
                  <a:pt x="5" y="69"/>
                </a:lnTo>
                <a:lnTo>
                  <a:pt x="5" y="70"/>
                </a:lnTo>
                <a:lnTo>
                  <a:pt x="4" y="70"/>
                </a:lnTo>
                <a:lnTo>
                  <a:pt x="3" y="71"/>
                </a:lnTo>
                <a:lnTo>
                  <a:pt x="2" y="71"/>
                </a:lnTo>
                <a:lnTo>
                  <a:pt x="3" y="73"/>
                </a:lnTo>
                <a:lnTo>
                  <a:pt x="3" y="75"/>
                </a:lnTo>
                <a:lnTo>
                  <a:pt x="4" y="75"/>
                </a:lnTo>
                <a:lnTo>
                  <a:pt x="4" y="76"/>
                </a:lnTo>
                <a:lnTo>
                  <a:pt x="4" y="77"/>
                </a:lnTo>
                <a:lnTo>
                  <a:pt x="3" y="78"/>
                </a:lnTo>
                <a:lnTo>
                  <a:pt x="2" y="78"/>
                </a:lnTo>
                <a:lnTo>
                  <a:pt x="1" y="79"/>
                </a:lnTo>
                <a:lnTo>
                  <a:pt x="2" y="79"/>
                </a:lnTo>
                <a:lnTo>
                  <a:pt x="2" y="80"/>
                </a:lnTo>
                <a:lnTo>
                  <a:pt x="1" y="82"/>
                </a:lnTo>
                <a:lnTo>
                  <a:pt x="2" y="83"/>
                </a:lnTo>
                <a:lnTo>
                  <a:pt x="3" y="84"/>
                </a:lnTo>
                <a:lnTo>
                  <a:pt x="3" y="84"/>
                </a:lnTo>
                <a:lnTo>
                  <a:pt x="4" y="88"/>
                </a:lnTo>
                <a:lnTo>
                  <a:pt x="4" y="88"/>
                </a:lnTo>
                <a:lnTo>
                  <a:pt x="4" y="90"/>
                </a:lnTo>
                <a:lnTo>
                  <a:pt x="5" y="92"/>
                </a:lnTo>
                <a:lnTo>
                  <a:pt x="7" y="92"/>
                </a:lnTo>
                <a:lnTo>
                  <a:pt x="8" y="93"/>
                </a:lnTo>
                <a:lnTo>
                  <a:pt x="10" y="93"/>
                </a:lnTo>
                <a:lnTo>
                  <a:pt x="10" y="92"/>
                </a:lnTo>
                <a:lnTo>
                  <a:pt x="12" y="92"/>
                </a:lnTo>
                <a:lnTo>
                  <a:pt x="12" y="92"/>
                </a:lnTo>
                <a:lnTo>
                  <a:pt x="12" y="93"/>
                </a:lnTo>
                <a:lnTo>
                  <a:pt x="13" y="93"/>
                </a:lnTo>
                <a:lnTo>
                  <a:pt x="14" y="95"/>
                </a:lnTo>
                <a:lnTo>
                  <a:pt x="14" y="96"/>
                </a:lnTo>
                <a:lnTo>
                  <a:pt x="16" y="95"/>
                </a:lnTo>
                <a:lnTo>
                  <a:pt x="16" y="95"/>
                </a:lnTo>
                <a:lnTo>
                  <a:pt x="17" y="96"/>
                </a:lnTo>
                <a:lnTo>
                  <a:pt x="18" y="98"/>
                </a:lnTo>
                <a:lnTo>
                  <a:pt x="19" y="99"/>
                </a:lnTo>
                <a:lnTo>
                  <a:pt x="20" y="99"/>
                </a:lnTo>
                <a:lnTo>
                  <a:pt x="19" y="100"/>
                </a:lnTo>
                <a:lnTo>
                  <a:pt x="20" y="101"/>
                </a:lnTo>
                <a:lnTo>
                  <a:pt x="20" y="103"/>
                </a:lnTo>
                <a:lnTo>
                  <a:pt x="20" y="103"/>
                </a:lnTo>
                <a:lnTo>
                  <a:pt x="21" y="105"/>
                </a:lnTo>
                <a:lnTo>
                  <a:pt x="22" y="106"/>
                </a:lnTo>
                <a:lnTo>
                  <a:pt x="24" y="106"/>
                </a:lnTo>
                <a:lnTo>
                  <a:pt x="26" y="107"/>
                </a:lnTo>
                <a:lnTo>
                  <a:pt x="26" y="108"/>
                </a:lnTo>
                <a:lnTo>
                  <a:pt x="27" y="109"/>
                </a:lnTo>
                <a:lnTo>
                  <a:pt x="29" y="111"/>
                </a:lnTo>
                <a:lnTo>
                  <a:pt x="31" y="111"/>
                </a:lnTo>
                <a:lnTo>
                  <a:pt x="32" y="112"/>
                </a:lnTo>
                <a:lnTo>
                  <a:pt x="34" y="115"/>
                </a:lnTo>
                <a:lnTo>
                  <a:pt x="35" y="116"/>
                </a:lnTo>
                <a:lnTo>
                  <a:pt x="35" y="117"/>
                </a:lnTo>
                <a:lnTo>
                  <a:pt x="37" y="117"/>
                </a:lnTo>
                <a:lnTo>
                  <a:pt x="37" y="117"/>
                </a:lnTo>
                <a:lnTo>
                  <a:pt x="37" y="118"/>
                </a:lnTo>
                <a:lnTo>
                  <a:pt x="38" y="120"/>
                </a:lnTo>
                <a:lnTo>
                  <a:pt x="37" y="121"/>
                </a:lnTo>
                <a:lnTo>
                  <a:pt x="38" y="121"/>
                </a:lnTo>
                <a:lnTo>
                  <a:pt x="37" y="122"/>
                </a:lnTo>
                <a:lnTo>
                  <a:pt x="38" y="123"/>
                </a:lnTo>
                <a:lnTo>
                  <a:pt x="40" y="124"/>
                </a:lnTo>
                <a:lnTo>
                  <a:pt x="40" y="123"/>
                </a:lnTo>
                <a:lnTo>
                  <a:pt x="41" y="122"/>
                </a:lnTo>
                <a:lnTo>
                  <a:pt x="41" y="121"/>
                </a:lnTo>
                <a:lnTo>
                  <a:pt x="42" y="121"/>
                </a:lnTo>
                <a:lnTo>
                  <a:pt x="44" y="120"/>
                </a:lnTo>
                <a:lnTo>
                  <a:pt x="45" y="119"/>
                </a:lnTo>
                <a:lnTo>
                  <a:pt x="44" y="118"/>
                </a:lnTo>
                <a:lnTo>
                  <a:pt x="45" y="118"/>
                </a:lnTo>
                <a:lnTo>
                  <a:pt x="45" y="118"/>
                </a:lnTo>
                <a:lnTo>
                  <a:pt x="45" y="116"/>
                </a:lnTo>
                <a:lnTo>
                  <a:pt x="45" y="116"/>
                </a:lnTo>
                <a:lnTo>
                  <a:pt x="45" y="116"/>
                </a:lnTo>
                <a:lnTo>
                  <a:pt x="45" y="115"/>
                </a:lnTo>
                <a:lnTo>
                  <a:pt x="48" y="117"/>
                </a:lnTo>
                <a:lnTo>
                  <a:pt x="48" y="116"/>
                </a:lnTo>
                <a:lnTo>
                  <a:pt x="49" y="116"/>
                </a:lnTo>
                <a:lnTo>
                  <a:pt x="50" y="116"/>
                </a:lnTo>
                <a:lnTo>
                  <a:pt x="52" y="118"/>
                </a:lnTo>
                <a:lnTo>
                  <a:pt x="54" y="119"/>
                </a:lnTo>
                <a:lnTo>
                  <a:pt x="55" y="119"/>
                </a:lnTo>
                <a:lnTo>
                  <a:pt x="55" y="119"/>
                </a:lnTo>
                <a:lnTo>
                  <a:pt x="56" y="120"/>
                </a:lnTo>
                <a:lnTo>
                  <a:pt x="58" y="120"/>
                </a:lnTo>
                <a:lnTo>
                  <a:pt x="58" y="121"/>
                </a:lnTo>
                <a:lnTo>
                  <a:pt x="57" y="123"/>
                </a:lnTo>
                <a:lnTo>
                  <a:pt x="59" y="124"/>
                </a:lnTo>
                <a:lnTo>
                  <a:pt x="59" y="125"/>
                </a:lnTo>
                <a:lnTo>
                  <a:pt x="58" y="125"/>
                </a:lnTo>
                <a:lnTo>
                  <a:pt x="58" y="127"/>
                </a:lnTo>
                <a:lnTo>
                  <a:pt x="59" y="127"/>
                </a:lnTo>
                <a:lnTo>
                  <a:pt x="60" y="128"/>
                </a:lnTo>
                <a:lnTo>
                  <a:pt x="61" y="128"/>
                </a:lnTo>
                <a:lnTo>
                  <a:pt x="63" y="131"/>
                </a:lnTo>
                <a:lnTo>
                  <a:pt x="64" y="131"/>
                </a:lnTo>
                <a:lnTo>
                  <a:pt x="65" y="133"/>
                </a:lnTo>
                <a:lnTo>
                  <a:pt x="66" y="133"/>
                </a:lnTo>
                <a:lnTo>
                  <a:pt x="65" y="134"/>
                </a:lnTo>
                <a:lnTo>
                  <a:pt x="67" y="134"/>
                </a:lnTo>
                <a:lnTo>
                  <a:pt x="67" y="135"/>
                </a:lnTo>
                <a:lnTo>
                  <a:pt x="66" y="136"/>
                </a:lnTo>
                <a:lnTo>
                  <a:pt x="67" y="136"/>
                </a:lnTo>
                <a:lnTo>
                  <a:pt x="67" y="137"/>
                </a:lnTo>
                <a:lnTo>
                  <a:pt x="68" y="137"/>
                </a:lnTo>
                <a:lnTo>
                  <a:pt x="68" y="138"/>
                </a:lnTo>
                <a:lnTo>
                  <a:pt x="71" y="138"/>
                </a:lnTo>
                <a:lnTo>
                  <a:pt x="71" y="139"/>
                </a:lnTo>
                <a:lnTo>
                  <a:pt x="72" y="139"/>
                </a:lnTo>
                <a:lnTo>
                  <a:pt x="73" y="141"/>
                </a:lnTo>
                <a:lnTo>
                  <a:pt x="74" y="141"/>
                </a:lnTo>
                <a:lnTo>
                  <a:pt x="74" y="141"/>
                </a:lnTo>
                <a:lnTo>
                  <a:pt x="74" y="141"/>
                </a:lnTo>
                <a:lnTo>
                  <a:pt x="75" y="141"/>
                </a:lnTo>
                <a:lnTo>
                  <a:pt x="76" y="142"/>
                </a:lnTo>
                <a:lnTo>
                  <a:pt x="76" y="144"/>
                </a:lnTo>
                <a:lnTo>
                  <a:pt x="77" y="144"/>
                </a:lnTo>
                <a:lnTo>
                  <a:pt x="77" y="146"/>
                </a:lnTo>
                <a:lnTo>
                  <a:pt x="78" y="146"/>
                </a:lnTo>
                <a:lnTo>
                  <a:pt x="78" y="148"/>
                </a:lnTo>
                <a:lnTo>
                  <a:pt x="78" y="149"/>
                </a:lnTo>
                <a:lnTo>
                  <a:pt x="79" y="150"/>
                </a:lnTo>
                <a:lnTo>
                  <a:pt x="80" y="152"/>
                </a:lnTo>
                <a:lnTo>
                  <a:pt x="80" y="152"/>
                </a:lnTo>
                <a:lnTo>
                  <a:pt x="80" y="153"/>
                </a:lnTo>
                <a:lnTo>
                  <a:pt x="81" y="153"/>
                </a:lnTo>
                <a:lnTo>
                  <a:pt x="82" y="152"/>
                </a:lnTo>
                <a:lnTo>
                  <a:pt x="83" y="152"/>
                </a:lnTo>
                <a:lnTo>
                  <a:pt x="85" y="152"/>
                </a:lnTo>
                <a:lnTo>
                  <a:pt x="85" y="151"/>
                </a:lnTo>
                <a:lnTo>
                  <a:pt x="87" y="151"/>
                </a:lnTo>
                <a:lnTo>
                  <a:pt x="88" y="151"/>
                </a:lnTo>
                <a:lnTo>
                  <a:pt x="89" y="152"/>
                </a:lnTo>
                <a:lnTo>
                  <a:pt x="91" y="152"/>
                </a:lnTo>
                <a:lnTo>
                  <a:pt x="91" y="153"/>
                </a:lnTo>
                <a:lnTo>
                  <a:pt x="92" y="154"/>
                </a:lnTo>
                <a:lnTo>
                  <a:pt x="92" y="154"/>
                </a:lnTo>
                <a:lnTo>
                  <a:pt x="91" y="154"/>
                </a:lnTo>
                <a:lnTo>
                  <a:pt x="91" y="156"/>
                </a:lnTo>
                <a:lnTo>
                  <a:pt x="92" y="156"/>
                </a:lnTo>
                <a:lnTo>
                  <a:pt x="91" y="158"/>
                </a:lnTo>
                <a:lnTo>
                  <a:pt x="92" y="158"/>
                </a:lnTo>
                <a:lnTo>
                  <a:pt x="91" y="160"/>
                </a:lnTo>
                <a:lnTo>
                  <a:pt x="91" y="161"/>
                </a:lnTo>
                <a:lnTo>
                  <a:pt x="92" y="161"/>
                </a:lnTo>
                <a:lnTo>
                  <a:pt x="93" y="163"/>
                </a:lnTo>
                <a:lnTo>
                  <a:pt x="94" y="163"/>
                </a:lnTo>
                <a:lnTo>
                  <a:pt x="94" y="164"/>
                </a:lnTo>
                <a:lnTo>
                  <a:pt x="95" y="164"/>
                </a:lnTo>
                <a:lnTo>
                  <a:pt x="95" y="165"/>
                </a:lnTo>
                <a:lnTo>
                  <a:pt x="95" y="166"/>
                </a:lnTo>
                <a:lnTo>
                  <a:pt x="97" y="166"/>
                </a:lnTo>
                <a:lnTo>
                  <a:pt x="98" y="167"/>
                </a:lnTo>
                <a:lnTo>
                  <a:pt x="99" y="168"/>
                </a:lnTo>
                <a:lnTo>
                  <a:pt x="99" y="169"/>
                </a:lnTo>
                <a:lnTo>
                  <a:pt x="102" y="171"/>
                </a:lnTo>
                <a:lnTo>
                  <a:pt x="103" y="171"/>
                </a:lnTo>
                <a:lnTo>
                  <a:pt x="104" y="171"/>
                </a:lnTo>
                <a:lnTo>
                  <a:pt x="106" y="170"/>
                </a:lnTo>
                <a:lnTo>
                  <a:pt x="107" y="170"/>
                </a:lnTo>
                <a:lnTo>
                  <a:pt x="108" y="171"/>
                </a:lnTo>
                <a:lnTo>
                  <a:pt x="108" y="173"/>
                </a:lnTo>
                <a:lnTo>
                  <a:pt x="107" y="174"/>
                </a:lnTo>
                <a:lnTo>
                  <a:pt x="106" y="174"/>
                </a:lnTo>
                <a:lnTo>
                  <a:pt x="106" y="176"/>
                </a:lnTo>
                <a:lnTo>
                  <a:pt x="106" y="177"/>
                </a:lnTo>
                <a:lnTo>
                  <a:pt x="107" y="178"/>
                </a:lnTo>
                <a:lnTo>
                  <a:pt x="107" y="178"/>
                </a:lnTo>
                <a:lnTo>
                  <a:pt x="108" y="179"/>
                </a:lnTo>
                <a:lnTo>
                  <a:pt x="110" y="179"/>
                </a:lnTo>
                <a:lnTo>
                  <a:pt x="110" y="180"/>
                </a:lnTo>
                <a:lnTo>
                  <a:pt x="111" y="179"/>
                </a:lnTo>
                <a:lnTo>
                  <a:pt x="113" y="179"/>
                </a:lnTo>
                <a:lnTo>
                  <a:pt x="115" y="180"/>
                </a:lnTo>
                <a:lnTo>
                  <a:pt x="115" y="181"/>
                </a:lnTo>
                <a:lnTo>
                  <a:pt x="116" y="181"/>
                </a:lnTo>
                <a:lnTo>
                  <a:pt x="117" y="179"/>
                </a:lnTo>
                <a:lnTo>
                  <a:pt x="117" y="179"/>
                </a:lnTo>
                <a:lnTo>
                  <a:pt x="117" y="182"/>
                </a:lnTo>
                <a:lnTo>
                  <a:pt x="119" y="184"/>
                </a:lnTo>
                <a:lnTo>
                  <a:pt x="120" y="186"/>
                </a:lnTo>
                <a:lnTo>
                  <a:pt x="120" y="187"/>
                </a:lnTo>
                <a:lnTo>
                  <a:pt x="121" y="188"/>
                </a:lnTo>
                <a:lnTo>
                  <a:pt x="120" y="189"/>
                </a:lnTo>
                <a:lnTo>
                  <a:pt x="121" y="190"/>
                </a:lnTo>
                <a:lnTo>
                  <a:pt x="122" y="191"/>
                </a:lnTo>
                <a:lnTo>
                  <a:pt x="123" y="190"/>
                </a:lnTo>
                <a:lnTo>
                  <a:pt x="123" y="188"/>
                </a:lnTo>
                <a:lnTo>
                  <a:pt x="123" y="187"/>
                </a:lnTo>
                <a:lnTo>
                  <a:pt x="124" y="187"/>
                </a:lnTo>
                <a:lnTo>
                  <a:pt x="126" y="185"/>
                </a:lnTo>
                <a:lnTo>
                  <a:pt x="126" y="187"/>
                </a:lnTo>
                <a:lnTo>
                  <a:pt x="126" y="187"/>
                </a:lnTo>
                <a:lnTo>
                  <a:pt x="126" y="190"/>
                </a:lnTo>
                <a:lnTo>
                  <a:pt x="127" y="190"/>
                </a:lnTo>
                <a:lnTo>
                  <a:pt x="129" y="192"/>
                </a:lnTo>
                <a:lnTo>
                  <a:pt x="130" y="192"/>
                </a:lnTo>
                <a:lnTo>
                  <a:pt x="130" y="191"/>
                </a:lnTo>
                <a:lnTo>
                  <a:pt x="131" y="191"/>
                </a:lnTo>
                <a:lnTo>
                  <a:pt x="131" y="190"/>
                </a:lnTo>
                <a:lnTo>
                  <a:pt x="132" y="189"/>
                </a:lnTo>
                <a:lnTo>
                  <a:pt x="132" y="189"/>
                </a:lnTo>
                <a:lnTo>
                  <a:pt x="133" y="188"/>
                </a:lnTo>
                <a:lnTo>
                  <a:pt x="133" y="188"/>
                </a:lnTo>
                <a:lnTo>
                  <a:pt x="134" y="189"/>
                </a:lnTo>
                <a:lnTo>
                  <a:pt x="134" y="189"/>
                </a:lnTo>
                <a:lnTo>
                  <a:pt x="135" y="189"/>
                </a:lnTo>
                <a:lnTo>
                  <a:pt x="137" y="189"/>
                </a:lnTo>
                <a:lnTo>
                  <a:pt x="136" y="190"/>
                </a:lnTo>
                <a:lnTo>
                  <a:pt x="138" y="191"/>
                </a:lnTo>
                <a:lnTo>
                  <a:pt x="138" y="191"/>
                </a:lnTo>
                <a:lnTo>
                  <a:pt x="139" y="192"/>
                </a:lnTo>
                <a:lnTo>
                  <a:pt x="139" y="192"/>
                </a:lnTo>
                <a:lnTo>
                  <a:pt x="139" y="193"/>
                </a:lnTo>
                <a:lnTo>
                  <a:pt x="141" y="193"/>
                </a:lnTo>
                <a:lnTo>
                  <a:pt x="142" y="194"/>
                </a:lnTo>
                <a:lnTo>
                  <a:pt x="142" y="196"/>
                </a:lnTo>
                <a:lnTo>
                  <a:pt x="145" y="197"/>
                </a:lnTo>
                <a:lnTo>
                  <a:pt x="146" y="196"/>
                </a:lnTo>
                <a:lnTo>
                  <a:pt x="147" y="197"/>
                </a:lnTo>
                <a:lnTo>
                  <a:pt x="148" y="197"/>
                </a:lnTo>
                <a:lnTo>
                  <a:pt x="148" y="197"/>
                </a:lnTo>
                <a:lnTo>
                  <a:pt x="149" y="197"/>
                </a:lnTo>
                <a:lnTo>
                  <a:pt x="152" y="197"/>
                </a:lnTo>
                <a:lnTo>
                  <a:pt x="152" y="198"/>
                </a:lnTo>
                <a:lnTo>
                  <a:pt x="153" y="198"/>
                </a:lnTo>
                <a:lnTo>
                  <a:pt x="153" y="198"/>
                </a:lnTo>
                <a:lnTo>
                  <a:pt x="154" y="199"/>
                </a:lnTo>
                <a:lnTo>
                  <a:pt x="157" y="196"/>
                </a:lnTo>
                <a:lnTo>
                  <a:pt x="160" y="198"/>
                </a:lnTo>
                <a:lnTo>
                  <a:pt x="161" y="198"/>
                </a:lnTo>
                <a:lnTo>
                  <a:pt x="162" y="199"/>
                </a:lnTo>
                <a:lnTo>
                  <a:pt x="163" y="199"/>
                </a:lnTo>
                <a:lnTo>
                  <a:pt x="162" y="198"/>
                </a:lnTo>
                <a:lnTo>
                  <a:pt x="163" y="197"/>
                </a:lnTo>
                <a:lnTo>
                  <a:pt x="164" y="197"/>
                </a:lnTo>
                <a:lnTo>
                  <a:pt x="165" y="197"/>
                </a:lnTo>
                <a:lnTo>
                  <a:pt x="165" y="198"/>
                </a:lnTo>
                <a:lnTo>
                  <a:pt x="167" y="197"/>
                </a:lnTo>
                <a:lnTo>
                  <a:pt x="168" y="197"/>
                </a:lnTo>
                <a:lnTo>
                  <a:pt x="170" y="196"/>
                </a:lnTo>
                <a:lnTo>
                  <a:pt x="171" y="197"/>
                </a:lnTo>
                <a:lnTo>
                  <a:pt x="172" y="195"/>
                </a:lnTo>
                <a:lnTo>
                  <a:pt x="173" y="195"/>
                </a:lnTo>
                <a:lnTo>
                  <a:pt x="174" y="196"/>
                </a:lnTo>
                <a:lnTo>
                  <a:pt x="176" y="196"/>
                </a:lnTo>
                <a:lnTo>
                  <a:pt x="177" y="198"/>
                </a:lnTo>
                <a:lnTo>
                  <a:pt x="177" y="200"/>
                </a:lnTo>
                <a:lnTo>
                  <a:pt x="177" y="200"/>
                </a:lnTo>
                <a:lnTo>
                  <a:pt x="177" y="202"/>
                </a:lnTo>
                <a:lnTo>
                  <a:pt x="177" y="202"/>
                </a:lnTo>
                <a:lnTo>
                  <a:pt x="176" y="204"/>
                </a:lnTo>
                <a:lnTo>
                  <a:pt x="176" y="206"/>
                </a:lnTo>
                <a:lnTo>
                  <a:pt x="174" y="208"/>
                </a:lnTo>
                <a:lnTo>
                  <a:pt x="174" y="209"/>
                </a:lnTo>
                <a:lnTo>
                  <a:pt x="174" y="210"/>
                </a:lnTo>
                <a:lnTo>
                  <a:pt x="174" y="211"/>
                </a:lnTo>
                <a:lnTo>
                  <a:pt x="174" y="212"/>
                </a:lnTo>
                <a:lnTo>
                  <a:pt x="175" y="212"/>
                </a:lnTo>
                <a:lnTo>
                  <a:pt x="176" y="213"/>
                </a:lnTo>
                <a:lnTo>
                  <a:pt x="176" y="213"/>
                </a:lnTo>
                <a:lnTo>
                  <a:pt x="176" y="215"/>
                </a:lnTo>
                <a:lnTo>
                  <a:pt x="177" y="216"/>
                </a:lnTo>
                <a:lnTo>
                  <a:pt x="179" y="216"/>
                </a:lnTo>
                <a:lnTo>
                  <a:pt x="179" y="215"/>
                </a:lnTo>
                <a:lnTo>
                  <a:pt x="180" y="214"/>
                </a:lnTo>
                <a:lnTo>
                  <a:pt x="181" y="213"/>
                </a:lnTo>
                <a:lnTo>
                  <a:pt x="180" y="211"/>
                </a:lnTo>
                <a:lnTo>
                  <a:pt x="180" y="209"/>
                </a:lnTo>
                <a:lnTo>
                  <a:pt x="182" y="209"/>
                </a:lnTo>
                <a:lnTo>
                  <a:pt x="181" y="208"/>
                </a:lnTo>
                <a:lnTo>
                  <a:pt x="181" y="207"/>
                </a:lnTo>
                <a:lnTo>
                  <a:pt x="182" y="207"/>
                </a:lnTo>
                <a:lnTo>
                  <a:pt x="184" y="204"/>
                </a:lnTo>
                <a:lnTo>
                  <a:pt x="185" y="203"/>
                </a:lnTo>
                <a:lnTo>
                  <a:pt x="187" y="203"/>
                </a:lnTo>
                <a:lnTo>
                  <a:pt x="190" y="198"/>
                </a:lnTo>
                <a:lnTo>
                  <a:pt x="191" y="198"/>
                </a:lnTo>
                <a:lnTo>
                  <a:pt x="192" y="197"/>
                </a:lnTo>
                <a:lnTo>
                  <a:pt x="195" y="197"/>
                </a:lnTo>
                <a:lnTo>
                  <a:pt x="196" y="197"/>
                </a:lnTo>
                <a:lnTo>
                  <a:pt x="196" y="196"/>
                </a:lnTo>
                <a:lnTo>
                  <a:pt x="198" y="196"/>
                </a:lnTo>
                <a:lnTo>
                  <a:pt x="198" y="197"/>
                </a:lnTo>
                <a:lnTo>
                  <a:pt x="200" y="197"/>
                </a:lnTo>
                <a:lnTo>
                  <a:pt x="201" y="199"/>
                </a:lnTo>
                <a:lnTo>
                  <a:pt x="202" y="199"/>
                </a:lnTo>
                <a:lnTo>
                  <a:pt x="202" y="199"/>
                </a:lnTo>
                <a:lnTo>
                  <a:pt x="203" y="198"/>
                </a:lnTo>
                <a:lnTo>
                  <a:pt x="203" y="198"/>
                </a:lnTo>
                <a:lnTo>
                  <a:pt x="205" y="199"/>
                </a:lnTo>
                <a:lnTo>
                  <a:pt x="206" y="199"/>
                </a:lnTo>
                <a:lnTo>
                  <a:pt x="207" y="202"/>
                </a:lnTo>
                <a:lnTo>
                  <a:pt x="209" y="202"/>
                </a:lnTo>
                <a:lnTo>
                  <a:pt x="210" y="202"/>
                </a:lnTo>
                <a:lnTo>
                  <a:pt x="211" y="203"/>
                </a:lnTo>
                <a:lnTo>
                  <a:pt x="214" y="202"/>
                </a:lnTo>
                <a:lnTo>
                  <a:pt x="215" y="203"/>
                </a:lnTo>
                <a:lnTo>
                  <a:pt x="215" y="204"/>
                </a:lnTo>
                <a:lnTo>
                  <a:pt x="217" y="206"/>
                </a:lnTo>
                <a:lnTo>
                  <a:pt x="218" y="206"/>
                </a:lnTo>
                <a:lnTo>
                  <a:pt x="219" y="206"/>
                </a:lnTo>
                <a:lnTo>
                  <a:pt x="218" y="207"/>
                </a:lnTo>
                <a:lnTo>
                  <a:pt x="219" y="208"/>
                </a:lnTo>
                <a:lnTo>
                  <a:pt x="221" y="208"/>
                </a:lnTo>
                <a:lnTo>
                  <a:pt x="222" y="208"/>
                </a:lnTo>
                <a:lnTo>
                  <a:pt x="222" y="206"/>
                </a:lnTo>
                <a:lnTo>
                  <a:pt x="223" y="206"/>
                </a:lnTo>
                <a:lnTo>
                  <a:pt x="224" y="206"/>
                </a:lnTo>
                <a:lnTo>
                  <a:pt x="226" y="204"/>
                </a:lnTo>
                <a:lnTo>
                  <a:pt x="228" y="206"/>
                </a:lnTo>
                <a:lnTo>
                  <a:pt x="229" y="207"/>
                </a:lnTo>
                <a:lnTo>
                  <a:pt x="229" y="207"/>
                </a:lnTo>
                <a:lnTo>
                  <a:pt x="231" y="209"/>
                </a:lnTo>
                <a:lnTo>
                  <a:pt x="231" y="210"/>
                </a:lnTo>
                <a:lnTo>
                  <a:pt x="230" y="209"/>
                </a:lnTo>
                <a:lnTo>
                  <a:pt x="229" y="210"/>
                </a:lnTo>
                <a:lnTo>
                  <a:pt x="231" y="210"/>
                </a:lnTo>
                <a:lnTo>
                  <a:pt x="231" y="212"/>
                </a:lnTo>
                <a:lnTo>
                  <a:pt x="231" y="213"/>
                </a:lnTo>
                <a:lnTo>
                  <a:pt x="229" y="215"/>
                </a:lnTo>
                <a:lnTo>
                  <a:pt x="229" y="215"/>
                </a:lnTo>
                <a:lnTo>
                  <a:pt x="229" y="216"/>
                </a:lnTo>
                <a:lnTo>
                  <a:pt x="229" y="217"/>
                </a:lnTo>
                <a:lnTo>
                  <a:pt x="232" y="219"/>
                </a:lnTo>
                <a:lnTo>
                  <a:pt x="234" y="218"/>
                </a:lnTo>
                <a:lnTo>
                  <a:pt x="236" y="219"/>
                </a:lnTo>
                <a:lnTo>
                  <a:pt x="238" y="219"/>
                </a:lnTo>
                <a:lnTo>
                  <a:pt x="239" y="224"/>
                </a:lnTo>
                <a:lnTo>
                  <a:pt x="238" y="225"/>
                </a:lnTo>
                <a:lnTo>
                  <a:pt x="238" y="226"/>
                </a:lnTo>
                <a:lnTo>
                  <a:pt x="237" y="226"/>
                </a:lnTo>
                <a:lnTo>
                  <a:pt x="237" y="227"/>
                </a:lnTo>
                <a:lnTo>
                  <a:pt x="237" y="229"/>
                </a:lnTo>
                <a:lnTo>
                  <a:pt x="238" y="229"/>
                </a:lnTo>
                <a:lnTo>
                  <a:pt x="238" y="231"/>
                </a:lnTo>
                <a:lnTo>
                  <a:pt x="238" y="233"/>
                </a:lnTo>
                <a:lnTo>
                  <a:pt x="249" y="233"/>
                </a:lnTo>
                <a:lnTo>
                  <a:pt x="252" y="234"/>
                </a:lnTo>
                <a:lnTo>
                  <a:pt x="254" y="234"/>
                </a:lnTo>
                <a:lnTo>
                  <a:pt x="258" y="235"/>
                </a:lnTo>
                <a:lnTo>
                  <a:pt x="267" y="235"/>
                </a:lnTo>
                <a:lnTo>
                  <a:pt x="271" y="234"/>
                </a:lnTo>
                <a:lnTo>
                  <a:pt x="272" y="234"/>
                </a:lnTo>
                <a:lnTo>
                  <a:pt x="273" y="233"/>
                </a:lnTo>
                <a:lnTo>
                  <a:pt x="273" y="231"/>
                </a:lnTo>
                <a:lnTo>
                  <a:pt x="276" y="228"/>
                </a:lnTo>
                <a:lnTo>
                  <a:pt x="283" y="222"/>
                </a:lnTo>
                <a:lnTo>
                  <a:pt x="288" y="222"/>
                </a:lnTo>
                <a:lnTo>
                  <a:pt x="295" y="220"/>
                </a:lnTo>
                <a:lnTo>
                  <a:pt x="298" y="218"/>
                </a:lnTo>
                <a:lnTo>
                  <a:pt x="304" y="216"/>
                </a:lnTo>
                <a:lnTo>
                  <a:pt x="306" y="212"/>
                </a:lnTo>
                <a:lnTo>
                  <a:pt x="313" y="210"/>
                </a:lnTo>
                <a:lnTo>
                  <a:pt x="314" y="210"/>
                </a:lnTo>
                <a:lnTo>
                  <a:pt x="316" y="209"/>
                </a:lnTo>
                <a:lnTo>
                  <a:pt x="317" y="211"/>
                </a:lnTo>
                <a:lnTo>
                  <a:pt x="317" y="211"/>
                </a:lnTo>
                <a:lnTo>
                  <a:pt x="318" y="212"/>
                </a:lnTo>
                <a:lnTo>
                  <a:pt x="320" y="212"/>
                </a:lnTo>
                <a:lnTo>
                  <a:pt x="320" y="212"/>
                </a:lnTo>
                <a:lnTo>
                  <a:pt x="324" y="212"/>
                </a:lnTo>
                <a:lnTo>
                  <a:pt x="324" y="214"/>
                </a:lnTo>
                <a:lnTo>
                  <a:pt x="326" y="214"/>
                </a:lnTo>
                <a:lnTo>
                  <a:pt x="326" y="214"/>
                </a:lnTo>
                <a:lnTo>
                  <a:pt x="327" y="213"/>
                </a:lnTo>
                <a:lnTo>
                  <a:pt x="327" y="214"/>
                </a:lnTo>
                <a:lnTo>
                  <a:pt x="328" y="216"/>
                </a:lnTo>
                <a:lnTo>
                  <a:pt x="329" y="216"/>
                </a:lnTo>
                <a:lnTo>
                  <a:pt x="330" y="217"/>
                </a:lnTo>
                <a:lnTo>
                  <a:pt x="331" y="219"/>
                </a:lnTo>
                <a:lnTo>
                  <a:pt x="332" y="218"/>
                </a:lnTo>
                <a:lnTo>
                  <a:pt x="333" y="219"/>
                </a:lnTo>
                <a:lnTo>
                  <a:pt x="334" y="220"/>
                </a:lnTo>
                <a:lnTo>
                  <a:pt x="337" y="221"/>
                </a:lnTo>
                <a:lnTo>
                  <a:pt x="337" y="222"/>
                </a:lnTo>
                <a:lnTo>
                  <a:pt x="338" y="222"/>
                </a:lnTo>
                <a:lnTo>
                  <a:pt x="338" y="224"/>
                </a:lnTo>
                <a:lnTo>
                  <a:pt x="339" y="224"/>
                </a:lnTo>
                <a:lnTo>
                  <a:pt x="339" y="223"/>
                </a:lnTo>
                <a:lnTo>
                  <a:pt x="341" y="222"/>
                </a:lnTo>
                <a:lnTo>
                  <a:pt x="342" y="221"/>
                </a:lnTo>
                <a:lnTo>
                  <a:pt x="344" y="220"/>
                </a:lnTo>
                <a:lnTo>
                  <a:pt x="344" y="221"/>
                </a:lnTo>
                <a:lnTo>
                  <a:pt x="345" y="221"/>
                </a:lnTo>
                <a:lnTo>
                  <a:pt x="345" y="221"/>
                </a:lnTo>
                <a:lnTo>
                  <a:pt x="345" y="219"/>
                </a:lnTo>
                <a:lnTo>
                  <a:pt x="346" y="218"/>
                </a:lnTo>
                <a:lnTo>
                  <a:pt x="345" y="218"/>
                </a:lnTo>
                <a:lnTo>
                  <a:pt x="345" y="217"/>
                </a:lnTo>
                <a:lnTo>
                  <a:pt x="344" y="217"/>
                </a:lnTo>
                <a:lnTo>
                  <a:pt x="344" y="217"/>
                </a:lnTo>
                <a:lnTo>
                  <a:pt x="345" y="216"/>
                </a:lnTo>
                <a:lnTo>
                  <a:pt x="344" y="215"/>
                </a:lnTo>
                <a:lnTo>
                  <a:pt x="345" y="215"/>
                </a:lnTo>
                <a:lnTo>
                  <a:pt x="345" y="213"/>
                </a:lnTo>
                <a:lnTo>
                  <a:pt x="346" y="213"/>
                </a:lnTo>
                <a:lnTo>
                  <a:pt x="346" y="212"/>
                </a:lnTo>
                <a:lnTo>
                  <a:pt x="347" y="212"/>
                </a:lnTo>
                <a:lnTo>
                  <a:pt x="347" y="213"/>
                </a:lnTo>
                <a:lnTo>
                  <a:pt x="347" y="212"/>
                </a:lnTo>
                <a:lnTo>
                  <a:pt x="348" y="211"/>
                </a:lnTo>
                <a:lnTo>
                  <a:pt x="348" y="211"/>
                </a:lnTo>
                <a:lnTo>
                  <a:pt x="348" y="210"/>
                </a:lnTo>
                <a:lnTo>
                  <a:pt x="349" y="209"/>
                </a:lnTo>
                <a:lnTo>
                  <a:pt x="349" y="208"/>
                </a:lnTo>
                <a:lnTo>
                  <a:pt x="349" y="208"/>
                </a:lnTo>
                <a:lnTo>
                  <a:pt x="350" y="207"/>
                </a:lnTo>
                <a:lnTo>
                  <a:pt x="351" y="207"/>
                </a:lnTo>
                <a:lnTo>
                  <a:pt x="351" y="207"/>
                </a:lnTo>
                <a:lnTo>
                  <a:pt x="352" y="207"/>
                </a:lnTo>
                <a:lnTo>
                  <a:pt x="353" y="209"/>
                </a:lnTo>
                <a:lnTo>
                  <a:pt x="353" y="210"/>
                </a:lnTo>
                <a:lnTo>
                  <a:pt x="354" y="212"/>
                </a:lnTo>
                <a:lnTo>
                  <a:pt x="355" y="212"/>
                </a:lnTo>
                <a:lnTo>
                  <a:pt x="356" y="211"/>
                </a:lnTo>
                <a:lnTo>
                  <a:pt x="356" y="211"/>
                </a:lnTo>
                <a:lnTo>
                  <a:pt x="358" y="214"/>
                </a:lnTo>
                <a:lnTo>
                  <a:pt x="358" y="215"/>
                </a:lnTo>
                <a:lnTo>
                  <a:pt x="358" y="215"/>
                </a:lnTo>
                <a:lnTo>
                  <a:pt x="360" y="215"/>
                </a:lnTo>
                <a:lnTo>
                  <a:pt x="360" y="216"/>
                </a:lnTo>
                <a:lnTo>
                  <a:pt x="360" y="216"/>
                </a:lnTo>
                <a:lnTo>
                  <a:pt x="361" y="216"/>
                </a:lnTo>
                <a:lnTo>
                  <a:pt x="361" y="215"/>
                </a:lnTo>
                <a:lnTo>
                  <a:pt x="363" y="214"/>
                </a:lnTo>
                <a:lnTo>
                  <a:pt x="362" y="212"/>
                </a:lnTo>
                <a:lnTo>
                  <a:pt x="362" y="212"/>
                </a:lnTo>
                <a:lnTo>
                  <a:pt x="364" y="211"/>
                </a:lnTo>
                <a:lnTo>
                  <a:pt x="364" y="213"/>
                </a:lnTo>
                <a:lnTo>
                  <a:pt x="365" y="214"/>
                </a:lnTo>
                <a:lnTo>
                  <a:pt x="365" y="216"/>
                </a:lnTo>
                <a:lnTo>
                  <a:pt x="365" y="216"/>
                </a:lnTo>
                <a:lnTo>
                  <a:pt x="365" y="217"/>
                </a:lnTo>
                <a:lnTo>
                  <a:pt x="366" y="218"/>
                </a:lnTo>
                <a:lnTo>
                  <a:pt x="367" y="217"/>
                </a:lnTo>
                <a:lnTo>
                  <a:pt x="367" y="217"/>
                </a:lnTo>
                <a:lnTo>
                  <a:pt x="369" y="216"/>
                </a:lnTo>
                <a:lnTo>
                  <a:pt x="370" y="217"/>
                </a:lnTo>
                <a:lnTo>
                  <a:pt x="371" y="216"/>
                </a:lnTo>
                <a:lnTo>
                  <a:pt x="372" y="215"/>
                </a:lnTo>
                <a:lnTo>
                  <a:pt x="372" y="214"/>
                </a:lnTo>
                <a:lnTo>
                  <a:pt x="373" y="213"/>
                </a:lnTo>
                <a:lnTo>
                  <a:pt x="373" y="213"/>
                </a:lnTo>
                <a:lnTo>
                  <a:pt x="372" y="210"/>
                </a:lnTo>
                <a:lnTo>
                  <a:pt x="371" y="209"/>
                </a:lnTo>
                <a:lnTo>
                  <a:pt x="371" y="208"/>
                </a:lnTo>
                <a:lnTo>
                  <a:pt x="370" y="205"/>
                </a:lnTo>
                <a:lnTo>
                  <a:pt x="372" y="204"/>
                </a:lnTo>
                <a:lnTo>
                  <a:pt x="372" y="202"/>
                </a:lnTo>
                <a:lnTo>
                  <a:pt x="372" y="201"/>
                </a:lnTo>
                <a:lnTo>
                  <a:pt x="372" y="200"/>
                </a:lnTo>
                <a:lnTo>
                  <a:pt x="372" y="200"/>
                </a:lnTo>
                <a:lnTo>
                  <a:pt x="371" y="199"/>
                </a:lnTo>
                <a:lnTo>
                  <a:pt x="372" y="198"/>
                </a:lnTo>
                <a:lnTo>
                  <a:pt x="373" y="199"/>
                </a:lnTo>
                <a:lnTo>
                  <a:pt x="374" y="198"/>
                </a:lnTo>
                <a:lnTo>
                  <a:pt x="374" y="198"/>
                </a:lnTo>
                <a:lnTo>
                  <a:pt x="375" y="200"/>
                </a:lnTo>
                <a:lnTo>
                  <a:pt x="375" y="202"/>
                </a:lnTo>
                <a:lnTo>
                  <a:pt x="375" y="203"/>
                </a:lnTo>
                <a:lnTo>
                  <a:pt x="377" y="203"/>
                </a:lnTo>
                <a:lnTo>
                  <a:pt x="377" y="202"/>
                </a:lnTo>
                <a:lnTo>
                  <a:pt x="378" y="202"/>
                </a:lnTo>
                <a:lnTo>
                  <a:pt x="378" y="201"/>
                </a:lnTo>
                <a:lnTo>
                  <a:pt x="377" y="201"/>
                </a:lnTo>
                <a:lnTo>
                  <a:pt x="377" y="199"/>
                </a:lnTo>
                <a:lnTo>
                  <a:pt x="379" y="197"/>
                </a:lnTo>
                <a:lnTo>
                  <a:pt x="378" y="194"/>
                </a:lnTo>
                <a:lnTo>
                  <a:pt x="379" y="194"/>
                </a:lnTo>
                <a:lnTo>
                  <a:pt x="379" y="194"/>
                </a:lnTo>
                <a:lnTo>
                  <a:pt x="380" y="194"/>
                </a:lnTo>
                <a:lnTo>
                  <a:pt x="381" y="193"/>
                </a:lnTo>
                <a:lnTo>
                  <a:pt x="381" y="191"/>
                </a:lnTo>
                <a:lnTo>
                  <a:pt x="380" y="185"/>
                </a:lnTo>
                <a:lnTo>
                  <a:pt x="380" y="184"/>
                </a:lnTo>
                <a:lnTo>
                  <a:pt x="379" y="183"/>
                </a:lnTo>
                <a:lnTo>
                  <a:pt x="380" y="179"/>
                </a:lnTo>
                <a:lnTo>
                  <a:pt x="381" y="177"/>
                </a:lnTo>
                <a:lnTo>
                  <a:pt x="381" y="174"/>
                </a:lnTo>
                <a:lnTo>
                  <a:pt x="380" y="171"/>
                </a:lnTo>
                <a:lnTo>
                  <a:pt x="380" y="171"/>
                </a:lnTo>
                <a:lnTo>
                  <a:pt x="380" y="170"/>
                </a:lnTo>
                <a:lnTo>
                  <a:pt x="380" y="169"/>
                </a:lnTo>
                <a:lnTo>
                  <a:pt x="380" y="168"/>
                </a:lnTo>
                <a:lnTo>
                  <a:pt x="380" y="165"/>
                </a:lnTo>
                <a:lnTo>
                  <a:pt x="379" y="164"/>
                </a:lnTo>
                <a:lnTo>
                  <a:pt x="380" y="162"/>
                </a:lnTo>
                <a:lnTo>
                  <a:pt x="379" y="162"/>
                </a:lnTo>
                <a:lnTo>
                  <a:pt x="379" y="160"/>
                </a:lnTo>
                <a:lnTo>
                  <a:pt x="380" y="159"/>
                </a:lnTo>
                <a:lnTo>
                  <a:pt x="380" y="158"/>
                </a:lnTo>
                <a:lnTo>
                  <a:pt x="379" y="158"/>
                </a:lnTo>
                <a:lnTo>
                  <a:pt x="378" y="156"/>
                </a:lnTo>
                <a:lnTo>
                  <a:pt x="377" y="155"/>
                </a:lnTo>
                <a:lnTo>
                  <a:pt x="377" y="155"/>
                </a:lnTo>
                <a:lnTo>
                  <a:pt x="378" y="153"/>
                </a:lnTo>
                <a:lnTo>
                  <a:pt x="376" y="151"/>
                </a:lnTo>
                <a:lnTo>
                  <a:pt x="375" y="149"/>
                </a:lnTo>
                <a:lnTo>
                  <a:pt x="374" y="148"/>
                </a:lnTo>
                <a:lnTo>
                  <a:pt x="375" y="147"/>
                </a:lnTo>
                <a:lnTo>
                  <a:pt x="374" y="147"/>
                </a:lnTo>
                <a:lnTo>
                  <a:pt x="375" y="146"/>
                </a:lnTo>
                <a:lnTo>
                  <a:pt x="375" y="145"/>
                </a:lnTo>
                <a:lnTo>
                  <a:pt x="376" y="145"/>
                </a:lnTo>
                <a:lnTo>
                  <a:pt x="377" y="147"/>
                </a:lnTo>
                <a:lnTo>
                  <a:pt x="380" y="144"/>
                </a:lnTo>
                <a:lnTo>
                  <a:pt x="379" y="143"/>
                </a:lnTo>
                <a:lnTo>
                  <a:pt x="375" y="139"/>
                </a:lnTo>
                <a:lnTo>
                  <a:pt x="374" y="137"/>
                </a:lnTo>
                <a:lnTo>
                  <a:pt x="374" y="136"/>
                </a:lnTo>
                <a:lnTo>
                  <a:pt x="373" y="136"/>
                </a:lnTo>
                <a:lnTo>
                  <a:pt x="373" y="135"/>
                </a:lnTo>
                <a:lnTo>
                  <a:pt x="371" y="133"/>
                </a:lnTo>
                <a:lnTo>
                  <a:pt x="372" y="133"/>
                </a:lnTo>
                <a:lnTo>
                  <a:pt x="371" y="132"/>
                </a:lnTo>
                <a:lnTo>
                  <a:pt x="372" y="131"/>
                </a:lnTo>
                <a:lnTo>
                  <a:pt x="372" y="129"/>
                </a:lnTo>
                <a:lnTo>
                  <a:pt x="370" y="127"/>
                </a:lnTo>
                <a:lnTo>
                  <a:pt x="369" y="125"/>
                </a:lnTo>
                <a:lnTo>
                  <a:pt x="368" y="124"/>
                </a:lnTo>
                <a:lnTo>
                  <a:pt x="369" y="121"/>
                </a:lnTo>
                <a:lnTo>
                  <a:pt x="364" y="118"/>
                </a:lnTo>
                <a:lnTo>
                  <a:pt x="361" y="117"/>
                </a:lnTo>
                <a:lnTo>
                  <a:pt x="361" y="117"/>
                </a:lnTo>
                <a:lnTo>
                  <a:pt x="355" y="116"/>
                </a:lnTo>
                <a:lnTo>
                  <a:pt x="355" y="115"/>
                </a:lnTo>
                <a:lnTo>
                  <a:pt x="353" y="116"/>
                </a:lnTo>
                <a:lnTo>
                  <a:pt x="353" y="115"/>
                </a:lnTo>
                <a:lnTo>
                  <a:pt x="352" y="116"/>
                </a:lnTo>
                <a:lnTo>
                  <a:pt x="352" y="116"/>
                </a:lnTo>
                <a:lnTo>
                  <a:pt x="353" y="117"/>
                </a:lnTo>
                <a:lnTo>
                  <a:pt x="352" y="118"/>
                </a:lnTo>
                <a:lnTo>
                  <a:pt x="353" y="118"/>
                </a:lnTo>
                <a:lnTo>
                  <a:pt x="354" y="121"/>
                </a:lnTo>
                <a:lnTo>
                  <a:pt x="353" y="121"/>
                </a:lnTo>
                <a:lnTo>
                  <a:pt x="353" y="122"/>
                </a:lnTo>
                <a:lnTo>
                  <a:pt x="352" y="121"/>
                </a:lnTo>
                <a:lnTo>
                  <a:pt x="351" y="121"/>
                </a:lnTo>
                <a:lnTo>
                  <a:pt x="350" y="124"/>
                </a:lnTo>
                <a:lnTo>
                  <a:pt x="350" y="125"/>
                </a:lnTo>
                <a:lnTo>
                  <a:pt x="351" y="125"/>
                </a:lnTo>
                <a:lnTo>
                  <a:pt x="351" y="126"/>
                </a:lnTo>
                <a:lnTo>
                  <a:pt x="351" y="126"/>
                </a:lnTo>
                <a:lnTo>
                  <a:pt x="350" y="126"/>
                </a:lnTo>
                <a:lnTo>
                  <a:pt x="349" y="125"/>
                </a:lnTo>
                <a:lnTo>
                  <a:pt x="349" y="126"/>
                </a:lnTo>
                <a:lnTo>
                  <a:pt x="350" y="126"/>
                </a:lnTo>
                <a:lnTo>
                  <a:pt x="349" y="127"/>
                </a:lnTo>
                <a:lnTo>
                  <a:pt x="349" y="127"/>
                </a:lnTo>
                <a:lnTo>
                  <a:pt x="348" y="127"/>
                </a:lnTo>
                <a:lnTo>
                  <a:pt x="346" y="126"/>
                </a:lnTo>
                <a:lnTo>
                  <a:pt x="345" y="126"/>
                </a:lnTo>
                <a:lnTo>
                  <a:pt x="344" y="126"/>
                </a:lnTo>
                <a:lnTo>
                  <a:pt x="344" y="127"/>
                </a:lnTo>
                <a:lnTo>
                  <a:pt x="344" y="128"/>
                </a:lnTo>
                <a:lnTo>
                  <a:pt x="343" y="127"/>
                </a:lnTo>
                <a:lnTo>
                  <a:pt x="342" y="127"/>
                </a:lnTo>
                <a:lnTo>
                  <a:pt x="342" y="128"/>
                </a:lnTo>
                <a:lnTo>
                  <a:pt x="342" y="127"/>
                </a:lnTo>
                <a:lnTo>
                  <a:pt x="340" y="127"/>
                </a:lnTo>
                <a:lnTo>
                  <a:pt x="340" y="127"/>
                </a:lnTo>
                <a:lnTo>
                  <a:pt x="340" y="128"/>
                </a:lnTo>
                <a:lnTo>
                  <a:pt x="341" y="130"/>
                </a:lnTo>
                <a:lnTo>
                  <a:pt x="340" y="130"/>
                </a:lnTo>
                <a:lnTo>
                  <a:pt x="340" y="131"/>
                </a:lnTo>
                <a:lnTo>
                  <a:pt x="341" y="134"/>
                </a:lnTo>
                <a:lnTo>
                  <a:pt x="340" y="135"/>
                </a:lnTo>
                <a:lnTo>
                  <a:pt x="339" y="134"/>
                </a:lnTo>
                <a:lnTo>
                  <a:pt x="339" y="133"/>
                </a:lnTo>
                <a:lnTo>
                  <a:pt x="338" y="134"/>
                </a:lnTo>
                <a:lnTo>
                  <a:pt x="337" y="133"/>
                </a:lnTo>
                <a:lnTo>
                  <a:pt x="336" y="133"/>
                </a:lnTo>
                <a:lnTo>
                  <a:pt x="335" y="132"/>
                </a:lnTo>
                <a:lnTo>
                  <a:pt x="334" y="130"/>
                </a:lnTo>
                <a:lnTo>
                  <a:pt x="333" y="128"/>
                </a:lnTo>
                <a:lnTo>
                  <a:pt x="331" y="128"/>
                </a:lnTo>
                <a:lnTo>
                  <a:pt x="330" y="128"/>
                </a:lnTo>
                <a:lnTo>
                  <a:pt x="330" y="129"/>
                </a:lnTo>
                <a:lnTo>
                  <a:pt x="330" y="130"/>
                </a:lnTo>
                <a:lnTo>
                  <a:pt x="329" y="130"/>
                </a:lnTo>
                <a:lnTo>
                  <a:pt x="329" y="131"/>
                </a:lnTo>
                <a:lnTo>
                  <a:pt x="330" y="132"/>
                </a:lnTo>
                <a:lnTo>
                  <a:pt x="330" y="132"/>
                </a:lnTo>
                <a:lnTo>
                  <a:pt x="330" y="133"/>
                </a:lnTo>
                <a:lnTo>
                  <a:pt x="329" y="135"/>
                </a:lnTo>
                <a:lnTo>
                  <a:pt x="328" y="135"/>
                </a:lnTo>
                <a:lnTo>
                  <a:pt x="328" y="133"/>
                </a:lnTo>
                <a:lnTo>
                  <a:pt x="327" y="132"/>
                </a:lnTo>
                <a:lnTo>
                  <a:pt x="325" y="131"/>
                </a:lnTo>
                <a:lnTo>
                  <a:pt x="325" y="130"/>
                </a:lnTo>
                <a:lnTo>
                  <a:pt x="324" y="130"/>
                </a:lnTo>
                <a:lnTo>
                  <a:pt x="322" y="133"/>
                </a:lnTo>
                <a:lnTo>
                  <a:pt x="321" y="131"/>
                </a:lnTo>
                <a:lnTo>
                  <a:pt x="319" y="130"/>
                </a:lnTo>
                <a:lnTo>
                  <a:pt x="317" y="131"/>
                </a:lnTo>
                <a:lnTo>
                  <a:pt x="316" y="131"/>
                </a:lnTo>
                <a:lnTo>
                  <a:pt x="315" y="129"/>
                </a:lnTo>
                <a:lnTo>
                  <a:pt x="315" y="127"/>
                </a:lnTo>
                <a:lnTo>
                  <a:pt x="314" y="126"/>
                </a:lnTo>
                <a:lnTo>
                  <a:pt x="314" y="126"/>
                </a:lnTo>
                <a:lnTo>
                  <a:pt x="315" y="125"/>
                </a:lnTo>
                <a:lnTo>
                  <a:pt x="316" y="125"/>
                </a:lnTo>
                <a:lnTo>
                  <a:pt x="315" y="124"/>
                </a:lnTo>
                <a:lnTo>
                  <a:pt x="316" y="123"/>
                </a:lnTo>
                <a:lnTo>
                  <a:pt x="316" y="121"/>
                </a:lnTo>
                <a:lnTo>
                  <a:pt x="315" y="121"/>
                </a:lnTo>
                <a:lnTo>
                  <a:pt x="315" y="121"/>
                </a:lnTo>
                <a:lnTo>
                  <a:pt x="315" y="121"/>
                </a:lnTo>
                <a:lnTo>
                  <a:pt x="314" y="121"/>
                </a:lnTo>
                <a:lnTo>
                  <a:pt x="313" y="120"/>
                </a:lnTo>
                <a:lnTo>
                  <a:pt x="313" y="117"/>
                </a:lnTo>
                <a:lnTo>
                  <a:pt x="312" y="117"/>
                </a:lnTo>
                <a:lnTo>
                  <a:pt x="312" y="118"/>
                </a:lnTo>
                <a:lnTo>
                  <a:pt x="310" y="118"/>
                </a:lnTo>
                <a:lnTo>
                  <a:pt x="309" y="118"/>
                </a:lnTo>
                <a:lnTo>
                  <a:pt x="310" y="117"/>
                </a:lnTo>
                <a:lnTo>
                  <a:pt x="313" y="117"/>
                </a:lnTo>
                <a:lnTo>
                  <a:pt x="312" y="116"/>
                </a:lnTo>
                <a:lnTo>
                  <a:pt x="312" y="115"/>
                </a:lnTo>
                <a:lnTo>
                  <a:pt x="310" y="116"/>
                </a:lnTo>
                <a:lnTo>
                  <a:pt x="308" y="114"/>
                </a:lnTo>
                <a:lnTo>
                  <a:pt x="307" y="115"/>
                </a:lnTo>
                <a:lnTo>
                  <a:pt x="307" y="114"/>
                </a:lnTo>
                <a:lnTo>
                  <a:pt x="306" y="113"/>
                </a:lnTo>
                <a:lnTo>
                  <a:pt x="306" y="113"/>
                </a:lnTo>
                <a:lnTo>
                  <a:pt x="305" y="113"/>
                </a:lnTo>
                <a:lnTo>
                  <a:pt x="305" y="112"/>
                </a:lnTo>
                <a:lnTo>
                  <a:pt x="304" y="112"/>
                </a:lnTo>
                <a:lnTo>
                  <a:pt x="304" y="110"/>
                </a:lnTo>
                <a:lnTo>
                  <a:pt x="302" y="108"/>
                </a:lnTo>
                <a:lnTo>
                  <a:pt x="300" y="110"/>
                </a:lnTo>
                <a:lnTo>
                  <a:pt x="299" y="109"/>
                </a:lnTo>
                <a:lnTo>
                  <a:pt x="299" y="110"/>
                </a:lnTo>
                <a:lnTo>
                  <a:pt x="298" y="110"/>
                </a:lnTo>
                <a:lnTo>
                  <a:pt x="297" y="109"/>
                </a:lnTo>
                <a:lnTo>
                  <a:pt x="297" y="111"/>
                </a:lnTo>
                <a:lnTo>
                  <a:pt x="295" y="111"/>
                </a:lnTo>
                <a:lnTo>
                  <a:pt x="295" y="111"/>
                </a:lnTo>
                <a:lnTo>
                  <a:pt x="293" y="111"/>
                </a:lnTo>
                <a:lnTo>
                  <a:pt x="293" y="112"/>
                </a:lnTo>
                <a:lnTo>
                  <a:pt x="292" y="112"/>
                </a:lnTo>
                <a:lnTo>
                  <a:pt x="291" y="112"/>
                </a:lnTo>
                <a:lnTo>
                  <a:pt x="291" y="111"/>
                </a:lnTo>
                <a:lnTo>
                  <a:pt x="290" y="112"/>
                </a:lnTo>
                <a:lnTo>
                  <a:pt x="289" y="112"/>
                </a:lnTo>
                <a:lnTo>
                  <a:pt x="289" y="111"/>
                </a:lnTo>
                <a:lnTo>
                  <a:pt x="287" y="111"/>
                </a:lnTo>
                <a:lnTo>
                  <a:pt x="286" y="109"/>
                </a:lnTo>
                <a:lnTo>
                  <a:pt x="285" y="108"/>
                </a:lnTo>
                <a:lnTo>
                  <a:pt x="283" y="108"/>
                </a:lnTo>
                <a:lnTo>
                  <a:pt x="283" y="109"/>
                </a:lnTo>
                <a:lnTo>
                  <a:pt x="281" y="110"/>
                </a:lnTo>
                <a:lnTo>
                  <a:pt x="280" y="110"/>
                </a:lnTo>
                <a:lnTo>
                  <a:pt x="280" y="109"/>
                </a:lnTo>
                <a:lnTo>
                  <a:pt x="280" y="108"/>
                </a:lnTo>
                <a:lnTo>
                  <a:pt x="279" y="108"/>
                </a:lnTo>
                <a:lnTo>
                  <a:pt x="278" y="109"/>
                </a:lnTo>
                <a:lnTo>
                  <a:pt x="277" y="107"/>
                </a:lnTo>
                <a:lnTo>
                  <a:pt x="277" y="106"/>
                </a:lnTo>
                <a:lnTo>
                  <a:pt x="276" y="106"/>
                </a:lnTo>
                <a:lnTo>
                  <a:pt x="276" y="105"/>
                </a:lnTo>
                <a:lnTo>
                  <a:pt x="275" y="105"/>
                </a:lnTo>
                <a:lnTo>
                  <a:pt x="274" y="106"/>
                </a:lnTo>
                <a:lnTo>
                  <a:pt x="273" y="106"/>
                </a:lnTo>
                <a:lnTo>
                  <a:pt x="272" y="103"/>
                </a:lnTo>
                <a:lnTo>
                  <a:pt x="269" y="104"/>
                </a:lnTo>
                <a:lnTo>
                  <a:pt x="268" y="103"/>
                </a:lnTo>
                <a:lnTo>
                  <a:pt x="268" y="103"/>
                </a:lnTo>
                <a:lnTo>
                  <a:pt x="266" y="102"/>
                </a:lnTo>
                <a:lnTo>
                  <a:pt x="265" y="103"/>
                </a:lnTo>
                <a:lnTo>
                  <a:pt x="265" y="103"/>
                </a:lnTo>
                <a:lnTo>
                  <a:pt x="262" y="102"/>
                </a:lnTo>
                <a:lnTo>
                  <a:pt x="262" y="101"/>
                </a:lnTo>
                <a:lnTo>
                  <a:pt x="261" y="102"/>
                </a:lnTo>
                <a:lnTo>
                  <a:pt x="260" y="101"/>
                </a:lnTo>
                <a:lnTo>
                  <a:pt x="259" y="102"/>
                </a:lnTo>
                <a:lnTo>
                  <a:pt x="259" y="101"/>
                </a:lnTo>
                <a:lnTo>
                  <a:pt x="258" y="102"/>
                </a:lnTo>
                <a:lnTo>
                  <a:pt x="257" y="101"/>
                </a:lnTo>
                <a:lnTo>
                  <a:pt x="257" y="100"/>
                </a:lnTo>
                <a:lnTo>
                  <a:pt x="257" y="100"/>
                </a:lnTo>
                <a:lnTo>
                  <a:pt x="258" y="99"/>
                </a:lnTo>
                <a:lnTo>
                  <a:pt x="257" y="98"/>
                </a:lnTo>
                <a:lnTo>
                  <a:pt x="256" y="98"/>
                </a:lnTo>
                <a:lnTo>
                  <a:pt x="252" y="99"/>
                </a:lnTo>
                <a:lnTo>
                  <a:pt x="252" y="97"/>
                </a:lnTo>
                <a:lnTo>
                  <a:pt x="251" y="97"/>
                </a:lnTo>
                <a:lnTo>
                  <a:pt x="251" y="96"/>
                </a:lnTo>
                <a:lnTo>
                  <a:pt x="250" y="96"/>
                </a:lnTo>
                <a:lnTo>
                  <a:pt x="246" y="93"/>
                </a:lnTo>
                <a:lnTo>
                  <a:pt x="246" y="91"/>
                </a:lnTo>
                <a:lnTo>
                  <a:pt x="245" y="91"/>
                </a:lnTo>
                <a:lnTo>
                  <a:pt x="244" y="92"/>
                </a:lnTo>
                <a:lnTo>
                  <a:pt x="240" y="90"/>
                </a:lnTo>
                <a:lnTo>
                  <a:pt x="239" y="90"/>
                </a:lnTo>
                <a:lnTo>
                  <a:pt x="239" y="90"/>
                </a:lnTo>
                <a:lnTo>
                  <a:pt x="238" y="91"/>
                </a:lnTo>
                <a:lnTo>
                  <a:pt x="237" y="90"/>
                </a:lnTo>
                <a:lnTo>
                  <a:pt x="236" y="90"/>
                </a:lnTo>
                <a:lnTo>
                  <a:pt x="234" y="89"/>
                </a:lnTo>
                <a:lnTo>
                  <a:pt x="234" y="90"/>
                </a:lnTo>
                <a:lnTo>
                  <a:pt x="234" y="89"/>
                </a:lnTo>
                <a:lnTo>
                  <a:pt x="232" y="89"/>
                </a:lnTo>
                <a:lnTo>
                  <a:pt x="231" y="88"/>
                </a:lnTo>
                <a:lnTo>
                  <a:pt x="230" y="88"/>
                </a:lnTo>
                <a:lnTo>
                  <a:pt x="227" y="85"/>
                </a:lnTo>
                <a:lnTo>
                  <a:pt x="225" y="85"/>
                </a:lnTo>
                <a:lnTo>
                  <a:pt x="224" y="84"/>
                </a:lnTo>
                <a:lnTo>
                  <a:pt x="223" y="81"/>
                </a:lnTo>
                <a:lnTo>
                  <a:pt x="220" y="79"/>
                </a:lnTo>
                <a:lnTo>
                  <a:pt x="220" y="78"/>
                </a:lnTo>
                <a:lnTo>
                  <a:pt x="219" y="77"/>
                </a:lnTo>
                <a:lnTo>
                  <a:pt x="219" y="76"/>
                </a:lnTo>
                <a:lnTo>
                  <a:pt x="219" y="74"/>
                </a:lnTo>
                <a:lnTo>
                  <a:pt x="219" y="74"/>
                </a:lnTo>
                <a:lnTo>
                  <a:pt x="219" y="73"/>
                </a:lnTo>
                <a:lnTo>
                  <a:pt x="218" y="73"/>
                </a:lnTo>
                <a:lnTo>
                  <a:pt x="218" y="72"/>
                </a:lnTo>
                <a:lnTo>
                  <a:pt x="218" y="71"/>
                </a:lnTo>
                <a:lnTo>
                  <a:pt x="218" y="71"/>
                </a:lnTo>
                <a:lnTo>
                  <a:pt x="217" y="70"/>
                </a:lnTo>
                <a:lnTo>
                  <a:pt x="216" y="69"/>
                </a:lnTo>
                <a:lnTo>
                  <a:pt x="214" y="67"/>
                </a:lnTo>
                <a:lnTo>
                  <a:pt x="214" y="66"/>
                </a:lnTo>
                <a:lnTo>
                  <a:pt x="214" y="65"/>
                </a:lnTo>
                <a:lnTo>
                  <a:pt x="214" y="65"/>
                </a:lnTo>
                <a:lnTo>
                  <a:pt x="214" y="64"/>
                </a:lnTo>
                <a:lnTo>
                  <a:pt x="215" y="63"/>
                </a:lnTo>
                <a:lnTo>
                  <a:pt x="216" y="64"/>
                </a:lnTo>
                <a:lnTo>
                  <a:pt x="216" y="63"/>
                </a:lnTo>
                <a:lnTo>
                  <a:pt x="217" y="63"/>
                </a:lnTo>
                <a:lnTo>
                  <a:pt x="218" y="61"/>
                </a:lnTo>
                <a:lnTo>
                  <a:pt x="218" y="60"/>
                </a:lnTo>
                <a:lnTo>
                  <a:pt x="219" y="59"/>
                </a:lnTo>
                <a:lnTo>
                  <a:pt x="219" y="59"/>
                </a:lnTo>
                <a:lnTo>
                  <a:pt x="218" y="58"/>
                </a:lnTo>
                <a:lnTo>
                  <a:pt x="219" y="56"/>
                </a:lnTo>
                <a:lnTo>
                  <a:pt x="219" y="54"/>
                </a:lnTo>
                <a:lnTo>
                  <a:pt x="218" y="53"/>
                </a:lnTo>
                <a:lnTo>
                  <a:pt x="219" y="52"/>
                </a:lnTo>
                <a:lnTo>
                  <a:pt x="218" y="51"/>
                </a:lnTo>
                <a:lnTo>
                  <a:pt x="218" y="50"/>
                </a:lnTo>
                <a:lnTo>
                  <a:pt x="219" y="50"/>
                </a:lnTo>
                <a:lnTo>
                  <a:pt x="220" y="49"/>
                </a:lnTo>
                <a:lnTo>
                  <a:pt x="221" y="48"/>
                </a:lnTo>
                <a:lnTo>
                  <a:pt x="220" y="47"/>
                </a:lnTo>
                <a:lnTo>
                  <a:pt x="220" y="47"/>
                </a:lnTo>
                <a:lnTo>
                  <a:pt x="220" y="46"/>
                </a:lnTo>
                <a:lnTo>
                  <a:pt x="220" y="46"/>
                </a:lnTo>
                <a:lnTo>
                  <a:pt x="219" y="46"/>
                </a:lnTo>
                <a:lnTo>
                  <a:pt x="218" y="45"/>
                </a:lnTo>
                <a:lnTo>
                  <a:pt x="217" y="46"/>
                </a:lnTo>
                <a:lnTo>
                  <a:pt x="216" y="46"/>
                </a:lnTo>
                <a:lnTo>
                  <a:pt x="216" y="45"/>
                </a:lnTo>
                <a:lnTo>
                  <a:pt x="217" y="41"/>
                </a:lnTo>
                <a:lnTo>
                  <a:pt x="215" y="40"/>
                </a:lnTo>
                <a:lnTo>
                  <a:pt x="215" y="38"/>
                </a:lnTo>
                <a:lnTo>
                  <a:pt x="216" y="37"/>
                </a:lnTo>
                <a:lnTo>
                  <a:pt x="216" y="36"/>
                </a:lnTo>
                <a:lnTo>
                  <a:pt x="216" y="36"/>
                </a:lnTo>
                <a:lnTo>
                  <a:pt x="216" y="35"/>
                </a:lnTo>
                <a:lnTo>
                  <a:pt x="218" y="35"/>
                </a:lnTo>
                <a:lnTo>
                  <a:pt x="219" y="34"/>
                </a:lnTo>
                <a:lnTo>
                  <a:pt x="219" y="34"/>
                </a:lnTo>
                <a:lnTo>
                  <a:pt x="221" y="33"/>
                </a:lnTo>
                <a:lnTo>
                  <a:pt x="221" y="32"/>
                </a:lnTo>
                <a:lnTo>
                  <a:pt x="220" y="32"/>
                </a:lnTo>
                <a:lnTo>
                  <a:pt x="220" y="31"/>
                </a:lnTo>
                <a:lnTo>
                  <a:pt x="221" y="31"/>
                </a:lnTo>
                <a:lnTo>
                  <a:pt x="221" y="31"/>
                </a:lnTo>
                <a:lnTo>
                  <a:pt x="222" y="30"/>
                </a:lnTo>
                <a:lnTo>
                  <a:pt x="221" y="29"/>
                </a:lnTo>
                <a:lnTo>
                  <a:pt x="221" y="29"/>
                </a:lnTo>
                <a:lnTo>
                  <a:pt x="222" y="27"/>
                </a:lnTo>
                <a:lnTo>
                  <a:pt x="222" y="26"/>
                </a:lnTo>
                <a:lnTo>
                  <a:pt x="222" y="26"/>
                </a:lnTo>
                <a:lnTo>
                  <a:pt x="223" y="25"/>
                </a:lnTo>
                <a:lnTo>
                  <a:pt x="223" y="24"/>
                </a:lnTo>
                <a:lnTo>
                  <a:pt x="219" y="24"/>
                </a:lnTo>
                <a:lnTo>
                  <a:pt x="219" y="24"/>
                </a:lnTo>
                <a:lnTo>
                  <a:pt x="217" y="22"/>
                </a:lnTo>
                <a:lnTo>
                  <a:pt x="217" y="21"/>
                </a:lnTo>
                <a:lnTo>
                  <a:pt x="217" y="20"/>
                </a:lnTo>
                <a:lnTo>
                  <a:pt x="217" y="19"/>
                </a:lnTo>
                <a:lnTo>
                  <a:pt x="218" y="20"/>
                </a:lnTo>
                <a:lnTo>
                  <a:pt x="220" y="20"/>
                </a:lnTo>
                <a:lnTo>
                  <a:pt x="222" y="19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991592" y="3461409"/>
            <a:ext cx="660539" cy="1160753"/>
          </a:xfrm>
          <a:custGeom>
            <a:avLst/>
            <a:gdLst/>
            <a:ahLst/>
            <a:cxnLst/>
            <a:rect l="l" t="t" r="r" b="b"/>
            <a:pathLst>
              <a:path w="103" h="181">
                <a:moveTo>
                  <a:pt x="89" y="115"/>
                </a:moveTo>
                <a:lnTo>
                  <a:pt x="87" y="115"/>
                </a:lnTo>
                <a:lnTo>
                  <a:pt x="86" y="113"/>
                </a:lnTo>
                <a:lnTo>
                  <a:pt x="86" y="110"/>
                </a:lnTo>
                <a:lnTo>
                  <a:pt x="86" y="108"/>
                </a:lnTo>
                <a:lnTo>
                  <a:pt x="87" y="105"/>
                </a:lnTo>
                <a:lnTo>
                  <a:pt x="88" y="102"/>
                </a:lnTo>
                <a:lnTo>
                  <a:pt x="88" y="100"/>
                </a:lnTo>
                <a:lnTo>
                  <a:pt x="89" y="98"/>
                </a:lnTo>
                <a:lnTo>
                  <a:pt x="90" y="96"/>
                </a:lnTo>
                <a:lnTo>
                  <a:pt x="92" y="91"/>
                </a:lnTo>
                <a:lnTo>
                  <a:pt x="91" y="89"/>
                </a:lnTo>
                <a:lnTo>
                  <a:pt x="91" y="85"/>
                </a:lnTo>
                <a:lnTo>
                  <a:pt x="90" y="85"/>
                </a:lnTo>
                <a:lnTo>
                  <a:pt x="90" y="84"/>
                </a:lnTo>
                <a:lnTo>
                  <a:pt x="90" y="83"/>
                </a:lnTo>
                <a:lnTo>
                  <a:pt x="89" y="83"/>
                </a:lnTo>
                <a:lnTo>
                  <a:pt x="88" y="79"/>
                </a:lnTo>
                <a:lnTo>
                  <a:pt x="89" y="77"/>
                </a:lnTo>
                <a:lnTo>
                  <a:pt x="88" y="75"/>
                </a:lnTo>
                <a:lnTo>
                  <a:pt x="89" y="73"/>
                </a:lnTo>
                <a:lnTo>
                  <a:pt x="88" y="72"/>
                </a:lnTo>
                <a:lnTo>
                  <a:pt x="89" y="72"/>
                </a:lnTo>
                <a:lnTo>
                  <a:pt x="89" y="69"/>
                </a:lnTo>
                <a:lnTo>
                  <a:pt x="87" y="67"/>
                </a:lnTo>
                <a:lnTo>
                  <a:pt x="87" y="67"/>
                </a:lnTo>
                <a:lnTo>
                  <a:pt x="88" y="67"/>
                </a:lnTo>
                <a:lnTo>
                  <a:pt x="88" y="66"/>
                </a:lnTo>
                <a:lnTo>
                  <a:pt x="87" y="65"/>
                </a:lnTo>
                <a:lnTo>
                  <a:pt x="87" y="63"/>
                </a:lnTo>
                <a:lnTo>
                  <a:pt x="86" y="63"/>
                </a:lnTo>
                <a:lnTo>
                  <a:pt x="87" y="62"/>
                </a:lnTo>
                <a:lnTo>
                  <a:pt x="87" y="61"/>
                </a:lnTo>
                <a:lnTo>
                  <a:pt x="86" y="60"/>
                </a:lnTo>
                <a:lnTo>
                  <a:pt x="86" y="59"/>
                </a:lnTo>
                <a:lnTo>
                  <a:pt x="87" y="60"/>
                </a:lnTo>
                <a:lnTo>
                  <a:pt x="87" y="59"/>
                </a:lnTo>
                <a:lnTo>
                  <a:pt x="89" y="57"/>
                </a:lnTo>
                <a:lnTo>
                  <a:pt x="89" y="57"/>
                </a:lnTo>
                <a:lnTo>
                  <a:pt x="91" y="53"/>
                </a:lnTo>
                <a:lnTo>
                  <a:pt x="91" y="53"/>
                </a:lnTo>
                <a:lnTo>
                  <a:pt x="91" y="52"/>
                </a:lnTo>
                <a:lnTo>
                  <a:pt x="91" y="52"/>
                </a:lnTo>
                <a:lnTo>
                  <a:pt x="90" y="51"/>
                </a:lnTo>
                <a:lnTo>
                  <a:pt x="90" y="50"/>
                </a:lnTo>
                <a:lnTo>
                  <a:pt x="92" y="49"/>
                </a:lnTo>
                <a:lnTo>
                  <a:pt x="92" y="47"/>
                </a:lnTo>
                <a:lnTo>
                  <a:pt x="93" y="47"/>
                </a:lnTo>
                <a:lnTo>
                  <a:pt x="92" y="45"/>
                </a:lnTo>
                <a:lnTo>
                  <a:pt x="93" y="45"/>
                </a:lnTo>
                <a:lnTo>
                  <a:pt x="92" y="44"/>
                </a:lnTo>
                <a:lnTo>
                  <a:pt x="91" y="44"/>
                </a:lnTo>
                <a:lnTo>
                  <a:pt x="91" y="43"/>
                </a:lnTo>
                <a:lnTo>
                  <a:pt x="92" y="43"/>
                </a:lnTo>
                <a:lnTo>
                  <a:pt x="91" y="42"/>
                </a:lnTo>
                <a:lnTo>
                  <a:pt x="90" y="42"/>
                </a:lnTo>
                <a:lnTo>
                  <a:pt x="89" y="39"/>
                </a:lnTo>
                <a:lnTo>
                  <a:pt x="87" y="38"/>
                </a:lnTo>
                <a:lnTo>
                  <a:pt x="87" y="35"/>
                </a:lnTo>
                <a:lnTo>
                  <a:pt x="87" y="34"/>
                </a:lnTo>
                <a:lnTo>
                  <a:pt x="87" y="33"/>
                </a:lnTo>
                <a:lnTo>
                  <a:pt x="88" y="32"/>
                </a:lnTo>
                <a:lnTo>
                  <a:pt x="88" y="30"/>
                </a:lnTo>
                <a:lnTo>
                  <a:pt x="89" y="30"/>
                </a:lnTo>
                <a:lnTo>
                  <a:pt x="90" y="29"/>
                </a:lnTo>
                <a:lnTo>
                  <a:pt x="91" y="28"/>
                </a:lnTo>
                <a:lnTo>
                  <a:pt x="91" y="27"/>
                </a:lnTo>
                <a:lnTo>
                  <a:pt x="93" y="26"/>
                </a:lnTo>
                <a:lnTo>
                  <a:pt x="93" y="25"/>
                </a:lnTo>
                <a:lnTo>
                  <a:pt x="93" y="25"/>
                </a:lnTo>
                <a:lnTo>
                  <a:pt x="93" y="23"/>
                </a:lnTo>
                <a:lnTo>
                  <a:pt x="93" y="23"/>
                </a:lnTo>
                <a:lnTo>
                  <a:pt x="93" y="22"/>
                </a:lnTo>
                <a:lnTo>
                  <a:pt x="95" y="17"/>
                </a:lnTo>
                <a:lnTo>
                  <a:pt x="94" y="17"/>
                </a:lnTo>
                <a:lnTo>
                  <a:pt x="95" y="16"/>
                </a:lnTo>
                <a:lnTo>
                  <a:pt x="95" y="15"/>
                </a:lnTo>
                <a:lnTo>
                  <a:pt x="94" y="14"/>
                </a:lnTo>
                <a:lnTo>
                  <a:pt x="94" y="14"/>
                </a:lnTo>
                <a:lnTo>
                  <a:pt x="96" y="13"/>
                </a:lnTo>
                <a:lnTo>
                  <a:pt x="97" y="12"/>
                </a:lnTo>
                <a:lnTo>
                  <a:pt x="97" y="11"/>
                </a:lnTo>
                <a:lnTo>
                  <a:pt x="97" y="10"/>
                </a:lnTo>
                <a:lnTo>
                  <a:pt x="98" y="7"/>
                </a:lnTo>
                <a:lnTo>
                  <a:pt x="97" y="7"/>
                </a:lnTo>
                <a:lnTo>
                  <a:pt x="97" y="6"/>
                </a:lnTo>
                <a:lnTo>
                  <a:pt x="97" y="6"/>
                </a:lnTo>
                <a:lnTo>
                  <a:pt x="97" y="6"/>
                </a:lnTo>
                <a:lnTo>
                  <a:pt x="97" y="5"/>
                </a:lnTo>
                <a:lnTo>
                  <a:pt x="95" y="5"/>
                </a:lnTo>
                <a:lnTo>
                  <a:pt x="95" y="5"/>
                </a:lnTo>
                <a:lnTo>
                  <a:pt x="95" y="5"/>
                </a:lnTo>
                <a:lnTo>
                  <a:pt x="95" y="4"/>
                </a:lnTo>
                <a:lnTo>
                  <a:pt x="95" y="3"/>
                </a:lnTo>
                <a:lnTo>
                  <a:pt x="95" y="2"/>
                </a:lnTo>
                <a:lnTo>
                  <a:pt x="96" y="2"/>
                </a:lnTo>
                <a:lnTo>
                  <a:pt x="96" y="1"/>
                </a:lnTo>
                <a:lnTo>
                  <a:pt x="96" y="0"/>
                </a:lnTo>
                <a:lnTo>
                  <a:pt x="95" y="1"/>
                </a:lnTo>
                <a:lnTo>
                  <a:pt x="94" y="1"/>
                </a:lnTo>
                <a:lnTo>
                  <a:pt x="91" y="3"/>
                </a:lnTo>
                <a:lnTo>
                  <a:pt x="89" y="6"/>
                </a:lnTo>
                <a:lnTo>
                  <a:pt x="89" y="8"/>
                </a:lnTo>
                <a:lnTo>
                  <a:pt x="87" y="8"/>
                </a:lnTo>
                <a:lnTo>
                  <a:pt x="87" y="8"/>
                </a:lnTo>
                <a:lnTo>
                  <a:pt x="86" y="6"/>
                </a:lnTo>
                <a:lnTo>
                  <a:pt x="85" y="6"/>
                </a:lnTo>
                <a:lnTo>
                  <a:pt x="84" y="6"/>
                </a:lnTo>
                <a:lnTo>
                  <a:pt x="84" y="7"/>
                </a:lnTo>
                <a:lnTo>
                  <a:pt x="83" y="7"/>
                </a:lnTo>
                <a:lnTo>
                  <a:pt x="81" y="5"/>
                </a:lnTo>
                <a:lnTo>
                  <a:pt x="79" y="4"/>
                </a:lnTo>
                <a:lnTo>
                  <a:pt x="79" y="5"/>
                </a:lnTo>
                <a:lnTo>
                  <a:pt x="79" y="6"/>
                </a:lnTo>
                <a:lnTo>
                  <a:pt x="79" y="6"/>
                </a:lnTo>
                <a:lnTo>
                  <a:pt x="80" y="8"/>
                </a:lnTo>
                <a:lnTo>
                  <a:pt x="77" y="10"/>
                </a:lnTo>
                <a:lnTo>
                  <a:pt x="76" y="10"/>
                </a:lnTo>
                <a:lnTo>
                  <a:pt x="75" y="9"/>
                </a:lnTo>
                <a:lnTo>
                  <a:pt x="75" y="9"/>
                </a:lnTo>
                <a:lnTo>
                  <a:pt x="76" y="10"/>
                </a:lnTo>
                <a:lnTo>
                  <a:pt x="75" y="12"/>
                </a:lnTo>
                <a:lnTo>
                  <a:pt x="76" y="12"/>
                </a:lnTo>
                <a:lnTo>
                  <a:pt x="74" y="12"/>
                </a:lnTo>
                <a:lnTo>
                  <a:pt x="73" y="14"/>
                </a:lnTo>
                <a:lnTo>
                  <a:pt x="71" y="15"/>
                </a:lnTo>
                <a:lnTo>
                  <a:pt x="72" y="16"/>
                </a:lnTo>
                <a:lnTo>
                  <a:pt x="71" y="17"/>
                </a:lnTo>
                <a:lnTo>
                  <a:pt x="71" y="18"/>
                </a:lnTo>
                <a:lnTo>
                  <a:pt x="69" y="20"/>
                </a:lnTo>
                <a:lnTo>
                  <a:pt x="69" y="19"/>
                </a:lnTo>
                <a:lnTo>
                  <a:pt x="68" y="20"/>
                </a:lnTo>
                <a:lnTo>
                  <a:pt x="67" y="22"/>
                </a:lnTo>
                <a:lnTo>
                  <a:pt x="66" y="22"/>
                </a:lnTo>
                <a:lnTo>
                  <a:pt x="66" y="23"/>
                </a:lnTo>
                <a:lnTo>
                  <a:pt x="66" y="24"/>
                </a:lnTo>
                <a:lnTo>
                  <a:pt x="66" y="24"/>
                </a:lnTo>
                <a:lnTo>
                  <a:pt x="65" y="24"/>
                </a:lnTo>
                <a:lnTo>
                  <a:pt x="63" y="26"/>
                </a:lnTo>
                <a:lnTo>
                  <a:pt x="61" y="28"/>
                </a:lnTo>
                <a:lnTo>
                  <a:pt x="61" y="29"/>
                </a:lnTo>
                <a:lnTo>
                  <a:pt x="60" y="30"/>
                </a:lnTo>
                <a:lnTo>
                  <a:pt x="60" y="32"/>
                </a:lnTo>
                <a:lnTo>
                  <a:pt x="60" y="33"/>
                </a:lnTo>
                <a:lnTo>
                  <a:pt x="59" y="34"/>
                </a:lnTo>
                <a:lnTo>
                  <a:pt x="60" y="35"/>
                </a:lnTo>
                <a:lnTo>
                  <a:pt x="62" y="36"/>
                </a:lnTo>
                <a:lnTo>
                  <a:pt x="61" y="37"/>
                </a:lnTo>
                <a:lnTo>
                  <a:pt x="62" y="38"/>
                </a:lnTo>
                <a:lnTo>
                  <a:pt x="61" y="38"/>
                </a:lnTo>
                <a:lnTo>
                  <a:pt x="61" y="39"/>
                </a:lnTo>
                <a:lnTo>
                  <a:pt x="60" y="40"/>
                </a:lnTo>
                <a:lnTo>
                  <a:pt x="59" y="38"/>
                </a:lnTo>
                <a:lnTo>
                  <a:pt x="58" y="37"/>
                </a:lnTo>
                <a:lnTo>
                  <a:pt x="57" y="37"/>
                </a:lnTo>
                <a:lnTo>
                  <a:pt x="58" y="39"/>
                </a:lnTo>
                <a:lnTo>
                  <a:pt x="57" y="40"/>
                </a:lnTo>
                <a:lnTo>
                  <a:pt x="57" y="43"/>
                </a:lnTo>
                <a:lnTo>
                  <a:pt x="57" y="46"/>
                </a:lnTo>
                <a:lnTo>
                  <a:pt x="54" y="47"/>
                </a:lnTo>
                <a:lnTo>
                  <a:pt x="53" y="46"/>
                </a:lnTo>
                <a:lnTo>
                  <a:pt x="51" y="47"/>
                </a:lnTo>
                <a:lnTo>
                  <a:pt x="49" y="47"/>
                </a:lnTo>
                <a:lnTo>
                  <a:pt x="48" y="46"/>
                </a:lnTo>
                <a:lnTo>
                  <a:pt x="46" y="47"/>
                </a:lnTo>
                <a:lnTo>
                  <a:pt x="44" y="47"/>
                </a:lnTo>
                <a:lnTo>
                  <a:pt x="44" y="46"/>
                </a:lnTo>
                <a:lnTo>
                  <a:pt x="44" y="46"/>
                </a:lnTo>
                <a:lnTo>
                  <a:pt x="43" y="45"/>
                </a:lnTo>
                <a:lnTo>
                  <a:pt x="43" y="44"/>
                </a:lnTo>
                <a:lnTo>
                  <a:pt x="38" y="43"/>
                </a:lnTo>
                <a:lnTo>
                  <a:pt x="38" y="42"/>
                </a:lnTo>
                <a:lnTo>
                  <a:pt x="37" y="42"/>
                </a:lnTo>
                <a:lnTo>
                  <a:pt x="37" y="44"/>
                </a:lnTo>
                <a:lnTo>
                  <a:pt x="37" y="44"/>
                </a:lnTo>
                <a:lnTo>
                  <a:pt x="36" y="44"/>
                </a:lnTo>
                <a:lnTo>
                  <a:pt x="34" y="45"/>
                </a:lnTo>
                <a:lnTo>
                  <a:pt x="34" y="46"/>
                </a:lnTo>
                <a:lnTo>
                  <a:pt x="33" y="46"/>
                </a:lnTo>
                <a:lnTo>
                  <a:pt x="32" y="46"/>
                </a:lnTo>
                <a:lnTo>
                  <a:pt x="33" y="47"/>
                </a:lnTo>
                <a:lnTo>
                  <a:pt x="33" y="47"/>
                </a:lnTo>
                <a:lnTo>
                  <a:pt x="32" y="48"/>
                </a:lnTo>
                <a:lnTo>
                  <a:pt x="31" y="48"/>
                </a:lnTo>
                <a:lnTo>
                  <a:pt x="32" y="49"/>
                </a:lnTo>
                <a:lnTo>
                  <a:pt x="32" y="49"/>
                </a:lnTo>
                <a:lnTo>
                  <a:pt x="32" y="50"/>
                </a:lnTo>
                <a:lnTo>
                  <a:pt x="31" y="51"/>
                </a:lnTo>
                <a:lnTo>
                  <a:pt x="30" y="54"/>
                </a:lnTo>
                <a:lnTo>
                  <a:pt x="31" y="57"/>
                </a:lnTo>
                <a:lnTo>
                  <a:pt x="31" y="57"/>
                </a:lnTo>
                <a:lnTo>
                  <a:pt x="32" y="58"/>
                </a:lnTo>
                <a:lnTo>
                  <a:pt x="31" y="60"/>
                </a:lnTo>
                <a:lnTo>
                  <a:pt x="31" y="59"/>
                </a:lnTo>
                <a:lnTo>
                  <a:pt x="31" y="60"/>
                </a:lnTo>
                <a:lnTo>
                  <a:pt x="32" y="64"/>
                </a:lnTo>
                <a:lnTo>
                  <a:pt x="32" y="64"/>
                </a:lnTo>
                <a:lnTo>
                  <a:pt x="33" y="64"/>
                </a:lnTo>
                <a:lnTo>
                  <a:pt x="35" y="64"/>
                </a:lnTo>
                <a:lnTo>
                  <a:pt x="36" y="65"/>
                </a:lnTo>
                <a:lnTo>
                  <a:pt x="36" y="66"/>
                </a:lnTo>
                <a:lnTo>
                  <a:pt x="37" y="66"/>
                </a:lnTo>
                <a:lnTo>
                  <a:pt x="38" y="66"/>
                </a:lnTo>
                <a:lnTo>
                  <a:pt x="38" y="66"/>
                </a:lnTo>
                <a:lnTo>
                  <a:pt x="42" y="68"/>
                </a:lnTo>
                <a:lnTo>
                  <a:pt x="43" y="69"/>
                </a:lnTo>
                <a:lnTo>
                  <a:pt x="43" y="70"/>
                </a:lnTo>
                <a:lnTo>
                  <a:pt x="44" y="69"/>
                </a:lnTo>
                <a:lnTo>
                  <a:pt x="44" y="70"/>
                </a:lnTo>
                <a:lnTo>
                  <a:pt x="44" y="70"/>
                </a:lnTo>
                <a:lnTo>
                  <a:pt x="45" y="71"/>
                </a:lnTo>
                <a:lnTo>
                  <a:pt x="45" y="71"/>
                </a:lnTo>
                <a:lnTo>
                  <a:pt x="46" y="71"/>
                </a:lnTo>
                <a:lnTo>
                  <a:pt x="47" y="72"/>
                </a:lnTo>
                <a:lnTo>
                  <a:pt x="48" y="70"/>
                </a:lnTo>
                <a:lnTo>
                  <a:pt x="48" y="70"/>
                </a:lnTo>
                <a:lnTo>
                  <a:pt x="48" y="71"/>
                </a:lnTo>
                <a:lnTo>
                  <a:pt x="49" y="72"/>
                </a:lnTo>
                <a:lnTo>
                  <a:pt x="50" y="72"/>
                </a:lnTo>
                <a:lnTo>
                  <a:pt x="51" y="73"/>
                </a:lnTo>
                <a:lnTo>
                  <a:pt x="51" y="74"/>
                </a:lnTo>
                <a:lnTo>
                  <a:pt x="52" y="75"/>
                </a:lnTo>
                <a:lnTo>
                  <a:pt x="53" y="75"/>
                </a:lnTo>
                <a:lnTo>
                  <a:pt x="53" y="74"/>
                </a:lnTo>
                <a:lnTo>
                  <a:pt x="53" y="73"/>
                </a:lnTo>
                <a:lnTo>
                  <a:pt x="54" y="74"/>
                </a:lnTo>
                <a:lnTo>
                  <a:pt x="55" y="74"/>
                </a:lnTo>
                <a:lnTo>
                  <a:pt x="56" y="75"/>
                </a:lnTo>
                <a:lnTo>
                  <a:pt x="56" y="78"/>
                </a:lnTo>
                <a:lnTo>
                  <a:pt x="57" y="81"/>
                </a:lnTo>
                <a:lnTo>
                  <a:pt x="57" y="83"/>
                </a:lnTo>
                <a:lnTo>
                  <a:pt x="57" y="84"/>
                </a:lnTo>
                <a:lnTo>
                  <a:pt x="56" y="84"/>
                </a:lnTo>
                <a:lnTo>
                  <a:pt x="56" y="85"/>
                </a:lnTo>
                <a:lnTo>
                  <a:pt x="55" y="85"/>
                </a:lnTo>
                <a:lnTo>
                  <a:pt x="54" y="86"/>
                </a:lnTo>
                <a:lnTo>
                  <a:pt x="54" y="87"/>
                </a:lnTo>
                <a:lnTo>
                  <a:pt x="54" y="88"/>
                </a:lnTo>
                <a:lnTo>
                  <a:pt x="54" y="90"/>
                </a:lnTo>
                <a:lnTo>
                  <a:pt x="54" y="91"/>
                </a:lnTo>
                <a:lnTo>
                  <a:pt x="55" y="93"/>
                </a:lnTo>
                <a:lnTo>
                  <a:pt x="56" y="95"/>
                </a:lnTo>
                <a:lnTo>
                  <a:pt x="56" y="96"/>
                </a:lnTo>
                <a:lnTo>
                  <a:pt x="56" y="97"/>
                </a:lnTo>
                <a:lnTo>
                  <a:pt x="56" y="100"/>
                </a:lnTo>
                <a:lnTo>
                  <a:pt x="56" y="100"/>
                </a:lnTo>
                <a:lnTo>
                  <a:pt x="55" y="100"/>
                </a:lnTo>
                <a:lnTo>
                  <a:pt x="54" y="101"/>
                </a:lnTo>
                <a:lnTo>
                  <a:pt x="52" y="101"/>
                </a:lnTo>
                <a:lnTo>
                  <a:pt x="51" y="100"/>
                </a:lnTo>
                <a:lnTo>
                  <a:pt x="49" y="101"/>
                </a:lnTo>
                <a:lnTo>
                  <a:pt x="49" y="101"/>
                </a:lnTo>
                <a:lnTo>
                  <a:pt x="48" y="100"/>
                </a:lnTo>
                <a:lnTo>
                  <a:pt x="46" y="102"/>
                </a:lnTo>
                <a:lnTo>
                  <a:pt x="44" y="102"/>
                </a:lnTo>
                <a:lnTo>
                  <a:pt x="44" y="101"/>
                </a:lnTo>
                <a:lnTo>
                  <a:pt x="43" y="102"/>
                </a:lnTo>
                <a:lnTo>
                  <a:pt x="40" y="100"/>
                </a:lnTo>
                <a:lnTo>
                  <a:pt x="40" y="101"/>
                </a:lnTo>
                <a:lnTo>
                  <a:pt x="39" y="102"/>
                </a:lnTo>
                <a:lnTo>
                  <a:pt x="39" y="103"/>
                </a:lnTo>
                <a:lnTo>
                  <a:pt x="41" y="106"/>
                </a:lnTo>
                <a:lnTo>
                  <a:pt x="43" y="107"/>
                </a:lnTo>
                <a:lnTo>
                  <a:pt x="42" y="108"/>
                </a:lnTo>
                <a:lnTo>
                  <a:pt x="39" y="109"/>
                </a:lnTo>
                <a:lnTo>
                  <a:pt x="38" y="108"/>
                </a:lnTo>
                <a:lnTo>
                  <a:pt x="37" y="108"/>
                </a:lnTo>
                <a:lnTo>
                  <a:pt x="37" y="110"/>
                </a:lnTo>
                <a:lnTo>
                  <a:pt x="32" y="109"/>
                </a:lnTo>
                <a:lnTo>
                  <a:pt x="32" y="110"/>
                </a:lnTo>
                <a:lnTo>
                  <a:pt x="30" y="110"/>
                </a:lnTo>
                <a:lnTo>
                  <a:pt x="30" y="109"/>
                </a:lnTo>
                <a:lnTo>
                  <a:pt x="29" y="109"/>
                </a:lnTo>
                <a:lnTo>
                  <a:pt x="29" y="108"/>
                </a:lnTo>
                <a:lnTo>
                  <a:pt x="28" y="107"/>
                </a:lnTo>
                <a:lnTo>
                  <a:pt x="27" y="107"/>
                </a:lnTo>
                <a:lnTo>
                  <a:pt x="27" y="106"/>
                </a:lnTo>
                <a:lnTo>
                  <a:pt x="26" y="106"/>
                </a:lnTo>
                <a:lnTo>
                  <a:pt x="25" y="106"/>
                </a:lnTo>
                <a:lnTo>
                  <a:pt x="24" y="106"/>
                </a:lnTo>
                <a:lnTo>
                  <a:pt x="22" y="106"/>
                </a:lnTo>
                <a:lnTo>
                  <a:pt x="22" y="106"/>
                </a:lnTo>
                <a:lnTo>
                  <a:pt x="20" y="106"/>
                </a:lnTo>
                <a:lnTo>
                  <a:pt x="19" y="106"/>
                </a:lnTo>
                <a:lnTo>
                  <a:pt x="18" y="108"/>
                </a:lnTo>
                <a:lnTo>
                  <a:pt x="18" y="111"/>
                </a:lnTo>
                <a:lnTo>
                  <a:pt x="19" y="111"/>
                </a:lnTo>
                <a:lnTo>
                  <a:pt x="19" y="113"/>
                </a:lnTo>
                <a:lnTo>
                  <a:pt x="18" y="114"/>
                </a:lnTo>
                <a:lnTo>
                  <a:pt x="17" y="115"/>
                </a:lnTo>
                <a:lnTo>
                  <a:pt x="17" y="115"/>
                </a:lnTo>
                <a:lnTo>
                  <a:pt x="17" y="116"/>
                </a:lnTo>
                <a:lnTo>
                  <a:pt x="16" y="116"/>
                </a:lnTo>
                <a:lnTo>
                  <a:pt x="15" y="118"/>
                </a:lnTo>
                <a:lnTo>
                  <a:pt x="15" y="118"/>
                </a:lnTo>
                <a:lnTo>
                  <a:pt x="15" y="119"/>
                </a:lnTo>
                <a:lnTo>
                  <a:pt x="17" y="119"/>
                </a:lnTo>
                <a:lnTo>
                  <a:pt x="18" y="119"/>
                </a:lnTo>
                <a:lnTo>
                  <a:pt x="18" y="119"/>
                </a:lnTo>
                <a:lnTo>
                  <a:pt x="20" y="120"/>
                </a:lnTo>
                <a:lnTo>
                  <a:pt x="21" y="122"/>
                </a:lnTo>
                <a:lnTo>
                  <a:pt x="22" y="122"/>
                </a:lnTo>
                <a:lnTo>
                  <a:pt x="22" y="123"/>
                </a:lnTo>
                <a:lnTo>
                  <a:pt x="22" y="124"/>
                </a:lnTo>
                <a:lnTo>
                  <a:pt x="21" y="125"/>
                </a:lnTo>
                <a:lnTo>
                  <a:pt x="21" y="125"/>
                </a:lnTo>
                <a:lnTo>
                  <a:pt x="21" y="125"/>
                </a:lnTo>
                <a:lnTo>
                  <a:pt x="20" y="125"/>
                </a:lnTo>
                <a:lnTo>
                  <a:pt x="19" y="124"/>
                </a:lnTo>
                <a:lnTo>
                  <a:pt x="19" y="124"/>
                </a:lnTo>
                <a:lnTo>
                  <a:pt x="18" y="125"/>
                </a:lnTo>
                <a:lnTo>
                  <a:pt x="19" y="125"/>
                </a:lnTo>
                <a:lnTo>
                  <a:pt x="19" y="126"/>
                </a:lnTo>
                <a:lnTo>
                  <a:pt x="20" y="127"/>
                </a:lnTo>
                <a:lnTo>
                  <a:pt x="19" y="128"/>
                </a:lnTo>
                <a:lnTo>
                  <a:pt x="18" y="128"/>
                </a:lnTo>
                <a:lnTo>
                  <a:pt x="18" y="130"/>
                </a:lnTo>
                <a:lnTo>
                  <a:pt x="18" y="130"/>
                </a:lnTo>
                <a:lnTo>
                  <a:pt x="18" y="132"/>
                </a:lnTo>
                <a:lnTo>
                  <a:pt x="17" y="133"/>
                </a:lnTo>
                <a:lnTo>
                  <a:pt x="17" y="134"/>
                </a:lnTo>
                <a:lnTo>
                  <a:pt x="18" y="134"/>
                </a:lnTo>
                <a:lnTo>
                  <a:pt x="18" y="135"/>
                </a:lnTo>
                <a:lnTo>
                  <a:pt x="18" y="136"/>
                </a:lnTo>
                <a:lnTo>
                  <a:pt x="18" y="136"/>
                </a:lnTo>
                <a:lnTo>
                  <a:pt x="18" y="138"/>
                </a:lnTo>
                <a:lnTo>
                  <a:pt x="19" y="138"/>
                </a:lnTo>
                <a:lnTo>
                  <a:pt x="20" y="139"/>
                </a:lnTo>
                <a:lnTo>
                  <a:pt x="20" y="140"/>
                </a:lnTo>
                <a:lnTo>
                  <a:pt x="19" y="142"/>
                </a:lnTo>
                <a:lnTo>
                  <a:pt x="17" y="142"/>
                </a:lnTo>
                <a:lnTo>
                  <a:pt x="17" y="140"/>
                </a:lnTo>
                <a:lnTo>
                  <a:pt x="16" y="140"/>
                </a:lnTo>
                <a:lnTo>
                  <a:pt x="16" y="140"/>
                </a:lnTo>
                <a:lnTo>
                  <a:pt x="15" y="140"/>
                </a:lnTo>
                <a:lnTo>
                  <a:pt x="12" y="141"/>
                </a:lnTo>
                <a:lnTo>
                  <a:pt x="11" y="141"/>
                </a:lnTo>
                <a:lnTo>
                  <a:pt x="11" y="140"/>
                </a:lnTo>
                <a:lnTo>
                  <a:pt x="11" y="140"/>
                </a:lnTo>
                <a:lnTo>
                  <a:pt x="8" y="140"/>
                </a:lnTo>
                <a:lnTo>
                  <a:pt x="6" y="143"/>
                </a:lnTo>
                <a:lnTo>
                  <a:pt x="6" y="145"/>
                </a:lnTo>
                <a:lnTo>
                  <a:pt x="4" y="145"/>
                </a:lnTo>
                <a:lnTo>
                  <a:pt x="4" y="146"/>
                </a:lnTo>
                <a:lnTo>
                  <a:pt x="4" y="147"/>
                </a:lnTo>
                <a:lnTo>
                  <a:pt x="5" y="148"/>
                </a:lnTo>
                <a:lnTo>
                  <a:pt x="7" y="148"/>
                </a:lnTo>
                <a:lnTo>
                  <a:pt x="8" y="148"/>
                </a:lnTo>
                <a:lnTo>
                  <a:pt x="8" y="149"/>
                </a:lnTo>
                <a:lnTo>
                  <a:pt x="9" y="150"/>
                </a:lnTo>
                <a:lnTo>
                  <a:pt x="8" y="150"/>
                </a:lnTo>
                <a:lnTo>
                  <a:pt x="7" y="150"/>
                </a:lnTo>
                <a:lnTo>
                  <a:pt x="8" y="150"/>
                </a:lnTo>
                <a:lnTo>
                  <a:pt x="8" y="151"/>
                </a:lnTo>
                <a:lnTo>
                  <a:pt x="8" y="152"/>
                </a:lnTo>
                <a:lnTo>
                  <a:pt x="8" y="154"/>
                </a:lnTo>
                <a:lnTo>
                  <a:pt x="7" y="155"/>
                </a:lnTo>
                <a:lnTo>
                  <a:pt x="6" y="155"/>
                </a:lnTo>
                <a:lnTo>
                  <a:pt x="2" y="157"/>
                </a:lnTo>
                <a:lnTo>
                  <a:pt x="1" y="157"/>
                </a:lnTo>
                <a:lnTo>
                  <a:pt x="0" y="156"/>
                </a:lnTo>
                <a:lnTo>
                  <a:pt x="0" y="156"/>
                </a:lnTo>
                <a:lnTo>
                  <a:pt x="0" y="157"/>
                </a:lnTo>
                <a:lnTo>
                  <a:pt x="0" y="157"/>
                </a:lnTo>
                <a:lnTo>
                  <a:pt x="0" y="159"/>
                </a:lnTo>
                <a:lnTo>
                  <a:pt x="1" y="159"/>
                </a:lnTo>
                <a:lnTo>
                  <a:pt x="1" y="160"/>
                </a:lnTo>
                <a:lnTo>
                  <a:pt x="1" y="160"/>
                </a:lnTo>
                <a:lnTo>
                  <a:pt x="2" y="161"/>
                </a:lnTo>
                <a:lnTo>
                  <a:pt x="4" y="159"/>
                </a:lnTo>
                <a:lnTo>
                  <a:pt x="5" y="159"/>
                </a:lnTo>
                <a:lnTo>
                  <a:pt x="5" y="159"/>
                </a:lnTo>
                <a:lnTo>
                  <a:pt x="6" y="159"/>
                </a:lnTo>
                <a:lnTo>
                  <a:pt x="6" y="158"/>
                </a:lnTo>
                <a:lnTo>
                  <a:pt x="7" y="157"/>
                </a:lnTo>
                <a:lnTo>
                  <a:pt x="8" y="158"/>
                </a:lnTo>
                <a:lnTo>
                  <a:pt x="9" y="157"/>
                </a:lnTo>
                <a:lnTo>
                  <a:pt x="9" y="158"/>
                </a:lnTo>
                <a:lnTo>
                  <a:pt x="10" y="157"/>
                </a:lnTo>
                <a:lnTo>
                  <a:pt x="11" y="158"/>
                </a:lnTo>
                <a:lnTo>
                  <a:pt x="11" y="159"/>
                </a:lnTo>
                <a:lnTo>
                  <a:pt x="11" y="160"/>
                </a:lnTo>
                <a:lnTo>
                  <a:pt x="14" y="161"/>
                </a:lnTo>
                <a:lnTo>
                  <a:pt x="14" y="161"/>
                </a:lnTo>
                <a:lnTo>
                  <a:pt x="16" y="161"/>
                </a:lnTo>
                <a:lnTo>
                  <a:pt x="17" y="162"/>
                </a:lnTo>
                <a:lnTo>
                  <a:pt x="18" y="161"/>
                </a:lnTo>
                <a:lnTo>
                  <a:pt x="19" y="162"/>
                </a:lnTo>
                <a:lnTo>
                  <a:pt x="20" y="161"/>
                </a:lnTo>
                <a:lnTo>
                  <a:pt x="21" y="161"/>
                </a:lnTo>
                <a:lnTo>
                  <a:pt x="23" y="160"/>
                </a:lnTo>
                <a:lnTo>
                  <a:pt x="24" y="160"/>
                </a:lnTo>
                <a:lnTo>
                  <a:pt x="24" y="160"/>
                </a:lnTo>
                <a:lnTo>
                  <a:pt x="25" y="160"/>
                </a:lnTo>
                <a:lnTo>
                  <a:pt x="25" y="160"/>
                </a:lnTo>
                <a:lnTo>
                  <a:pt x="26" y="160"/>
                </a:lnTo>
                <a:lnTo>
                  <a:pt x="26" y="160"/>
                </a:lnTo>
                <a:lnTo>
                  <a:pt x="28" y="160"/>
                </a:lnTo>
                <a:lnTo>
                  <a:pt x="29" y="160"/>
                </a:lnTo>
                <a:lnTo>
                  <a:pt x="29" y="161"/>
                </a:lnTo>
                <a:lnTo>
                  <a:pt x="30" y="161"/>
                </a:lnTo>
                <a:lnTo>
                  <a:pt x="30" y="163"/>
                </a:lnTo>
                <a:lnTo>
                  <a:pt x="30" y="164"/>
                </a:lnTo>
                <a:lnTo>
                  <a:pt x="30" y="165"/>
                </a:lnTo>
                <a:lnTo>
                  <a:pt x="32" y="166"/>
                </a:lnTo>
                <a:lnTo>
                  <a:pt x="32" y="166"/>
                </a:lnTo>
                <a:lnTo>
                  <a:pt x="33" y="167"/>
                </a:lnTo>
                <a:lnTo>
                  <a:pt x="34" y="165"/>
                </a:lnTo>
                <a:lnTo>
                  <a:pt x="35" y="165"/>
                </a:lnTo>
                <a:lnTo>
                  <a:pt x="35" y="164"/>
                </a:lnTo>
                <a:lnTo>
                  <a:pt x="36" y="164"/>
                </a:lnTo>
                <a:lnTo>
                  <a:pt x="37" y="167"/>
                </a:lnTo>
                <a:lnTo>
                  <a:pt x="37" y="166"/>
                </a:lnTo>
                <a:lnTo>
                  <a:pt x="38" y="167"/>
                </a:lnTo>
                <a:lnTo>
                  <a:pt x="39" y="167"/>
                </a:lnTo>
                <a:lnTo>
                  <a:pt x="41" y="167"/>
                </a:lnTo>
                <a:lnTo>
                  <a:pt x="41" y="168"/>
                </a:lnTo>
                <a:lnTo>
                  <a:pt x="42" y="168"/>
                </a:lnTo>
                <a:lnTo>
                  <a:pt x="45" y="171"/>
                </a:lnTo>
                <a:lnTo>
                  <a:pt x="45" y="171"/>
                </a:lnTo>
                <a:lnTo>
                  <a:pt x="47" y="172"/>
                </a:lnTo>
                <a:lnTo>
                  <a:pt x="48" y="172"/>
                </a:lnTo>
                <a:lnTo>
                  <a:pt x="47" y="171"/>
                </a:lnTo>
                <a:lnTo>
                  <a:pt x="49" y="170"/>
                </a:lnTo>
                <a:lnTo>
                  <a:pt x="50" y="171"/>
                </a:lnTo>
                <a:lnTo>
                  <a:pt x="50" y="170"/>
                </a:lnTo>
                <a:lnTo>
                  <a:pt x="50" y="171"/>
                </a:lnTo>
                <a:lnTo>
                  <a:pt x="52" y="169"/>
                </a:lnTo>
                <a:lnTo>
                  <a:pt x="53" y="170"/>
                </a:lnTo>
                <a:lnTo>
                  <a:pt x="56" y="169"/>
                </a:lnTo>
                <a:lnTo>
                  <a:pt x="57" y="170"/>
                </a:lnTo>
                <a:lnTo>
                  <a:pt x="57" y="171"/>
                </a:lnTo>
                <a:lnTo>
                  <a:pt x="58" y="171"/>
                </a:lnTo>
                <a:lnTo>
                  <a:pt x="60" y="173"/>
                </a:lnTo>
                <a:lnTo>
                  <a:pt x="61" y="173"/>
                </a:lnTo>
                <a:lnTo>
                  <a:pt x="62" y="174"/>
                </a:lnTo>
                <a:lnTo>
                  <a:pt x="63" y="174"/>
                </a:lnTo>
                <a:lnTo>
                  <a:pt x="64" y="176"/>
                </a:lnTo>
                <a:lnTo>
                  <a:pt x="66" y="176"/>
                </a:lnTo>
                <a:lnTo>
                  <a:pt x="68" y="177"/>
                </a:lnTo>
                <a:lnTo>
                  <a:pt x="70" y="178"/>
                </a:lnTo>
                <a:lnTo>
                  <a:pt x="70" y="179"/>
                </a:lnTo>
                <a:lnTo>
                  <a:pt x="72" y="179"/>
                </a:lnTo>
                <a:lnTo>
                  <a:pt x="72" y="180"/>
                </a:lnTo>
                <a:lnTo>
                  <a:pt x="71" y="180"/>
                </a:lnTo>
                <a:lnTo>
                  <a:pt x="72" y="181"/>
                </a:lnTo>
                <a:lnTo>
                  <a:pt x="72" y="181"/>
                </a:lnTo>
                <a:lnTo>
                  <a:pt x="74" y="181"/>
                </a:lnTo>
                <a:lnTo>
                  <a:pt x="78" y="181"/>
                </a:lnTo>
                <a:lnTo>
                  <a:pt x="78" y="179"/>
                </a:lnTo>
                <a:lnTo>
                  <a:pt x="78" y="179"/>
                </a:lnTo>
                <a:lnTo>
                  <a:pt x="77" y="177"/>
                </a:lnTo>
                <a:lnTo>
                  <a:pt x="78" y="175"/>
                </a:lnTo>
                <a:lnTo>
                  <a:pt x="77" y="174"/>
                </a:lnTo>
                <a:lnTo>
                  <a:pt x="78" y="172"/>
                </a:lnTo>
                <a:lnTo>
                  <a:pt x="77" y="171"/>
                </a:lnTo>
                <a:lnTo>
                  <a:pt x="77" y="170"/>
                </a:lnTo>
                <a:lnTo>
                  <a:pt x="77" y="170"/>
                </a:lnTo>
                <a:lnTo>
                  <a:pt x="76" y="170"/>
                </a:lnTo>
                <a:lnTo>
                  <a:pt x="75" y="168"/>
                </a:lnTo>
                <a:lnTo>
                  <a:pt x="76" y="167"/>
                </a:lnTo>
                <a:lnTo>
                  <a:pt x="75" y="166"/>
                </a:lnTo>
                <a:lnTo>
                  <a:pt x="76" y="165"/>
                </a:lnTo>
                <a:lnTo>
                  <a:pt x="76" y="165"/>
                </a:lnTo>
                <a:lnTo>
                  <a:pt x="77" y="163"/>
                </a:lnTo>
                <a:lnTo>
                  <a:pt x="78" y="162"/>
                </a:lnTo>
                <a:lnTo>
                  <a:pt x="77" y="162"/>
                </a:lnTo>
                <a:lnTo>
                  <a:pt x="77" y="161"/>
                </a:lnTo>
                <a:lnTo>
                  <a:pt x="79" y="161"/>
                </a:lnTo>
                <a:lnTo>
                  <a:pt x="81" y="161"/>
                </a:lnTo>
                <a:lnTo>
                  <a:pt x="83" y="161"/>
                </a:lnTo>
                <a:lnTo>
                  <a:pt x="85" y="162"/>
                </a:lnTo>
                <a:lnTo>
                  <a:pt x="86" y="161"/>
                </a:lnTo>
                <a:lnTo>
                  <a:pt x="86" y="160"/>
                </a:lnTo>
                <a:lnTo>
                  <a:pt x="87" y="161"/>
                </a:lnTo>
                <a:lnTo>
                  <a:pt x="88" y="160"/>
                </a:lnTo>
                <a:lnTo>
                  <a:pt x="87" y="159"/>
                </a:lnTo>
                <a:lnTo>
                  <a:pt x="87" y="157"/>
                </a:lnTo>
                <a:lnTo>
                  <a:pt x="87" y="156"/>
                </a:lnTo>
                <a:lnTo>
                  <a:pt x="87" y="156"/>
                </a:lnTo>
                <a:lnTo>
                  <a:pt x="86" y="155"/>
                </a:lnTo>
                <a:lnTo>
                  <a:pt x="82" y="154"/>
                </a:lnTo>
                <a:lnTo>
                  <a:pt x="81" y="154"/>
                </a:lnTo>
                <a:lnTo>
                  <a:pt x="81" y="154"/>
                </a:lnTo>
                <a:lnTo>
                  <a:pt x="80" y="154"/>
                </a:lnTo>
                <a:lnTo>
                  <a:pt x="80" y="154"/>
                </a:lnTo>
                <a:lnTo>
                  <a:pt x="80" y="150"/>
                </a:lnTo>
                <a:lnTo>
                  <a:pt x="78" y="149"/>
                </a:lnTo>
                <a:lnTo>
                  <a:pt x="76" y="149"/>
                </a:lnTo>
                <a:lnTo>
                  <a:pt x="73" y="149"/>
                </a:lnTo>
                <a:lnTo>
                  <a:pt x="75" y="146"/>
                </a:lnTo>
                <a:lnTo>
                  <a:pt x="76" y="146"/>
                </a:lnTo>
                <a:lnTo>
                  <a:pt x="77" y="146"/>
                </a:lnTo>
                <a:lnTo>
                  <a:pt x="79" y="146"/>
                </a:lnTo>
                <a:lnTo>
                  <a:pt x="81" y="146"/>
                </a:lnTo>
                <a:lnTo>
                  <a:pt x="84" y="147"/>
                </a:lnTo>
                <a:lnTo>
                  <a:pt x="87" y="147"/>
                </a:lnTo>
                <a:lnTo>
                  <a:pt x="88" y="148"/>
                </a:lnTo>
                <a:lnTo>
                  <a:pt x="90" y="147"/>
                </a:lnTo>
                <a:lnTo>
                  <a:pt x="91" y="147"/>
                </a:lnTo>
                <a:lnTo>
                  <a:pt x="93" y="147"/>
                </a:lnTo>
                <a:lnTo>
                  <a:pt x="94" y="145"/>
                </a:lnTo>
                <a:lnTo>
                  <a:pt x="94" y="145"/>
                </a:lnTo>
                <a:lnTo>
                  <a:pt x="95" y="147"/>
                </a:lnTo>
                <a:lnTo>
                  <a:pt x="95" y="148"/>
                </a:lnTo>
                <a:lnTo>
                  <a:pt x="96" y="147"/>
                </a:lnTo>
                <a:lnTo>
                  <a:pt x="97" y="149"/>
                </a:lnTo>
                <a:lnTo>
                  <a:pt x="98" y="147"/>
                </a:lnTo>
                <a:lnTo>
                  <a:pt x="99" y="147"/>
                </a:lnTo>
                <a:lnTo>
                  <a:pt x="99" y="146"/>
                </a:lnTo>
                <a:lnTo>
                  <a:pt x="101" y="146"/>
                </a:lnTo>
                <a:lnTo>
                  <a:pt x="102" y="145"/>
                </a:lnTo>
                <a:lnTo>
                  <a:pt x="102" y="145"/>
                </a:lnTo>
                <a:lnTo>
                  <a:pt x="103" y="143"/>
                </a:lnTo>
                <a:lnTo>
                  <a:pt x="103" y="142"/>
                </a:lnTo>
                <a:lnTo>
                  <a:pt x="102" y="141"/>
                </a:lnTo>
                <a:lnTo>
                  <a:pt x="102" y="140"/>
                </a:lnTo>
                <a:lnTo>
                  <a:pt x="102" y="137"/>
                </a:lnTo>
                <a:lnTo>
                  <a:pt x="101" y="137"/>
                </a:lnTo>
                <a:lnTo>
                  <a:pt x="100" y="136"/>
                </a:lnTo>
                <a:lnTo>
                  <a:pt x="98" y="135"/>
                </a:lnTo>
                <a:lnTo>
                  <a:pt x="99" y="134"/>
                </a:lnTo>
                <a:lnTo>
                  <a:pt x="97" y="133"/>
                </a:lnTo>
                <a:lnTo>
                  <a:pt x="97" y="133"/>
                </a:lnTo>
                <a:lnTo>
                  <a:pt x="96" y="132"/>
                </a:lnTo>
                <a:lnTo>
                  <a:pt x="95" y="131"/>
                </a:lnTo>
                <a:lnTo>
                  <a:pt x="94" y="131"/>
                </a:lnTo>
                <a:lnTo>
                  <a:pt x="94" y="131"/>
                </a:lnTo>
                <a:lnTo>
                  <a:pt x="95" y="129"/>
                </a:lnTo>
                <a:lnTo>
                  <a:pt x="95" y="129"/>
                </a:lnTo>
                <a:lnTo>
                  <a:pt x="94" y="127"/>
                </a:lnTo>
                <a:lnTo>
                  <a:pt x="94" y="128"/>
                </a:lnTo>
                <a:lnTo>
                  <a:pt x="94" y="126"/>
                </a:lnTo>
                <a:lnTo>
                  <a:pt x="94" y="124"/>
                </a:lnTo>
                <a:lnTo>
                  <a:pt x="93" y="124"/>
                </a:lnTo>
                <a:lnTo>
                  <a:pt x="93" y="123"/>
                </a:lnTo>
                <a:lnTo>
                  <a:pt x="91" y="123"/>
                </a:lnTo>
                <a:lnTo>
                  <a:pt x="90" y="122"/>
                </a:lnTo>
                <a:lnTo>
                  <a:pt x="92" y="121"/>
                </a:lnTo>
                <a:lnTo>
                  <a:pt x="91" y="119"/>
                </a:lnTo>
                <a:lnTo>
                  <a:pt x="90" y="118"/>
                </a:lnTo>
                <a:lnTo>
                  <a:pt x="89" y="117"/>
                </a:lnTo>
                <a:lnTo>
                  <a:pt x="89" y="116"/>
                </a:lnTo>
                <a:lnTo>
                  <a:pt x="90" y="116"/>
                </a:lnTo>
                <a:lnTo>
                  <a:pt x="89" y="115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529428" y="2980434"/>
            <a:ext cx="1827705" cy="1526294"/>
          </a:xfrm>
          <a:custGeom>
            <a:avLst/>
            <a:gdLst/>
            <a:ahLst/>
            <a:cxnLst/>
            <a:rect l="l" t="t" r="r" b="b"/>
            <a:pathLst>
              <a:path w="285" h="238">
                <a:moveTo>
                  <a:pt x="246" y="166"/>
                </a:moveTo>
                <a:lnTo>
                  <a:pt x="244" y="167"/>
                </a:lnTo>
                <a:lnTo>
                  <a:pt x="245" y="170"/>
                </a:lnTo>
                <a:lnTo>
                  <a:pt x="245" y="170"/>
                </a:lnTo>
                <a:lnTo>
                  <a:pt x="245" y="171"/>
                </a:lnTo>
                <a:lnTo>
                  <a:pt x="245" y="172"/>
                </a:lnTo>
                <a:lnTo>
                  <a:pt x="245" y="172"/>
                </a:lnTo>
                <a:lnTo>
                  <a:pt x="246" y="175"/>
                </a:lnTo>
                <a:lnTo>
                  <a:pt x="245" y="176"/>
                </a:lnTo>
                <a:lnTo>
                  <a:pt x="244" y="177"/>
                </a:lnTo>
                <a:lnTo>
                  <a:pt x="243" y="177"/>
                </a:lnTo>
                <a:lnTo>
                  <a:pt x="243" y="178"/>
                </a:lnTo>
                <a:lnTo>
                  <a:pt x="241" y="175"/>
                </a:lnTo>
                <a:lnTo>
                  <a:pt x="241" y="174"/>
                </a:lnTo>
                <a:lnTo>
                  <a:pt x="240" y="174"/>
                </a:lnTo>
                <a:lnTo>
                  <a:pt x="240" y="173"/>
                </a:lnTo>
                <a:lnTo>
                  <a:pt x="239" y="175"/>
                </a:lnTo>
                <a:lnTo>
                  <a:pt x="238" y="174"/>
                </a:lnTo>
                <a:lnTo>
                  <a:pt x="238" y="173"/>
                </a:lnTo>
                <a:lnTo>
                  <a:pt x="237" y="172"/>
                </a:lnTo>
                <a:lnTo>
                  <a:pt x="237" y="173"/>
                </a:lnTo>
                <a:lnTo>
                  <a:pt x="235" y="174"/>
                </a:lnTo>
                <a:lnTo>
                  <a:pt x="235" y="173"/>
                </a:lnTo>
                <a:lnTo>
                  <a:pt x="237" y="172"/>
                </a:lnTo>
                <a:lnTo>
                  <a:pt x="235" y="171"/>
                </a:lnTo>
                <a:lnTo>
                  <a:pt x="234" y="171"/>
                </a:lnTo>
                <a:lnTo>
                  <a:pt x="234" y="172"/>
                </a:lnTo>
                <a:lnTo>
                  <a:pt x="233" y="170"/>
                </a:lnTo>
                <a:lnTo>
                  <a:pt x="233" y="170"/>
                </a:lnTo>
                <a:lnTo>
                  <a:pt x="232" y="169"/>
                </a:lnTo>
                <a:lnTo>
                  <a:pt x="232" y="169"/>
                </a:lnTo>
                <a:lnTo>
                  <a:pt x="231" y="168"/>
                </a:lnTo>
                <a:lnTo>
                  <a:pt x="231" y="168"/>
                </a:lnTo>
                <a:lnTo>
                  <a:pt x="231" y="167"/>
                </a:lnTo>
                <a:lnTo>
                  <a:pt x="232" y="167"/>
                </a:lnTo>
                <a:lnTo>
                  <a:pt x="232" y="167"/>
                </a:lnTo>
                <a:lnTo>
                  <a:pt x="232" y="167"/>
                </a:lnTo>
                <a:lnTo>
                  <a:pt x="230" y="166"/>
                </a:lnTo>
                <a:lnTo>
                  <a:pt x="229" y="167"/>
                </a:lnTo>
                <a:lnTo>
                  <a:pt x="227" y="167"/>
                </a:lnTo>
                <a:lnTo>
                  <a:pt x="226" y="165"/>
                </a:lnTo>
                <a:lnTo>
                  <a:pt x="226" y="165"/>
                </a:lnTo>
                <a:lnTo>
                  <a:pt x="226" y="164"/>
                </a:lnTo>
                <a:lnTo>
                  <a:pt x="225" y="165"/>
                </a:lnTo>
                <a:lnTo>
                  <a:pt x="225" y="164"/>
                </a:lnTo>
                <a:lnTo>
                  <a:pt x="226" y="164"/>
                </a:lnTo>
                <a:lnTo>
                  <a:pt x="225" y="163"/>
                </a:lnTo>
                <a:lnTo>
                  <a:pt x="224" y="162"/>
                </a:lnTo>
                <a:lnTo>
                  <a:pt x="225" y="160"/>
                </a:lnTo>
                <a:lnTo>
                  <a:pt x="226" y="158"/>
                </a:lnTo>
                <a:lnTo>
                  <a:pt x="227" y="158"/>
                </a:lnTo>
                <a:lnTo>
                  <a:pt x="228" y="157"/>
                </a:lnTo>
                <a:lnTo>
                  <a:pt x="227" y="155"/>
                </a:lnTo>
                <a:lnTo>
                  <a:pt x="227" y="154"/>
                </a:lnTo>
                <a:lnTo>
                  <a:pt x="226" y="152"/>
                </a:lnTo>
                <a:lnTo>
                  <a:pt x="226" y="151"/>
                </a:lnTo>
                <a:lnTo>
                  <a:pt x="225" y="150"/>
                </a:lnTo>
                <a:lnTo>
                  <a:pt x="225" y="149"/>
                </a:lnTo>
                <a:lnTo>
                  <a:pt x="224" y="148"/>
                </a:lnTo>
                <a:lnTo>
                  <a:pt x="223" y="148"/>
                </a:lnTo>
                <a:lnTo>
                  <a:pt x="223" y="148"/>
                </a:lnTo>
                <a:lnTo>
                  <a:pt x="223" y="148"/>
                </a:lnTo>
                <a:lnTo>
                  <a:pt x="223" y="147"/>
                </a:lnTo>
                <a:lnTo>
                  <a:pt x="222" y="146"/>
                </a:lnTo>
                <a:lnTo>
                  <a:pt x="222" y="145"/>
                </a:lnTo>
                <a:lnTo>
                  <a:pt x="222" y="144"/>
                </a:lnTo>
                <a:lnTo>
                  <a:pt x="222" y="144"/>
                </a:lnTo>
                <a:lnTo>
                  <a:pt x="223" y="143"/>
                </a:lnTo>
                <a:lnTo>
                  <a:pt x="224" y="143"/>
                </a:lnTo>
                <a:lnTo>
                  <a:pt x="224" y="143"/>
                </a:lnTo>
                <a:lnTo>
                  <a:pt x="224" y="142"/>
                </a:lnTo>
                <a:lnTo>
                  <a:pt x="223" y="140"/>
                </a:lnTo>
                <a:lnTo>
                  <a:pt x="222" y="140"/>
                </a:lnTo>
                <a:lnTo>
                  <a:pt x="222" y="139"/>
                </a:lnTo>
                <a:lnTo>
                  <a:pt x="221" y="138"/>
                </a:lnTo>
                <a:lnTo>
                  <a:pt x="219" y="137"/>
                </a:lnTo>
                <a:lnTo>
                  <a:pt x="219" y="137"/>
                </a:lnTo>
                <a:lnTo>
                  <a:pt x="218" y="137"/>
                </a:lnTo>
                <a:lnTo>
                  <a:pt x="218" y="137"/>
                </a:lnTo>
                <a:lnTo>
                  <a:pt x="218" y="136"/>
                </a:lnTo>
                <a:lnTo>
                  <a:pt x="217" y="135"/>
                </a:lnTo>
                <a:lnTo>
                  <a:pt x="216" y="133"/>
                </a:lnTo>
                <a:lnTo>
                  <a:pt x="214" y="132"/>
                </a:lnTo>
                <a:lnTo>
                  <a:pt x="213" y="133"/>
                </a:lnTo>
                <a:lnTo>
                  <a:pt x="212" y="133"/>
                </a:lnTo>
                <a:lnTo>
                  <a:pt x="211" y="132"/>
                </a:lnTo>
                <a:lnTo>
                  <a:pt x="212" y="131"/>
                </a:lnTo>
                <a:lnTo>
                  <a:pt x="212" y="131"/>
                </a:lnTo>
                <a:lnTo>
                  <a:pt x="213" y="130"/>
                </a:lnTo>
                <a:lnTo>
                  <a:pt x="212" y="129"/>
                </a:lnTo>
                <a:lnTo>
                  <a:pt x="213" y="128"/>
                </a:lnTo>
                <a:lnTo>
                  <a:pt x="210" y="128"/>
                </a:lnTo>
                <a:lnTo>
                  <a:pt x="209" y="128"/>
                </a:lnTo>
                <a:lnTo>
                  <a:pt x="208" y="127"/>
                </a:lnTo>
                <a:lnTo>
                  <a:pt x="207" y="128"/>
                </a:lnTo>
                <a:lnTo>
                  <a:pt x="206" y="128"/>
                </a:lnTo>
                <a:lnTo>
                  <a:pt x="206" y="128"/>
                </a:lnTo>
                <a:lnTo>
                  <a:pt x="204" y="128"/>
                </a:lnTo>
                <a:lnTo>
                  <a:pt x="199" y="124"/>
                </a:lnTo>
                <a:lnTo>
                  <a:pt x="195" y="120"/>
                </a:lnTo>
                <a:lnTo>
                  <a:pt x="190" y="118"/>
                </a:lnTo>
                <a:lnTo>
                  <a:pt x="190" y="114"/>
                </a:lnTo>
                <a:lnTo>
                  <a:pt x="190" y="112"/>
                </a:lnTo>
                <a:lnTo>
                  <a:pt x="193" y="111"/>
                </a:lnTo>
                <a:lnTo>
                  <a:pt x="192" y="108"/>
                </a:lnTo>
                <a:lnTo>
                  <a:pt x="191" y="105"/>
                </a:lnTo>
                <a:lnTo>
                  <a:pt x="199" y="100"/>
                </a:lnTo>
                <a:lnTo>
                  <a:pt x="202" y="94"/>
                </a:lnTo>
                <a:lnTo>
                  <a:pt x="204" y="93"/>
                </a:lnTo>
                <a:lnTo>
                  <a:pt x="204" y="92"/>
                </a:lnTo>
                <a:lnTo>
                  <a:pt x="205" y="90"/>
                </a:lnTo>
                <a:lnTo>
                  <a:pt x="204" y="88"/>
                </a:lnTo>
                <a:lnTo>
                  <a:pt x="202" y="85"/>
                </a:lnTo>
                <a:lnTo>
                  <a:pt x="203" y="82"/>
                </a:lnTo>
                <a:lnTo>
                  <a:pt x="200" y="81"/>
                </a:lnTo>
                <a:lnTo>
                  <a:pt x="199" y="81"/>
                </a:lnTo>
                <a:lnTo>
                  <a:pt x="190" y="84"/>
                </a:lnTo>
                <a:lnTo>
                  <a:pt x="184" y="89"/>
                </a:lnTo>
                <a:lnTo>
                  <a:pt x="177" y="88"/>
                </a:lnTo>
                <a:lnTo>
                  <a:pt x="174" y="86"/>
                </a:lnTo>
                <a:lnTo>
                  <a:pt x="173" y="86"/>
                </a:lnTo>
                <a:lnTo>
                  <a:pt x="171" y="87"/>
                </a:lnTo>
                <a:lnTo>
                  <a:pt x="165" y="89"/>
                </a:lnTo>
                <a:lnTo>
                  <a:pt x="164" y="89"/>
                </a:lnTo>
                <a:lnTo>
                  <a:pt x="168" y="94"/>
                </a:lnTo>
                <a:lnTo>
                  <a:pt x="165" y="95"/>
                </a:lnTo>
                <a:lnTo>
                  <a:pt x="162" y="99"/>
                </a:lnTo>
                <a:lnTo>
                  <a:pt x="161" y="98"/>
                </a:lnTo>
                <a:lnTo>
                  <a:pt x="159" y="99"/>
                </a:lnTo>
                <a:lnTo>
                  <a:pt x="159" y="97"/>
                </a:lnTo>
                <a:lnTo>
                  <a:pt x="155" y="96"/>
                </a:lnTo>
                <a:lnTo>
                  <a:pt x="154" y="95"/>
                </a:lnTo>
                <a:lnTo>
                  <a:pt x="155" y="95"/>
                </a:lnTo>
                <a:lnTo>
                  <a:pt x="155" y="94"/>
                </a:lnTo>
                <a:lnTo>
                  <a:pt x="153" y="94"/>
                </a:lnTo>
                <a:lnTo>
                  <a:pt x="153" y="93"/>
                </a:lnTo>
                <a:lnTo>
                  <a:pt x="153" y="92"/>
                </a:lnTo>
                <a:lnTo>
                  <a:pt x="153" y="90"/>
                </a:lnTo>
                <a:lnTo>
                  <a:pt x="151" y="91"/>
                </a:lnTo>
                <a:lnTo>
                  <a:pt x="149" y="92"/>
                </a:lnTo>
                <a:lnTo>
                  <a:pt x="148" y="90"/>
                </a:lnTo>
                <a:lnTo>
                  <a:pt x="147" y="90"/>
                </a:lnTo>
                <a:lnTo>
                  <a:pt x="147" y="90"/>
                </a:lnTo>
                <a:lnTo>
                  <a:pt x="146" y="90"/>
                </a:lnTo>
                <a:lnTo>
                  <a:pt x="146" y="89"/>
                </a:lnTo>
                <a:lnTo>
                  <a:pt x="147" y="88"/>
                </a:lnTo>
                <a:lnTo>
                  <a:pt x="147" y="86"/>
                </a:lnTo>
                <a:lnTo>
                  <a:pt x="147" y="81"/>
                </a:lnTo>
                <a:lnTo>
                  <a:pt x="143" y="81"/>
                </a:lnTo>
                <a:lnTo>
                  <a:pt x="141" y="81"/>
                </a:lnTo>
                <a:lnTo>
                  <a:pt x="141" y="79"/>
                </a:lnTo>
                <a:lnTo>
                  <a:pt x="138" y="78"/>
                </a:lnTo>
                <a:lnTo>
                  <a:pt x="138" y="77"/>
                </a:lnTo>
                <a:lnTo>
                  <a:pt x="138" y="76"/>
                </a:lnTo>
                <a:lnTo>
                  <a:pt x="137" y="74"/>
                </a:lnTo>
                <a:lnTo>
                  <a:pt x="135" y="74"/>
                </a:lnTo>
                <a:lnTo>
                  <a:pt x="133" y="73"/>
                </a:lnTo>
                <a:lnTo>
                  <a:pt x="131" y="72"/>
                </a:lnTo>
                <a:lnTo>
                  <a:pt x="130" y="70"/>
                </a:lnTo>
                <a:lnTo>
                  <a:pt x="127" y="69"/>
                </a:lnTo>
                <a:lnTo>
                  <a:pt x="123" y="69"/>
                </a:lnTo>
                <a:lnTo>
                  <a:pt x="125" y="69"/>
                </a:lnTo>
                <a:lnTo>
                  <a:pt x="128" y="67"/>
                </a:lnTo>
                <a:lnTo>
                  <a:pt x="129" y="67"/>
                </a:lnTo>
                <a:lnTo>
                  <a:pt x="130" y="67"/>
                </a:lnTo>
                <a:lnTo>
                  <a:pt x="132" y="65"/>
                </a:lnTo>
                <a:lnTo>
                  <a:pt x="132" y="63"/>
                </a:lnTo>
                <a:lnTo>
                  <a:pt x="133" y="62"/>
                </a:lnTo>
                <a:lnTo>
                  <a:pt x="136" y="61"/>
                </a:lnTo>
                <a:lnTo>
                  <a:pt x="136" y="55"/>
                </a:lnTo>
                <a:lnTo>
                  <a:pt x="138" y="53"/>
                </a:lnTo>
                <a:lnTo>
                  <a:pt x="138" y="51"/>
                </a:lnTo>
                <a:lnTo>
                  <a:pt x="136" y="47"/>
                </a:lnTo>
                <a:lnTo>
                  <a:pt x="135" y="46"/>
                </a:lnTo>
                <a:lnTo>
                  <a:pt x="129" y="45"/>
                </a:lnTo>
                <a:lnTo>
                  <a:pt x="127" y="47"/>
                </a:lnTo>
                <a:lnTo>
                  <a:pt x="120" y="47"/>
                </a:lnTo>
                <a:lnTo>
                  <a:pt x="120" y="49"/>
                </a:lnTo>
                <a:lnTo>
                  <a:pt x="119" y="51"/>
                </a:lnTo>
                <a:lnTo>
                  <a:pt x="118" y="50"/>
                </a:lnTo>
                <a:lnTo>
                  <a:pt x="117" y="48"/>
                </a:lnTo>
                <a:lnTo>
                  <a:pt x="113" y="50"/>
                </a:lnTo>
                <a:lnTo>
                  <a:pt x="113" y="52"/>
                </a:lnTo>
                <a:lnTo>
                  <a:pt x="112" y="50"/>
                </a:lnTo>
                <a:lnTo>
                  <a:pt x="111" y="48"/>
                </a:lnTo>
                <a:lnTo>
                  <a:pt x="110" y="49"/>
                </a:lnTo>
                <a:lnTo>
                  <a:pt x="111" y="50"/>
                </a:lnTo>
                <a:lnTo>
                  <a:pt x="106" y="52"/>
                </a:lnTo>
                <a:lnTo>
                  <a:pt x="106" y="44"/>
                </a:lnTo>
                <a:lnTo>
                  <a:pt x="105" y="44"/>
                </a:lnTo>
                <a:lnTo>
                  <a:pt x="100" y="40"/>
                </a:lnTo>
                <a:lnTo>
                  <a:pt x="95" y="32"/>
                </a:lnTo>
                <a:lnTo>
                  <a:pt x="95" y="31"/>
                </a:lnTo>
                <a:lnTo>
                  <a:pt x="99" y="27"/>
                </a:lnTo>
                <a:lnTo>
                  <a:pt x="90" y="0"/>
                </a:lnTo>
                <a:lnTo>
                  <a:pt x="86" y="1"/>
                </a:lnTo>
                <a:lnTo>
                  <a:pt x="77" y="1"/>
                </a:lnTo>
                <a:lnTo>
                  <a:pt x="72" y="3"/>
                </a:lnTo>
                <a:lnTo>
                  <a:pt x="70" y="5"/>
                </a:lnTo>
                <a:lnTo>
                  <a:pt x="70" y="6"/>
                </a:lnTo>
                <a:lnTo>
                  <a:pt x="69" y="7"/>
                </a:lnTo>
                <a:lnTo>
                  <a:pt x="71" y="8"/>
                </a:lnTo>
                <a:lnTo>
                  <a:pt x="70" y="9"/>
                </a:lnTo>
                <a:lnTo>
                  <a:pt x="72" y="12"/>
                </a:lnTo>
                <a:lnTo>
                  <a:pt x="70" y="14"/>
                </a:lnTo>
                <a:lnTo>
                  <a:pt x="71" y="16"/>
                </a:lnTo>
                <a:lnTo>
                  <a:pt x="71" y="17"/>
                </a:lnTo>
                <a:lnTo>
                  <a:pt x="70" y="18"/>
                </a:lnTo>
                <a:lnTo>
                  <a:pt x="66" y="20"/>
                </a:lnTo>
                <a:lnTo>
                  <a:pt x="63" y="20"/>
                </a:lnTo>
                <a:lnTo>
                  <a:pt x="61" y="21"/>
                </a:lnTo>
                <a:lnTo>
                  <a:pt x="57" y="24"/>
                </a:lnTo>
                <a:lnTo>
                  <a:pt x="56" y="25"/>
                </a:lnTo>
                <a:lnTo>
                  <a:pt x="56" y="24"/>
                </a:lnTo>
                <a:lnTo>
                  <a:pt x="55" y="22"/>
                </a:lnTo>
                <a:lnTo>
                  <a:pt x="55" y="22"/>
                </a:lnTo>
                <a:lnTo>
                  <a:pt x="54" y="21"/>
                </a:lnTo>
                <a:lnTo>
                  <a:pt x="49" y="22"/>
                </a:lnTo>
                <a:lnTo>
                  <a:pt x="47" y="25"/>
                </a:lnTo>
                <a:lnTo>
                  <a:pt x="43" y="26"/>
                </a:lnTo>
                <a:lnTo>
                  <a:pt x="37" y="30"/>
                </a:lnTo>
                <a:lnTo>
                  <a:pt x="34" y="33"/>
                </a:lnTo>
                <a:lnTo>
                  <a:pt x="30" y="38"/>
                </a:lnTo>
                <a:lnTo>
                  <a:pt x="30" y="40"/>
                </a:lnTo>
                <a:lnTo>
                  <a:pt x="28" y="43"/>
                </a:lnTo>
                <a:lnTo>
                  <a:pt x="14" y="44"/>
                </a:lnTo>
                <a:lnTo>
                  <a:pt x="13" y="49"/>
                </a:lnTo>
                <a:lnTo>
                  <a:pt x="11" y="53"/>
                </a:lnTo>
                <a:lnTo>
                  <a:pt x="9" y="59"/>
                </a:lnTo>
                <a:lnTo>
                  <a:pt x="6" y="67"/>
                </a:lnTo>
                <a:lnTo>
                  <a:pt x="4" y="70"/>
                </a:lnTo>
                <a:lnTo>
                  <a:pt x="0" y="73"/>
                </a:lnTo>
                <a:lnTo>
                  <a:pt x="0" y="77"/>
                </a:lnTo>
                <a:lnTo>
                  <a:pt x="1" y="77"/>
                </a:lnTo>
                <a:lnTo>
                  <a:pt x="2" y="77"/>
                </a:lnTo>
                <a:lnTo>
                  <a:pt x="3" y="76"/>
                </a:lnTo>
                <a:lnTo>
                  <a:pt x="9" y="76"/>
                </a:lnTo>
                <a:lnTo>
                  <a:pt x="10" y="75"/>
                </a:lnTo>
                <a:lnTo>
                  <a:pt x="11" y="76"/>
                </a:lnTo>
                <a:lnTo>
                  <a:pt x="12" y="76"/>
                </a:lnTo>
                <a:lnTo>
                  <a:pt x="13" y="75"/>
                </a:lnTo>
                <a:lnTo>
                  <a:pt x="14" y="76"/>
                </a:lnTo>
                <a:lnTo>
                  <a:pt x="14" y="77"/>
                </a:lnTo>
                <a:lnTo>
                  <a:pt x="15" y="79"/>
                </a:lnTo>
                <a:lnTo>
                  <a:pt x="14" y="81"/>
                </a:lnTo>
                <a:lnTo>
                  <a:pt x="15" y="82"/>
                </a:lnTo>
                <a:lnTo>
                  <a:pt x="23" y="82"/>
                </a:lnTo>
                <a:lnTo>
                  <a:pt x="25" y="84"/>
                </a:lnTo>
                <a:lnTo>
                  <a:pt x="26" y="84"/>
                </a:lnTo>
                <a:lnTo>
                  <a:pt x="26" y="85"/>
                </a:lnTo>
                <a:lnTo>
                  <a:pt x="24" y="85"/>
                </a:lnTo>
                <a:lnTo>
                  <a:pt x="24" y="87"/>
                </a:lnTo>
                <a:lnTo>
                  <a:pt x="26" y="87"/>
                </a:lnTo>
                <a:lnTo>
                  <a:pt x="34" y="87"/>
                </a:lnTo>
                <a:lnTo>
                  <a:pt x="36" y="95"/>
                </a:lnTo>
                <a:lnTo>
                  <a:pt x="36" y="97"/>
                </a:lnTo>
                <a:lnTo>
                  <a:pt x="36" y="97"/>
                </a:lnTo>
                <a:lnTo>
                  <a:pt x="38" y="96"/>
                </a:lnTo>
                <a:lnTo>
                  <a:pt x="42" y="97"/>
                </a:lnTo>
                <a:lnTo>
                  <a:pt x="42" y="96"/>
                </a:lnTo>
                <a:lnTo>
                  <a:pt x="44" y="96"/>
                </a:lnTo>
                <a:lnTo>
                  <a:pt x="45" y="97"/>
                </a:lnTo>
                <a:lnTo>
                  <a:pt x="46" y="97"/>
                </a:lnTo>
                <a:lnTo>
                  <a:pt x="47" y="98"/>
                </a:lnTo>
                <a:lnTo>
                  <a:pt x="48" y="99"/>
                </a:lnTo>
                <a:lnTo>
                  <a:pt x="48" y="99"/>
                </a:lnTo>
                <a:lnTo>
                  <a:pt x="49" y="99"/>
                </a:lnTo>
                <a:lnTo>
                  <a:pt x="51" y="100"/>
                </a:lnTo>
                <a:lnTo>
                  <a:pt x="52" y="100"/>
                </a:lnTo>
                <a:lnTo>
                  <a:pt x="52" y="100"/>
                </a:lnTo>
                <a:lnTo>
                  <a:pt x="52" y="100"/>
                </a:lnTo>
                <a:lnTo>
                  <a:pt x="53" y="100"/>
                </a:lnTo>
                <a:lnTo>
                  <a:pt x="56" y="98"/>
                </a:lnTo>
                <a:lnTo>
                  <a:pt x="57" y="99"/>
                </a:lnTo>
                <a:lnTo>
                  <a:pt x="58" y="99"/>
                </a:lnTo>
                <a:lnTo>
                  <a:pt x="59" y="101"/>
                </a:lnTo>
                <a:lnTo>
                  <a:pt x="59" y="101"/>
                </a:lnTo>
                <a:lnTo>
                  <a:pt x="60" y="102"/>
                </a:lnTo>
                <a:lnTo>
                  <a:pt x="62" y="104"/>
                </a:lnTo>
                <a:lnTo>
                  <a:pt x="63" y="103"/>
                </a:lnTo>
                <a:lnTo>
                  <a:pt x="65" y="104"/>
                </a:lnTo>
                <a:lnTo>
                  <a:pt x="65" y="104"/>
                </a:lnTo>
                <a:lnTo>
                  <a:pt x="66" y="105"/>
                </a:lnTo>
                <a:lnTo>
                  <a:pt x="66" y="104"/>
                </a:lnTo>
                <a:lnTo>
                  <a:pt x="66" y="104"/>
                </a:lnTo>
                <a:lnTo>
                  <a:pt x="67" y="102"/>
                </a:lnTo>
                <a:lnTo>
                  <a:pt x="68" y="102"/>
                </a:lnTo>
                <a:lnTo>
                  <a:pt x="69" y="102"/>
                </a:lnTo>
                <a:lnTo>
                  <a:pt x="73" y="103"/>
                </a:lnTo>
                <a:lnTo>
                  <a:pt x="72" y="100"/>
                </a:lnTo>
                <a:lnTo>
                  <a:pt x="74" y="99"/>
                </a:lnTo>
                <a:lnTo>
                  <a:pt x="74" y="98"/>
                </a:lnTo>
                <a:lnTo>
                  <a:pt x="73" y="98"/>
                </a:lnTo>
                <a:lnTo>
                  <a:pt x="74" y="97"/>
                </a:lnTo>
                <a:lnTo>
                  <a:pt x="75" y="97"/>
                </a:lnTo>
                <a:lnTo>
                  <a:pt x="76" y="97"/>
                </a:lnTo>
                <a:lnTo>
                  <a:pt x="75" y="96"/>
                </a:lnTo>
                <a:lnTo>
                  <a:pt x="76" y="96"/>
                </a:lnTo>
                <a:lnTo>
                  <a:pt x="76" y="95"/>
                </a:lnTo>
                <a:lnTo>
                  <a:pt x="78" y="96"/>
                </a:lnTo>
                <a:lnTo>
                  <a:pt x="80" y="96"/>
                </a:lnTo>
                <a:lnTo>
                  <a:pt x="80" y="94"/>
                </a:lnTo>
                <a:lnTo>
                  <a:pt x="80" y="93"/>
                </a:lnTo>
                <a:lnTo>
                  <a:pt x="80" y="92"/>
                </a:lnTo>
                <a:lnTo>
                  <a:pt x="80" y="92"/>
                </a:lnTo>
                <a:lnTo>
                  <a:pt x="79" y="91"/>
                </a:lnTo>
                <a:lnTo>
                  <a:pt x="79" y="89"/>
                </a:lnTo>
                <a:lnTo>
                  <a:pt x="79" y="88"/>
                </a:lnTo>
                <a:lnTo>
                  <a:pt x="80" y="84"/>
                </a:lnTo>
                <a:lnTo>
                  <a:pt x="80" y="83"/>
                </a:lnTo>
                <a:lnTo>
                  <a:pt x="80" y="82"/>
                </a:lnTo>
                <a:lnTo>
                  <a:pt x="83" y="82"/>
                </a:lnTo>
                <a:lnTo>
                  <a:pt x="86" y="83"/>
                </a:lnTo>
                <a:lnTo>
                  <a:pt x="87" y="84"/>
                </a:lnTo>
                <a:lnTo>
                  <a:pt x="87" y="84"/>
                </a:lnTo>
                <a:lnTo>
                  <a:pt x="88" y="84"/>
                </a:lnTo>
                <a:lnTo>
                  <a:pt x="89" y="85"/>
                </a:lnTo>
                <a:lnTo>
                  <a:pt x="92" y="87"/>
                </a:lnTo>
                <a:lnTo>
                  <a:pt x="92" y="88"/>
                </a:lnTo>
                <a:lnTo>
                  <a:pt x="97" y="91"/>
                </a:lnTo>
                <a:lnTo>
                  <a:pt x="98" y="93"/>
                </a:lnTo>
                <a:lnTo>
                  <a:pt x="101" y="91"/>
                </a:lnTo>
                <a:lnTo>
                  <a:pt x="101" y="90"/>
                </a:lnTo>
                <a:lnTo>
                  <a:pt x="102" y="89"/>
                </a:lnTo>
                <a:lnTo>
                  <a:pt x="102" y="87"/>
                </a:lnTo>
                <a:lnTo>
                  <a:pt x="103" y="87"/>
                </a:lnTo>
                <a:lnTo>
                  <a:pt x="104" y="87"/>
                </a:lnTo>
                <a:lnTo>
                  <a:pt x="105" y="89"/>
                </a:lnTo>
                <a:lnTo>
                  <a:pt x="106" y="89"/>
                </a:lnTo>
                <a:lnTo>
                  <a:pt x="107" y="90"/>
                </a:lnTo>
                <a:lnTo>
                  <a:pt x="108" y="89"/>
                </a:lnTo>
                <a:lnTo>
                  <a:pt x="108" y="89"/>
                </a:lnTo>
                <a:lnTo>
                  <a:pt x="109" y="89"/>
                </a:lnTo>
                <a:lnTo>
                  <a:pt x="110" y="87"/>
                </a:lnTo>
                <a:lnTo>
                  <a:pt x="111" y="87"/>
                </a:lnTo>
                <a:lnTo>
                  <a:pt x="111" y="87"/>
                </a:lnTo>
                <a:lnTo>
                  <a:pt x="113" y="88"/>
                </a:lnTo>
                <a:lnTo>
                  <a:pt x="114" y="89"/>
                </a:lnTo>
                <a:lnTo>
                  <a:pt x="115" y="89"/>
                </a:lnTo>
                <a:lnTo>
                  <a:pt x="116" y="90"/>
                </a:lnTo>
                <a:lnTo>
                  <a:pt x="116" y="91"/>
                </a:lnTo>
                <a:lnTo>
                  <a:pt x="118" y="94"/>
                </a:lnTo>
                <a:lnTo>
                  <a:pt x="120" y="96"/>
                </a:lnTo>
                <a:lnTo>
                  <a:pt x="122" y="98"/>
                </a:lnTo>
                <a:lnTo>
                  <a:pt x="123" y="98"/>
                </a:lnTo>
                <a:lnTo>
                  <a:pt x="123" y="100"/>
                </a:lnTo>
                <a:lnTo>
                  <a:pt x="125" y="102"/>
                </a:lnTo>
                <a:lnTo>
                  <a:pt x="132" y="106"/>
                </a:lnTo>
                <a:lnTo>
                  <a:pt x="133" y="107"/>
                </a:lnTo>
                <a:lnTo>
                  <a:pt x="134" y="108"/>
                </a:lnTo>
                <a:lnTo>
                  <a:pt x="134" y="105"/>
                </a:lnTo>
                <a:lnTo>
                  <a:pt x="133" y="105"/>
                </a:lnTo>
                <a:lnTo>
                  <a:pt x="133" y="103"/>
                </a:lnTo>
                <a:lnTo>
                  <a:pt x="132" y="103"/>
                </a:lnTo>
                <a:lnTo>
                  <a:pt x="131" y="102"/>
                </a:lnTo>
                <a:lnTo>
                  <a:pt x="132" y="101"/>
                </a:lnTo>
                <a:lnTo>
                  <a:pt x="132" y="101"/>
                </a:lnTo>
                <a:lnTo>
                  <a:pt x="133" y="101"/>
                </a:lnTo>
                <a:lnTo>
                  <a:pt x="133" y="101"/>
                </a:lnTo>
                <a:lnTo>
                  <a:pt x="134" y="102"/>
                </a:lnTo>
                <a:lnTo>
                  <a:pt x="135" y="103"/>
                </a:lnTo>
                <a:lnTo>
                  <a:pt x="136" y="104"/>
                </a:lnTo>
                <a:lnTo>
                  <a:pt x="136" y="104"/>
                </a:lnTo>
                <a:lnTo>
                  <a:pt x="137" y="105"/>
                </a:lnTo>
                <a:lnTo>
                  <a:pt x="137" y="105"/>
                </a:lnTo>
                <a:lnTo>
                  <a:pt x="138" y="106"/>
                </a:lnTo>
                <a:lnTo>
                  <a:pt x="138" y="106"/>
                </a:lnTo>
                <a:lnTo>
                  <a:pt x="139" y="107"/>
                </a:lnTo>
                <a:lnTo>
                  <a:pt x="139" y="107"/>
                </a:lnTo>
                <a:lnTo>
                  <a:pt x="139" y="106"/>
                </a:lnTo>
                <a:lnTo>
                  <a:pt x="140" y="107"/>
                </a:lnTo>
                <a:lnTo>
                  <a:pt x="141" y="107"/>
                </a:lnTo>
                <a:lnTo>
                  <a:pt x="142" y="107"/>
                </a:lnTo>
                <a:lnTo>
                  <a:pt x="143" y="107"/>
                </a:lnTo>
                <a:lnTo>
                  <a:pt x="144" y="108"/>
                </a:lnTo>
                <a:lnTo>
                  <a:pt x="145" y="110"/>
                </a:lnTo>
                <a:lnTo>
                  <a:pt x="146" y="110"/>
                </a:lnTo>
                <a:lnTo>
                  <a:pt x="147" y="109"/>
                </a:lnTo>
                <a:lnTo>
                  <a:pt x="147" y="110"/>
                </a:lnTo>
                <a:lnTo>
                  <a:pt x="147" y="110"/>
                </a:lnTo>
                <a:lnTo>
                  <a:pt x="147" y="111"/>
                </a:lnTo>
                <a:lnTo>
                  <a:pt x="146" y="112"/>
                </a:lnTo>
                <a:lnTo>
                  <a:pt x="146" y="113"/>
                </a:lnTo>
                <a:lnTo>
                  <a:pt x="147" y="113"/>
                </a:lnTo>
                <a:lnTo>
                  <a:pt x="148" y="113"/>
                </a:lnTo>
                <a:lnTo>
                  <a:pt x="150" y="115"/>
                </a:lnTo>
                <a:lnTo>
                  <a:pt x="150" y="115"/>
                </a:lnTo>
                <a:lnTo>
                  <a:pt x="151" y="116"/>
                </a:lnTo>
                <a:lnTo>
                  <a:pt x="152" y="117"/>
                </a:lnTo>
                <a:lnTo>
                  <a:pt x="153" y="117"/>
                </a:lnTo>
                <a:lnTo>
                  <a:pt x="154" y="118"/>
                </a:lnTo>
                <a:lnTo>
                  <a:pt x="155" y="118"/>
                </a:lnTo>
                <a:lnTo>
                  <a:pt x="156" y="117"/>
                </a:lnTo>
                <a:lnTo>
                  <a:pt x="159" y="118"/>
                </a:lnTo>
                <a:lnTo>
                  <a:pt x="160" y="119"/>
                </a:lnTo>
                <a:lnTo>
                  <a:pt x="160" y="120"/>
                </a:lnTo>
                <a:lnTo>
                  <a:pt x="162" y="121"/>
                </a:lnTo>
                <a:lnTo>
                  <a:pt x="162" y="122"/>
                </a:lnTo>
                <a:lnTo>
                  <a:pt x="165" y="120"/>
                </a:lnTo>
                <a:lnTo>
                  <a:pt x="166" y="120"/>
                </a:lnTo>
                <a:lnTo>
                  <a:pt x="166" y="121"/>
                </a:lnTo>
                <a:lnTo>
                  <a:pt x="166" y="122"/>
                </a:lnTo>
                <a:lnTo>
                  <a:pt x="166" y="122"/>
                </a:lnTo>
                <a:lnTo>
                  <a:pt x="168" y="124"/>
                </a:lnTo>
                <a:lnTo>
                  <a:pt x="167" y="126"/>
                </a:lnTo>
                <a:lnTo>
                  <a:pt x="168" y="126"/>
                </a:lnTo>
                <a:lnTo>
                  <a:pt x="169" y="127"/>
                </a:lnTo>
                <a:lnTo>
                  <a:pt x="171" y="128"/>
                </a:lnTo>
                <a:lnTo>
                  <a:pt x="171" y="128"/>
                </a:lnTo>
                <a:lnTo>
                  <a:pt x="173" y="130"/>
                </a:lnTo>
                <a:lnTo>
                  <a:pt x="173" y="130"/>
                </a:lnTo>
                <a:lnTo>
                  <a:pt x="173" y="131"/>
                </a:lnTo>
                <a:lnTo>
                  <a:pt x="176" y="133"/>
                </a:lnTo>
                <a:lnTo>
                  <a:pt x="177" y="135"/>
                </a:lnTo>
                <a:lnTo>
                  <a:pt x="175" y="135"/>
                </a:lnTo>
                <a:lnTo>
                  <a:pt x="174" y="135"/>
                </a:lnTo>
                <a:lnTo>
                  <a:pt x="174" y="137"/>
                </a:lnTo>
                <a:lnTo>
                  <a:pt x="173" y="138"/>
                </a:lnTo>
                <a:lnTo>
                  <a:pt x="175" y="139"/>
                </a:lnTo>
                <a:lnTo>
                  <a:pt x="175" y="140"/>
                </a:lnTo>
                <a:lnTo>
                  <a:pt x="176" y="140"/>
                </a:lnTo>
                <a:lnTo>
                  <a:pt x="178" y="142"/>
                </a:lnTo>
                <a:lnTo>
                  <a:pt x="177" y="142"/>
                </a:lnTo>
                <a:lnTo>
                  <a:pt x="176" y="143"/>
                </a:lnTo>
                <a:lnTo>
                  <a:pt x="176" y="143"/>
                </a:lnTo>
                <a:lnTo>
                  <a:pt x="176" y="144"/>
                </a:lnTo>
                <a:lnTo>
                  <a:pt x="176" y="145"/>
                </a:lnTo>
                <a:lnTo>
                  <a:pt x="178" y="146"/>
                </a:lnTo>
                <a:lnTo>
                  <a:pt x="178" y="146"/>
                </a:lnTo>
                <a:lnTo>
                  <a:pt x="178" y="147"/>
                </a:lnTo>
                <a:lnTo>
                  <a:pt x="178" y="147"/>
                </a:lnTo>
                <a:lnTo>
                  <a:pt x="179" y="149"/>
                </a:lnTo>
                <a:lnTo>
                  <a:pt x="179" y="149"/>
                </a:lnTo>
                <a:lnTo>
                  <a:pt x="180" y="152"/>
                </a:lnTo>
                <a:lnTo>
                  <a:pt x="181" y="152"/>
                </a:lnTo>
                <a:lnTo>
                  <a:pt x="181" y="153"/>
                </a:lnTo>
                <a:lnTo>
                  <a:pt x="183" y="154"/>
                </a:lnTo>
                <a:lnTo>
                  <a:pt x="183" y="155"/>
                </a:lnTo>
                <a:lnTo>
                  <a:pt x="184" y="155"/>
                </a:lnTo>
                <a:lnTo>
                  <a:pt x="183" y="156"/>
                </a:lnTo>
                <a:lnTo>
                  <a:pt x="182" y="156"/>
                </a:lnTo>
                <a:lnTo>
                  <a:pt x="182" y="157"/>
                </a:lnTo>
                <a:lnTo>
                  <a:pt x="182" y="157"/>
                </a:lnTo>
                <a:lnTo>
                  <a:pt x="181" y="158"/>
                </a:lnTo>
                <a:lnTo>
                  <a:pt x="180" y="158"/>
                </a:lnTo>
                <a:lnTo>
                  <a:pt x="182" y="159"/>
                </a:lnTo>
                <a:lnTo>
                  <a:pt x="182" y="160"/>
                </a:lnTo>
                <a:lnTo>
                  <a:pt x="182" y="160"/>
                </a:lnTo>
                <a:lnTo>
                  <a:pt x="181" y="162"/>
                </a:lnTo>
                <a:lnTo>
                  <a:pt x="181" y="164"/>
                </a:lnTo>
                <a:lnTo>
                  <a:pt x="178" y="163"/>
                </a:lnTo>
                <a:lnTo>
                  <a:pt x="177" y="164"/>
                </a:lnTo>
                <a:lnTo>
                  <a:pt x="177" y="165"/>
                </a:lnTo>
                <a:lnTo>
                  <a:pt x="177" y="167"/>
                </a:lnTo>
                <a:lnTo>
                  <a:pt x="178" y="168"/>
                </a:lnTo>
                <a:lnTo>
                  <a:pt x="178" y="169"/>
                </a:lnTo>
                <a:lnTo>
                  <a:pt x="179" y="170"/>
                </a:lnTo>
                <a:lnTo>
                  <a:pt x="178" y="170"/>
                </a:lnTo>
                <a:lnTo>
                  <a:pt x="177" y="171"/>
                </a:lnTo>
                <a:lnTo>
                  <a:pt x="178" y="171"/>
                </a:lnTo>
                <a:lnTo>
                  <a:pt x="177" y="171"/>
                </a:lnTo>
                <a:lnTo>
                  <a:pt x="177" y="171"/>
                </a:lnTo>
                <a:lnTo>
                  <a:pt x="174" y="170"/>
                </a:lnTo>
                <a:lnTo>
                  <a:pt x="173" y="169"/>
                </a:lnTo>
                <a:lnTo>
                  <a:pt x="173" y="170"/>
                </a:lnTo>
                <a:lnTo>
                  <a:pt x="172" y="172"/>
                </a:lnTo>
                <a:lnTo>
                  <a:pt x="172" y="173"/>
                </a:lnTo>
                <a:lnTo>
                  <a:pt x="171" y="173"/>
                </a:lnTo>
                <a:lnTo>
                  <a:pt x="170" y="173"/>
                </a:lnTo>
                <a:lnTo>
                  <a:pt x="169" y="173"/>
                </a:lnTo>
                <a:lnTo>
                  <a:pt x="169" y="174"/>
                </a:lnTo>
                <a:lnTo>
                  <a:pt x="170" y="175"/>
                </a:lnTo>
                <a:lnTo>
                  <a:pt x="170" y="175"/>
                </a:lnTo>
                <a:lnTo>
                  <a:pt x="169" y="176"/>
                </a:lnTo>
                <a:lnTo>
                  <a:pt x="171" y="177"/>
                </a:lnTo>
                <a:lnTo>
                  <a:pt x="170" y="177"/>
                </a:lnTo>
                <a:lnTo>
                  <a:pt x="171" y="179"/>
                </a:lnTo>
                <a:lnTo>
                  <a:pt x="170" y="179"/>
                </a:lnTo>
                <a:lnTo>
                  <a:pt x="169" y="180"/>
                </a:lnTo>
                <a:lnTo>
                  <a:pt x="169" y="181"/>
                </a:lnTo>
                <a:lnTo>
                  <a:pt x="168" y="181"/>
                </a:lnTo>
                <a:lnTo>
                  <a:pt x="168" y="181"/>
                </a:lnTo>
                <a:lnTo>
                  <a:pt x="168" y="182"/>
                </a:lnTo>
                <a:lnTo>
                  <a:pt x="165" y="183"/>
                </a:lnTo>
                <a:lnTo>
                  <a:pt x="164" y="184"/>
                </a:lnTo>
                <a:lnTo>
                  <a:pt x="165" y="185"/>
                </a:lnTo>
                <a:lnTo>
                  <a:pt x="163" y="185"/>
                </a:lnTo>
                <a:lnTo>
                  <a:pt x="162" y="185"/>
                </a:lnTo>
                <a:lnTo>
                  <a:pt x="162" y="191"/>
                </a:lnTo>
                <a:lnTo>
                  <a:pt x="162" y="192"/>
                </a:lnTo>
                <a:lnTo>
                  <a:pt x="163" y="193"/>
                </a:lnTo>
                <a:lnTo>
                  <a:pt x="165" y="193"/>
                </a:lnTo>
                <a:lnTo>
                  <a:pt x="166" y="194"/>
                </a:lnTo>
                <a:lnTo>
                  <a:pt x="166" y="195"/>
                </a:lnTo>
                <a:lnTo>
                  <a:pt x="168" y="197"/>
                </a:lnTo>
                <a:lnTo>
                  <a:pt x="167" y="197"/>
                </a:lnTo>
                <a:lnTo>
                  <a:pt x="166" y="199"/>
                </a:lnTo>
                <a:lnTo>
                  <a:pt x="164" y="199"/>
                </a:lnTo>
                <a:lnTo>
                  <a:pt x="164" y="200"/>
                </a:lnTo>
                <a:lnTo>
                  <a:pt x="163" y="200"/>
                </a:lnTo>
                <a:lnTo>
                  <a:pt x="164" y="201"/>
                </a:lnTo>
                <a:lnTo>
                  <a:pt x="163" y="202"/>
                </a:lnTo>
                <a:lnTo>
                  <a:pt x="162" y="201"/>
                </a:lnTo>
                <a:lnTo>
                  <a:pt x="162" y="203"/>
                </a:lnTo>
                <a:lnTo>
                  <a:pt x="161" y="202"/>
                </a:lnTo>
                <a:lnTo>
                  <a:pt x="160" y="202"/>
                </a:lnTo>
                <a:lnTo>
                  <a:pt x="160" y="202"/>
                </a:lnTo>
                <a:lnTo>
                  <a:pt x="159" y="202"/>
                </a:lnTo>
                <a:lnTo>
                  <a:pt x="158" y="203"/>
                </a:lnTo>
                <a:lnTo>
                  <a:pt x="158" y="203"/>
                </a:lnTo>
                <a:lnTo>
                  <a:pt x="158" y="202"/>
                </a:lnTo>
                <a:lnTo>
                  <a:pt x="157" y="202"/>
                </a:lnTo>
                <a:lnTo>
                  <a:pt x="156" y="201"/>
                </a:lnTo>
                <a:lnTo>
                  <a:pt x="155" y="200"/>
                </a:lnTo>
                <a:lnTo>
                  <a:pt x="154" y="200"/>
                </a:lnTo>
                <a:lnTo>
                  <a:pt x="154" y="200"/>
                </a:lnTo>
                <a:lnTo>
                  <a:pt x="151" y="199"/>
                </a:lnTo>
                <a:lnTo>
                  <a:pt x="151" y="199"/>
                </a:lnTo>
                <a:lnTo>
                  <a:pt x="149" y="198"/>
                </a:lnTo>
                <a:lnTo>
                  <a:pt x="149" y="197"/>
                </a:lnTo>
                <a:lnTo>
                  <a:pt x="148" y="197"/>
                </a:lnTo>
                <a:lnTo>
                  <a:pt x="148" y="197"/>
                </a:lnTo>
                <a:lnTo>
                  <a:pt x="146" y="197"/>
                </a:lnTo>
                <a:lnTo>
                  <a:pt x="144" y="196"/>
                </a:lnTo>
                <a:lnTo>
                  <a:pt x="143" y="196"/>
                </a:lnTo>
                <a:lnTo>
                  <a:pt x="142" y="197"/>
                </a:lnTo>
                <a:lnTo>
                  <a:pt x="142" y="197"/>
                </a:lnTo>
                <a:lnTo>
                  <a:pt x="141" y="198"/>
                </a:lnTo>
                <a:lnTo>
                  <a:pt x="141" y="199"/>
                </a:lnTo>
                <a:lnTo>
                  <a:pt x="140" y="200"/>
                </a:lnTo>
                <a:lnTo>
                  <a:pt x="142" y="203"/>
                </a:lnTo>
                <a:lnTo>
                  <a:pt x="142" y="204"/>
                </a:lnTo>
                <a:lnTo>
                  <a:pt x="143" y="205"/>
                </a:lnTo>
                <a:lnTo>
                  <a:pt x="143" y="205"/>
                </a:lnTo>
                <a:lnTo>
                  <a:pt x="144" y="206"/>
                </a:lnTo>
                <a:lnTo>
                  <a:pt x="144" y="207"/>
                </a:lnTo>
                <a:lnTo>
                  <a:pt x="145" y="207"/>
                </a:lnTo>
                <a:lnTo>
                  <a:pt x="145" y="208"/>
                </a:lnTo>
                <a:lnTo>
                  <a:pt x="147" y="208"/>
                </a:lnTo>
                <a:lnTo>
                  <a:pt x="147" y="209"/>
                </a:lnTo>
                <a:lnTo>
                  <a:pt x="148" y="209"/>
                </a:lnTo>
                <a:lnTo>
                  <a:pt x="148" y="211"/>
                </a:lnTo>
                <a:lnTo>
                  <a:pt x="147" y="211"/>
                </a:lnTo>
                <a:lnTo>
                  <a:pt x="147" y="212"/>
                </a:lnTo>
                <a:lnTo>
                  <a:pt x="147" y="212"/>
                </a:lnTo>
                <a:lnTo>
                  <a:pt x="149" y="212"/>
                </a:lnTo>
                <a:lnTo>
                  <a:pt x="151" y="213"/>
                </a:lnTo>
                <a:lnTo>
                  <a:pt x="152" y="213"/>
                </a:lnTo>
                <a:lnTo>
                  <a:pt x="152" y="212"/>
                </a:lnTo>
                <a:lnTo>
                  <a:pt x="154" y="212"/>
                </a:lnTo>
                <a:lnTo>
                  <a:pt x="155" y="212"/>
                </a:lnTo>
                <a:lnTo>
                  <a:pt x="156" y="214"/>
                </a:lnTo>
                <a:lnTo>
                  <a:pt x="156" y="216"/>
                </a:lnTo>
                <a:lnTo>
                  <a:pt x="158" y="216"/>
                </a:lnTo>
                <a:lnTo>
                  <a:pt x="159" y="215"/>
                </a:lnTo>
                <a:lnTo>
                  <a:pt x="160" y="215"/>
                </a:lnTo>
                <a:lnTo>
                  <a:pt x="160" y="214"/>
                </a:lnTo>
                <a:lnTo>
                  <a:pt x="161" y="215"/>
                </a:lnTo>
                <a:lnTo>
                  <a:pt x="161" y="216"/>
                </a:lnTo>
                <a:lnTo>
                  <a:pt x="161" y="217"/>
                </a:lnTo>
                <a:lnTo>
                  <a:pt x="162" y="218"/>
                </a:lnTo>
                <a:lnTo>
                  <a:pt x="160" y="219"/>
                </a:lnTo>
                <a:lnTo>
                  <a:pt x="160" y="221"/>
                </a:lnTo>
                <a:lnTo>
                  <a:pt x="158" y="222"/>
                </a:lnTo>
                <a:lnTo>
                  <a:pt x="158" y="222"/>
                </a:lnTo>
                <a:lnTo>
                  <a:pt x="159" y="223"/>
                </a:lnTo>
                <a:lnTo>
                  <a:pt x="159" y="224"/>
                </a:lnTo>
                <a:lnTo>
                  <a:pt x="159" y="225"/>
                </a:lnTo>
                <a:lnTo>
                  <a:pt x="160" y="226"/>
                </a:lnTo>
                <a:lnTo>
                  <a:pt x="161" y="224"/>
                </a:lnTo>
                <a:lnTo>
                  <a:pt x="164" y="223"/>
                </a:lnTo>
                <a:lnTo>
                  <a:pt x="165" y="221"/>
                </a:lnTo>
                <a:lnTo>
                  <a:pt x="166" y="223"/>
                </a:lnTo>
                <a:lnTo>
                  <a:pt x="167" y="222"/>
                </a:lnTo>
                <a:lnTo>
                  <a:pt x="166" y="220"/>
                </a:lnTo>
                <a:lnTo>
                  <a:pt x="167" y="219"/>
                </a:lnTo>
                <a:lnTo>
                  <a:pt x="170" y="219"/>
                </a:lnTo>
                <a:lnTo>
                  <a:pt x="171" y="218"/>
                </a:lnTo>
                <a:lnTo>
                  <a:pt x="171" y="218"/>
                </a:lnTo>
                <a:lnTo>
                  <a:pt x="171" y="216"/>
                </a:lnTo>
                <a:lnTo>
                  <a:pt x="172" y="216"/>
                </a:lnTo>
                <a:lnTo>
                  <a:pt x="171" y="215"/>
                </a:lnTo>
                <a:lnTo>
                  <a:pt x="169" y="214"/>
                </a:lnTo>
                <a:lnTo>
                  <a:pt x="169" y="213"/>
                </a:lnTo>
                <a:lnTo>
                  <a:pt x="169" y="212"/>
                </a:lnTo>
                <a:lnTo>
                  <a:pt x="168" y="212"/>
                </a:lnTo>
                <a:lnTo>
                  <a:pt x="169" y="211"/>
                </a:lnTo>
                <a:lnTo>
                  <a:pt x="168" y="210"/>
                </a:lnTo>
                <a:lnTo>
                  <a:pt x="167" y="210"/>
                </a:lnTo>
                <a:lnTo>
                  <a:pt x="168" y="209"/>
                </a:lnTo>
                <a:lnTo>
                  <a:pt x="168" y="209"/>
                </a:lnTo>
                <a:lnTo>
                  <a:pt x="165" y="206"/>
                </a:lnTo>
                <a:lnTo>
                  <a:pt x="166" y="206"/>
                </a:lnTo>
                <a:lnTo>
                  <a:pt x="167" y="206"/>
                </a:lnTo>
                <a:lnTo>
                  <a:pt x="168" y="206"/>
                </a:lnTo>
                <a:lnTo>
                  <a:pt x="168" y="206"/>
                </a:lnTo>
                <a:lnTo>
                  <a:pt x="169" y="206"/>
                </a:lnTo>
                <a:lnTo>
                  <a:pt x="169" y="206"/>
                </a:lnTo>
                <a:lnTo>
                  <a:pt x="170" y="206"/>
                </a:lnTo>
                <a:lnTo>
                  <a:pt x="171" y="203"/>
                </a:lnTo>
                <a:lnTo>
                  <a:pt x="172" y="204"/>
                </a:lnTo>
                <a:lnTo>
                  <a:pt x="174" y="203"/>
                </a:lnTo>
                <a:lnTo>
                  <a:pt x="175" y="204"/>
                </a:lnTo>
                <a:lnTo>
                  <a:pt x="175" y="203"/>
                </a:lnTo>
                <a:lnTo>
                  <a:pt x="174" y="202"/>
                </a:lnTo>
                <a:lnTo>
                  <a:pt x="175" y="202"/>
                </a:lnTo>
                <a:lnTo>
                  <a:pt x="177" y="200"/>
                </a:lnTo>
                <a:lnTo>
                  <a:pt x="177" y="200"/>
                </a:lnTo>
                <a:lnTo>
                  <a:pt x="178" y="199"/>
                </a:lnTo>
                <a:lnTo>
                  <a:pt x="179" y="199"/>
                </a:lnTo>
                <a:lnTo>
                  <a:pt x="179" y="199"/>
                </a:lnTo>
                <a:lnTo>
                  <a:pt x="180" y="199"/>
                </a:lnTo>
                <a:lnTo>
                  <a:pt x="181" y="200"/>
                </a:lnTo>
                <a:lnTo>
                  <a:pt x="181" y="201"/>
                </a:lnTo>
                <a:lnTo>
                  <a:pt x="182" y="201"/>
                </a:lnTo>
                <a:lnTo>
                  <a:pt x="183" y="202"/>
                </a:lnTo>
                <a:lnTo>
                  <a:pt x="184" y="202"/>
                </a:lnTo>
                <a:lnTo>
                  <a:pt x="184" y="203"/>
                </a:lnTo>
                <a:lnTo>
                  <a:pt x="185" y="204"/>
                </a:lnTo>
                <a:lnTo>
                  <a:pt x="184" y="204"/>
                </a:lnTo>
                <a:lnTo>
                  <a:pt x="184" y="205"/>
                </a:lnTo>
                <a:lnTo>
                  <a:pt x="184" y="205"/>
                </a:lnTo>
                <a:lnTo>
                  <a:pt x="184" y="206"/>
                </a:lnTo>
                <a:lnTo>
                  <a:pt x="184" y="207"/>
                </a:lnTo>
                <a:lnTo>
                  <a:pt x="185" y="208"/>
                </a:lnTo>
                <a:lnTo>
                  <a:pt x="184" y="210"/>
                </a:lnTo>
                <a:lnTo>
                  <a:pt x="184" y="210"/>
                </a:lnTo>
                <a:lnTo>
                  <a:pt x="186" y="210"/>
                </a:lnTo>
                <a:lnTo>
                  <a:pt x="186" y="210"/>
                </a:lnTo>
                <a:lnTo>
                  <a:pt x="187" y="210"/>
                </a:lnTo>
                <a:lnTo>
                  <a:pt x="187" y="211"/>
                </a:lnTo>
                <a:lnTo>
                  <a:pt x="188" y="212"/>
                </a:lnTo>
                <a:lnTo>
                  <a:pt x="189" y="211"/>
                </a:lnTo>
                <a:lnTo>
                  <a:pt x="190" y="210"/>
                </a:lnTo>
                <a:lnTo>
                  <a:pt x="191" y="210"/>
                </a:lnTo>
                <a:lnTo>
                  <a:pt x="191" y="212"/>
                </a:lnTo>
                <a:lnTo>
                  <a:pt x="191" y="213"/>
                </a:lnTo>
                <a:lnTo>
                  <a:pt x="192" y="213"/>
                </a:lnTo>
                <a:lnTo>
                  <a:pt x="192" y="212"/>
                </a:lnTo>
                <a:lnTo>
                  <a:pt x="196" y="214"/>
                </a:lnTo>
                <a:lnTo>
                  <a:pt x="197" y="213"/>
                </a:lnTo>
                <a:lnTo>
                  <a:pt x="199" y="213"/>
                </a:lnTo>
                <a:lnTo>
                  <a:pt x="201" y="213"/>
                </a:lnTo>
                <a:lnTo>
                  <a:pt x="202" y="214"/>
                </a:lnTo>
                <a:lnTo>
                  <a:pt x="203" y="215"/>
                </a:lnTo>
                <a:lnTo>
                  <a:pt x="203" y="216"/>
                </a:lnTo>
                <a:lnTo>
                  <a:pt x="204" y="220"/>
                </a:lnTo>
                <a:lnTo>
                  <a:pt x="205" y="220"/>
                </a:lnTo>
                <a:lnTo>
                  <a:pt x="205" y="221"/>
                </a:lnTo>
                <a:lnTo>
                  <a:pt x="207" y="221"/>
                </a:lnTo>
                <a:lnTo>
                  <a:pt x="208" y="221"/>
                </a:lnTo>
                <a:lnTo>
                  <a:pt x="207" y="222"/>
                </a:lnTo>
                <a:lnTo>
                  <a:pt x="206" y="222"/>
                </a:lnTo>
                <a:lnTo>
                  <a:pt x="205" y="222"/>
                </a:lnTo>
                <a:lnTo>
                  <a:pt x="207" y="226"/>
                </a:lnTo>
                <a:lnTo>
                  <a:pt x="206" y="228"/>
                </a:lnTo>
                <a:lnTo>
                  <a:pt x="207" y="228"/>
                </a:lnTo>
                <a:lnTo>
                  <a:pt x="208" y="229"/>
                </a:lnTo>
                <a:lnTo>
                  <a:pt x="207" y="229"/>
                </a:lnTo>
                <a:lnTo>
                  <a:pt x="207" y="230"/>
                </a:lnTo>
                <a:lnTo>
                  <a:pt x="205" y="230"/>
                </a:lnTo>
                <a:lnTo>
                  <a:pt x="205" y="231"/>
                </a:lnTo>
                <a:lnTo>
                  <a:pt x="205" y="233"/>
                </a:lnTo>
                <a:lnTo>
                  <a:pt x="206" y="233"/>
                </a:lnTo>
                <a:lnTo>
                  <a:pt x="208" y="235"/>
                </a:lnTo>
                <a:lnTo>
                  <a:pt x="209" y="234"/>
                </a:lnTo>
                <a:lnTo>
                  <a:pt x="210" y="235"/>
                </a:lnTo>
                <a:lnTo>
                  <a:pt x="211" y="235"/>
                </a:lnTo>
                <a:lnTo>
                  <a:pt x="212" y="237"/>
                </a:lnTo>
                <a:lnTo>
                  <a:pt x="213" y="236"/>
                </a:lnTo>
                <a:lnTo>
                  <a:pt x="214" y="237"/>
                </a:lnTo>
                <a:lnTo>
                  <a:pt x="215" y="237"/>
                </a:lnTo>
                <a:lnTo>
                  <a:pt x="216" y="238"/>
                </a:lnTo>
                <a:lnTo>
                  <a:pt x="219" y="237"/>
                </a:lnTo>
                <a:lnTo>
                  <a:pt x="220" y="237"/>
                </a:lnTo>
                <a:lnTo>
                  <a:pt x="221" y="238"/>
                </a:lnTo>
                <a:lnTo>
                  <a:pt x="222" y="237"/>
                </a:lnTo>
                <a:lnTo>
                  <a:pt x="223" y="236"/>
                </a:lnTo>
                <a:lnTo>
                  <a:pt x="224" y="237"/>
                </a:lnTo>
                <a:lnTo>
                  <a:pt x="225" y="235"/>
                </a:lnTo>
                <a:lnTo>
                  <a:pt x="227" y="235"/>
                </a:lnTo>
                <a:lnTo>
                  <a:pt x="227" y="234"/>
                </a:lnTo>
                <a:lnTo>
                  <a:pt x="226" y="234"/>
                </a:lnTo>
                <a:lnTo>
                  <a:pt x="226" y="232"/>
                </a:lnTo>
                <a:lnTo>
                  <a:pt x="226" y="231"/>
                </a:lnTo>
                <a:lnTo>
                  <a:pt x="226" y="231"/>
                </a:lnTo>
                <a:lnTo>
                  <a:pt x="228" y="231"/>
                </a:lnTo>
                <a:lnTo>
                  <a:pt x="229" y="232"/>
                </a:lnTo>
                <a:lnTo>
                  <a:pt x="232" y="231"/>
                </a:lnTo>
                <a:lnTo>
                  <a:pt x="234" y="230"/>
                </a:lnTo>
                <a:lnTo>
                  <a:pt x="235" y="230"/>
                </a:lnTo>
                <a:lnTo>
                  <a:pt x="236" y="229"/>
                </a:lnTo>
                <a:lnTo>
                  <a:pt x="236" y="228"/>
                </a:lnTo>
                <a:lnTo>
                  <a:pt x="236" y="227"/>
                </a:lnTo>
                <a:lnTo>
                  <a:pt x="236" y="226"/>
                </a:lnTo>
                <a:lnTo>
                  <a:pt x="236" y="225"/>
                </a:lnTo>
                <a:lnTo>
                  <a:pt x="235" y="225"/>
                </a:lnTo>
                <a:lnTo>
                  <a:pt x="236" y="225"/>
                </a:lnTo>
                <a:lnTo>
                  <a:pt x="237" y="225"/>
                </a:lnTo>
                <a:lnTo>
                  <a:pt x="236" y="224"/>
                </a:lnTo>
                <a:lnTo>
                  <a:pt x="236" y="223"/>
                </a:lnTo>
                <a:lnTo>
                  <a:pt x="235" y="223"/>
                </a:lnTo>
                <a:lnTo>
                  <a:pt x="233" y="223"/>
                </a:lnTo>
                <a:lnTo>
                  <a:pt x="232" y="222"/>
                </a:lnTo>
                <a:lnTo>
                  <a:pt x="232" y="221"/>
                </a:lnTo>
                <a:lnTo>
                  <a:pt x="232" y="220"/>
                </a:lnTo>
                <a:lnTo>
                  <a:pt x="234" y="220"/>
                </a:lnTo>
                <a:lnTo>
                  <a:pt x="234" y="218"/>
                </a:lnTo>
                <a:lnTo>
                  <a:pt x="235" y="216"/>
                </a:lnTo>
                <a:lnTo>
                  <a:pt x="236" y="216"/>
                </a:lnTo>
                <a:lnTo>
                  <a:pt x="236" y="215"/>
                </a:lnTo>
                <a:lnTo>
                  <a:pt x="239" y="215"/>
                </a:lnTo>
                <a:lnTo>
                  <a:pt x="239" y="215"/>
                </a:lnTo>
                <a:lnTo>
                  <a:pt x="239" y="216"/>
                </a:lnTo>
                <a:lnTo>
                  <a:pt x="240" y="216"/>
                </a:lnTo>
                <a:lnTo>
                  <a:pt x="243" y="215"/>
                </a:lnTo>
                <a:lnTo>
                  <a:pt x="244" y="215"/>
                </a:lnTo>
                <a:lnTo>
                  <a:pt x="244" y="215"/>
                </a:lnTo>
                <a:lnTo>
                  <a:pt x="245" y="215"/>
                </a:lnTo>
                <a:lnTo>
                  <a:pt x="245" y="217"/>
                </a:lnTo>
                <a:lnTo>
                  <a:pt x="247" y="217"/>
                </a:lnTo>
                <a:lnTo>
                  <a:pt x="248" y="215"/>
                </a:lnTo>
                <a:lnTo>
                  <a:pt x="248" y="214"/>
                </a:lnTo>
                <a:lnTo>
                  <a:pt x="247" y="213"/>
                </a:lnTo>
                <a:lnTo>
                  <a:pt x="246" y="213"/>
                </a:lnTo>
                <a:lnTo>
                  <a:pt x="246" y="211"/>
                </a:lnTo>
                <a:lnTo>
                  <a:pt x="246" y="211"/>
                </a:lnTo>
                <a:lnTo>
                  <a:pt x="246" y="210"/>
                </a:lnTo>
                <a:lnTo>
                  <a:pt x="246" y="209"/>
                </a:lnTo>
                <a:lnTo>
                  <a:pt x="245" y="209"/>
                </a:lnTo>
                <a:lnTo>
                  <a:pt x="245" y="208"/>
                </a:lnTo>
                <a:lnTo>
                  <a:pt x="246" y="207"/>
                </a:lnTo>
                <a:lnTo>
                  <a:pt x="246" y="205"/>
                </a:lnTo>
                <a:lnTo>
                  <a:pt x="246" y="205"/>
                </a:lnTo>
                <a:lnTo>
                  <a:pt x="246" y="203"/>
                </a:lnTo>
                <a:lnTo>
                  <a:pt x="247" y="203"/>
                </a:lnTo>
                <a:lnTo>
                  <a:pt x="248" y="202"/>
                </a:lnTo>
                <a:lnTo>
                  <a:pt x="247" y="201"/>
                </a:lnTo>
                <a:lnTo>
                  <a:pt x="247" y="200"/>
                </a:lnTo>
                <a:lnTo>
                  <a:pt x="246" y="200"/>
                </a:lnTo>
                <a:lnTo>
                  <a:pt x="247" y="199"/>
                </a:lnTo>
                <a:lnTo>
                  <a:pt x="247" y="199"/>
                </a:lnTo>
                <a:lnTo>
                  <a:pt x="248" y="200"/>
                </a:lnTo>
                <a:lnTo>
                  <a:pt x="249" y="200"/>
                </a:lnTo>
                <a:lnTo>
                  <a:pt x="249" y="200"/>
                </a:lnTo>
                <a:lnTo>
                  <a:pt x="249" y="200"/>
                </a:lnTo>
                <a:lnTo>
                  <a:pt x="250" y="199"/>
                </a:lnTo>
                <a:lnTo>
                  <a:pt x="250" y="198"/>
                </a:lnTo>
                <a:lnTo>
                  <a:pt x="250" y="197"/>
                </a:lnTo>
                <a:lnTo>
                  <a:pt x="249" y="197"/>
                </a:lnTo>
                <a:lnTo>
                  <a:pt x="248" y="195"/>
                </a:lnTo>
                <a:lnTo>
                  <a:pt x="246" y="194"/>
                </a:lnTo>
                <a:lnTo>
                  <a:pt x="246" y="194"/>
                </a:lnTo>
                <a:lnTo>
                  <a:pt x="245" y="194"/>
                </a:lnTo>
                <a:lnTo>
                  <a:pt x="243" y="194"/>
                </a:lnTo>
                <a:lnTo>
                  <a:pt x="243" y="193"/>
                </a:lnTo>
                <a:lnTo>
                  <a:pt x="243" y="193"/>
                </a:lnTo>
                <a:lnTo>
                  <a:pt x="244" y="191"/>
                </a:lnTo>
                <a:lnTo>
                  <a:pt x="245" y="191"/>
                </a:lnTo>
                <a:lnTo>
                  <a:pt x="245" y="190"/>
                </a:lnTo>
                <a:lnTo>
                  <a:pt x="245" y="190"/>
                </a:lnTo>
                <a:lnTo>
                  <a:pt x="246" y="189"/>
                </a:lnTo>
                <a:lnTo>
                  <a:pt x="247" y="188"/>
                </a:lnTo>
                <a:lnTo>
                  <a:pt x="247" y="186"/>
                </a:lnTo>
                <a:lnTo>
                  <a:pt x="246" y="186"/>
                </a:lnTo>
                <a:lnTo>
                  <a:pt x="246" y="183"/>
                </a:lnTo>
                <a:lnTo>
                  <a:pt x="247" y="181"/>
                </a:lnTo>
                <a:lnTo>
                  <a:pt x="248" y="181"/>
                </a:lnTo>
                <a:lnTo>
                  <a:pt x="250" y="181"/>
                </a:lnTo>
                <a:lnTo>
                  <a:pt x="250" y="181"/>
                </a:lnTo>
                <a:lnTo>
                  <a:pt x="252" y="181"/>
                </a:lnTo>
                <a:lnTo>
                  <a:pt x="253" y="181"/>
                </a:lnTo>
                <a:lnTo>
                  <a:pt x="254" y="181"/>
                </a:lnTo>
                <a:lnTo>
                  <a:pt x="255" y="181"/>
                </a:lnTo>
                <a:lnTo>
                  <a:pt x="255" y="182"/>
                </a:lnTo>
                <a:lnTo>
                  <a:pt x="256" y="182"/>
                </a:lnTo>
                <a:lnTo>
                  <a:pt x="257" y="183"/>
                </a:lnTo>
                <a:lnTo>
                  <a:pt x="257" y="184"/>
                </a:lnTo>
                <a:lnTo>
                  <a:pt x="258" y="184"/>
                </a:lnTo>
                <a:lnTo>
                  <a:pt x="258" y="185"/>
                </a:lnTo>
                <a:lnTo>
                  <a:pt x="260" y="185"/>
                </a:lnTo>
                <a:lnTo>
                  <a:pt x="260" y="184"/>
                </a:lnTo>
                <a:lnTo>
                  <a:pt x="265" y="185"/>
                </a:lnTo>
                <a:lnTo>
                  <a:pt x="265" y="183"/>
                </a:lnTo>
                <a:lnTo>
                  <a:pt x="266" y="183"/>
                </a:lnTo>
                <a:lnTo>
                  <a:pt x="267" y="184"/>
                </a:lnTo>
                <a:lnTo>
                  <a:pt x="270" y="183"/>
                </a:lnTo>
                <a:lnTo>
                  <a:pt x="271" y="182"/>
                </a:lnTo>
                <a:lnTo>
                  <a:pt x="269" y="181"/>
                </a:lnTo>
                <a:lnTo>
                  <a:pt x="267" y="178"/>
                </a:lnTo>
                <a:lnTo>
                  <a:pt x="267" y="177"/>
                </a:lnTo>
                <a:lnTo>
                  <a:pt x="268" y="176"/>
                </a:lnTo>
                <a:lnTo>
                  <a:pt x="268" y="175"/>
                </a:lnTo>
                <a:lnTo>
                  <a:pt x="271" y="177"/>
                </a:lnTo>
                <a:lnTo>
                  <a:pt x="272" y="176"/>
                </a:lnTo>
                <a:lnTo>
                  <a:pt x="272" y="177"/>
                </a:lnTo>
                <a:lnTo>
                  <a:pt x="274" y="177"/>
                </a:lnTo>
                <a:lnTo>
                  <a:pt x="276" y="175"/>
                </a:lnTo>
                <a:lnTo>
                  <a:pt x="277" y="176"/>
                </a:lnTo>
                <a:lnTo>
                  <a:pt x="277" y="176"/>
                </a:lnTo>
                <a:lnTo>
                  <a:pt x="279" y="175"/>
                </a:lnTo>
                <a:lnTo>
                  <a:pt x="280" y="176"/>
                </a:lnTo>
                <a:lnTo>
                  <a:pt x="282" y="176"/>
                </a:lnTo>
                <a:lnTo>
                  <a:pt x="283" y="175"/>
                </a:lnTo>
                <a:lnTo>
                  <a:pt x="284" y="175"/>
                </a:lnTo>
                <a:lnTo>
                  <a:pt x="284" y="175"/>
                </a:lnTo>
                <a:lnTo>
                  <a:pt x="284" y="172"/>
                </a:lnTo>
                <a:lnTo>
                  <a:pt x="284" y="171"/>
                </a:lnTo>
                <a:lnTo>
                  <a:pt x="284" y="170"/>
                </a:lnTo>
                <a:lnTo>
                  <a:pt x="283" y="168"/>
                </a:lnTo>
                <a:lnTo>
                  <a:pt x="282" y="166"/>
                </a:lnTo>
                <a:lnTo>
                  <a:pt x="282" y="165"/>
                </a:lnTo>
                <a:lnTo>
                  <a:pt x="282" y="163"/>
                </a:lnTo>
                <a:lnTo>
                  <a:pt x="282" y="162"/>
                </a:lnTo>
                <a:lnTo>
                  <a:pt x="282" y="161"/>
                </a:lnTo>
                <a:lnTo>
                  <a:pt x="283" y="160"/>
                </a:lnTo>
                <a:lnTo>
                  <a:pt x="284" y="160"/>
                </a:lnTo>
                <a:lnTo>
                  <a:pt x="284" y="159"/>
                </a:lnTo>
                <a:lnTo>
                  <a:pt x="285" y="159"/>
                </a:lnTo>
                <a:lnTo>
                  <a:pt x="285" y="158"/>
                </a:lnTo>
                <a:lnTo>
                  <a:pt x="285" y="156"/>
                </a:lnTo>
                <a:lnTo>
                  <a:pt x="284" y="153"/>
                </a:lnTo>
                <a:lnTo>
                  <a:pt x="284" y="150"/>
                </a:lnTo>
                <a:lnTo>
                  <a:pt x="283" y="149"/>
                </a:lnTo>
                <a:lnTo>
                  <a:pt x="282" y="149"/>
                </a:lnTo>
                <a:lnTo>
                  <a:pt x="281" y="148"/>
                </a:lnTo>
                <a:lnTo>
                  <a:pt x="281" y="149"/>
                </a:lnTo>
                <a:lnTo>
                  <a:pt x="281" y="150"/>
                </a:lnTo>
                <a:lnTo>
                  <a:pt x="280" y="150"/>
                </a:lnTo>
                <a:lnTo>
                  <a:pt x="279" y="149"/>
                </a:lnTo>
                <a:lnTo>
                  <a:pt x="279" y="148"/>
                </a:lnTo>
                <a:lnTo>
                  <a:pt x="278" y="147"/>
                </a:lnTo>
                <a:lnTo>
                  <a:pt x="277" y="147"/>
                </a:lnTo>
                <a:lnTo>
                  <a:pt x="276" y="146"/>
                </a:lnTo>
                <a:lnTo>
                  <a:pt x="276" y="145"/>
                </a:lnTo>
                <a:lnTo>
                  <a:pt x="276" y="145"/>
                </a:lnTo>
                <a:lnTo>
                  <a:pt x="275" y="147"/>
                </a:lnTo>
                <a:lnTo>
                  <a:pt x="274" y="146"/>
                </a:lnTo>
                <a:lnTo>
                  <a:pt x="273" y="146"/>
                </a:lnTo>
                <a:lnTo>
                  <a:pt x="273" y="146"/>
                </a:lnTo>
                <a:lnTo>
                  <a:pt x="272" y="145"/>
                </a:lnTo>
                <a:lnTo>
                  <a:pt x="272" y="145"/>
                </a:lnTo>
                <a:lnTo>
                  <a:pt x="272" y="144"/>
                </a:lnTo>
                <a:lnTo>
                  <a:pt x="271" y="145"/>
                </a:lnTo>
                <a:lnTo>
                  <a:pt x="271" y="144"/>
                </a:lnTo>
                <a:lnTo>
                  <a:pt x="270" y="143"/>
                </a:lnTo>
                <a:lnTo>
                  <a:pt x="266" y="141"/>
                </a:lnTo>
                <a:lnTo>
                  <a:pt x="266" y="141"/>
                </a:lnTo>
                <a:lnTo>
                  <a:pt x="265" y="141"/>
                </a:lnTo>
                <a:lnTo>
                  <a:pt x="264" y="141"/>
                </a:lnTo>
                <a:lnTo>
                  <a:pt x="264" y="140"/>
                </a:lnTo>
                <a:lnTo>
                  <a:pt x="263" y="139"/>
                </a:lnTo>
                <a:lnTo>
                  <a:pt x="261" y="139"/>
                </a:lnTo>
                <a:lnTo>
                  <a:pt x="260" y="139"/>
                </a:lnTo>
                <a:lnTo>
                  <a:pt x="260" y="139"/>
                </a:lnTo>
                <a:lnTo>
                  <a:pt x="259" y="135"/>
                </a:lnTo>
                <a:lnTo>
                  <a:pt x="258" y="135"/>
                </a:lnTo>
                <a:lnTo>
                  <a:pt x="257" y="134"/>
                </a:lnTo>
                <a:lnTo>
                  <a:pt x="256" y="135"/>
                </a:lnTo>
                <a:lnTo>
                  <a:pt x="254" y="134"/>
                </a:lnTo>
                <a:lnTo>
                  <a:pt x="254" y="135"/>
                </a:lnTo>
                <a:lnTo>
                  <a:pt x="254" y="135"/>
                </a:lnTo>
                <a:lnTo>
                  <a:pt x="252" y="134"/>
                </a:lnTo>
                <a:lnTo>
                  <a:pt x="252" y="135"/>
                </a:lnTo>
                <a:lnTo>
                  <a:pt x="252" y="135"/>
                </a:lnTo>
                <a:lnTo>
                  <a:pt x="250" y="134"/>
                </a:lnTo>
                <a:lnTo>
                  <a:pt x="250" y="135"/>
                </a:lnTo>
                <a:lnTo>
                  <a:pt x="250" y="135"/>
                </a:lnTo>
                <a:lnTo>
                  <a:pt x="249" y="135"/>
                </a:lnTo>
                <a:lnTo>
                  <a:pt x="248" y="134"/>
                </a:lnTo>
                <a:lnTo>
                  <a:pt x="248" y="135"/>
                </a:lnTo>
                <a:lnTo>
                  <a:pt x="247" y="134"/>
                </a:lnTo>
                <a:lnTo>
                  <a:pt x="247" y="134"/>
                </a:lnTo>
                <a:lnTo>
                  <a:pt x="248" y="137"/>
                </a:lnTo>
                <a:lnTo>
                  <a:pt x="248" y="138"/>
                </a:lnTo>
                <a:lnTo>
                  <a:pt x="247" y="138"/>
                </a:lnTo>
                <a:lnTo>
                  <a:pt x="247" y="139"/>
                </a:lnTo>
                <a:lnTo>
                  <a:pt x="246" y="138"/>
                </a:lnTo>
                <a:lnTo>
                  <a:pt x="246" y="139"/>
                </a:lnTo>
                <a:lnTo>
                  <a:pt x="247" y="139"/>
                </a:lnTo>
                <a:lnTo>
                  <a:pt x="247" y="140"/>
                </a:lnTo>
                <a:lnTo>
                  <a:pt x="247" y="140"/>
                </a:lnTo>
                <a:lnTo>
                  <a:pt x="248" y="141"/>
                </a:lnTo>
                <a:lnTo>
                  <a:pt x="247" y="143"/>
                </a:lnTo>
                <a:lnTo>
                  <a:pt x="248" y="144"/>
                </a:lnTo>
                <a:lnTo>
                  <a:pt x="247" y="143"/>
                </a:lnTo>
                <a:lnTo>
                  <a:pt x="245" y="144"/>
                </a:lnTo>
                <a:lnTo>
                  <a:pt x="246" y="144"/>
                </a:lnTo>
                <a:lnTo>
                  <a:pt x="245" y="145"/>
                </a:lnTo>
                <a:lnTo>
                  <a:pt x="245" y="146"/>
                </a:lnTo>
                <a:lnTo>
                  <a:pt x="244" y="146"/>
                </a:lnTo>
                <a:lnTo>
                  <a:pt x="245" y="147"/>
                </a:lnTo>
                <a:lnTo>
                  <a:pt x="244" y="147"/>
                </a:lnTo>
                <a:lnTo>
                  <a:pt x="243" y="147"/>
                </a:lnTo>
                <a:lnTo>
                  <a:pt x="243" y="148"/>
                </a:lnTo>
                <a:lnTo>
                  <a:pt x="243" y="147"/>
                </a:lnTo>
                <a:lnTo>
                  <a:pt x="243" y="148"/>
                </a:lnTo>
                <a:lnTo>
                  <a:pt x="246" y="149"/>
                </a:lnTo>
                <a:lnTo>
                  <a:pt x="245" y="151"/>
                </a:lnTo>
                <a:lnTo>
                  <a:pt x="245" y="152"/>
                </a:lnTo>
                <a:lnTo>
                  <a:pt x="245" y="153"/>
                </a:lnTo>
                <a:lnTo>
                  <a:pt x="245" y="153"/>
                </a:lnTo>
                <a:lnTo>
                  <a:pt x="246" y="154"/>
                </a:lnTo>
                <a:lnTo>
                  <a:pt x="246" y="154"/>
                </a:lnTo>
                <a:lnTo>
                  <a:pt x="248" y="154"/>
                </a:lnTo>
                <a:lnTo>
                  <a:pt x="249" y="154"/>
                </a:lnTo>
                <a:lnTo>
                  <a:pt x="249" y="155"/>
                </a:lnTo>
                <a:lnTo>
                  <a:pt x="250" y="155"/>
                </a:lnTo>
                <a:lnTo>
                  <a:pt x="251" y="155"/>
                </a:lnTo>
                <a:lnTo>
                  <a:pt x="254" y="158"/>
                </a:lnTo>
                <a:lnTo>
                  <a:pt x="253" y="160"/>
                </a:lnTo>
                <a:lnTo>
                  <a:pt x="254" y="160"/>
                </a:lnTo>
                <a:lnTo>
                  <a:pt x="253" y="161"/>
                </a:lnTo>
                <a:lnTo>
                  <a:pt x="253" y="161"/>
                </a:lnTo>
                <a:lnTo>
                  <a:pt x="253" y="162"/>
                </a:lnTo>
                <a:lnTo>
                  <a:pt x="253" y="162"/>
                </a:lnTo>
                <a:lnTo>
                  <a:pt x="252" y="163"/>
                </a:lnTo>
                <a:lnTo>
                  <a:pt x="253" y="164"/>
                </a:lnTo>
                <a:lnTo>
                  <a:pt x="253" y="166"/>
                </a:lnTo>
                <a:lnTo>
                  <a:pt x="252" y="165"/>
                </a:lnTo>
                <a:lnTo>
                  <a:pt x="252" y="166"/>
                </a:lnTo>
                <a:lnTo>
                  <a:pt x="251" y="166"/>
                </a:lnTo>
                <a:lnTo>
                  <a:pt x="251" y="167"/>
                </a:lnTo>
                <a:lnTo>
                  <a:pt x="250" y="166"/>
                </a:lnTo>
                <a:lnTo>
                  <a:pt x="250" y="167"/>
                </a:lnTo>
                <a:lnTo>
                  <a:pt x="249" y="166"/>
                </a:lnTo>
                <a:lnTo>
                  <a:pt x="248" y="167"/>
                </a:lnTo>
                <a:lnTo>
                  <a:pt x="248" y="167"/>
                </a:lnTo>
                <a:lnTo>
                  <a:pt x="248" y="166"/>
                </a:lnTo>
                <a:lnTo>
                  <a:pt x="247" y="166"/>
                </a:lnTo>
                <a:lnTo>
                  <a:pt x="247" y="166"/>
                </a:lnTo>
                <a:close/>
              </a:path>
            </a:pathLst>
          </a:custGeom>
          <a:solidFill>
            <a:srgbClr val="7FA8D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118996" y="3461409"/>
            <a:ext cx="1590424" cy="1141514"/>
          </a:xfrm>
          <a:custGeom>
            <a:avLst/>
            <a:gdLst/>
            <a:ahLst/>
            <a:cxnLst/>
            <a:rect l="l" t="t" r="r" b="b"/>
            <a:pathLst>
              <a:path w="248" h="178">
                <a:moveTo>
                  <a:pt x="243" y="77"/>
                </a:moveTo>
                <a:lnTo>
                  <a:pt x="243" y="74"/>
                </a:lnTo>
                <a:lnTo>
                  <a:pt x="243" y="74"/>
                </a:lnTo>
                <a:lnTo>
                  <a:pt x="242" y="72"/>
                </a:lnTo>
                <a:lnTo>
                  <a:pt x="242" y="72"/>
                </a:lnTo>
                <a:lnTo>
                  <a:pt x="242" y="71"/>
                </a:lnTo>
                <a:lnTo>
                  <a:pt x="242" y="71"/>
                </a:lnTo>
                <a:lnTo>
                  <a:pt x="240" y="70"/>
                </a:lnTo>
                <a:lnTo>
                  <a:pt x="240" y="69"/>
                </a:lnTo>
                <a:lnTo>
                  <a:pt x="240" y="68"/>
                </a:lnTo>
                <a:lnTo>
                  <a:pt x="240" y="68"/>
                </a:lnTo>
                <a:lnTo>
                  <a:pt x="241" y="67"/>
                </a:lnTo>
                <a:lnTo>
                  <a:pt x="242" y="67"/>
                </a:lnTo>
                <a:lnTo>
                  <a:pt x="240" y="65"/>
                </a:lnTo>
                <a:lnTo>
                  <a:pt x="239" y="65"/>
                </a:lnTo>
                <a:lnTo>
                  <a:pt x="239" y="64"/>
                </a:lnTo>
                <a:lnTo>
                  <a:pt x="237" y="63"/>
                </a:lnTo>
                <a:lnTo>
                  <a:pt x="238" y="62"/>
                </a:lnTo>
                <a:lnTo>
                  <a:pt x="238" y="60"/>
                </a:lnTo>
                <a:lnTo>
                  <a:pt x="239" y="60"/>
                </a:lnTo>
                <a:lnTo>
                  <a:pt x="241" y="60"/>
                </a:lnTo>
                <a:lnTo>
                  <a:pt x="240" y="58"/>
                </a:lnTo>
                <a:lnTo>
                  <a:pt x="238" y="57"/>
                </a:lnTo>
                <a:lnTo>
                  <a:pt x="237" y="55"/>
                </a:lnTo>
                <a:lnTo>
                  <a:pt x="237" y="55"/>
                </a:lnTo>
                <a:lnTo>
                  <a:pt x="235" y="53"/>
                </a:lnTo>
                <a:lnTo>
                  <a:pt x="235" y="53"/>
                </a:lnTo>
                <a:lnTo>
                  <a:pt x="233" y="52"/>
                </a:lnTo>
                <a:lnTo>
                  <a:pt x="232" y="51"/>
                </a:lnTo>
                <a:lnTo>
                  <a:pt x="231" y="51"/>
                </a:lnTo>
                <a:lnTo>
                  <a:pt x="232" y="49"/>
                </a:lnTo>
                <a:lnTo>
                  <a:pt x="230" y="47"/>
                </a:lnTo>
                <a:lnTo>
                  <a:pt x="230" y="47"/>
                </a:lnTo>
                <a:lnTo>
                  <a:pt x="230" y="46"/>
                </a:lnTo>
                <a:lnTo>
                  <a:pt x="230" y="45"/>
                </a:lnTo>
                <a:lnTo>
                  <a:pt x="229" y="45"/>
                </a:lnTo>
                <a:lnTo>
                  <a:pt x="226" y="47"/>
                </a:lnTo>
                <a:lnTo>
                  <a:pt x="226" y="46"/>
                </a:lnTo>
                <a:lnTo>
                  <a:pt x="224" y="45"/>
                </a:lnTo>
                <a:lnTo>
                  <a:pt x="224" y="44"/>
                </a:lnTo>
                <a:lnTo>
                  <a:pt x="223" y="43"/>
                </a:lnTo>
                <a:lnTo>
                  <a:pt x="220" y="42"/>
                </a:lnTo>
                <a:lnTo>
                  <a:pt x="219" y="43"/>
                </a:lnTo>
                <a:lnTo>
                  <a:pt x="218" y="43"/>
                </a:lnTo>
                <a:lnTo>
                  <a:pt x="217" y="42"/>
                </a:lnTo>
                <a:lnTo>
                  <a:pt x="216" y="42"/>
                </a:lnTo>
                <a:lnTo>
                  <a:pt x="215" y="41"/>
                </a:lnTo>
                <a:lnTo>
                  <a:pt x="214" y="40"/>
                </a:lnTo>
                <a:lnTo>
                  <a:pt x="214" y="40"/>
                </a:lnTo>
                <a:lnTo>
                  <a:pt x="212" y="38"/>
                </a:lnTo>
                <a:lnTo>
                  <a:pt x="211" y="38"/>
                </a:lnTo>
                <a:lnTo>
                  <a:pt x="210" y="38"/>
                </a:lnTo>
                <a:lnTo>
                  <a:pt x="210" y="37"/>
                </a:lnTo>
                <a:lnTo>
                  <a:pt x="211" y="36"/>
                </a:lnTo>
                <a:lnTo>
                  <a:pt x="211" y="35"/>
                </a:lnTo>
                <a:lnTo>
                  <a:pt x="211" y="35"/>
                </a:lnTo>
                <a:lnTo>
                  <a:pt x="211" y="34"/>
                </a:lnTo>
                <a:lnTo>
                  <a:pt x="210" y="35"/>
                </a:lnTo>
                <a:lnTo>
                  <a:pt x="209" y="35"/>
                </a:lnTo>
                <a:lnTo>
                  <a:pt x="208" y="33"/>
                </a:lnTo>
                <a:lnTo>
                  <a:pt x="207" y="32"/>
                </a:lnTo>
                <a:lnTo>
                  <a:pt x="206" y="32"/>
                </a:lnTo>
                <a:lnTo>
                  <a:pt x="205" y="32"/>
                </a:lnTo>
                <a:lnTo>
                  <a:pt x="204" y="32"/>
                </a:lnTo>
                <a:lnTo>
                  <a:pt x="203" y="31"/>
                </a:lnTo>
                <a:lnTo>
                  <a:pt x="203" y="32"/>
                </a:lnTo>
                <a:lnTo>
                  <a:pt x="203" y="32"/>
                </a:lnTo>
                <a:lnTo>
                  <a:pt x="202" y="31"/>
                </a:lnTo>
                <a:lnTo>
                  <a:pt x="202" y="31"/>
                </a:lnTo>
                <a:lnTo>
                  <a:pt x="201" y="30"/>
                </a:lnTo>
                <a:lnTo>
                  <a:pt x="201" y="30"/>
                </a:lnTo>
                <a:lnTo>
                  <a:pt x="200" y="29"/>
                </a:lnTo>
                <a:lnTo>
                  <a:pt x="200" y="29"/>
                </a:lnTo>
                <a:lnTo>
                  <a:pt x="199" y="28"/>
                </a:lnTo>
                <a:lnTo>
                  <a:pt x="198" y="27"/>
                </a:lnTo>
                <a:lnTo>
                  <a:pt x="197" y="26"/>
                </a:lnTo>
                <a:lnTo>
                  <a:pt x="197" y="26"/>
                </a:lnTo>
                <a:lnTo>
                  <a:pt x="196" y="26"/>
                </a:lnTo>
                <a:lnTo>
                  <a:pt x="196" y="26"/>
                </a:lnTo>
                <a:lnTo>
                  <a:pt x="195" y="27"/>
                </a:lnTo>
                <a:lnTo>
                  <a:pt x="196" y="28"/>
                </a:lnTo>
                <a:lnTo>
                  <a:pt x="197" y="28"/>
                </a:lnTo>
                <a:lnTo>
                  <a:pt x="197" y="30"/>
                </a:lnTo>
                <a:lnTo>
                  <a:pt x="198" y="30"/>
                </a:lnTo>
                <a:lnTo>
                  <a:pt x="198" y="33"/>
                </a:lnTo>
                <a:lnTo>
                  <a:pt x="197" y="32"/>
                </a:lnTo>
                <a:lnTo>
                  <a:pt x="196" y="31"/>
                </a:lnTo>
                <a:lnTo>
                  <a:pt x="189" y="27"/>
                </a:lnTo>
                <a:lnTo>
                  <a:pt x="187" y="25"/>
                </a:lnTo>
                <a:lnTo>
                  <a:pt x="187" y="23"/>
                </a:lnTo>
                <a:lnTo>
                  <a:pt x="186" y="23"/>
                </a:lnTo>
                <a:lnTo>
                  <a:pt x="184" y="21"/>
                </a:lnTo>
                <a:lnTo>
                  <a:pt x="182" y="19"/>
                </a:lnTo>
                <a:lnTo>
                  <a:pt x="180" y="16"/>
                </a:lnTo>
                <a:lnTo>
                  <a:pt x="180" y="15"/>
                </a:lnTo>
                <a:lnTo>
                  <a:pt x="179" y="14"/>
                </a:lnTo>
                <a:lnTo>
                  <a:pt x="178" y="14"/>
                </a:lnTo>
                <a:lnTo>
                  <a:pt x="177" y="13"/>
                </a:lnTo>
                <a:lnTo>
                  <a:pt x="175" y="12"/>
                </a:lnTo>
                <a:lnTo>
                  <a:pt x="175" y="12"/>
                </a:lnTo>
                <a:lnTo>
                  <a:pt x="174" y="12"/>
                </a:lnTo>
                <a:lnTo>
                  <a:pt x="173" y="14"/>
                </a:lnTo>
                <a:lnTo>
                  <a:pt x="172" y="14"/>
                </a:lnTo>
                <a:lnTo>
                  <a:pt x="172" y="14"/>
                </a:lnTo>
                <a:lnTo>
                  <a:pt x="171" y="15"/>
                </a:lnTo>
                <a:lnTo>
                  <a:pt x="170" y="14"/>
                </a:lnTo>
                <a:lnTo>
                  <a:pt x="169" y="14"/>
                </a:lnTo>
                <a:lnTo>
                  <a:pt x="168" y="12"/>
                </a:lnTo>
                <a:lnTo>
                  <a:pt x="167" y="12"/>
                </a:lnTo>
                <a:lnTo>
                  <a:pt x="166" y="12"/>
                </a:lnTo>
                <a:lnTo>
                  <a:pt x="166" y="14"/>
                </a:lnTo>
                <a:lnTo>
                  <a:pt x="165" y="15"/>
                </a:lnTo>
                <a:lnTo>
                  <a:pt x="165" y="16"/>
                </a:lnTo>
                <a:lnTo>
                  <a:pt x="162" y="18"/>
                </a:lnTo>
                <a:lnTo>
                  <a:pt x="161" y="16"/>
                </a:lnTo>
                <a:lnTo>
                  <a:pt x="156" y="13"/>
                </a:lnTo>
                <a:lnTo>
                  <a:pt x="156" y="12"/>
                </a:lnTo>
                <a:lnTo>
                  <a:pt x="153" y="10"/>
                </a:lnTo>
                <a:lnTo>
                  <a:pt x="152" y="9"/>
                </a:lnTo>
                <a:lnTo>
                  <a:pt x="151" y="9"/>
                </a:lnTo>
                <a:lnTo>
                  <a:pt x="151" y="9"/>
                </a:lnTo>
                <a:lnTo>
                  <a:pt x="150" y="8"/>
                </a:lnTo>
                <a:lnTo>
                  <a:pt x="147" y="7"/>
                </a:lnTo>
                <a:lnTo>
                  <a:pt x="144" y="7"/>
                </a:lnTo>
                <a:lnTo>
                  <a:pt x="144" y="8"/>
                </a:lnTo>
                <a:lnTo>
                  <a:pt x="144" y="9"/>
                </a:lnTo>
                <a:lnTo>
                  <a:pt x="143" y="13"/>
                </a:lnTo>
                <a:lnTo>
                  <a:pt x="143" y="14"/>
                </a:lnTo>
                <a:lnTo>
                  <a:pt x="143" y="16"/>
                </a:lnTo>
                <a:lnTo>
                  <a:pt x="144" y="17"/>
                </a:lnTo>
                <a:lnTo>
                  <a:pt x="144" y="17"/>
                </a:lnTo>
                <a:lnTo>
                  <a:pt x="144" y="18"/>
                </a:lnTo>
                <a:lnTo>
                  <a:pt x="144" y="19"/>
                </a:lnTo>
                <a:lnTo>
                  <a:pt x="144" y="21"/>
                </a:lnTo>
                <a:lnTo>
                  <a:pt x="142" y="21"/>
                </a:lnTo>
                <a:lnTo>
                  <a:pt x="140" y="20"/>
                </a:lnTo>
                <a:lnTo>
                  <a:pt x="140" y="21"/>
                </a:lnTo>
                <a:lnTo>
                  <a:pt x="139" y="21"/>
                </a:lnTo>
                <a:lnTo>
                  <a:pt x="140" y="22"/>
                </a:lnTo>
                <a:lnTo>
                  <a:pt x="139" y="22"/>
                </a:lnTo>
                <a:lnTo>
                  <a:pt x="138" y="22"/>
                </a:lnTo>
                <a:lnTo>
                  <a:pt x="137" y="23"/>
                </a:lnTo>
                <a:lnTo>
                  <a:pt x="138" y="23"/>
                </a:lnTo>
                <a:lnTo>
                  <a:pt x="138" y="24"/>
                </a:lnTo>
                <a:lnTo>
                  <a:pt x="136" y="25"/>
                </a:lnTo>
                <a:lnTo>
                  <a:pt x="137" y="28"/>
                </a:lnTo>
                <a:lnTo>
                  <a:pt x="133" y="27"/>
                </a:lnTo>
                <a:lnTo>
                  <a:pt x="132" y="27"/>
                </a:lnTo>
                <a:lnTo>
                  <a:pt x="131" y="27"/>
                </a:lnTo>
                <a:lnTo>
                  <a:pt x="130" y="29"/>
                </a:lnTo>
                <a:lnTo>
                  <a:pt x="130" y="29"/>
                </a:lnTo>
                <a:lnTo>
                  <a:pt x="130" y="30"/>
                </a:lnTo>
                <a:lnTo>
                  <a:pt x="129" y="29"/>
                </a:lnTo>
                <a:lnTo>
                  <a:pt x="129" y="29"/>
                </a:lnTo>
                <a:lnTo>
                  <a:pt x="127" y="28"/>
                </a:lnTo>
                <a:lnTo>
                  <a:pt x="126" y="29"/>
                </a:lnTo>
                <a:lnTo>
                  <a:pt x="124" y="27"/>
                </a:lnTo>
                <a:lnTo>
                  <a:pt x="123" y="26"/>
                </a:lnTo>
                <a:lnTo>
                  <a:pt x="123" y="26"/>
                </a:lnTo>
                <a:lnTo>
                  <a:pt x="122" y="24"/>
                </a:lnTo>
                <a:lnTo>
                  <a:pt x="121" y="24"/>
                </a:lnTo>
                <a:lnTo>
                  <a:pt x="120" y="23"/>
                </a:lnTo>
                <a:lnTo>
                  <a:pt x="117" y="25"/>
                </a:lnTo>
                <a:lnTo>
                  <a:pt x="116" y="25"/>
                </a:lnTo>
                <a:lnTo>
                  <a:pt x="116" y="25"/>
                </a:lnTo>
                <a:lnTo>
                  <a:pt x="116" y="25"/>
                </a:lnTo>
                <a:lnTo>
                  <a:pt x="115" y="25"/>
                </a:lnTo>
                <a:lnTo>
                  <a:pt x="113" y="24"/>
                </a:lnTo>
                <a:lnTo>
                  <a:pt x="112" y="24"/>
                </a:lnTo>
                <a:lnTo>
                  <a:pt x="112" y="24"/>
                </a:lnTo>
                <a:lnTo>
                  <a:pt x="111" y="23"/>
                </a:lnTo>
                <a:lnTo>
                  <a:pt x="110" y="22"/>
                </a:lnTo>
                <a:lnTo>
                  <a:pt x="109" y="22"/>
                </a:lnTo>
                <a:lnTo>
                  <a:pt x="108" y="21"/>
                </a:lnTo>
                <a:lnTo>
                  <a:pt x="106" y="21"/>
                </a:lnTo>
                <a:lnTo>
                  <a:pt x="106" y="22"/>
                </a:lnTo>
                <a:lnTo>
                  <a:pt x="102" y="21"/>
                </a:lnTo>
                <a:lnTo>
                  <a:pt x="100" y="22"/>
                </a:lnTo>
                <a:lnTo>
                  <a:pt x="100" y="22"/>
                </a:lnTo>
                <a:lnTo>
                  <a:pt x="100" y="20"/>
                </a:lnTo>
                <a:lnTo>
                  <a:pt x="98" y="12"/>
                </a:lnTo>
                <a:lnTo>
                  <a:pt x="90" y="12"/>
                </a:lnTo>
                <a:lnTo>
                  <a:pt x="88" y="12"/>
                </a:lnTo>
                <a:lnTo>
                  <a:pt x="88" y="10"/>
                </a:lnTo>
                <a:lnTo>
                  <a:pt x="90" y="10"/>
                </a:lnTo>
                <a:lnTo>
                  <a:pt x="90" y="9"/>
                </a:lnTo>
                <a:lnTo>
                  <a:pt x="89" y="9"/>
                </a:lnTo>
                <a:lnTo>
                  <a:pt x="87" y="7"/>
                </a:lnTo>
                <a:lnTo>
                  <a:pt x="79" y="7"/>
                </a:lnTo>
                <a:lnTo>
                  <a:pt x="78" y="6"/>
                </a:lnTo>
                <a:lnTo>
                  <a:pt x="79" y="4"/>
                </a:lnTo>
                <a:lnTo>
                  <a:pt x="78" y="2"/>
                </a:lnTo>
                <a:lnTo>
                  <a:pt x="78" y="1"/>
                </a:lnTo>
                <a:lnTo>
                  <a:pt x="77" y="0"/>
                </a:lnTo>
                <a:lnTo>
                  <a:pt x="76" y="1"/>
                </a:lnTo>
                <a:lnTo>
                  <a:pt x="75" y="1"/>
                </a:lnTo>
                <a:lnTo>
                  <a:pt x="74" y="0"/>
                </a:lnTo>
                <a:lnTo>
                  <a:pt x="73" y="1"/>
                </a:lnTo>
                <a:lnTo>
                  <a:pt x="68" y="1"/>
                </a:lnTo>
                <a:lnTo>
                  <a:pt x="67" y="1"/>
                </a:lnTo>
                <a:lnTo>
                  <a:pt x="66" y="2"/>
                </a:lnTo>
                <a:lnTo>
                  <a:pt x="65" y="2"/>
                </a:lnTo>
                <a:lnTo>
                  <a:pt x="65" y="3"/>
                </a:lnTo>
                <a:lnTo>
                  <a:pt x="64" y="3"/>
                </a:lnTo>
                <a:lnTo>
                  <a:pt x="62" y="3"/>
                </a:lnTo>
                <a:lnTo>
                  <a:pt x="61" y="3"/>
                </a:lnTo>
                <a:lnTo>
                  <a:pt x="57" y="4"/>
                </a:lnTo>
                <a:lnTo>
                  <a:pt x="55" y="4"/>
                </a:lnTo>
                <a:lnTo>
                  <a:pt x="55" y="4"/>
                </a:lnTo>
                <a:lnTo>
                  <a:pt x="48" y="5"/>
                </a:lnTo>
                <a:lnTo>
                  <a:pt x="45" y="6"/>
                </a:lnTo>
                <a:lnTo>
                  <a:pt x="44" y="6"/>
                </a:lnTo>
                <a:lnTo>
                  <a:pt x="35" y="7"/>
                </a:lnTo>
                <a:lnTo>
                  <a:pt x="34" y="6"/>
                </a:lnTo>
                <a:lnTo>
                  <a:pt x="33" y="6"/>
                </a:lnTo>
                <a:lnTo>
                  <a:pt x="33" y="7"/>
                </a:lnTo>
                <a:lnTo>
                  <a:pt x="33" y="8"/>
                </a:lnTo>
                <a:lnTo>
                  <a:pt x="33" y="8"/>
                </a:lnTo>
                <a:lnTo>
                  <a:pt x="30" y="8"/>
                </a:lnTo>
                <a:lnTo>
                  <a:pt x="30" y="9"/>
                </a:lnTo>
                <a:lnTo>
                  <a:pt x="29" y="10"/>
                </a:lnTo>
                <a:lnTo>
                  <a:pt x="24" y="9"/>
                </a:lnTo>
                <a:lnTo>
                  <a:pt x="24" y="9"/>
                </a:lnTo>
                <a:lnTo>
                  <a:pt x="23" y="11"/>
                </a:lnTo>
                <a:lnTo>
                  <a:pt x="24" y="11"/>
                </a:lnTo>
                <a:lnTo>
                  <a:pt x="25" y="11"/>
                </a:lnTo>
                <a:lnTo>
                  <a:pt x="24" y="12"/>
                </a:lnTo>
                <a:lnTo>
                  <a:pt x="26" y="15"/>
                </a:lnTo>
                <a:lnTo>
                  <a:pt x="27" y="15"/>
                </a:lnTo>
                <a:lnTo>
                  <a:pt x="27" y="14"/>
                </a:lnTo>
                <a:lnTo>
                  <a:pt x="30" y="14"/>
                </a:lnTo>
                <a:lnTo>
                  <a:pt x="30" y="16"/>
                </a:lnTo>
                <a:lnTo>
                  <a:pt x="28" y="27"/>
                </a:lnTo>
                <a:lnTo>
                  <a:pt x="32" y="30"/>
                </a:lnTo>
                <a:lnTo>
                  <a:pt x="34" y="32"/>
                </a:lnTo>
                <a:lnTo>
                  <a:pt x="34" y="33"/>
                </a:lnTo>
                <a:lnTo>
                  <a:pt x="34" y="33"/>
                </a:lnTo>
                <a:lnTo>
                  <a:pt x="35" y="34"/>
                </a:lnTo>
                <a:lnTo>
                  <a:pt x="36" y="34"/>
                </a:lnTo>
                <a:lnTo>
                  <a:pt x="37" y="34"/>
                </a:lnTo>
                <a:lnTo>
                  <a:pt x="37" y="35"/>
                </a:lnTo>
                <a:lnTo>
                  <a:pt x="38" y="38"/>
                </a:lnTo>
                <a:lnTo>
                  <a:pt x="38" y="39"/>
                </a:lnTo>
                <a:lnTo>
                  <a:pt x="38" y="41"/>
                </a:lnTo>
                <a:lnTo>
                  <a:pt x="40" y="42"/>
                </a:lnTo>
                <a:lnTo>
                  <a:pt x="40" y="45"/>
                </a:lnTo>
                <a:lnTo>
                  <a:pt x="37" y="45"/>
                </a:lnTo>
                <a:lnTo>
                  <a:pt x="37" y="45"/>
                </a:lnTo>
                <a:lnTo>
                  <a:pt x="36" y="46"/>
                </a:lnTo>
                <a:lnTo>
                  <a:pt x="35" y="46"/>
                </a:lnTo>
                <a:lnTo>
                  <a:pt x="35" y="47"/>
                </a:lnTo>
                <a:lnTo>
                  <a:pt x="34" y="47"/>
                </a:lnTo>
                <a:lnTo>
                  <a:pt x="31" y="46"/>
                </a:lnTo>
                <a:lnTo>
                  <a:pt x="29" y="48"/>
                </a:lnTo>
                <a:lnTo>
                  <a:pt x="29" y="48"/>
                </a:lnTo>
                <a:lnTo>
                  <a:pt x="29" y="50"/>
                </a:lnTo>
                <a:lnTo>
                  <a:pt x="29" y="51"/>
                </a:lnTo>
                <a:lnTo>
                  <a:pt x="28" y="51"/>
                </a:lnTo>
                <a:lnTo>
                  <a:pt x="28" y="52"/>
                </a:lnTo>
                <a:lnTo>
                  <a:pt x="28" y="52"/>
                </a:lnTo>
                <a:lnTo>
                  <a:pt x="28" y="53"/>
                </a:lnTo>
                <a:lnTo>
                  <a:pt x="28" y="54"/>
                </a:lnTo>
                <a:lnTo>
                  <a:pt x="30" y="54"/>
                </a:lnTo>
                <a:lnTo>
                  <a:pt x="30" y="54"/>
                </a:lnTo>
                <a:lnTo>
                  <a:pt x="31" y="55"/>
                </a:lnTo>
                <a:lnTo>
                  <a:pt x="33" y="56"/>
                </a:lnTo>
                <a:lnTo>
                  <a:pt x="33" y="58"/>
                </a:lnTo>
                <a:lnTo>
                  <a:pt x="33" y="58"/>
                </a:lnTo>
                <a:lnTo>
                  <a:pt x="32" y="60"/>
                </a:lnTo>
                <a:lnTo>
                  <a:pt x="33" y="61"/>
                </a:lnTo>
                <a:lnTo>
                  <a:pt x="33" y="62"/>
                </a:lnTo>
                <a:lnTo>
                  <a:pt x="33" y="63"/>
                </a:lnTo>
                <a:lnTo>
                  <a:pt x="33" y="64"/>
                </a:lnTo>
                <a:lnTo>
                  <a:pt x="34" y="65"/>
                </a:lnTo>
                <a:lnTo>
                  <a:pt x="33" y="66"/>
                </a:lnTo>
                <a:lnTo>
                  <a:pt x="31" y="65"/>
                </a:lnTo>
                <a:lnTo>
                  <a:pt x="30" y="67"/>
                </a:lnTo>
                <a:lnTo>
                  <a:pt x="28" y="67"/>
                </a:lnTo>
                <a:lnTo>
                  <a:pt x="27" y="65"/>
                </a:lnTo>
                <a:lnTo>
                  <a:pt x="25" y="64"/>
                </a:lnTo>
                <a:lnTo>
                  <a:pt x="24" y="64"/>
                </a:lnTo>
                <a:lnTo>
                  <a:pt x="23" y="63"/>
                </a:lnTo>
                <a:lnTo>
                  <a:pt x="21" y="63"/>
                </a:lnTo>
                <a:lnTo>
                  <a:pt x="18" y="62"/>
                </a:lnTo>
                <a:lnTo>
                  <a:pt x="16" y="61"/>
                </a:lnTo>
                <a:lnTo>
                  <a:pt x="17" y="60"/>
                </a:lnTo>
                <a:lnTo>
                  <a:pt x="14" y="59"/>
                </a:lnTo>
                <a:lnTo>
                  <a:pt x="15" y="59"/>
                </a:lnTo>
                <a:lnTo>
                  <a:pt x="14" y="60"/>
                </a:lnTo>
                <a:lnTo>
                  <a:pt x="14" y="61"/>
                </a:lnTo>
                <a:lnTo>
                  <a:pt x="13" y="62"/>
                </a:lnTo>
                <a:lnTo>
                  <a:pt x="12" y="63"/>
                </a:lnTo>
                <a:lnTo>
                  <a:pt x="9" y="63"/>
                </a:lnTo>
                <a:lnTo>
                  <a:pt x="8" y="62"/>
                </a:lnTo>
                <a:lnTo>
                  <a:pt x="6" y="63"/>
                </a:lnTo>
                <a:lnTo>
                  <a:pt x="4" y="63"/>
                </a:lnTo>
                <a:lnTo>
                  <a:pt x="3" y="62"/>
                </a:lnTo>
                <a:lnTo>
                  <a:pt x="3" y="63"/>
                </a:lnTo>
                <a:lnTo>
                  <a:pt x="3" y="64"/>
                </a:lnTo>
                <a:lnTo>
                  <a:pt x="3" y="65"/>
                </a:lnTo>
                <a:lnTo>
                  <a:pt x="5" y="67"/>
                </a:lnTo>
                <a:lnTo>
                  <a:pt x="5" y="67"/>
                </a:lnTo>
                <a:lnTo>
                  <a:pt x="9" y="67"/>
                </a:lnTo>
                <a:lnTo>
                  <a:pt x="9" y="68"/>
                </a:lnTo>
                <a:lnTo>
                  <a:pt x="8" y="69"/>
                </a:lnTo>
                <a:lnTo>
                  <a:pt x="8" y="69"/>
                </a:lnTo>
                <a:lnTo>
                  <a:pt x="8" y="70"/>
                </a:lnTo>
                <a:lnTo>
                  <a:pt x="7" y="72"/>
                </a:lnTo>
                <a:lnTo>
                  <a:pt x="7" y="72"/>
                </a:lnTo>
                <a:lnTo>
                  <a:pt x="8" y="73"/>
                </a:lnTo>
                <a:lnTo>
                  <a:pt x="7" y="74"/>
                </a:lnTo>
                <a:lnTo>
                  <a:pt x="7" y="74"/>
                </a:lnTo>
                <a:lnTo>
                  <a:pt x="6" y="74"/>
                </a:lnTo>
                <a:lnTo>
                  <a:pt x="6" y="75"/>
                </a:lnTo>
                <a:lnTo>
                  <a:pt x="7" y="75"/>
                </a:lnTo>
                <a:lnTo>
                  <a:pt x="7" y="76"/>
                </a:lnTo>
                <a:lnTo>
                  <a:pt x="5" y="77"/>
                </a:lnTo>
                <a:lnTo>
                  <a:pt x="5" y="77"/>
                </a:lnTo>
                <a:lnTo>
                  <a:pt x="4" y="78"/>
                </a:lnTo>
                <a:lnTo>
                  <a:pt x="2" y="78"/>
                </a:lnTo>
                <a:lnTo>
                  <a:pt x="2" y="79"/>
                </a:lnTo>
                <a:lnTo>
                  <a:pt x="2" y="79"/>
                </a:lnTo>
                <a:lnTo>
                  <a:pt x="2" y="80"/>
                </a:lnTo>
                <a:lnTo>
                  <a:pt x="1" y="81"/>
                </a:lnTo>
                <a:lnTo>
                  <a:pt x="1" y="83"/>
                </a:lnTo>
                <a:lnTo>
                  <a:pt x="3" y="84"/>
                </a:lnTo>
                <a:lnTo>
                  <a:pt x="2" y="88"/>
                </a:lnTo>
                <a:lnTo>
                  <a:pt x="2" y="89"/>
                </a:lnTo>
                <a:lnTo>
                  <a:pt x="3" y="89"/>
                </a:lnTo>
                <a:lnTo>
                  <a:pt x="4" y="88"/>
                </a:lnTo>
                <a:lnTo>
                  <a:pt x="5" y="89"/>
                </a:lnTo>
                <a:lnTo>
                  <a:pt x="6" y="89"/>
                </a:lnTo>
                <a:lnTo>
                  <a:pt x="6" y="89"/>
                </a:lnTo>
                <a:lnTo>
                  <a:pt x="6" y="90"/>
                </a:lnTo>
                <a:lnTo>
                  <a:pt x="6" y="90"/>
                </a:lnTo>
                <a:lnTo>
                  <a:pt x="7" y="91"/>
                </a:lnTo>
                <a:lnTo>
                  <a:pt x="6" y="92"/>
                </a:lnTo>
                <a:lnTo>
                  <a:pt x="5" y="93"/>
                </a:lnTo>
                <a:lnTo>
                  <a:pt x="4" y="93"/>
                </a:lnTo>
                <a:lnTo>
                  <a:pt x="4" y="94"/>
                </a:lnTo>
                <a:lnTo>
                  <a:pt x="5" y="95"/>
                </a:lnTo>
                <a:lnTo>
                  <a:pt x="4" y="96"/>
                </a:lnTo>
                <a:lnTo>
                  <a:pt x="5" y="97"/>
                </a:lnTo>
                <a:lnTo>
                  <a:pt x="5" y="99"/>
                </a:lnTo>
                <a:lnTo>
                  <a:pt x="4" y="101"/>
                </a:lnTo>
                <a:lnTo>
                  <a:pt x="5" y="102"/>
                </a:lnTo>
                <a:lnTo>
                  <a:pt x="5" y="102"/>
                </a:lnTo>
                <a:lnTo>
                  <a:pt x="4" y="103"/>
                </a:lnTo>
                <a:lnTo>
                  <a:pt x="4" y="104"/>
                </a:lnTo>
                <a:lnTo>
                  <a:pt x="3" y="106"/>
                </a:lnTo>
                <a:lnTo>
                  <a:pt x="2" y="106"/>
                </a:lnTo>
                <a:lnTo>
                  <a:pt x="2" y="107"/>
                </a:lnTo>
                <a:lnTo>
                  <a:pt x="1" y="106"/>
                </a:lnTo>
                <a:lnTo>
                  <a:pt x="0" y="107"/>
                </a:lnTo>
                <a:lnTo>
                  <a:pt x="0" y="108"/>
                </a:lnTo>
                <a:lnTo>
                  <a:pt x="0" y="108"/>
                </a:lnTo>
                <a:lnTo>
                  <a:pt x="0" y="109"/>
                </a:lnTo>
                <a:lnTo>
                  <a:pt x="0" y="110"/>
                </a:lnTo>
                <a:lnTo>
                  <a:pt x="2" y="112"/>
                </a:lnTo>
                <a:lnTo>
                  <a:pt x="3" y="113"/>
                </a:lnTo>
                <a:lnTo>
                  <a:pt x="4" y="114"/>
                </a:lnTo>
                <a:lnTo>
                  <a:pt x="4" y="114"/>
                </a:lnTo>
                <a:lnTo>
                  <a:pt x="4" y="115"/>
                </a:lnTo>
                <a:lnTo>
                  <a:pt x="4" y="116"/>
                </a:lnTo>
                <a:lnTo>
                  <a:pt x="5" y="116"/>
                </a:lnTo>
                <a:lnTo>
                  <a:pt x="5" y="117"/>
                </a:lnTo>
                <a:lnTo>
                  <a:pt x="5" y="117"/>
                </a:lnTo>
                <a:lnTo>
                  <a:pt x="5" y="119"/>
                </a:lnTo>
                <a:lnTo>
                  <a:pt x="5" y="120"/>
                </a:lnTo>
                <a:lnTo>
                  <a:pt x="6" y="121"/>
                </a:lnTo>
                <a:lnTo>
                  <a:pt x="6" y="122"/>
                </a:lnTo>
                <a:lnTo>
                  <a:pt x="9" y="124"/>
                </a:lnTo>
                <a:lnTo>
                  <a:pt x="10" y="127"/>
                </a:lnTo>
                <a:lnTo>
                  <a:pt x="11" y="128"/>
                </a:lnTo>
                <a:lnTo>
                  <a:pt x="13" y="128"/>
                </a:lnTo>
                <a:lnTo>
                  <a:pt x="16" y="131"/>
                </a:lnTo>
                <a:lnTo>
                  <a:pt x="17" y="131"/>
                </a:lnTo>
                <a:lnTo>
                  <a:pt x="18" y="132"/>
                </a:lnTo>
                <a:lnTo>
                  <a:pt x="20" y="132"/>
                </a:lnTo>
                <a:lnTo>
                  <a:pt x="20" y="133"/>
                </a:lnTo>
                <a:lnTo>
                  <a:pt x="20" y="132"/>
                </a:lnTo>
                <a:lnTo>
                  <a:pt x="22" y="133"/>
                </a:lnTo>
                <a:lnTo>
                  <a:pt x="23" y="133"/>
                </a:lnTo>
                <a:lnTo>
                  <a:pt x="24" y="134"/>
                </a:lnTo>
                <a:lnTo>
                  <a:pt x="25" y="133"/>
                </a:lnTo>
                <a:lnTo>
                  <a:pt x="25" y="133"/>
                </a:lnTo>
                <a:lnTo>
                  <a:pt x="26" y="133"/>
                </a:lnTo>
                <a:lnTo>
                  <a:pt x="30" y="135"/>
                </a:lnTo>
                <a:lnTo>
                  <a:pt x="31" y="134"/>
                </a:lnTo>
                <a:lnTo>
                  <a:pt x="32" y="134"/>
                </a:lnTo>
                <a:lnTo>
                  <a:pt x="32" y="136"/>
                </a:lnTo>
                <a:lnTo>
                  <a:pt x="36" y="139"/>
                </a:lnTo>
                <a:lnTo>
                  <a:pt x="37" y="139"/>
                </a:lnTo>
                <a:lnTo>
                  <a:pt x="37" y="140"/>
                </a:lnTo>
                <a:lnTo>
                  <a:pt x="38" y="140"/>
                </a:lnTo>
                <a:lnTo>
                  <a:pt x="38" y="142"/>
                </a:lnTo>
                <a:lnTo>
                  <a:pt x="42" y="141"/>
                </a:lnTo>
                <a:lnTo>
                  <a:pt x="43" y="141"/>
                </a:lnTo>
                <a:lnTo>
                  <a:pt x="44" y="142"/>
                </a:lnTo>
                <a:lnTo>
                  <a:pt x="43" y="143"/>
                </a:lnTo>
                <a:lnTo>
                  <a:pt x="43" y="143"/>
                </a:lnTo>
                <a:lnTo>
                  <a:pt x="43" y="144"/>
                </a:lnTo>
                <a:lnTo>
                  <a:pt x="44" y="145"/>
                </a:lnTo>
                <a:lnTo>
                  <a:pt x="45" y="144"/>
                </a:lnTo>
                <a:lnTo>
                  <a:pt x="45" y="145"/>
                </a:lnTo>
                <a:lnTo>
                  <a:pt x="46" y="144"/>
                </a:lnTo>
                <a:lnTo>
                  <a:pt x="47" y="145"/>
                </a:lnTo>
                <a:lnTo>
                  <a:pt x="48" y="144"/>
                </a:lnTo>
                <a:lnTo>
                  <a:pt x="48" y="145"/>
                </a:lnTo>
                <a:lnTo>
                  <a:pt x="51" y="146"/>
                </a:lnTo>
                <a:lnTo>
                  <a:pt x="51" y="146"/>
                </a:lnTo>
                <a:lnTo>
                  <a:pt x="52" y="145"/>
                </a:lnTo>
                <a:lnTo>
                  <a:pt x="54" y="146"/>
                </a:lnTo>
                <a:lnTo>
                  <a:pt x="54" y="146"/>
                </a:lnTo>
                <a:lnTo>
                  <a:pt x="55" y="147"/>
                </a:lnTo>
                <a:lnTo>
                  <a:pt x="58" y="146"/>
                </a:lnTo>
                <a:lnTo>
                  <a:pt x="59" y="149"/>
                </a:lnTo>
                <a:lnTo>
                  <a:pt x="60" y="149"/>
                </a:lnTo>
                <a:lnTo>
                  <a:pt x="61" y="148"/>
                </a:lnTo>
                <a:lnTo>
                  <a:pt x="62" y="148"/>
                </a:lnTo>
                <a:lnTo>
                  <a:pt x="62" y="149"/>
                </a:lnTo>
                <a:lnTo>
                  <a:pt x="63" y="149"/>
                </a:lnTo>
                <a:lnTo>
                  <a:pt x="63" y="150"/>
                </a:lnTo>
                <a:lnTo>
                  <a:pt x="64" y="152"/>
                </a:lnTo>
                <a:lnTo>
                  <a:pt x="65" y="151"/>
                </a:lnTo>
                <a:lnTo>
                  <a:pt x="66" y="151"/>
                </a:lnTo>
                <a:lnTo>
                  <a:pt x="66" y="152"/>
                </a:lnTo>
                <a:lnTo>
                  <a:pt x="66" y="153"/>
                </a:lnTo>
                <a:lnTo>
                  <a:pt x="67" y="153"/>
                </a:lnTo>
                <a:lnTo>
                  <a:pt x="69" y="152"/>
                </a:lnTo>
                <a:lnTo>
                  <a:pt x="69" y="151"/>
                </a:lnTo>
                <a:lnTo>
                  <a:pt x="71" y="151"/>
                </a:lnTo>
                <a:lnTo>
                  <a:pt x="72" y="152"/>
                </a:lnTo>
                <a:lnTo>
                  <a:pt x="73" y="154"/>
                </a:lnTo>
                <a:lnTo>
                  <a:pt x="75" y="154"/>
                </a:lnTo>
                <a:lnTo>
                  <a:pt x="75" y="155"/>
                </a:lnTo>
                <a:lnTo>
                  <a:pt x="76" y="155"/>
                </a:lnTo>
                <a:lnTo>
                  <a:pt x="77" y="154"/>
                </a:lnTo>
                <a:lnTo>
                  <a:pt x="77" y="155"/>
                </a:lnTo>
                <a:lnTo>
                  <a:pt x="78" y="155"/>
                </a:lnTo>
                <a:lnTo>
                  <a:pt x="79" y="155"/>
                </a:lnTo>
                <a:lnTo>
                  <a:pt x="79" y="154"/>
                </a:lnTo>
                <a:lnTo>
                  <a:pt x="81" y="154"/>
                </a:lnTo>
                <a:lnTo>
                  <a:pt x="81" y="154"/>
                </a:lnTo>
                <a:lnTo>
                  <a:pt x="83" y="154"/>
                </a:lnTo>
                <a:lnTo>
                  <a:pt x="83" y="152"/>
                </a:lnTo>
                <a:lnTo>
                  <a:pt x="84" y="153"/>
                </a:lnTo>
                <a:lnTo>
                  <a:pt x="85" y="153"/>
                </a:lnTo>
                <a:lnTo>
                  <a:pt x="85" y="152"/>
                </a:lnTo>
                <a:lnTo>
                  <a:pt x="86" y="153"/>
                </a:lnTo>
                <a:lnTo>
                  <a:pt x="88" y="151"/>
                </a:lnTo>
                <a:lnTo>
                  <a:pt x="90" y="153"/>
                </a:lnTo>
                <a:lnTo>
                  <a:pt x="90" y="155"/>
                </a:lnTo>
                <a:lnTo>
                  <a:pt x="91" y="155"/>
                </a:lnTo>
                <a:lnTo>
                  <a:pt x="91" y="156"/>
                </a:lnTo>
                <a:lnTo>
                  <a:pt x="92" y="156"/>
                </a:lnTo>
                <a:lnTo>
                  <a:pt x="92" y="156"/>
                </a:lnTo>
                <a:lnTo>
                  <a:pt x="93" y="157"/>
                </a:lnTo>
                <a:lnTo>
                  <a:pt x="93" y="158"/>
                </a:lnTo>
                <a:lnTo>
                  <a:pt x="94" y="157"/>
                </a:lnTo>
                <a:lnTo>
                  <a:pt x="96" y="159"/>
                </a:lnTo>
                <a:lnTo>
                  <a:pt x="98" y="158"/>
                </a:lnTo>
                <a:lnTo>
                  <a:pt x="98" y="159"/>
                </a:lnTo>
                <a:lnTo>
                  <a:pt x="99" y="160"/>
                </a:lnTo>
                <a:lnTo>
                  <a:pt x="96" y="160"/>
                </a:lnTo>
                <a:lnTo>
                  <a:pt x="95" y="161"/>
                </a:lnTo>
                <a:lnTo>
                  <a:pt x="96" y="161"/>
                </a:lnTo>
                <a:lnTo>
                  <a:pt x="98" y="161"/>
                </a:lnTo>
                <a:lnTo>
                  <a:pt x="98" y="160"/>
                </a:lnTo>
                <a:lnTo>
                  <a:pt x="99" y="160"/>
                </a:lnTo>
                <a:lnTo>
                  <a:pt x="99" y="163"/>
                </a:lnTo>
                <a:lnTo>
                  <a:pt x="100" y="164"/>
                </a:lnTo>
                <a:lnTo>
                  <a:pt x="101" y="164"/>
                </a:lnTo>
                <a:lnTo>
                  <a:pt x="101" y="164"/>
                </a:lnTo>
                <a:lnTo>
                  <a:pt x="101" y="164"/>
                </a:lnTo>
                <a:lnTo>
                  <a:pt x="102" y="164"/>
                </a:lnTo>
                <a:lnTo>
                  <a:pt x="102" y="166"/>
                </a:lnTo>
                <a:lnTo>
                  <a:pt x="101" y="167"/>
                </a:lnTo>
                <a:lnTo>
                  <a:pt x="102" y="168"/>
                </a:lnTo>
                <a:lnTo>
                  <a:pt x="101" y="168"/>
                </a:lnTo>
                <a:lnTo>
                  <a:pt x="100" y="169"/>
                </a:lnTo>
                <a:lnTo>
                  <a:pt x="100" y="169"/>
                </a:lnTo>
                <a:lnTo>
                  <a:pt x="101" y="170"/>
                </a:lnTo>
                <a:lnTo>
                  <a:pt x="101" y="172"/>
                </a:lnTo>
                <a:lnTo>
                  <a:pt x="102" y="174"/>
                </a:lnTo>
                <a:lnTo>
                  <a:pt x="103" y="174"/>
                </a:lnTo>
                <a:lnTo>
                  <a:pt x="105" y="173"/>
                </a:lnTo>
                <a:lnTo>
                  <a:pt x="107" y="174"/>
                </a:lnTo>
                <a:lnTo>
                  <a:pt x="108" y="176"/>
                </a:lnTo>
                <a:lnTo>
                  <a:pt x="110" y="173"/>
                </a:lnTo>
                <a:lnTo>
                  <a:pt x="111" y="173"/>
                </a:lnTo>
                <a:lnTo>
                  <a:pt x="111" y="174"/>
                </a:lnTo>
                <a:lnTo>
                  <a:pt x="113" y="175"/>
                </a:lnTo>
                <a:lnTo>
                  <a:pt x="114" y="176"/>
                </a:lnTo>
                <a:lnTo>
                  <a:pt x="114" y="178"/>
                </a:lnTo>
                <a:lnTo>
                  <a:pt x="115" y="178"/>
                </a:lnTo>
                <a:lnTo>
                  <a:pt x="116" y="176"/>
                </a:lnTo>
                <a:lnTo>
                  <a:pt x="116" y="175"/>
                </a:lnTo>
                <a:lnTo>
                  <a:pt x="116" y="175"/>
                </a:lnTo>
                <a:lnTo>
                  <a:pt x="115" y="174"/>
                </a:lnTo>
                <a:lnTo>
                  <a:pt x="115" y="173"/>
                </a:lnTo>
                <a:lnTo>
                  <a:pt x="116" y="173"/>
                </a:lnTo>
                <a:lnTo>
                  <a:pt x="116" y="172"/>
                </a:lnTo>
                <a:lnTo>
                  <a:pt x="116" y="171"/>
                </a:lnTo>
                <a:lnTo>
                  <a:pt x="117" y="171"/>
                </a:lnTo>
                <a:lnTo>
                  <a:pt x="119" y="171"/>
                </a:lnTo>
                <a:lnTo>
                  <a:pt x="120" y="174"/>
                </a:lnTo>
                <a:lnTo>
                  <a:pt x="122" y="176"/>
                </a:lnTo>
                <a:lnTo>
                  <a:pt x="123" y="176"/>
                </a:lnTo>
                <a:lnTo>
                  <a:pt x="124" y="177"/>
                </a:lnTo>
                <a:lnTo>
                  <a:pt x="125" y="176"/>
                </a:lnTo>
                <a:lnTo>
                  <a:pt x="125" y="177"/>
                </a:lnTo>
                <a:lnTo>
                  <a:pt x="126" y="178"/>
                </a:lnTo>
                <a:lnTo>
                  <a:pt x="127" y="177"/>
                </a:lnTo>
                <a:lnTo>
                  <a:pt x="126" y="174"/>
                </a:lnTo>
                <a:lnTo>
                  <a:pt x="126" y="173"/>
                </a:lnTo>
                <a:lnTo>
                  <a:pt x="127" y="173"/>
                </a:lnTo>
                <a:lnTo>
                  <a:pt x="126" y="171"/>
                </a:lnTo>
                <a:lnTo>
                  <a:pt x="126" y="170"/>
                </a:lnTo>
                <a:lnTo>
                  <a:pt x="126" y="170"/>
                </a:lnTo>
                <a:lnTo>
                  <a:pt x="128" y="170"/>
                </a:lnTo>
                <a:lnTo>
                  <a:pt x="128" y="171"/>
                </a:lnTo>
                <a:lnTo>
                  <a:pt x="128" y="170"/>
                </a:lnTo>
                <a:lnTo>
                  <a:pt x="129" y="170"/>
                </a:lnTo>
                <a:lnTo>
                  <a:pt x="130" y="171"/>
                </a:lnTo>
                <a:lnTo>
                  <a:pt x="130" y="170"/>
                </a:lnTo>
                <a:lnTo>
                  <a:pt x="130" y="169"/>
                </a:lnTo>
                <a:lnTo>
                  <a:pt x="131" y="169"/>
                </a:lnTo>
                <a:lnTo>
                  <a:pt x="132" y="169"/>
                </a:lnTo>
                <a:lnTo>
                  <a:pt x="134" y="170"/>
                </a:lnTo>
                <a:lnTo>
                  <a:pt x="135" y="170"/>
                </a:lnTo>
                <a:lnTo>
                  <a:pt x="135" y="170"/>
                </a:lnTo>
                <a:lnTo>
                  <a:pt x="136" y="169"/>
                </a:lnTo>
                <a:lnTo>
                  <a:pt x="135" y="169"/>
                </a:lnTo>
                <a:lnTo>
                  <a:pt x="135" y="168"/>
                </a:lnTo>
                <a:lnTo>
                  <a:pt x="136" y="169"/>
                </a:lnTo>
                <a:lnTo>
                  <a:pt x="137" y="169"/>
                </a:lnTo>
                <a:lnTo>
                  <a:pt x="137" y="169"/>
                </a:lnTo>
                <a:lnTo>
                  <a:pt x="137" y="168"/>
                </a:lnTo>
                <a:lnTo>
                  <a:pt x="136" y="168"/>
                </a:lnTo>
                <a:lnTo>
                  <a:pt x="136" y="167"/>
                </a:lnTo>
                <a:lnTo>
                  <a:pt x="137" y="164"/>
                </a:lnTo>
                <a:lnTo>
                  <a:pt x="138" y="164"/>
                </a:lnTo>
                <a:lnTo>
                  <a:pt x="139" y="165"/>
                </a:lnTo>
                <a:lnTo>
                  <a:pt x="139" y="164"/>
                </a:lnTo>
                <a:lnTo>
                  <a:pt x="140" y="164"/>
                </a:lnTo>
                <a:lnTo>
                  <a:pt x="139" y="161"/>
                </a:lnTo>
                <a:lnTo>
                  <a:pt x="138" y="161"/>
                </a:lnTo>
                <a:lnTo>
                  <a:pt x="139" y="160"/>
                </a:lnTo>
                <a:lnTo>
                  <a:pt x="138" y="159"/>
                </a:lnTo>
                <a:lnTo>
                  <a:pt x="138" y="159"/>
                </a:lnTo>
                <a:lnTo>
                  <a:pt x="141" y="158"/>
                </a:lnTo>
                <a:lnTo>
                  <a:pt x="141" y="159"/>
                </a:lnTo>
                <a:lnTo>
                  <a:pt x="146" y="160"/>
                </a:lnTo>
                <a:lnTo>
                  <a:pt x="144" y="158"/>
                </a:lnTo>
                <a:lnTo>
                  <a:pt x="144" y="157"/>
                </a:lnTo>
                <a:lnTo>
                  <a:pt x="142" y="157"/>
                </a:lnTo>
                <a:lnTo>
                  <a:pt x="141" y="156"/>
                </a:lnTo>
                <a:lnTo>
                  <a:pt x="140" y="155"/>
                </a:lnTo>
                <a:lnTo>
                  <a:pt x="140" y="153"/>
                </a:lnTo>
                <a:lnTo>
                  <a:pt x="140" y="151"/>
                </a:lnTo>
                <a:lnTo>
                  <a:pt x="139" y="151"/>
                </a:lnTo>
                <a:lnTo>
                  <a:pt x="140" y="149"/>
                </a:lnTo>
                <a:lnTo>
                  <a:pt x="143" y="149"/>
                </a:lnTo>
                <a:lnTo>
                  <a:pt x="142" y="148"/>
                </a:lnTo>
                <a:lnTo>
                  <a:pt x="143" y="148"/>
                </a:lnTo>
                <a:lnTo>
                  <a:pt x="143" y="146"/>
                </a:lnTo>
                <a:lnTo>
                  <a:pt x="142" y="146"/>
                </a:lnTo>
                <a:lnTo>
                  <a:pt x="142" y="145"/>
                </a:lnTo>
                <a:lnTo>
                  <a:pt x="145" y="143"/>
                </a:lnTo>
                <a:lnTo>
                  <a:pt x="145" y="141"/>
                </a:lnTo>
                <a:lnTo>
                  <a:pt x="146" y="141"/>
                </a:lnTo>
                <a:lnTo>
                  <a:pt x="148" y="140"/>
                </a:lnTo>
                <a:lnTo>
                  <a:pt x="145" y="138"/>
                </a:lnTo>
                <a:lnTo>
                  <a:pt x="144" y="138"/>
                </a:lnTo>
                <a:lnTo>
                  <a:pt x="143" y="137"/>
                </a:lnTo>
                <a:lnTo>
                  <a:pt x="144" y="135"/>
                </a:lnTo>
                <a:lnTo>
                  <a:pt x="142" y="135"/>
                </a:lnTo>
                <a:lnTo>
                  <a:pt x="142" y="135"/>
                </a:lnTo>
                <a:lnTo>
                  <a:pt x="142" y="133"/>
                </a:lnTo>
                <a:lnTo>
                  <a:pt x="142" y="131"/>
                </a:lnTo>
                <a:lnTo>
                  <a:pt x="141" y="129"/>
                </a:lnTo>
                <a:lnTo>
                  <a:pt x="142" y="129"/>
                </a:lnTo>
                <a:lnTo>
                  <a:pt x="142" y="128"/>
                </a:lnTo>
                <a:lnTo>
                  <a:pt x="143" y="128"/>
                </a:lnTo>
                <a:lnTo>
                  <a:pt x="146" y="128"/>
                </a:lnTo>
                <a:lnTo>
                  <a:pt x="146" y="128"/>
                </a:lnTo>
                <a:lnTo>
                  <a:pt x="147" y="127"/>
                </a:lnTo>
                <a:lnTo>
                  <a:pt x="147" y="126"/>
                </a:lnTo>
                <a:lnTo>
                  <a:pt x="148" y="125"/>
                </a:lnTo>
                <a:lnTo>
                  <a:pt x="147" y="123"/>
                </a:lnTo>
                <a:lnTo>
                  <a:pt x="149" y="123"/>
                </a:lnTo>
                <a:lnTo>
                  <a:pt x="150" y="121"/>
                </a:lnTo>
                <a:lnTo>
                  <a:pt x="152" y="122"/>
                </a:lnTo>
                <a:lnTo>
                  <a:pt x="153" y="122"/>
                </a:lnTo>
                <a:lnTo>
                  <a:pt x="154" y="124"/>
                </a:lnTo>
                <a:lnTo>
                  <a:pt x="155" y="124"/>
                </a:lnTo>
                <a:lnTo>
                  <a:pt x="157" y="125"/>
                </a:lnTo>
                <a:lnTo>
                  <a:pt x="161" y="125"/>
                </a:lnTo>
                <a:lnTo>
                  <a:pt x="161" y="126"/>
                </a:lnTo>
                <a:lnTo>
                  <a:pt x="161" y="126"/>
                </a:lnTo>
                <a:lnTo>
                  <a:pt x="161" y="127"/>
                </a:lnTo>
                <a:lnTo>
                  <a:pt x="161" y="128"/>
                </a:lnTo>
                <a:lnTo>
                  <a:pt x="161" y="129"/>
                </a:lnTo>
                <a:lnTo>
                  <a:pt x="160" y="130"/>
                </a:lnTo>
                <a:lnTo>
                  <a:pt x="161" y="131"/>
                </a:lnTo>
                <a:lnTo>
                  <a:pt x="161" y="130"/>
                </a:lnTo>
                <a:lnTo>
                  <a:pt x="162" y="132"/>
                </a:lnTo>
                <a:lnTo>
                  <a:pt x="162" y="132"/>
                </a:lnTo>
                <a:lnTo>
                  <a:pt x="163" y="133"/>
                </a:lnTo>
                <a:lnTo>
                  <a:pt x="165" y="135"/>
                </a:lnTo>
                <a:lnTo>
                  <a:pt x="164" y="135"/>
                </a:lnTo>
                <a:lnTo>
                  <a:pt x="164" y="136"/>
                </a:lnTo>
                <a:lnTo>
                  <a:pt x="165" y="136"/>
                </a:lnTo>
                <a:lnTo>
                  <a:pt x="164" y="138"/>
                </a:lnTo>
                <a:lnTo>
                  <a:pt x="166" y="139"/>
                </a:lnTo>
                <a:lnTo>
                  <a:pt x="166" y="139"/>
                </a:lnTo>
                <a:lnTo>
                  <a:pt x="166" y="141"/>
                </a:lnTo>
                <a:lnTo>
                  <a:pt x="167" y="142"/>
                </a:lnTo>
                <a:lnTo>
                  <a:pt x="166" y="144"/>
                </a:lnTo>
                <a:lnTo>
                  <a:pt x="167" y="144"/>
                </a:lnTo>
                <a:lnTo>
                  <a:pt x="167" y="145"/>
                </a:lnTo>
                <a:lnTo>
                  <a:pt x="168" y="147"/>
                </a:lnTo>
                <a:lnTo>
                  <a:pt x="171" y="149"/>
                </a:lnTo>
                <a:lnTo>
                  <a:pt x="171" y="148"/>
                </a:lnTo>
                <a:lnTo>
                  <a:pt x="172" y="149"/>
                </a:lnTo>
                <a:lnTo>
                  <a:pt x="173" y="150"/>
                </a:lnTo>
                <a:lnTo>
                  <a:pt x="174" y="150"/>
                </a:lnTo>
                <a:lnTo>
                  <a:pt x="175" y="151"/>
                </a:lnTo>
                <a:lnTo>
                  <a:pt x="175" y="154"/>
                </a:lnTo>
                <a:lnTo>
                  <a:pt x="177" y="153"/>
                </a:lnTo>
                <a:lnTo>
                  <a:pt x="180" y="155"/>
                </a:lnTo>
                <a:lnTo>
                  <a:pt x="181" y="156"/>
                </a:lnTo>
                <a:lnTo>
                  <a:pt x="183" y="156"/>
                </a:lnTo>
                <a:lnTo>
                  <a:pt x="183" y="157"/>
                </a:lnTo>
                <a:lnTo>
                  <a:pt x="184" y="156"/>
                </a:lnTo>
                <a:lnTo>
                  <a:pt x="185" y="154"/>
                </a:lnTo>
                <a:lnTo>
                  <a:pt x="184" y="153"/>
                </a:lnTo>
                <a:lnTo>
                  <a:pt x="185" y="152"/>
                </a:lnTo>
                <a:lnTo>
                  <a:pt x="186" y="153"/>
                </a:lnTo>
                <a:lnTo>
                  <a:pt x="187" y="152"/>
                </a:lnTo>
                <a:lnTo>
                  <a:pt x="187" y="150"/>
                </a:lnTo>
                <a:lnTo>
                  <a:pt x="188" y="152"/>
                </a:lnTo>
                <a:lnTo>
                  <a:pt x="188" y="153"/>
                </a:lnTo>
                <a:lnTo>
                  <a:pt x="190" y="153"/>
                </a:lnTo>
                <a:lnTo>
                  <a:pt x="189" y="154"/>
                </a:lnTo>
                <a:lnTo>
                  <a:pt x="190" y="154"/>
                </a:lnTo>
                <a:lnTo>
                  <a:pt x="191" y="155"/>
                </a:lnTo>
                <a:lnTo>
                  <a:pt x="191" y="158"/>
                </a:lnTo>
                <a:lnTo>
                  <a:pt x="190" y="159"/>
                </a:lnTo>
                <a:lnTo>
                  <a:pt x="191" y="160"/>
                </a:lnTo>
                <a:lnTo>
                  <a:pt x="192" y="160"/>
                </a:lnTo>
                <a:lnTo>
                  <a:pt x="192" y="161"/>
                </a:lnTo>
                <a:lnTo>
                  <a:pt x="193" y="158"/>
                </a:lnTo>
                <a:lnTo>
                  <a:pt x="195" y="158"/>
                </a:lnTo>
                <a:lnTo>
                  <a:pt x="196" y="157"/>
                </a:lnTo>
                <a:lnTo>
                  <a:pt x="196" y="159"/>
                </a:lnTo>
                <a:lnTo>
                  <a:pt x="196" y="158"/>
                </a:lnTo>
                <a:lnTo>
                  <a:pt x="197" y="159"/>
                </a:lnTo>
                <a:lnTo>
                  <a:pt x="199" y="162"/>
                </a:lnTo>
                <a:lnTo>
                  <a:pt x="200" y="163"/>
                </a:lnTo>
                <a:lnTo>
                  <a:pt x="201" y="161"/>
                </a:lnTo>
                <a:lnTo>
                  <a:pt x="201" y="161"/>
                </a:lnTo>
                <a:lnTo>
                  <a:pt x="202" y="161"/>
                </a:lnTo>
                <a:lnTo>
                  <a:pt x="201" y="159"/>
                </a:lnTo>
                <a:lnTo>
                  <a:pt x="203" y="160"/>
                </a:lnTo>
                <a:lnTo>
                  <a:pt x="205" y="161"/>
                </a:lnTo>
                <a:lnTo>
                  <a:pt x="206" y="161"/>
                </a:lnTo>
                <a:lnTo>
                  <a:pt x="209" y="160"/>
                </a:lnTo>
                <a:lnTo>
                  <a:pt x="210" y="160"/>
                </a:lnTo>
                <a:lnTo>
                  <a:pt x="212" y="159"/>
                </a:lnTo>
                <a:lnTo>
                  <a:pt x="212" y="156"/>
                </a:lnTo>
                <a:lnTo>
                  <a:pt x="211" y="155"/>
                </a:lnTo>
                <a:lnTo>
                  <a:pt x="210" y="154"/>
                </a:lnTo>
                <a:lnTo>
                  <a:pt x="210" y="153"/>
                </a:lnTo>
                <a:lnTo>
                  <a:pt x="211" y="153"/>
                </a:lnTo>
                <a:lnTo>
                  <a:pt x="211" y="152"/>
                </a:lnTo>
                <a:lnTo>
                  <a:pt x="211" y="152"/>
                </a:lnTo>
                <a:lnTo>
                  <a:pt x="210" y="151"/>
                </a:lnTo>
                <a:lnTo>
                  <a:pt x="210" y="150"/>
                </a:lnTo>
                <a:lnTo>
                  <a:pt x="211" y="150"/>
                </a:lnTo>
                <a:lnTo>
                  <a:pt x="210" y="148"/>
                </a:lnTo>
                <a:lnTo>
                  <a:pt x="210" y="147"/>
                </a:lnTo>
                <a:lnTo>
                  <a:pt x="211" y="146"/>
                </a:lnTo>
                <a:lnTo>
                  <a:pt x="213" y="147"/>
                </a:lnTo>
                <a:lnTo>
                  <a:pt x="215" y="149"/>
                </a:lnTo>
                <a:lnTo>
                  <a:pt x="215" y="147"/>
                </a:lnTo>
                <a:lnTo>
                  <a:pt x="217" y="148"/>
                </a:lnTo>
                <a:lnTo>
                  <a:pt x="220" y="150"/>
                </a:lnTo>
                <a:lnTo>
                  <a:pt x="220" y="150"/>
                </a:lnTo>
                <a:lnTo>
                  <a:pt x="220" y="149"/>
                </a:lnTo>
                <a:lnTo>
                  <a:pt x="221" y="148"/>
                </a:lnTo>
                <a:lnTo>
                  <a:pt x="222" y="146"/>
                </a:lnTo>
                <a:lnTo>
                  <a:pt x="220" y="145"/>
                </a:lnTo>
                <a:lnTo>
                  <a:pt x="220" y="144"/>
                </a:lnTo>
                <a:lnTo>
                  <a:pt x="221" y="143"/>
                </a:lnTo>
                <a:lnTo>
                  <a:pt x="222" y="142"/>
                </a:lnTo>
                <a:lnTo>
                  <a:pt x="223" y="141"/>
                </a:lnTo>
                <a:lnTo>
                  <a:pt x="221" y="142"/>
                </a:lnTo>
                <a:lnTo>
                  <a:pt x="220" y="141"/>
                </a:lnTo>
                <a:lnTo>
                  <a:pt x="220" y="139"/>
                </a:lnTo>
                <a:lnTo>
                  <a:pt x="219" y="137"/>
                </a:lnTo>
                <a:lnTo>
                  <a:pt x="218" y="137"/>
                </a:lnTo>
                <a:lnTo>
                  <a:pt x="216" y="137"/>
                </a:lnTo>
                <a:lnTo>
                  <a:pt x="216" y="138"/>
                </a:lnTo>
                <a:lnTo>
                  <a:pt x="215" y="138"/>
                </a:lnTo>
                <a:lnTo>
                  <a:pt x="213" y="137"/>
                </a:lnTo>
                <a:lnTo>
                  <a:pt x="211" y="137"/>
                </a:lnTo>
                <a:lnTo>
                  <a:pt x="211" y="137"/>
                </a:lnTo>
                <a:lnTo>
                  <a:pt x="211" y="136"/>
                </a:lnTo>
                <a:lnTo>
                  <a:pt x="212" y="136"/>
                </a:lnTo>
                <a:lnTo>
                  <a:pt x="212" y="134"/>
                </a:lnTo>
                <a:lnTo>
                  <a:pt x="211" y="134"/>
                </a:lnTo>
                <a:lnTo>
                  <a:pt x="211" y="133"/>
                </a:lnTo>
                <a:lnTo>
                  <a:pt x="209" y="133"/>
                </a:lnTo>
                <a:lnTo>
                  <a:pt x="209" y="132"/>
                </a:lnTo>
                <a:lnTo>
                  <a:pt x="208" y="132"/>
                </a:lnTo>
                <a:lnTo>
                  <a:pt x="208" y="131"/>
                </a:lnTo>
                <a:lnTo>
                  <a:pt x="207" y="130"/>
                </a:lnTo>
                <a:lnTo>
                  <a:pt x="207" y="130"/>
                </a:lnTo>
                <a:lnTo>
                  <a:pt x="206" y="129"/>
                </a:lnTo>
                <a:lnTo>
                  <a:pt x="206" y="128"/>
                </a:lnTo>
                <a:lnTo>
                  <a:pt x="204" y="125"/>
                </a:lnTo>
                <a:lnTo>
                  <a:pt x="205" y="124"/>
                </a:lnTo>
                <a:lnTo>
                  <a:pt x="205" y="123"/>
                </a:lnTo>
                <a:lnTo>
                  <a:pt x="206" y="122"/>
                </a:lnTo>
                <a:lnTo>
                  <a:pt x="206" y="122"/>
                </a:lnTo>
                <a:lnTo>
                  <a:pt x="207" y="121"/>
                </a:lnTo>
                <a:lnTo>
                  <a:pt x="208" y="121"/>
                </a:lnTo>
                <a:lnTo>
                  <a:pt x="210" y="122"/>
                </a:lnTo>
                <a:lnTo>
                  <a:pt x="212" y="122"/>
                </a:lnTo>
                <a:lnTo>
                  <a:pt x="212" y="122"/>
                </a:lnTo>
                <a:lnTo>
                  <a:pt x="213" y="122"/>
                </a:lnTo>
                <a:lnTo>
                  <a:pt x="213" y="123"/>
                </a:lnTo>
                <a:lnTo>
                  <a:pt x="215" y="124"/>
                </a:lnTo>
                <a:lnTo>
                  <a:pt x="215" y="124"/>
                </a:lnTo>
                <a:lnTo>
                  <a:pt x="218" y="125"/>
                </a:lnTo>
                <a:lnTo>
                  <a:pt x="218" y="125"/>
                </a:lnTo>
                <a:lnTo>
                  <a:pt x="219" y="125"/>
                </a:lnTo>
                <a:lnTo>
                  <a:pt x="220" y="126"/>
                </a:lnTo>
                <a:lnTo>
                  <a:pt x="221" y="127"/>
                </a:lnTo>
                <a:lnTo>
                  <a:pt x="222" y="127"/>
                </a:lnTo>
                <a:lnTo>
                  <a:pt x="222" y="128"/>
                </a:lnTo>
                <a:lnTo>
                  <a:pt x="223" y="127"/>
                </a:lnTo>
                <a:lnTo>
                  <a:pt x="224" y="127"/>
                </a:lnTo>
                <a:lnTo>
                  <a:pt x="224" y="127"/>
                </a:lnTo>
                <a:lnTo>
                  <a:pt x="225" y="127"/>
                </a:lnTo>
                <a:lnTo>
                  <a:pt x="226" y="128"/>
                </a:lnTo>
                <a:lnTo>
                  <a:pt x="226" y="126"/>
                </a:lnTo>
                <a:lnTo>
                  <a:pt x="227" y="127"/>
                </a:lnTo>
                <a:lnTo>
                  <a:pt x="228" y="126"/>
                </a:lnTo>
                <a:lnTo>
                  <a:pt x="227" y="125"/>
                </a:lnTo>
                <a:lnTo>
                  <a:pt x="228" y="125"/>
                </a:lnTo>
                <a:lnTo>
                  <a:pt x="228" y="124"/>
                </a:lnTo>
                <a:lnTo>
                  <a:pt x="230" y="124"/>
                </a:lnTo>
                <a:lnTo>
                  <a:pt x="231" y="122"/>
                </a:lnTo>
                <a:lnTo>
                  <a:pt x="232" y="122"/>
                </a:lnTo>
                <a:lnTo>
                  <a:pt x="230" y="120"/>
                </a:lnTo>
                <a:lnTo>
                  <a:pt x="230" y="119"/>
                </a:lnTo>
                <a:lnTo>
                  <a:pt x="229" y="118"/>
                </a:lnTo>
                <a:lnTo>
                  <a:pt x="227" y="118"/>
                </a:lnTo>
                <a:lnTo>
                  <a:pt x="226" y="117"/>
                </a:lnTo>
                <a:lnTo>
                  <a:pt x="226" y="116"/>
                </a:lnTo>
                <a:lnTo>
                  <a:pt x="226" y="110"/>
                </a:lnTo>
                <a:lnTo>
                  <a:pt x="227" y="110"/>
                </a:lnTo>
                <a:lnTo>
                  <a:pt x="229" y="110"/>
                </a:lnTo>
                <a:lnTo>
                  <a:pt x="228" y="109"/>
                </a:lnTo>
                <a:lnTo>
                  <a:pt x="229" y="108"/>
                </a:lnTo>
                <a:lnTo>
                  <a:pt x="232" y="107"/>
                </a:lnTo>
                <a:lnTo>
                  <a:pt x="232" y="106"/>
                </a:lnTo>
                <a:lnTo>
                  <a:pt x="232" y="106"/>
                </a:lnTo>
                <a:lnTo>
                  <a:pt x="233" y="106"/>
                </a:lnTo>
                <a:lnTo>
                  <a:pt x="233" y="105"/>
                </a:lnTo>
                <a:lnTo>
                  <a:pt x="234" y="104"/>
                </a:lnTo>
                <a:lnTo>
                  <a:pt x="235" y="104"/>
                </a:lnTo>
                <a:lnTo>
                  <a:pt x="234" y="102"/>
                </a:lnTo>
                <a:lnTo>
                  <a:pt x="235" y="102"/>
                </a:lnTo>
                <a:lnTo>
                  <a:pt x="233" y="101"/>
                </a:lnTo>
                <a:lnTo>
                  <a:pt x="234" y="100"/>
                </a:lnTo>
                <a:lnTo>
                  <a:pt x="234" y="100"/>
                </a:lnTo>
                <a:lnTo>
                  <a:pt x="233" y="99"/>
                </a:lnTo>
                <a:lnTo>
                  <a:pt x="233" y="98"/>
                </a:lnTo>
                <a:lnTo>
                  <a:pt x="234" y="98"/>
                </a:lnTo>
                <a:lnTo>
                  <a:pt x="235" y="98"/>
                </a:lnTo>
                <a:lnTo>
                  <a:pt x="236" y="98"/>
                </a:lnTo>
                <a:lnTo>
                  <a:pt x="236" y="97"/>
                </a:lnTo>
                <a:lnTo>
                  <a:pt x="237" y="95"/>
                </a:lnTo>
                <a:lnTo>
                  <a:pt x="237" y="94"/>
                </a:lnTo>
                <a:lnTo>
                  <a:pt x="238" y="95"/>
                </a:lnTo>
                <a:lnTo>
                  <a:pt x="241" y="96"/>
                </a:lnTo>
                <a:lnTo>
                  <a:pt x="241" y="96"/>
                </a:lnTo>
                <a:lnTo>
                  <a:pt x="242" y="96"/>
                </a:lnTo>
                <a:lnTo>
                  <a:pt x="241" y="96"/>
                </a:lnTo>
                <a:lnTo>
                  <a:pt x="242" y="95"/>
                </a:lnTo>
                <a:lnTo>
                  <a:pt x="243" y="95"/>
                </a:lnTo>
                <a:lnTo>
                  <a:pt x="242" y="94"/>
                </a:lnTo>
                <a:lnTo>
                  <a:pt x="242" y="93"/>
                </a:lnTo>
                <a:lnTo>
                  <a:pt x="241" y="92"/>
                </a:lnTo>
                <a:lnTo>
                  <a:pt x="241" y="90"/>
                </a:lnTo>
                <a:lnTo>
                  <a:pt x="241" y="89"/>
                </a:lnTo>
                <a:lnTo>
                  <a:pt x="242" y="88"/>
                </a:lnTo>
                <a:lnTo>
                  <a:pt x="245" y="89"/>
                </a:lnTo>
                <a:lnTo>
                  <a:pt x="245" y="87"/>
                </a:lnTo>
                <a:lnTo>
                  <a:pt x="246" y="85"/>
                </a:lnTo>
                <a:lnTo>
                  <a:pt x="246" y="85"/>
                </a:lnTo>
                <a:lnTo>
                  <a:pt x="246" y="84"/>
                </a:lnTo>
                <a:lnTo>
                  <a:pt x="244" y="83"/>
                </a:lnTo>
                <a:lnTo>
                  <a:pt x="245" y="83"/>
                </a:lnTo>
                <a:lnTo>
                  <a:pt x="246" y="82"/>
                </a:lnTo>
                <a:lnTo>
                  <a:pt x="246" y="82"/>
                </a:lnTo>
                <a:lnTo>
                  <a:pt x="246" y="81"/>
                </a:lnTo>
                <a:lnTo>
                  <a:pt x="247" y="81"/>
                </a:lnTo>
                <a:lnTo>
                  <a:pt x="248" y="80"/>
                </a:lnTo>
                <a:lnTo>
                  <a:pt x="247" y="80"/>
                </a:lnTo>
                <a:lnTo>
                  <a:pt x="247" y="79"/>
                </a:lnTo>
                <a:lnTo>
                  <a:pt x="245" y="78"/>
                </a:lnTo>
                <a:lnTo>
                  <a:pt x="245" y="77"/>
                </a:lnTo>
                <a:lnTo>
                  <a:pt x="244" y="77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3850506" y="3512713"/>
            <a:ext cx="378367" cy="609235"/>
          </a:xfrm>
          <a:custGeom>
            <a:avLst/>
            <a:gdLst/>
            <a:ahLst/>
            <a:cxnLst/>
            <a:rect l="l" t="t" r="r" b="b"/>
            <a:pathLst>
              <a:path w="59" h="95">
                <a:moveTo>
                  <a:pt x="53" y="52"/>
                </a:moveTo>
                <a:lnTo>
                  <a:pt x="53" y="51"/>
                </a:lnTo>
                <a:lnTo>
                  <a:pt x="53" y="52"/>
                </a:lnTo>
                <a:lnTo>
                  <a:pt x="54" y="51"/>
                </a:lnTo>
                <a:lnTo>
                  <a:pt x="54" y="50"/>
                </a:lnTo>
                <a:lnTo>
                  <a:pt x="53" y="49"/>
                </a:lnTo>
                <a:lnTo>
                  <a:pt x="53" y="49"/>
                </a:lnTo>
                <a:lnTo>
                  <a:pt x="52" y="46"/>
                </a:lnTo>
                <a:lnTo>
                  <a:pt x="53" y="43"/>
                </a:lnTo>
                <a:lnTo>
                  <a:pt x="54" y="42"/>
                </a:lnTo>
                <a:lnTo>
                  <a:pt x="54" y="41"/>
                </a:lnTo>
                <a:lnTo>
                  <a:pt x="54" y="41"/>
                </a:lnTo>
                <a:lnTo>
                  <a:pt x="53" y="40"/>
                </a:lnTo>
                <a:lnTo>
                  <a:pt x="54" y="40"/>
                </a:lnTo>
                <a:lnTo>
                  <a:pt x="55" y="39"/>
                </a:lnTo>
                <a:lnTo>
                  <a:pt x="55" y="39"/>
                </a:lnTo>
                <a:lnTo>
                  <a:pt x="54" y="38"/>
                </a:lnTo>
                <a:lnTo>
                  <a:pt x="55" y="38"/>
                </a:lnTo>
                <a:lnTo>
                  <a:pt x="56" y="38"/>
                </a:lnTo>
                <a:lnTo>
                  <a:pt x="56" y="37"/>
                </a:lnTo>
                <a:lnTo>
                  <a:pt x="58" y="36"/>
                </a:lnTo>
                <a:lnTo>
                  <a:pt x="59" y="36"/>
                </a:lnTo>
                <a:lnTo>
                  <a:pt x="59" y="35"/>
                </a:lnTo>
                <a:lnTo>
                  <a:pt x="59" y="34"/>
                </a:lnTo>
                <a:lnTo>
                  <a:pt x="57" y="34"/>
                </a:lnTo>
                <a:lnTo>
                  <a:pt x="56" y="32"/>
                </a:lnTo>
                <a:lnTo>
                  <a:pt x="55" y="33"/>
                </a:lnTo>
                <a:lnTo>
                  <a:pt x="55" y="32"/>
                </a:lnTo>
                <a:lnTo>
                  <a:pt x="55" y="31"/>
                </a:lnTo>
                <a:lnTo>
                  <a:pt x="54" y="31"/>
                </a:lnTo>
                <a:lnTo>
                  <a:pt x="53" y="29"/>
                </a:lnTo>
                <a:lnTo>
                  <a:pt x="52" y="29"/>
                </a:lnTo>
                <a:lnTo>
                  <a:pt x="51" y="28"/>
                </a:lnTo>
                <a:lnTo>
                  <a:pt x="50" y="28"/>
                </a:lnTo>
                <a:lnTo>
                  <a:pt x="50" y="28"/>
                </a:lnTo>
                <a:lnTo>
                  <a:pt x="49" y="28"/>
                </a:lnTo>
                <a:lnTo>
                  <a:pt x="48" y="29"/>
                </a:lnTo>
                <a:lnTo>
                  <a:pt x="46" y="28"/>
                </a:lnTo>
                <a:lnTo>
                  <a:pt x="41" y="26"/>
                </a:lnTo>
                <a:lnTo>
                  <a:pt x="38" y="24"/>
                </a:lnTo>
                <a:lnTo>
                  <a:pt x="40" y="23"/>
                </a:lnTo>
                <a:lnTo>
                  <a:pt x="41" y="21"/>
                </a:lnTo>
                <a:lnTo>
                  <a:pt x="41" y="18"/>
                </a:lnTo>
                <a:lnTo>
                  <a:pt x="42" y="15"/>
                </a:lnTo>
                <a:lnTo>
                  <a:pt x="46" y="10"/>
                </a:lnTo>
                <a:lnTo>
                  <a:pt x="47" y="8"/>
                </a:lnTo>
                <a:lnTo>
                  <a:pt x="46" y="7"/>
                </a:lnTo>
                <a:lnTo>
                  <a:pt x="45" y="6"/>
                </a:lnTo>
                <a:lnTo>
                  <a:pt x="44" y="4"/>
                </a:lnTo>
                <a:lnTo>
                  <a:pt x="43" y="4"/>
                </a:lnTo>
                <a:lnTo>
                  <a:pt x="44" y="1"/>
                </a:lnTo>
                <a:lnTo>
                  <a:pt x="43" y="0"/>
                </a:lnTo>
                <a:lnTo>
                  <a:pt x="43" y="0"/>
                </a:lnTo>
                <a:lnTo>
                  <a:pt x="41" y="1"/>
                </a:lnTo>
                <a:lnTo>
                  <a:pt x="40" y="0"/>
                </a:lnTo>
                <a:lnTo>
                  <a:pt x="39" y="2"/>
                </a:lnTo>
                <a:lnTo>
                  <a:pt x="39" y="3"/>
                </a:lnTo>
                <a:lnTo>
                  <a:pt x="37" y="2"/>
                </a:lnTo>
                <a:lnTo>
                  <a:pt x="35" y="3"/>
                </a:lnTo>
                <a:lnTo>
                  <a:pt x="35" y="5"/>
                </a:lnTo>
                <a:lnTo>
                  <a:pt x="34" y="6"/>
                </a:lnTo>
                <a:lnTo>
                  <a:pt x="33" y="5"/>
                </a:lnTo>
                <a:lnTo>
                  <a:pt x="32" y="5"/>
                </a:lnTo>
                <a:lnTo>
                  <a:pt x="31" y="7"/>
                </a:lnTo>
                <a:lnTo>
                  <a:pt x="31" y="9"/>
                </a:lnTo>
                <a:lnTo>
                  <a:pt x="31" y="10"/>
                </a:lnTo>
                <a:lnTo>
                  <a:pt x="29" y="11"/>
                </a:lnTo>
                <a:lnTo>
                  <a:pt x="30" y="12"/>
                </a:lnTo>
                <a:lnTo>
                  <a:pt x="28" y="14"/>
                </a:lnTo>
                <a:lnTo>
                  <a:pt x="28" y="16"/>
                </a:lnTo>
                <a:lnTo>
                  <a:pt x="27" y="17"/>
                </a:lnTo>
                <a:lnTo>
                  <a:pt x="28" y="18"/>
                </a:lnTo>
                <a:lnTo>
                  <a:pt x="27" y="19"/>
                </a:lnTo>
                <a:lnTo>
                  <a:pt x="27" y="19"/>
                </a:lnTo>
                <a:lnTo>
                  <a:pt x="27" y="21"/>
                </a:lnTo>
                <a:lnTo>
                  <a:pt x="27" y="22"/>
                </a:lnTo>
                <a:lnTo>
                  <a:pt x="27" y="22"/>
                </a:lnTo>
                <a:lnTo>
                  <a:pt x="27" y="23"/>
                </a:lnTo>
                <a:lnTo>
                  <a:pt x="27" y="23"/>
                </a:lnTo>
                <a:lnTo>
                  <a:pt x="28" y="25"/>
                </a:lnTo>
                <a:lnTo>
                  <a:pt x="27" y="26"/>
                </a:lnTo>
                <a:lnTo>
                  <a:pt x="26" y="27"/>
                </a:lnTo>
                <a:lnTo>
                  <a:pt x="26" y="29"/>
                </a:lnTo>
                <a:lnTo>
                  <a:pt x="27" y="32"/>
                </a:lnTo>
                <a:lnTo>
                  <a:pt x="26" y="33"/>
                </a:lnTo>
                <a:lnTo>
                  <a:pt x="27" y="35"/>
                </a:lnTo>
                <a:lnTo>
                  <a:pt x="26" y="36"/>
                </a:lnTo>
                <a:lnTo>
                  <a:pt x="24" y="37"/>
                </a:lnTo>
                <a:lnTo>
                  <a:pt x="23" y="37"/>
                </a:lnTo>
                <a:lnTo>
                  <a:pt x="23" y="39"/>
                </a:lnTo>
                <a:lnTo>
                  <a:pt x="18" y="39"/>
                </a:lnTo>
                <a:lnTo>
                  <a:pt x="14" y="40"/>
                </a:lnTo>
                <a:lnTo>
                  <a:pt x="13" y="41"/>
                </a:lnTo>
                <a:lnTo>
                  <a:pt x="10" y="42"/>
                </a:lnTo>
                <a:lnTo>
                  <a:pt x="9" y="42"/>
                </a:lnTo>
                <a:lnTo>
                  <a:pt x="2" y="43"/>
                </a:lnTo>
                <a:lnTo>
                  <a:pt x="2" y="44"/>
                </a:lnTo>
                <a:lnTo>
                  <a:pt x="0" y="45"/>
                </a:lnTo>
                <a:lnTo>
                  <a:pt x="0" y="45"/>
                </a:lnTo>
                <a:lnTo>
                  <a:pt x="1" y="45"/>
                </a:lnTo>
                <a:lnTo>
                  <a:pt x="2" y="44"/>
                </a:lnTo>
                <a:lnTo>
                  <a:pt x="3" y="45"/>
                </a:lnTo>
                <a:lnTo>
                  <a:pt x="4" y="45"/>
                </a:lnTo>
                <a:lnTo>
                  <a:pt x="7" y="45"/>
                </a:lnTo>
                <a:lnTo>
                  <a:pt x="6" y="46"/>
                </a:lnTo>
                <a:lnTo>
                  <a:pt x="7" y="47"/>
                </a:lnTo>
                <a:lnTo>
                  <a:pt x="6" y="48"/>
                </a:lnTo>
                <a:lnTo>
                  <a:pt x="6" y="48"/>
                </a:lnTo>
                <a:lnTo>
                  <a:pt x="5" y="49"/>
                </a:lnTo>
                <a:lnTo>
                  <a:pt x="6" y="50"/>
                </a:lnTo>
                <a:lnTo>
                  <a:pt x="7" y="50"/>
                </a:lnTo>
                <a:lnTo>
                  <a:pt x="8" y="49"/>
                </a:lnTo>
                <a:lnTo>
                  <a:pt x="10" y="50"/>
                </a:lnTo>
                <a:lnTo>
                  <a:pt x="11" y="52"/>
                </a:lnTo>
                <a:lnTo>
                  <a:pt x="12" y="53"/>
                </a:lnTo>
                <a:lnTo>
                  <a:pt x="12" y="54"/>
                </a:lnTo>
                <a:lnTo>
                  <a:pt x="12" y="54"/>
                </a:lnTo>
                <a:lnTo>
                  <a:pt x="13" y="54"/>
                </a:lnTo>
                <a:lnTo>
                  <a:pt x="13" y="54"/>
                </a:lnTo>
                <a:lnTo>
                  <a:pt x="15" y="55"/>
                </a:lnTo>
                <a:lnTo>
                  <a:pt x="16" y="56"/>
                </a:lnTo>
                <a:lnTo>
                  <a:pt x="16" y="57"/>
                </a:lnTo>
                <a:lnTo>
                  <a:pt x="17" y="57"/>
                </a:lnTo>
                <a:lnTo>
                  <a:pt x="18" y="59"/>
                </a:lnTo>
                <a:lnTo>
                  <a:pt x="18" y="60"/>
                </a:lnTo>
                <a:lnTo>
                  <a:pt x="18" y="60"/>
                </a:lnTo>
                <a:lnTo>
                  <a:pt x="17" y="60"/>
                </a:lnTo>
                <a:lnTo>
                  <a:pt x="16" y="61"/>
                </a:lnTo>
                <a:lnTo>
                  <a:pt x="16" y="61"/>
                </a:lnTo>
                <a:lnTo>
                  <a:pt x="16" y="62"/>
                </a:lnTo>
                <a:lnTo>
                  <a:pt x="16" y="63"/>
                </a:lnTo>
                <a:lnTo>
                  <a:pt x="17" y="64"/>
                </a:lnTo>
                <a:lnTo>
                  <a:pt x="17" y="65"/>
                </a:lnTo>
                <a:lnTo>
                  <a:pt x="17" y="65"/>
                </a:lnTo>
                <a:lnTo>
                  <a:pt x="17" y="65"/>
                </a:lnTo>
                <a:lnTo>
                  <a:pt x="18" y="65"/>
                </a:lnTo>
                <a:lnTo>
                  <a:pt x="19" y="66"/>
                </a:lnTo>
                <a:lnTo>
                  <a:pt x="19" y="67"/>
                </a:lnTo>
                <a:lnTo>
                  <a:pt x="20" y="68"/>
                </a:lnTo>
                <a:lnTo>
                  <a:pt x="20" y="69"/>
                </a:lnTo>
                <a:lnTo>
                  <a:pt x="21" y="71"/>
                </a:lnTo>
                <a:lnTo>
                  <a:pt x="21" y="72"/>
                </a:lnTo>
                <a:lnTo>
                  <a:pt x="22" y="74"/>
                </a:lnTo>
                <a:lnTo>
                  <a:pt x="21" y="75"/>
                </a:lnTo>
                <a:lnTo>
                  <a:pt x="20" y="75"/>
                </a:lnTo>
                <a:lnTo>
                  <a:pt x="19" y="77"/>
                </a:lnTo>
                <a:lnTo>
                  <a:pt x="18" y="79"/>
                </a:lnTo>
                <a:lnTo>
                  <a:pt x="19" y="80"/>
                </a:lnTo>
                <a:lnTo>
                  <a:pt x="20" y="81"/>
                </a:lnTo>
                <a:lnTo>
                  <a:pt x="19" y="81"/>
                </a:lnTo>
                <a:lnTo>
                  <a:pt x="19" y="82"/>
                </a:lnTo>
                <a:lnTo>
                  <a:pt x="20" y="81"/>
                </a:lnTo>
                <a:lnTo>
                  <a:pt x="20" y="82"/>
                </a:lnTo>
                <a:lnTo>
                  <a:pt x="20" y="82"/>
                </a:lnTo>
                <a:lnTo>
                  <a:pt x="21" y="84"/>
                </a:lnTo>
                <a:lnTo>
                  <a:pt x="23" y="84"/>
                </a:lnTo>
                <a:lnTo>
                  <a:pt x="24" y="83"/>
                </a:lnTo>
                <a:lnTo>
                  <a:pt x="26" y="84"/>
                </a:lnTo>
                <a:lnTo>
                  <a:pt x="26" y="84"/>
                </a:lnTo>
                <a:lnTo>
                  <a:pt x="26" y="84"/>
                </a:lnTo>
                <a:lnTo>
                  <a:pt x="25" y="84"/>
                </a:lnTo>
                <a:lnTo>
                  <a:pt x="25" y="85"/>
                </a:lnTo>
                <a:lnTo>
                  <a:pt x="25" y="85"/>
                </a:lnTo>
                <a:lnTo>
                  <a:pt x="26" y="86"/>
                </a:lnTo>
                <a:lnTo>
                  <a:pt x="26" y="86"/>
                </a:lnTo>
                <a:lnTo>
                  <a:pt x="27" y="87"/>
                </a:lnTo>
                <a:lnTo>
                  <a:pt x="27" y="87"/>
                </a:lnTo>
                <a:lnTo>
                  <a:pt x="28" y="89"/>
                </a:lnTo>
                <a:lnTo>
                  <a:pt x="28" y="88"/>
                </a:lnTo>
                <a:lnTo>
                  <a:pt x="29" y="88"/>
                </a:lnTo>
                <a:lnTo>
                  <a:pt x="31" y="88"/>
                </a:lnTo>
                <a:lnTo>
                  <a:pt x="31" y="89"/>
                </a:lnTo>
                <a:lnTo>
                  <a:pt x="32" y="88"/>
                </a:lnTo>
                <a:lnTo>
                  <a:pt x="32" y="90"/>
                </a:lnTo>
                <a:lnTo>
                  <a:pt x="33" y="92"/>
                </a:lnTo>
                <a:lnTo>
                  <a:pt x="34" y="90"/>
                </a:lnTo>
                <a:lnTo>
                  <a:pt x="34" y="91"/>
                </a:lnTo>
                <a:lnTo>
                  <a:pt x="35" y="91"/>
                </a:lnTo>
                <a:lnTo>
                  <a:pt x="35" y="92"/>
                </a:lnTo>
                <a:lnTo>
                  <a:pt x="37" y="95"/>
                </a:lnTo>
                <a:lnTo>
                  <a:pt x="37" y="94"/>
                </a:lnTo>
                <a:lnTo>
                  <a:pt x="38" y="94"/>
                </a:lnTo>
                <a:lnTo>
                  <a:pt x="39" y="93"/>
                </a:lnTo>
                <a:lnTo>
                  <a:pt x="40" y="92"/>
                </a:lnTo>
                <a:lnTo>
                  <a:pt x="39" y="89"/>
                </a:lnTo>
                <a:lnTo>
                  <a:pt x="39" y="89"/>
                </a:lnTo>
                <a:lnTo>
                  <a:pt x="39" y="88"/>
                </a:lnTo>
                <a:lnTo>
                  <a:pt x="39" y="87"/>
                </a:lnTo>
                <a:lnTo>
                  <a:pt x="39" y="87"/>
                </a:lnTo>
                <a:lnTo>
                  <a:pt x="38" y="84"/>
                </a:lnTo>
                <a:lnTo>
                  <a:pt x="40" y="83"/>
                </a:lnTo>
                <a:lnTo>
                  <a:pt x="41" y="83"/>
                </a:lnTo>
                <a:lnTo>
                  <a:pt x="42" y="83"/>
                </a:lnTo>
                <a:lnTo>
                  <a:pt x="42" y="84"/>
                </a:lnTo>
                <a:lnTo>
                  <a:pt x="42" y="84"/>
                </a:lnTo>
                <a:lnTo>
                  <a:pt x="43" y="83"/>
                </a:lnTo>
                <a:lnTo>
                  <a:pt x="44" y="84"/>
                </a:lnTo>
                <a:lnTo>
                  <a:pt x="44" y="83"/>
                </a:lnTo>
                <a:lnTo>
                  <a:pt x="45" y="84"/>
                </a:lnTo>
                <a:lnTo>
                  <a:pt x="45" y="83"/>
                </a:lnTo>
                <a:lnTo>
                  <a:pt x="46" y="83"/>
                </a:lnTo>
                <a:lnTo>
                  <a:pt x="46" y="82"/>
                </a:lnTo>
                <a:lnTo>
                  <a:pt x="47" y="83"/>
                </a:lnTo>
                <a:lnTo>
                  <a:pt x="47" y="81"/>
                </a:lnTo>
                <a:lnTo>
                  <a:pt x="46" y="80"/>
                </a:lnTo>
                <a:lnTo>
                  <a:pt x="47" y="79"/>
                </a:lnTo>
                <a:lnTo>
                  <a:pt x="47" y="79"/>
                </a:lnTo>
                <a:lnTo>
                  <a:pt x="47" y="78"/>
                </a:lnTo>
                <a:lnTo>
                  <a:pt x="47" y="78"/>
                </a:lnTo>
                <a:lnTo>
                  <a:pt x="48" y="77"/>
                </a:lnTo>
                <a:lnTo>
                  <a:pt x="47" y="77"/>
                </a:lnTo>
                <a:lnTo>
                  <a:pt x="48" y="75"/>
                </a:lnTo>
                <a:lnTo>
                  <a:pt x="47" y="74"/>
                </a:lnTo>
                <a:lnTo>
                  <a:pt x="47" y="74"/>
                </a:lnTo>
                <a:lnTo>
                  <a:pt x="45" y="72"/>
                </a:lnTo>
                <a:lnTo>
                  <a:pt x="44" y="72"/>
                </a:lnTo>
                <a:lnTo>
                  <a:pt x="43" y="72"/>
                </a:lnTo>
                <a:lnTo>
                  <a:pt x="43" y="71"/>
                </a:lnTo>
                <a:lnTo>
                  <a:pt x="42" y="71"/>
                </a:lnTo>
                <a:lnTo>
                  <a:pt x="40" y="71"/>
                </a:lnTo>
                <a:lnTo>
                  <a:pt x="40" y="71"/>
                </a:lnTo>
                <a:lnTo>
                  <a:pt x="39" y="71"/>
                </a:lnTo>
                <a:lnTo>
                  <a:pt x="39" y="70"/>
                </a:lnTo>
                <a:lnTo>
                  <a:pt x="39" y="70"/>
                </a:lnTo>
                <a:lnTo>
                  <a:pt x="39" y="69"/>
                </a:lnTo>
                <a:lnTo>
                  <a:pt x="39" y="68"/>
                </a:lnTo>
                <a:lnTo>
                  <a:pt x="40" y="66"/>
                </a:lnTo>
                <a:lnTo>
                  <a:pt x="37" y="65"/>
                </a:lnTo>
                <a:lnTo>
                  <a:pt x="37" y="64"/>
                </a:lnTo>
                <a:lnTo>
                  <a:pt x="37" y="65"/>
                </a:lnTo>
                <a:lnTo>
                  <a:pt x="37" y="64"/>
                </a:lnTo>
                <a:lnTo>
                  <a:pt x="38" y="64"/>
                </a:lnTo>
                <a:lnTo>
                  <a:pt x="39" y="64"/>
                </a:lnTo>
                <a:lnTo>
                  <a:pt x="38" y="63"/>
                </a:lnTo>
                <a:lnTo>
                  <a:pt x="39" y="63"/>
                </a:lnTo>
                <a:lnTo>
                  <a:pt x="39" y="62"/>
                </a:lnTo>
                <a:lnTo>
                  <a:pt x="40" y="61"/>
                </a:lnTo>
                <a:lnTo>
                  <a:pt x="39" y="61"/>
                </a:lnTo>
                <a:lnTo>
                  <a:pt x="41" y="60"/>
                </a:lnTo>
                <a:lnTo>
                  <a:pt x="42" y="61"/>
                </a:lnTo>
                <a:lnTo>
                  <a:pt x="41" y="60"/>
                </a:lnTo>
                <a:lnTo>
                  <a:pt x="42" y="58"/>
                </a:lnTo>
                <a:lnTo>
                  <a:pt x="41" y="57"/>
                </a:lnTo>
                <a:lnTo>
                  <a:pt x="41" y="57"/>
                </a:lnTo>
                <a:lnTo>
                  <a:pt x="41" y="56"/>
                </a:lnTo>
                <a:lnTo>
                  <a:pt x="40" y="56"/>
                </a:lnTo>
                <a:lnTo>
                  <a:pt x="40" y="55"/>
                </a:lnTo>
                <a:lnTo>
                  <a:pt x="41" y="56"/>
                </a:lnTo>
                <a:lnTo>
                  <a:pt x="41" y="55"/>
                </a:lnTo>
                <a:lnTo>
                  <a:pt x="42" y="55"/>
                </a:lnTo>
                <a:lnTo>
                  <a:pt x="42" y="54"/>
                </a:lnTo>
                <a:lnTo>
                  <a:pt x="41" y="51"/>
                </a:lnTo>
                <a:lnTo>
                  <a:pt x="42" y="52"/>
                </a:lnTo>
                <a:lnTo>
                  <a:pt x="42" y="51"/>
                </a:lnTo>
                <a:lnTo>
                  <a:pt x="44" y="52"/>
                </a:lnTo>
                <a:lnTo>
                  <a:pt x="44" y="52"/>
                </a:lnTo>
                <a:lnTo>
                  <a:pt x="44" y="51"/>
                </a:lnTo>
                <a:lnTo>
                  <a:pt x="46" y="52"/>
                </a:lnTo>
                <a:lnTo>
                  <a:pt x="46" y="52"/>
                </a:lnTo>
                <a:lnTo>
                  <a:pt x="46" y="51"/>
                </a:lnTo>
                <a:lnTo>
                  <a:pt x="48" y="52"/>
                </a:lnTo>
                <a:lnTo>
                  <a:pt x="48" y="52"/>
                </a:lnTo>
                <a:lnTo>
                  <a:pt x="48" y="51"/>
                </a:lnTo>
                <a:lnTo>
                  <a:pt x="50" y="52"/>
                </a:lnTo>
                <a:lnTo>
                  <a:pt x="51" y="51"/>
                </a:lnTo>
                <a:lnTo>
                  <a:pt x="52" y="52"/>
                </a:lnTo>
                <a:close/>
              </a:path>
            </a:pathLst>
          </a:custGeom>
          <a:solidFill>
            <a:srgbClr val="D9E6F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502920" y="1941528"/>
            <a:ext cx="2520309" cy="1949552"/>
          </a:xfrm>
          <a:custGeom>
            <a:avLst/>
            <a:gdLst/>
            <a:ahLst/>
            <a:cxnLst/>
            <a:rect l="l" t="t" r="r" b="b"/>
            <a:pathLst>
              <a:path w="393" h="304">
                <a:moveTo>
                  <a:pt x="393" y="163"/>
                </a:moveTo>
                <a:lnTo>
                  <a:pt x="393" y="159"/>
                </a:lnTo>
                <a:lnTo>
                  <a:pt x="386" y="151"/>
                </a:lnTo>
                <a:lnTo>
                  <a:pt x="386" y="150"/>
                </a:lnTo>
                <a:lnTo>
                  <a:pt x="386" y="147"/>
                </a:lnTo>
                <a:lnTo>
                  <a:pt x="384" y="142"/>
                </a:lnTo>
                <a:lnTo>
                  <a:pt x="383" y="136"/>
                </a:lnTo>
                <a:lnTo>
                  <a:pt x="381" y="133"/>
                </a:lnTo>
                <a:lnTo>
                  <a:pt x="378" y="132"/>
                </a:lnTo>
                <a:lnTo>
                  <a:pt x="379" y="128"/>
                </a:lnTo>
                <a:lnTo>
                  <a:pt x="380" y="127"/>
                </a:lnTo>
                <a:lnTo>
                  <a:pt x="380" y="126"/>
                </a:lnTo>
                <a:lnTo>
                  <a:pt x="380" y="126"/>
                </a:lnTo>
                <a:lnTo>
                  <a:pt x="373" y="126"/>
                </a:lnTo>
                <a:lnTo>
                  <a:pt x="373" y="125"/>
                </a:lnTo>
                <a:lnTo>
                  <a:pt x="369" y="124"/>
                </a:lnTo>
                <a:lnTo>
                  <a:pt x="368" y="121"/>
                </a:lnTo>
                <a:lnTo>
                  <a:pt x="366" y="120"/>
                </a:lnTo>
                <a:lnTo>
                  <a:pt x="364" y="119"/>
                </a:lnTo>
                <a:lnTo>
                  <a:pt x="364" y="118"/>
                </a:lnTo>
                <a:lnTo>
                  <a:pt x="363" y="117"/>
                </a:lnTo>
                <a:lnTo>
                  <a:pt x="362" y="116"/>
                </a:lnTo>
                <a:lnTo>
                  <a:pt x="355" y="110"/>
                </a:lnTo>
                <a:lnTo>
                  <a:pt x="355" y="110"/>
                </a:lnTo>
                <a:lnTo>
                  <a:pt x="352" y="108"/>
                </a:lnTo>
                <a:lnTo>
                  <a:pt x="350" y="108"/>
                </a:lnTo>
                <a:lnTo>
                  <a:pt x="349" y="107"/>
                </a:lnTo>
                <a:lnTo>
                  <a:pt x="348" y="107"/>
                </a:lnTo>
                <a:lnTo>
                  <a:pt x="348" y="107"/>
                </a:lnTo>
                <a:lnTo>
                  <a:pt x="346" y="106"/>
                </a:lnTo>
                <a:lnTo>
                  <a:pt x="343" y="106"/>
                </a:lnTo>
                <a:lnTo>
                  <a:pt x="342" y="105"/>
                </a:lnTo>
                <a:lnTo>
                  <a:pt x="340" y="104"/>
                </a:lnTo>
                <a:lnTo>
                  <a:pt x="336" y="105"/>
                </a:lnTo>
                <a:lnTo>
                  <a:pt x="333" y="104"/>
                </a:lnTo>
                <a:lnTo>
                  <a:pt x="332" y="104"/>
                </a:lnTo>
                <a:lnTo>
                  <a:pt x="329" y="102"/>
                </a:lnTo>
                <a:lnTo>
                  <a:pt x="323" y="102"/>
                </a:lnTo>
                <a:lnTo>
                  <a:pt x="321" y="101"/>
                </a:lnTo>
                <a:lnTo>
                  <a:pt x="320" y="101"/>
                </a:lnTo>
                <a:lnTo>
                  <a:pt x="319" y="99"/>
                </a:lnTo>
                <a:lnTo>
                  <a:pt x="318" y="100"/>
                </a:lnTo>
                <a:lnTo>
                  <a:pt x="316" y="99"/>
                </a:lnTo>
                <a:lnTo>
                  <a:pt x="315" y="97"/>
                </a:lnTo>
                <a:lnTo>
                  <a:pt x="313" y="97"/>
                </a:lnTo>
                <a:lnTo>
                  <a:pt x="311" y="97"/>
                </a:lnTo>
                <a:lnTo>
                  <a:pt x="310" y="97"/>
                </a:lnTo>
                <a:lnTo>
                  <a:pt x="311" y="96"/>
                </a:lnTo>
                <a:lnTo>
                  <a:pt x="311" y="95"/>
                </a:lnTo>
                <a:lnTo>
                  <a:pt x="310" y="95"/>
                </a:lnTo>
                <a:lnTo>
                  <a:pt x="310" y="94"/>
                </a:lnTo>
                <a:lnTo>
                  <a:pt x="310" y="92"/>
                </a:lnTo>
                <a:lnTo>
                  <a:pt x="308" y="90"/>
                </a:lnTo>
                <a:lnTo>
                  <a:pt x="309" y="88"/>
                </a:lnTo>
                <a:lnTo>
                  <a:pt x="310" y="85"/>
                </a:lnTo>
                <a:lnTo>
                  <a:pt x="313" y="81"/>
                </a:lnTo>
                <a:lnTo>
                  <a:pt x="316" y="79"/>
                </a:lnTo>
                <a:lnTo>
                  <a:pt x="316" y="77"/>
                </a:lnTo>
                <a:lnTo>
                  <a:pt x="315" y="72"/>
                </a:lnTo>
                <a:lnTo>
                  <a:pt x="316" y="71"/>
                </a:lnTo>
                <a:lnTo>
                  <a:pt x="318" y="67"/>
                </a:lnTo>
                <a:lnTo>
                  <a:pt x="318" y="67"/>
                </a:lnTo>
                <a:lnTo>
                  <a:pt x="317" y="67"/>
                </a:lnTo>
                <a:lnTo>
                  <a:pt x="318" y="64"/>
                </a:lnTo>
                <a:lnTo>
                  <a:pt x="317" y="61"/>
                </a:lnTo>
                <a:lnTo>
                  <a:pt x="317" y="60"/>
                </a:lnTo>
                <a:lnTo>
                  <a:pt x="317" y="60"/>
                </a:lnTo>
                <a:lnTo>
                  <a:pt x="317" y="58"/>
                </a:lnTo>
                <a:lnTo>
                  <a:pt x="316" y="57"/>
                </a:lnTo>
                <a:lnTo>
                  <a:pt x="315" y="57"/>
                </a:lnTo>
                <a:lnTo>
                  <a:pt x="312" y="52"/>
                </a:lnTo>
                <a:lnTo>
                  <a:pt x="311" y="49"/>
                </a:lnTo>
                <a:lnTo>
                  <a:pt x="312" y="48"/>
                </a:lnTo>
                <a:lnTo>
                  <a:pt x="311" y="47"/>
                </a:lnTo>
                <a:lnTo>
                  <a:pt x="312" y="45"/>
                </a:lnTo>
                <a:lnTo>
                  <a:pt x="311" y="44"/>
                </a:lnTo>
                <a:lnTo>
                  <a:pt x="310" y="42"/>
                </a:lnTo>
                <a:lnTo>
                  <a:pt x="311" y="42"/>
                </a:lnTo>
                <a:lnTo>
                  <a:pt x="310" y="41"/>
                </a:lnTo>
                <a:lnTo>
                  <a:pt x="307" y="39"/>
                </a:lnTo>
                <a:lnTo>
                  <a:pt x="307" y="38"/>
                </a:lnTo>
                <a:lnTo>
                  <a:pt x="307" y="36"/>
                </a:lnTo>
                <a:lnTo>
                  <a:pt x="307" y="36"/>
                </a:lnTo>
                <a:lnTo>
                  <a:pt x="305" y="35"/>
                </a:lnTo>
                <a:lnTo>
                  <a:pt x="305" y="36"/>
                </a:lnTo>
                <a:lnTo>
                  <a:pt x="302" y="36"/>
                </a:lnTo>
                <a:lnTo>
                  <a:pt x="302" y="35"/>
                </a:lnTo>
                <a:lnTo>
                  <a:pt x="301" y="34"/>
                </a:lnTo>
                <a:lnTo>
                  <a:pt x="301" y="33"/>
                </a:lnTo>
                <a:lnTo>
                  <a:pt x="300" y="33"/>
                </a:lnTo>
                <a:lnTo>
                  <a:pt x="300" y="32"/>
                </a:lnTo>
                <a:lnTo>
                  <a:pt x="300" y="31"/>
                </a:lnTo>
                <a:lnTo>
                  <a:pt x="299" y="31"/>
                </a:lnTo>
                <a:lnTo>
                  <a:pt x="297" y="31"/>
                </a:lnTo>
                <a:lnTo>
                  <a:pt x="295" y="32"/>
                </a:lnTo>
                <a:lnTo>
                  <a:pt x="294" y="31"/>
                </a:lnTo>
                <a:lnTo>
                  <a:pt x="292" y="31"/>
                </a:lnTo>
                <a:lnTo>
                  <a:pt x="292" y="30"/>
                </a:lnTo>
                <a:lnTo>
                  <a:pt x="291" y="28"/>
                </a:lnTo>
                <a:lnTo>
                  <a:pt x="289" y="28"/>
                </a:lnTo>
                <a:lnTo>
                  <a:pt x="287" y="26"/>
                </a:lnTo>
                <a:lnTo>
                  <a:pt x="286" y="26"/>
                </a:lnTo>
                <a:lnTo>
                  <a:pt x="286" y="23"/>
                </a:lnTo>
                <a:lnTo>
                  <a:pt x="287" y="22"/>
                </a:lnTo>
                <a:lnTo>
                  <a:pt x="286" y="22"/>
                </a:lnTo>
                <a:lnTo>
                  <a:pt x="286" y="21"/>
                </a:lnTo>
                <a:lnTo>
                  <a:pt x="286" y="21"/>
                </a:lnTo>
                <a:lnTo>
                  <a:pt x="286" y="21"/>
                </a:lnTo>
                <a:lnTo>
                  <a:pt x="284" y="21"/>
                </a:lnTo>
                <a:lnTo>
                  <a:pt x="283" y="20"/>
                </a:lnTo>
                <a:lnTo>
                  <a:pt x="283" y="19"/>
                </a:lnTo>
                <a:lnTo>
                  <a:pt x="283" y="18"/>
                </a:lnTo>
                <a:lnTo>
                  <a:pt x="281" y="18"/>
                </a:lnTo>
                <a:lnTo>
                  <a:pt x="280" y="16"/>
                </a:lnTo>
                <a:lnTo>
                  <a:pt x="279" y="16"/>
                </a:lnTo>
                <a:lnTo>
                  <a:pt x="278" y="15"/>
                </a:lnTo>
                <a:lnTo>
                  <a:pt x="278" y="15"/>
                </a:lnTo>
                <a:lnTo>
                  <a:pt x="279" y="15"/>
                </a:lnTo>
                <a:lnTo>
                  <a:pt x="279" y="14"/>
                </a:lnTo>
                <a:lnTo>
                  <a:pt x="280" y="13"/>
                </a:lnTo>
                <a:lnTo>
                  <a:pt x="280" y="13"/>
                </a:lnTo>
                <a:lnTo>
                  <a:pt x="280" y="13"/>
                </a:lnTo>
                <a:lnTo>
                  <a:pt x="279" y="12"/>
                </a:lnTo>
                <a:lnTo>
                  <a:pt x="279" y="11"/>
                </a:lnTo>
                <a:lnTo>
                  <a:pt x="278" y="11"/>
                </a:lnTo>
                <a:lnTo>
                  <a:pt x="277" y="10"/>
                </a:lnTo>
                <a:lnTo>
                  <a:pt x="277" y="10"/>
                </a:lnTo>
                <a:lnTo>
                  <a:pt x="276" y="9"/>
                </a:lnTo>
                <a:lnTo>
                  <a:pt x="277" y="10"/>
                </a:lnTo>
                <a:lnTo>
                  <a:pt x="276" y="8"/>
                </a:lnTo>
                <a:lnTo>
                  <a:pt x="276" y="8"/>
                </a:lnTo>
                <a:lnTo>
                  <a:pt x="276" y="7"/>
                </a:lnTo>
                <a:lnTo>
                  <a:pt x="278" y="7"/>
                </a:lnTo>
                <a:lnTo>
                  <a:pt x="278" y="7"/>
                </a:lnTo>
                <a:lnTo>
                  <a:pt x="279" y="6"/>
                </a:lnTo>
                <a:lnTo>
                  <a:pt x="278" y="5"/>
                </a:lnTo>
                <a:lnTo>
                  <a:pt x="278" y="3"/>
                </a:lnTo>
                <a:lnTo>
                  <a:pt x="278" y="3"/>
                </a:lnTo>
                <a:lnTo>
                  <a:pt x="278" y="2"/>
                </a:lnTo>
                <a:lnTo>
                  <a:pt x="278" y="2"/>
                </a:lnTo>
                <a:lnTo>
                  <a:pt x="276" y="2"/>
                </a:lnTo>
                <a:lnTo>
                  <a:pt x="276" y="2"/>
                </a:lnTo>
                <a:lnTo>
                  <a:pt x="273" y="2"/>
                </a:lnTo>
                <a:lnTo>
                  <a:pt x="273" y="2"/>
                </a:lnTo>
                <a:lnTo>
                  <a:pt x="273" y="3"/>
                </a:lnTo>
                <a:lnTo>
                  <a:pt x="272" y="3"/>
                </a:lnTo>
                <a:lnTo>
                  <a:pt x="267" y="0"/>
                </a:lnTo>
                <a:lnTo>
                  <a:pt x="267" y="1"/>
                </a:lnTo>
                <a:lnTo>
                  <a:pt x="264" y="0"/>
                </a:lnTo>
                <a:lnTo>
                  <a:pt x="263" y="1"/>
                </a:lnTo>
                <a:lnTo>
                  <a:pt x="263" y="2"/>
                </a:lnTo>
                <a:lnTo>
                  <a:pt x="261" y="3"/>
                </a:lnTo>
                <a:lnTo>
                  <a:pt x="261" y="5"/>
                </a:lnTo>
                <a:lnTo>
                  <a:pt x="262" y="6"/>
                </a:lnTo>
                <a:lnTo>
                  <a:pt x="262" y="7"/>
                </a:lnTo>
                <a:lnTo>
                  <a:pt x="261" y="8"/>
                </a:lnTo>
                <a:lnTo>
                  <a:pt x="261" y="9"/>
                </a:lnTo>
                <a:lnTo>
                  <a:pt x="259" y="10"/>
                </a:lnTo>
                <a:lnTo>
                  <a:pt x="258" y="11"/>
                </a:lnTo>
                <a:lnTo>
                  <a:pt x="257" y="12"/>
                </a:lnTo>
                <a:lnTo>
                  <a:pt x="254" y="13"/>
                </a:lnTo>
                <a:lnTo>
                  <a:pt x="253" y="13"/>
                </a:lnTo>
                <a:lnTo>
                  <a:pt x="251" y="14"/>
                </a:lnTo>
                <a:lnTo>
                  <a:pt x="247" y="13"/>
                </a:lnTo>
                <a:lnTo>
                  <a:pt x="245" y="13"/>
                </a:lnTo>
                <a:lnTo>
                  <a:pt x="243" y="14"/>
                </a:lnTo>
                <a:lnTo>
                  <a:pt x="243" y="16"/>
                </a:lnTo>
                <a:lnTo>
                  <a:pt x="241" y="17"/>
                </a:lnTo>
                <a:lnTo>
                  <a:pt x="241" y="17"/>
                </a:lnTo>
                <a:lnTo>
                  <a:pt x="239" y="20"/>
                </a:lnTo>
                <a:lnTo>
                  <a:pt x="238" y="32"/>
                </a:lnTo>
                <a:lnTo>
                  <a:pt x="239" y="34"/>
                </a:lnTo>
                <a:lnTo>
                  <a:pt x="239" y="35"/>
                </a:lnTo>
                <a:lnTo>
                  <a:pt x="238" y="36"/>
                </a:lnTo>
                <a:lnTo>
                  <a:pt x="239" y="37"/>
                </a:lnTo>
                <a:lnTo>
                  <a:pt x="238" y="39"/>
                </a:lnTo>
                <a:lnTo>
                  <a:pt x="236" y="40"/>
                </a:lnTo>
                <a:lnTo>
                  <a:pt x="235" y="41"/>
                </a:lnTo>
                <a:lnTo>
                  <a:pt x="235" y="42"/>
                </a:lnTo>
                <a:lnTo>
                  <a:pt x="232" y="41"/>
                </a:lnTo>
                <a:lnTo>
                  <a:pt x="231" y="41"/>
                </a:lnTo>
                <a:lnTo>
                  <a:pt x="228" y="42"/>
                </a:lnTo>
                <a:lnTo>
                  <a:pt x="228" y="43"/>
                </a:lnTo>
                <a:lnTo>
                  <a:pt x="226" y="43"/>
                </a:lnTo>
                <a:lnTo>
                  <a:pt x="225" y="44"/>
                </a:lnTo>
                <a:lnTo>
                  <a:pt x="224" y="42"/>
                </a:lnTo>
                <a:lnTo>
                  <a:pt x="223" y="40"/>
                </a:lnTo>
                <a:lnTo>
                  <a:pt x="219" y="40"/>
                </a:lnTo>
                <a:lnTo>
                  <a:pt x="218" y="39"/>
                </a:lnTo>
                <a:lnTo>
                  <a:pt x="217" y="40"/>
                </a:lnTo>
                <a:lnTo>
                  <a:pt x="215" y="39"/>
                </a:lnTo>
                <a:lnTo>
                  <a:pt x="213" y="39"/>
                </a:lnTo>
                <a:lnTo>
                  <a:pt x="212" y="38"/>
                </a:lnTo>
                <a:lnTo>
                  <a:pt x="210" y="39"/>
                </a:lnTo>
                <a:lnTo>
                  <a:pt x="208" y="37"/>
                </a:lnTo>
                <a:lnTo>
                  <a:pt x="207" y="37"/>
                </a:lnTo>
                <a:lnTo>
                  <a:pt x="207" y="37"/>
                </a:lnTo>
                <a:lnTo>
                  <a:pt x="205" y="36"/>
                </a:lnTo>
                <a:lnTo>
                  <a:pt x="205" y="35"/>
                </a:lnTo>
                <a:lnTo>
                  <a:pt x="204" y="34"/>
                </a:lnTo>
                <a:lnTo>
                  <a:pt x="203" y="34"/>
                </a:lnTo>
                <a:lnTo>
                  <a:pt x="203" y="32"/>
                </a:lnTo>
                <a:lnTo>
                  <a:pt x="201" y="32"/>
                </a:lnTo>
                <a:lnTo>
                  <a:pt x="200" y="30"/>
                </a:lnTo>
                <a:lnTo>
                  <a:pt x="198" y="30"/>
                </a:lnTo>
                <a:lnTo>
                  <a:pt x="198" y="31"/>
                </a:lnTo>
                <a:lnTo>
                  <a:pt x="197" y="33"/>
                </a:lnTo>
                <a:lnTo>
                  <a:pt x="196" y="34"/>
                </a:lnTo>
                <a:lnTo>
                  <a:pt x="194" y="39"/>
                </a:lnTo>
                <a:lnTo>
                  <a:pt x="193" y="39"/>
                </a:lnTo>
                <a:lnTo>
                  <a:pt x="190" y="45"/>
                </a:lnTo>
                <a:lnTo>
                  <a:pt x="185" y="52"/>
                </a:lnTo>
                <a:lnTo>
                  <a:pt x="183" y="55"/>
                </a:lnTo>
                <a:lnTo>
                  <a:pt x="182" y="55"/>
                </a:lnTo>
                <a:lnTo>
                  <a:pt x="181" y="56"/>
                </a:lnTo>
                <a:lnTo>
                  <a:pt x="180" y="59"/>
                </a:lnTo>
                <a:lnTo>
                  <a:pt x="179" y="60"/>
                </a:lnTo>
                <a:lnTo>
                  <a:pt x="179" y="62"/>
                </a:lnTo>
                <a:lnTo>
                  <a:pt x="178" y="63"/>
                </a:lnTo>
                <a:lnTo>
                  <a:pt x="178" y="64"/>
                </a:lnTo>
                <a:lnTo>
                  <a:pt x="182" y="68"/>
                </a:lnTo>
                <a:lnTo>
                  <a:pt x="182" y="70"/>
                </a:lnTo>
                <a:lnTo>
                  <a:pt x="181" y="72"/>
                </a:lnTo>
                <a:lnTo>
                  <a:pt x="181" y="73"/>
                </a:lnTo>
                <a:lnTo>
                  <a:pt x="179" y="73"/>
                </a:lnTo>
                <a:lnTo>
                  <a:pt x="177" y="71"/>
                </a:lnTo>
                <a:lnTo>
                  <a:pt x="174" y="71"/>
                </a:lnTo>
                <a:lnTo>
                  <a:pt x="174" y="71"/>
                </a:lnTo>
                <a:lnTo>
                  <a:pt x="174" y="70"/>
                </a:lnTo>
                <a:lnTo>
                  <a:pt x="173" y="70"/>
                </a:lnTo>
                <a:lnTo>
                  <a:pt x="171" y="70"/>
                </a:lnTo>
                <a:lnTo>
                  <a:pt x="170" y="66"/>
                </a:lnTo>
                <a:lnTo>
                  <a:pt x="166" y="66"/>
                </a:lnTo>
                <a:lnTo>
                  <a:pt x="166" y="67"/>
                </a:lnTo>
                <a:lnTo>
                  <a:pt x="164" y="67"/>
                </a:lnTo>
                <a:lnTo>
                  <a:pt x="164" y="67"/>
                </a:lnTo>
                <a:lnTo>
                  <a:pt x="161" y="67"/>
                </a:lnTo>
                <a:lnTo>
                  <a:pt x="160" y="67"/>
                </a:lnTo>
                <a:lnTo>
                  <a:pt x="159" y="67"/>
                </a:lnTo>
                <a:lnTo>
                  <a:pt x="159" y="67"/>
                </a:lnTo>
                <a:lnTo>
                  <a:pt x="158" y="67"/>
                </a:lnTo>
                <a:lnTo>
                  <a:pt x="158" y="68"/>
                </a:lnTo>
                <a:lnTo>
                  <a:pt x="155" y="68"/>
                </a:lnTo>
                <a:lnTo>
                  <a:pt x="155" y="68"/>
                </a:lnTo>
                <a:lnTo>
                  <a:pt x="152" y="67"/>
                </a:lnTo>
                <a:lnTo>
                  <a:pt x="150" y="68"/>
                </a:lnTo>
                <a:lnTo>
                  <a:pt x="149" y="67"/>
                </a:lnTo>
                <a:lnTo>
                  <a:pt x="148" y="67"/>
                </a:lnTo>
                <a:lnTo>
                  <a:pt x="147" y="68"/>
                </a:lnTo>
                <a:lnTo>
                  <a:pt x="146" y="68"/>
                </a:lnTo>
                <a:lnTo>
                  <a:pt x="145" y="67"/>
                </a:lnTo>
                <a:lnTo>
                  <a:pt x="144" y="68"/>
                </a:lnTo>
                <a:lnTo>
                  <a:pt x="142" y="67"/>
                </a:lnTo>
                <a:lnTo>
                  <a:pt x="138" y="69"/>
                </a:lnTo>
                <a:lnTo>
                  <a:pt x="139" y="70"/>
                </a:lnTo>
                <a:lnTo>
                  <a:pt x="138" y="71"/>
                </a:lnTo>
                <a:lnTo>
                  <a:pt x="139" y="71"/>
                </a:lnTo>
                <a:lnTo>
                  <a:pt x="139" y="72"/>
                </a:lnTo>
                <a:lnTo>
                  <a:pt x="141" y="72"/>
                </a:lnTo>
                <a:lnTo>
                  <a:pt x="142" y="72"/>
                </a:lnTo>
                <a:lnTo>
                  <a:pt x="142" y="74"/>
                </a:lnTo>
                <a:lnTo>
                  <a:pt x="142" y="74"/>
                </a:lnTo>
                <a:lnTo>
                  <a:pt x="143" y="75"/>
                </a:lnTo>
                <a:lnTo>
                  <a:pt x="144" y="77"/>
                </a:lnTo>
                <a:lnTo>
                  <a:pt x="144" y="78"/>
                </a:lnTo>
                <a:lnTo>
                  <a:pt x="143" y="80"/>
                </a:lnTo>
                <a:lnTo>
                  <a:pt x="142" y="85"/>
                </a:lnTo>
                <a:lnTo>
                  <a:pt x="141" y="88"/>
                </a:lnTo>
                <a:lnTo>
                  <a:pt x="142" y="89"/>
                </a:lnTo>
                <a:lnTo>
                  <a:pt x="141" y="92"/>
                </a:lnTo>
                <a:lnTo>
                  <a:pt x="142" y="93"/>
                </a:lnTo>
                <a:lnTo>
                  <a:pt x="142" y="95"/>
                </a:lnTo>
                <a:lnTo>
                  <a:pt x="143" y="103"/>
                </a:lnTo>
                <a:lnTo>
                  <a:pt x="143" y="105"/>
                </a:lnTo>
                <a:lnTo>
                  <a:pt x="141" y="107"/>
                </a:lnTo>
                <a:lnTo>
                  <a:pt x="143" y="108"/>
                </a:lnTo>
                <a:lnTo>
                  <a:pt x="142" y="109"/>
                </a:lnTo>
                <a:lnTo>
                  <a:pt x="142" y="111"/>
                </a:lnTo>
                <a:lnTo>
                  <a:pt x="142" y="111"/>
                </a:lnTo>
                <a:lnTo>
                  <a:pt x="140" y="111"/>
                </a:lnTo>
                <a:lnTo>
                  <a:pt x="139" y="111"/>
                </a:lnTo>
                <a:lnTo>
                  <a:pt x="135" y="112"/>
                </a:lnTo>
                <a:lnTo>
                  <a:pt x="135" y="113"/>
                </a:lnTo>
                <a:lnTo>
                  <a:pt x="136" y="114"/>
                </a:lnTo>
                <a:lnTo>
                  <a:pt x="138" y="115"/>
                </a:lnTo>
                <a:lnTo>
                  <a:pt x="138" y="116"/>
                </a:lnTo>
                <a:lnTo>
                  <a:pt x="136" y="116"/>
                </a:lnTo>
                <a:lnTo>
                  <a:pt x="134" y="117"/>
                </a:lnTo>
                <a:lnTo>
                  <a:pt x="132" y="116"/>
                </a:lnTo>
                <a:lnTo>
                  <a:pt x="131" y="119"/>
                </a:lnTo>
                <a:lnTo>
                  <a:pt x="130" y="119"/>
                </a:lnTo>
                <a:lnTo>
                  <a:pt x="129" y="120"/>
                </a:lnTo>
                <a:lnTo>
                  <a:pt x="130" y="122"/>
                </a:lnTo>
                <a:lnTo>
                  <a:pt x="130" y="123"/>
                </a:lnTo>
                <a:lnTo>
                  <a:pt x="129" y="123"/>
                </a:lnTo>
                <a:lnTo>
                  <a:pt x="129" y="125"/>
                </a:lnTo>
                <a:lnTo>
                  <a:pt x="129" y="126"/>
                </a:lnTo>
                <a:lnTo>
                  <a:pt x="129" y="126"/>
                </a:lnTo>
                <a:lnTo>
                  <a:pt x="129" y="127"/>
                </a:lnTo>
                <a:lnTo>
                  <a:pt x="129" y="128"/>
                </a:lnTo>
                <a:lnTo>
                  <a:pt x="129" y="129"/>
                </a:lnTo>
                <a:lnTo>
                  <a:pt x="129" y="129"/>
                </a:lnTo>
                <a:lnTo>
                  <a:pt x="127" y="130"/>
                </a:lnTo>
                <a:lnTo>
                  <a:pt x="126" y="131"/>
                </a:lnTo>
                <a:lnTo>
                  <a:pt x="126" y="130"/>
                </a:lnTo>
                <a:lnTo>
                  <a:pt x="127" y="132"/>
                </a:lnTo>
                <a:lnTo>
                  <a:pt x="125" y="133"/>
                </a:lnTo>
                <a:lnTo>
                  <a:pt x="122" y="132"/>
                </a:lnTo>
                <a:lnTo>
                  <a:pt x="121" y="132"/>
                </a:lnTo>
                <a:lnTo>
                  <a:pt x="121" y="133"/>
                </a:lnTo>
                <a:lnTo>
                  <a:pt x="119" y="135"/>
                </a:lnTo>
                <a:lnTo>
                  <a:pt x="117" y="134"/>
                </a:lnTo>
                <a:lnTo>
                  <a:pt x="116" y="135"/>
                </a:lnTo>
                <a:lnTo>
                  <a:pt x="115" y="135"/>
                </a:lnTo>
                <a:lnTo>
                  <a:pt x="113" y="134"/>
                </a:lnTo>
                <a:lnTo>
                  <a:pt x="111" y="135"/>
                </a:lnTo>
                <a:lnTo>
                  <a:pt x="111" y="135"/>
                </a:lnTo>
                <a:lnTo>
                  <a:pt x="109" y="136"/>
                </a:lnTo>
                <a:lnTo>
                  <a:pt x="107" y="136"/>
                </a:lnTo>
                <a:lnTo>
                  <a:pt x="105" y="137"/>
                </a:lnTo>
                <a:lnTo>
                  <a:pt x="104" y="136"/>
                </a:lnTo>
                <a:lnTo>
                  <a:pt x="101" y="138"/>
                </a:lnTo>
                <a:lnTo>
                  <a:pt x="99" y="138"/>
                </a:lnTo>
                <a:lnTo>
                  <a:pt x="99" y="138"/>
                </a:lnTo>
                <a:lnTo>
                  <a:pt x="98" y="139"/>
                </a:lnTo>
                <a:lnTo>
                  <a:pt x="97" y="138"/>
                </a:lnTo>
                <a:lnTo>
                  <a:pt x="96" y="139"/>
                </a:lnTo>
                <a:lnTo>
                  <a:pt x="93" y="140"/>
                </a:lnTo>
                <a:lnTo>
                  <a:pt x="92" y="139"/>
                </a:lnTo>
                <a:lnTo>
                  <a:pt x="91" y="139"/>
                </a:lnTo>
                <a:lnTo>
                  <a:pt x="90" y="139"/>
                </a:lnTo>
                <a:lnTo>
                  <a:pt x="88" y="142"/>
                </a:lnTo>
                <a:lnTo>
                  <a:pt x="85" y="143"/>
                </a:lnTo>
                <a:lnTo>
                  <a:pt x="84" y="142"/>
                </a:lnTo>
                <a:lnTo>
                  <a:pt x="83" y="142"/>
                </a:lnTo>
                <a:lnTo>
                  <a:pt x="82" y="144"/>
                </a:lnTo>
                <a:lnTo>
                  <a:pt x="82" y="144"/>
                </a:lnTo>
                <a:lnTo>
                  <a:pt x="81" y="145"/>
                </a:lnTo>
                <a:lnTo>
                  <a:pt x="81" y="145"/>
                </a:lnTo>
                <a:lnTo>
                  <a:pt x="78" y="145"/>
                </a:lnTo>
                <a:lnTo>
                  <a:pt x="76" y="144"/>
                </a:lnTo>
                <a:lnTo>
                  <a:pt x="76" y="144"/>
                </a:lnTo>
                <a:lnTo>
                  <a:pt x="75" y="143"/>
                </a:lnTo>
                <a:lnTo>
                  <a:pt x="73" y="143"/>
                </a:lnTo>
                <a:lnTo>
                  <a:pt x="73" y="142"/>
                </a:lnTo>
                <a:lnTo>
                  <a:pt x="71" y="142"/>
                </a:lnTo>
                <a:lnTo>
                  <a:pt x="70" y="141"/>
                </a:lnTo>
                <a:lnTo>
                  <a:pt x="69" y="140"/>
                </a:lnTo>
                <a:lnTo>
                  <a:pt x="68" y="141"/>
                </a:lnTo>
                <a:lnTo>
                  <a:pt x="67" y="141"/>
                </a:lnTo>
                <a:lnTo>
                  <a:pt x="66" y="142"/>
                </a:lnTo>
                <a:lnTo>
                  <a:pt x="64" y="142"/>
                </a:lnTo>
                <a:lnTo>
                  <a:pt x="63" y="144"/>
                </a:lnTo>
                <a:lnTo>
                  <a:pt x="61" y="145"/>
                </a:lnTo>
                <a:lnTo>
                  <a:pt x="61" y="147"/>
                </a:lnTo>
                <a:lnTo>
                  <a:pt x="61" y="148"/>
                </a:lnTo>
                <a:lnTo>
                  <a:pt x="60" y="149"/>
                </a:lnTo>
                <a:lnTo>
                  <a:pt x="58" y="150"/>
                </a:lnTo>
                <a:lnTo>
                  <a:pt x="58" y="151"/>
                </a:lnTo>
                <a:lnTo>
                  <a:pt x="56" y="152"/>
                </a:lnTo>
                <a:lnTo>
                  <a:pt x="55" y="152"/>
                </a:lnTo>
                <a:lnTo>
                  <a:pt x="55" y="152"/>
                </a:lnTo>
                <a:lnTo>
                  <a:pt x="53" y="153"/>
                </a:lnTo>
                <a:lnTo>
                  <a:pt x="54" y="152"/>
                </a:lnTo>
                <a:lnTo>
                  <a:pt x="53" y="151"/>
                </a:lnTo>
                <a:lnTo>
                  <a:pt x="53" y="151"/>
                </a:lnTo>
                <a:lnTo>
                  <a:pt x="51" y="151"/>
                </a:lnTo>
                <a:lnTo>
                  <a:pt x="50" y="151"/>
                </a:lnTo>
                <a:lnTo>
                  <a:pt x="49" y="151"/>
                </a:lnTo>
                <a:lnTo>
                  <a:pt x="49" y="151"/>
                </a:lnTo>
                <a:lnTo>
                  <a:pt x="49" y="151"/>
                </a:lnTo>
                <a:lnTo>
                  <a:pt x="48" y="150"/>
                </a:lnTo>
                <a:lnTo>
                  <a:pt x="47" y="151"/>
                </a:lnTo>
                <a:lnTo>
                  <a:pt x="46" y="152"/>
                </a:lnTo>
                <a:lnTo>
                  <a:pt x="45" y="151"/>
                </a:lnTo>
                <a:lnTo>
                  <a:pt x="43" y="151"/>
                </a:lnTo>
                <a:lnTo>
                  <a:pt x="43" y="149"/>
                </a:lnTo>
                <a:lnTo>
                  <a:pt x="43" y="148"/>
                </a:lnTo>
                <a:lnTo>
                  <a:pt x="45" y="147"/>
                </a:lnTo>
                <a:lnTo>
                  <a:pt x="43" y="146"/>
                </a:lnTo>
                <a:lnTo>
                  <a:pt x="43" y="145"/>
                </a:lnTo>
                <a:lnTo>
                  <a:pt x="44" y="143"/>
                </a:lnTo>
                <a:lnTo>
                  <a:pt x="44" y="142"/>
                </a:lnTo>
                <a:lnTo>
                  <a:pt x="43" y="142"/>
                </a:lnTo>
                <a:lnTo>
                  <a:pt x="40" y="144"/>
                </a:lnTo>
                <a:lnTo>
                  <a:pt x="39" y="144"/>
                </a:lnTo>
                <a:lnTo>
                  <a:pt x="36" y="145"/>
                </a:lnTo>
                <a:lnTo>
                  <a:pt x="35" y="144"/>
                </a:lnTo>
                <a:lnTo>
                  <a:pt x="34" y="145"/>
                </a:lnTo>
                <a:lnTo>
                  <a:pt x="33" y="144"/>
                </a:lnTo>
                <a:lnTo>
                  <a:pt x="32" y="144"/>
                </a:lnTo>
                <a:lnTo>
                  <a:pt x="30" y="142"/>
                </a:lnTo>
                <a:lnTo>
                  <a:pt x="30" y="142"/>
                </a:lnTo>
                <a:lnTo>
                  <a:pt x="30" y="143"/>
                </a:lnTo>
                <a:lnTo>
                  <a:pt x="29" y="143"/>
                </a:lnTo>
                <a:lnTo>
                  <a:pt x="30" y="146"/>
                </a:lnTo>
                <a:lnTo>
                  <a:pt x="29" y="146"/>
                </a:lnTo>
                <a:lnTo>
                  <a:pt x="29" y="145"/>
                </a:lnTo>
                <a:lnTo>
                  <a:pt x="27" y="145"/>
                </a:lnTo>
                <a:lnTo>
                  <a:pt x="26" y="146"/>
                </a:lnTo>
                <a:lnTo>
                  <a:pt x="24" y="146"/>
                </a:lnTo>
                <a:lnTo>
                  <a:pt x="23" y="147"/>
                </a:lnTo>
                <a:lnTo>
                  <a:pt x="20" y="149"/>
                </a:lnTo>
                <a:lnTo>
                  <a:pt x="19" y="148"/>
                </a:lnTo>
                <a:lnTo>
                  <a:pt x="18" y="148"/>
                </a:lnTo>
                <a:lnTo>
                  <a:pt x="18" y="147"/>
                </a:lnTo>
                <a:lnTo>
                  <a:pt x="16" y="147"/>
                </a:lnTo>
                <a:lnTo>
                  <a:pt x="16" y="147"/>
                </a:lnTo>
                <a:lnTo>
                  <a:pt x="14" y="147"/>
                </a:lnTo>
                <a:lnTo>
                  <a:pt x="14" y="148"/>
                </a:lnTo>
                <a:lnTo>
                  <a:pt x="12" y="148"/>
                </a:lnTo>
                <a:lnTo>
                  <a:pt x="13" y="148"/>
                </a:lnTo>
                <a:lnTo>
                  <a:pt x="11" y="150"/>
                </a:lnTo>
                <a:lnTo>
                  <a:pt x="11" y="151"/>
                </a:lnTo>
                <a:lnTo>
                  <a:pt x="9" y="151"/>
                </a:lnTo>
                <a:lnTo>
                  <a:pt x="9" y="153"/>
                </a:lnTo>
                <a:lnTo>
                  <a:pt x="10" y="154"/>
                </a:lnTo>
                <a:lnTo>
                  <a:pt x="10" y="157"/>
                </a:lnTo>
                <a:lnTo>
                  <a:pt x="9" y="157"/>
                </a:lnTo>
                <a:lnTo>
                  <a:pt x="7" y="159"/>
                </a:lnTo>
                <a:lnTo>
                  <a:pt x="5" y="159"/>
                </a:lnTo>
                <a:lnTo>
                  <a:pt x="3" y="158"/>
                </a:lnTo>
                <a:lnTo>
                  <a:pt x="2" y="159"/>
                </a:lnTo>
                <a:lnTo>
                  <a:pt x="1" y="159"/>
                </a:lnTo>
                <a:lnTo>
                  <a:pt x="1" y="160"/>
                </a:lnTo>
                <a:lnTo>
                  <a:pt x="0" y="162"/>
                </a:lnTo>
                <a:lnTo>
                  <a:pt x="2" y="164"/>
                </a:lnTo>
                <a:lnTo>
                  <a:pt x="2" y="165"/>
                </a:lnTo>
                <a:lnTo>
                  <a:pt x="2" y="165"/>
                </a:lnTo>
                <a:lnTo>
                  <a:pt x="2" y="166"/>
                </a:lnTo>
                <a:lnTo>
                  <a:pt x="2" y="168"/>
                </a:lnTo>
                <a:lnTo>
                  <a:pt x="3" y="168"/>
                </a:lnTo>
                <a:lnTo>
                  <a:pt x="3" y="169"/>
                </a:lnTo>
                <a:lnTo>
                  <a:pt x="3" y="170"/>
                </a:lnTo>
                <a:lnTo>
                  <a:pt x="3" y="171"/>
                </a:lnTo>
                <a:lnTo>
                  <a:pt x="2" y="170"/>
                </a:lnTo>
                <a:lnTo>
                  <a:pt x="1" y="170"/>
                </a:lnTo>
                <a:lnTo>
                  <a:pt x="0" y="172"/>
                </a:lnTo>
                <a:lnTo>
                  <a:pt x="1" y="174"/>
                </a:lnTo>
                <a:lnTo>
                  <a:pt x="0" y="175"/>
                </a:lnTo>
                <a:lnTo>
                  <a:pt x="0" y="177"/>
                </a:lnTo>
                <a:lnTo>
                  <a:pt x="0" y="178"/>
                </a:lnTo>
                <a:lnTo>
                  <a:pt x="1" y="179"/>
                </a:lnTo>
                <a:lnTo>
                  <a:pt x="2" y="180"/>
                </a:lnTo>
                <a:lnTo>
                  <a:pt x="3" y="181"/>
                </a:lnTo>
                <a:lnTo>
                  <a:pt x="4" y="181"/>
                </a:lnTo>
                <a:lnTo>
                  <a:pt x="4" y="180"/>
                </a:lnTo>
                <a:lnTo>
                  <a:pt x="5" y="179"/>
                </a:lnTo>
                <a:lnTo>
                  <a:pt x="6" y="178"/>
                </a:lnTo>
                <a:lnTo>
                  <a:pt x="11" y="180"/>
                </a:lnTo>
                <a:lnTo>
                  <a:pt x="12" y="181"/>
                </a:lnTo>
                <a:lnTo>
                  <a:pt x="12" y="182"/>
                </a:lnTo>
                <a:lnTo>
                  <a:pt x="14" y="182"/>
                </a:lnTo>
                <a:lnTo>
                  <a:pt x="15" y="184"/>
                </a:lnTo>
                <a:lnTo>
                  <a:pt x="16" y="184"/>
                </a:lnTo>
                <a:lnTo>
                  <a:pt x="16" y="186"/>
                </a:lnTo>
                <a:lnTo>
                  <a:pt x="17" y="186"/>
                </a:lnTo>
                <a:lnTo>
                  <a:pt x="16" y="188"/>
                </a:lnTo>
                <a:lnTo>
                  <a:pt x="14" y="189"/>
                </a:lnTo>
                <a:lnTo>
                  <a:pt x="14" y="192"/>
                </a:lnTo>
                <a:lnTo>
                  <a:pt x="14" y="193"/>
                </a:lnTo>
                <a:lnTo>
                  <a:pt x="13" y="194"/>
                </a:lnTo>
                <a:lnTo>
                  <a:pt x="14" y="196"/>
                </a:lnTo>
                <a:lnTo>
                  <a:pt x="15" y="197"/>
                </a:lnTo>
                <a:lnTo>
                  <a:pt x="14" y="198"/>
                </a:lnTo>
                <a:lnTo>
                  <a:pt x="14" y="200"/>
                </a:lnTo>
                <a:lnTo>
                  <a:pt x="13" y="200"/>
                </a:lnTo>
                <a:lnTo>
                  <a:pt x="14" y="202"/>
                </a:lnTo>
                <a:lnTo>
                  <a:pt x="13" y="203"/>
                </a:lnTo>
                <a:lnTo>
                  <a:pt x="12" y="204"/>
                </a:lnTo>
                <a:lnTo>
                  <a:pt x="12" y="204"/>
                </a:lnTo>
                <a:lnTo>
                  <a:pt x="12" y="207"/>
                </a:lnTo>
                <a:lnTo>
                  <a:pt x="13" y="208"/>
                </a:lnTo>
                <a:lnTo>
                  <a:pt x="12" y="208"/>
                </a:lnTo>
                <a:lnTo>
                  <a:pt x="14" y="208"/>
                </a:lnTo>
                <a:lnTo>
                  <a:pt x="14" y="211"/>
                </a:lnTo>
                <a:lnTo>
                  <a:pt x="14" y="211"/>
                </a:lnTo>
                <a:lnTo>
                  <a:pt x="14" y="212"/>
                </a:lnTo>
                <a:lnTo>
                  <a:pt x="13" y="213"/>
                </a:lnTo>
                <a:lnTo>
                  <a:pt x="10" y="213"/>
                </a:lnTo>
                <a:lnTo>
                  <a:pt x="9" y="214"/>
                </a:lnTo>
                <a:lnTo>
                  <a:pt x="7" y="213"/>
                </a:lnTo>
                <a:lnTo>
                  <a:pt x="7" y="213"/>
                </a:lnTo>
                <a:lnTo>
                  <a:pt x="6" y="211"/>
                </a:lnTo>
                <a:lnTo>
                  <a:pt x="5" y="212"/>
                </a:lnTo>
                <a:lnTo>
                  <a:pt x="5" y="211"/>
                </a:lnTo>
                <a:lnTo>
                  <a:pt x="4" y="211"/>
                </a:lnTo>
                <a:lnTo>
                  <a:pt x="3" y="212"/>
                </a:lnTo>
                <a:lnTo>
                  <a:pt x="3" y="211"/>
                </a:lnTo>
                <a:lnTo>
                  <a:pt x="2" y="211"/>
                </a:lnTo>
                <a:lnTo>
                  <a:pt x="1" y="212"/>
                </a:lnTo>
                <a:lnTo>
                  <a:pt x="1" y="213"/>
                </a:lnTo>
                <a:lnTo>
                  <a:pt x="1" y="213"/>
                </a:lnTo>
                <a:lnTo>
                  <a:pt x="1" y="214"/>
                </a:lnTo>
                <a:lnTo>
                  <a:pt x="1" y="215"/>
                </a:lnTo>
                <a:lnTo>
                  <a:pt x="2" y="215"/>
                </a:lnTo>
                <a:lnTo>
                  <a:pt x="2" y="216"/>
                </a:lnTo>
                <a:lnTo>
                  <a:pt x="5" y="216"/>
                </a:lnTo>
                <a:lnTo>
                  <a:pt x="5" y="217"/>
                </a:lnTo>
                <a:lnTo>
                  <a:pt x="6" y="217"/>
                </a:lnTo>
                <a:lnTo>
                  <a:pt x="6" y="217"/>
                </a:lnTo>
                <a:lnTo>
                  <a:pt x="7" y="217"/>
                </a:lnTo>
                <a:lnTo>
                  <a:pt x="6" y="218"/>
                </a:lnTo>
                <a:lnTo>
                  <a:pt x="7" y="220"/>
                </a:lnTo>
                <a:lnTo>
                  <a:pt x="7" y="220"/>
                </a:lnTo>
                <a:lnTo>
                  <a:pt x="8" y="219"/>
                </a:lnTo>
                <a:lnTo>
                  <a:pt x="10" y="219"/>
                </a:lnTo>
                <a:lnTo>
                  <a:pt x="12" y="220"/>
                </a:lnTo>
                <a:lnTo>
                  <a:pt x="12" y="220"/>
                </a:lnTo>
                <a:lnTo>
                  <a:pt x="13" y="221"/>
                </a:lnTo>
                <a:lnTo>
                  <a:pt x="14" y="221"/>
                </a:lnTo>
                <a:lnTo>
                  <a:pt x="16" y="222"/>
                </a:lnTo>
                <a:lnTo>
                  <a:pt x="15" y="223"/>
                </a:lnTo>
                <a:lnTo>
                  <a:pt x="15" y="224"/>
                </a:lnTo>
                <a:lnTo>
                  <a:pt x="15" y="226"/>
                </a:lnTo>
                <a:lnTo>
                  <a:pt x="15" y="228"/>
                </a:lnTo>
                <a:lnTo>
                  <a:pt x="16" y="227"/>
                </a:lnTo>
                <a:lnTo>
                  <a:pt x="16" y="228"/>
                </a:lnTo>
                <a:lnTo>
                  <a:pt x="17" y="227"/>
                </a:lnTo>
                <a:lnTo>
                  <a:pt x="18" y="227"/>
                </a:lnTo>
                <a:lnTo>
                  <a:pt x="20" y="228"/>
                </a:lnTo>
                <a:lnTo>
                  <a:pt x="22" y="231"/>
                </a:lnTo>
                <a:lnTo>
                  <a:pt x="22" y="233"/>
                </a:lnTo>
                <a:lnTo>
                  <a:pt x="22" y="233"/>
                </a:lnTo>
                <a:lnTo>
                  <a:pt x="23" y="235"/>
                </a:lnTo>
                <a:lnTo>
                  <a:pt x="23" y="237"/>
                </a:lnTo>
                <a:lnTo>
                  <a:pt x="21" y="238"/>
                </a:lnTo>
                <a:lnTo>
                  <a:pt x="21" y="239"/>
                </a:lnTo>
                <a:lnTo>
                  <a:pt x="22" y="242"/>
                </a:lnTo>
                <a:lnTo>
                  <a:pt x="21" y="241"/>
                </a:lnTo>
                <a:lnTo>
                  <a:pt x="21" y="243"/>
                </a:lnTo>
                <a:lnTo>
                  <a:pt x="19" y="243"/>
                </a:lnTo>
                <a:lnTo>
                  <a:pt x="19" y="244"/>
                </a:lnTo>
                <a:lnTo>
                  <a:pt x="19" y="245"/>
                </a:lnTo>
                <a:lnTo>
                  <a:pt x="21" y="246"/>
                </a:lnTo>
                <a:lnTo>
                  <a:pt x="22" y="249"/>
                </a:lnTo>
                <a:lnTo>
                  <a:pt x="21" y="250"/>
                </a:lnTo>
                <a:lnTo>
                  <a:pt x="21" y="251"/>
                </a:lnTo>
                <a:lnTo>
                  <a:pt x="23" y="251"/>
                </a:lnTo>
                <a:lnTo>
                  <a:pt x="24" y="252"/>
                </a:lnTo>
                <a:lnTo>
                  <a:pt x="25" y="251"/>
                </a:lnTo>
                <a:lnTo>
                  <a:pt x="26" y="252"/>
                </a:lnTo>
                <a:lnTo>
                  <a:pt x="27" y="251"/>
                </a:lnTo>
                <a:lnTo>
                  <a:pt x="27" y="251"/>
                </a:lnTo>
                <a:lnTo>
                  <a:pt x="28" y="251"/>
                </a:lnTo>
                <a:lnTo>
                  <a:pt x="29" y="252"/>
                </a:lnTo>
                <a:lnTo>
                  <a:pt x="28" y="253"/>
                </a:lnTo>
                <a:lnTo>
                  <a:pt x="28" y="254"/>
                </a:lnTo>
                <a:lnTo>
                  <a:pt x="30" y="255"/>
                </a:lnTo>
                <a:lnTo>
                  <a:pt x="30" y="258"/>
                </a:lnTo>
                <a:lnTo>
                  <a:pt x="32" y="258"/>
                </a:lnTo>
                <a:lnTo>
                  <a:pt x="32" y="259"/>
                </a:lnTo>
                <a:lnTo>
                  <a:pt x="33" y="260"/>
                </a:lnTo>
                <a:lnTo>
                  <a:pt x="34" y="260"/>
                </a:lnTo>
                <a:lnTo>
                  <a:pt x="35" y="261"/>
                </a:lnTo>
                <a:lnTo>
                  <a:pt x="37" y="263"/>
                </a:lnTo>
                <a:lnTo>
                  <a:pt x="39" y="263"/>
                </a:lnTo>
                <a:lnTo>
                  <a:pt x="40" y="265"/>
                </a:lnTo>
                <a:lnTo>
                  <a:pt x="41" y="265"/>
                </a:lnTo>
                <a:lnTo>
                  <a:pt x="42" y="265"/>
                </a:lnTo>
                <a:lnTo>
                  <a:pt x="44" y="266"/>
                </a:lnTo>
                <a:lnTo>
                  <a:pt x="45" y="266"/>
                </a:lnTo>
                <a:lnTo>
                  <a:pt x="45" y="267"/>
                </a:lnTo>
                <a:lnTo>
                  <a:pt x="46" y="267"/>
                </a:lnTo>
                <a:lnTo>
                  <a:pt x="47" y="266"/>
                </a:lnTo>
                <a:lnTo>
                  <a:pt x="47" y="266"/>
                </a:lnTo>
                <a:lnTo>
                  <a:pt x="48" y="266"/>
                </a:lnTo>
                <a:lnTo>
                  <a:pt x="49" y="268"/>
                </a:lnTo>
                <a:lnTo>
                  <a:pt x="49" y="267"/>
                </a:lnTo>
                <a:lnTo>
                  <a:pt x="50" y="267"/>
                </a:lnTo>
                <a:lnTo>
                  <a:pt x="51" y="267"/>
                </a:lnTo>
                <a:lnTo>
                  <a:pt x="51" y="268"/>
                </a:lnTo>
                <a:lnTo>
                  <a:pt x="52" y="268"/>
                </a:lnTo>
                <a:lnTo>
                  <a:pt x="53" y="268"/>
                </a:lnTo>
                <a:lnTo>
                  <a:pt x="52" y="269"/>
                </a:lnTo>
                <a:lnTo>
                  <a:pt x="50" y="270"/>
                </a:lnTo>
                <a:lnTo>
                  <a:pt x="49" y="273"/>
                </a:lnTo>
                <a:lnTo>
                  <a:pt x="50" y="275"/>
                </a:lnTo>
                <a:lnTo>
                  <a:pt x="50" y="276"/>
                </a:lnTo>
                <a:lnTo>
                  <a:pt x="50" y="276"/>
                </a:lnTo>
                <a:lnTo>
                  <a:pt x="51" y="276"/>
                </a:lnTo>
                <a:lnTo>
                  <a:pt x="51" y="277"/>
                </a:lnTo>
                <a:lnTo>
                  <a:pt x="50" y="278"/>
                </a:lnTo>
                <a:lnTo>
                  <a:pt x="50" y="279"/>
                </a:lnTo>
                <a:lnTo>
                  <a:pt x="51" y="280"/>
                </a:lnTo>
                <a:lnTo>
                  <a:pt x="51" y="281"/>
                </a:lnTo>
                <a:lnTo>
                  <a:pt x="51" y="282"/>
                </a:lnTo>
                <a:lnTo>
                  <a:pt x="51" y="282"/>
                </a:lnTo>
                <a:lnTo>
                  <a:pt x="50" y="285"/>
                </a:lnTo>
                <a:lnTo>
                  <a:pt x="51" y="286"/>
                </a:lnTo>
                <a:lnTo>
                  <a:pt x="50" y="288"/>
                </a:lnTo>
                <a:lnTo>
                  <a:pt x="53" y="289"/>
                </a:lnTo>
                <a:lnTo>
                  <a:pt x="53" y="290"/>
                </a:lnTo>
                <a:lnTo>
                  <a:pt x="54" y="290"/>
                </a:lnTo>
                <a:lnTo>
                  <a:pt x="55" y="290"/>
                </a:lnTo>
                <a:lnTo>
                  <a:pt x="55" y="292"/>
                </a:lnTo>
                <a:lnTo>
                  <a:pt x="55" y="292"/>
                </a:lnTo>
                <a:lnTo>
                  <a:pt x="56" y="292"/>
                </a:lnTo>
                <a:lnTo>
                  <a:pt x="57" y="292"/>
                </a:lnTo>
                <a:lnTo>
                  <a:pt x="58" y="293"/>
                </a:lnTo>
                <a:lnTo>
                  <a:pt x="58" y="294"/>
                </a:lnTo>
                <a:lnTo>
                  <a:pt x="60" y="296"/>
                </a:lnTo>
                <a:lnTo>
                  <a:pt x="60" y="297"/>
                </a:lnTo>
                <a:lnTo>
                  <a:pt x="61" y="296"/>
                </a:lnTo>
                <a:lnTo>
                  <a:pt x="62" y="298"/>
                </a:lnTo>
                <a:lnTo>
                  <a:pt x="62" y="298"/>
                </a:lnTo>
                <a:lnTo>
                  <a:pt x="62" y="296"/>
                </a:lnTo>
                <a:lnTo>
                  <a:pt x="63" y="296"/>
                </a:lnTo>
                <a:lnTo>
                  <a:pt x="63" y="296"/>
                </a:lnTo>
                <a:lnTo>
                  <a:pt x="65" y="296"/>
                </a:lnTo>
                <a:lnTo>
                  <a:pt x="65" y="297"/>
                </a:lnTo>
                <a:lnTo>
                  <a:pt x="66" y="297"/>
                </a:lnTo>
                <a:lnTo>
                  <a:pt x="67" y="297"/>
                </a:lnTo>
                <a:lnTo>
                  <a:pt x="68" y="297"/>
                </a:lnTo>
                <a:lnTo>
                  <a:pt x="68" y="297"/>
                </a:lnTo>
                <a:lnTo>
                  <a:pt x="72" y="297"/>
                </a:lnTo>
                <a:lnTo>
                  <a:pt x="72" y="298"/>
                </a:lnTo>
                <a:lnTo>
                  <a:pt x="74" y="298"/>
                </a:lnTo>
                <a:lnTo>
                  <a:pt x="75" y="298"/>
                </a:lnTo>
                <a:lnTo>
                  <a:pt x="76" y="298"/>
                </a:lnTo>
                <a:lnTo>
                  <a:pt x="78" y="298"/>
                </a:lnTo>
                <a:lnTo>
                  <a:pt x="78" y="297"/>
                </a:lnTo>
                <a:lnTo>
                  <a:pt x="79" y="295"/>
                </a:lnTo>
                <a:lnTo>
                  <a:pt x="79" y="294"/>
                </a:lnTo>
                <a:lnTo>
                  <a:pt x="80" y="294"/>
                </a:lnTo>
                <a:lnTo>
                  <a:pt x="80" y="293"/>
                </a:lnTo>
                <a:lnTo>
                  <a:pt x="81" y="291"/>
                </a:lnTo>
                <a:lnTo>
                  <a:pt x="81" y="291"/>
                </a:lnTo>
                <a:lnTo>
                  <a:pt x="82" y="291"/>
                </a:lnTo>
                <a:lnTo>
                  <a:pt x="82" y="290"/>
                </a:lnTo>
                <a:lnTo>
                  <a:pt x="83" y="290"/>
                </a:lnTo>
                <a:lnTo>
                  <a:pt x="83" y="289"/>
                </a:lnTo>
                <a:lnTo>
                  <a:pt x="83" y="288"/>
                </a:lnTo>
                <a:lnTo>
                  <a:pt x="84" y="287"/>
                </a:lnTo>
                <a:lnTo>
                  <a:pt x="84" y="287"/>
                </a:lnTo>
                <a:lnTo>
                  <a:pt x="85" y="286"/>
                </a:lnTo>
                <a:lnTo>
                  <a:pt x="85" y="287"/>
                </a:lnTo>
                <a:lnTo>
                  <a:pt x="88" y="286"/>
                </a:lnTo>
                <a:lnTo>
                  <a:pt x="88" y="285"/>
                </a:lnTo>
                <a:lnTo>
                  <a:pt x="89" y="284"/>
                </a:lnTo>
                <a:lnTo>
                  <a:pt x="91" y="285"/>
                </a:lnTo>
                <a:lnTo>
                  <a:pt x="89" y="282"/>
                </a:lnTo>
                <a:lnTo>
                  <a:pt x="90" y="281"/>
                </a:lnTo>
                <a:lnTo>
                  <a:pt x="91" y="281"/>
                </a:lnTo>
                <a:lnTo>
                  <a:pt x="92" y="281"/>
                </a:lnTo>
                <a:lnTo>
                  <a:pt x="93" y="280"/>
                </a:lnTo>
                <a:lnTo>
                  <a:pt x="93" y="281"/>
                </a:lnTo>
                <a:lnTo>
                  <a:pt x="94" y="281"/>
                </a:lnTo>
                <a:lnTo>
                  <a:pt x="96" y="281"/>
                </a:lnTo>
                <a:lnTo>
                  <a:pt x="97" y="282"/>
                </a:lnTo>
                <a:lnTo>
                  <a:pt x="97" y="283"/>
                </a:lnTo>
                <a:lnTo>
                  <a:pt x="97" y="283"/>
                </a:lnTo>
                <a:lnTo>
                  <a:pt x="100" y="284"/>
                </a:lnTo>
                <a:lnTo>
                  <a:pt x="102" y="285"/>
                </a:lnTo>
                <a:lnTo>
                  <a:pt x="103" y="285"/>
                </a:lnTo>
                <a:lnTo>
                  <a:pt x="103" y="285"/>
                </a:lnTo>
                <a:lnTo>
                  <a:pt x="103" y="285"/>
                </a:lnTo>
                <a:lnTo>
                  <a:pt x="103" y="284"/>
                </a:lnTo>
                <a:lnTo>
                  <a:pt x="104" y="284"/>
                </a:lnTo>
                <a:lnTo>
                  <a:pt x="105" y="284"/>
                </a:lnTo>
                <a:lnTo>
                  <a:pt x="105" y="284"/>
                </a:lnTo>
                <a:lnTo>
                  <a:pt x="105" y="285"/>
                </a:lnTo>
                <a:lnTo>
                  <a:pt x="106" y="285"/>
                </a:lnTo>
                <a:lnTo>
                  <a:pt x="106" y="286"/>
                </a:lnTo>
                <a:lnTo>
                  <a:pt x="109" y="286"/>
                </a:lnTo>
                <a:lnTo>
                  <a:pt x="109" y="286"/>
                </a:lnTo>
                <a:lnTo>
                  <a:pt x="110" y="287"/>
                </a:lnTo>
                <a:lnTo>
                  <a:pt x="111" y="288"/>
                </a:lnTo>
                <a:lnTo>
                  <a:pt x="111" y="289"/>
                </a:lnTo>
                <a:lnTo>
                  <a:pt x="114" y="290"/>
                </a:lnTo>
                <a:lnTo>
                  <a:pt x="115" y="290"/>
                </a:lnTo>
                <a:lnTo>
                  <a:pt x="119" y="290"/>
                </a:lnTo>
                <a:lnTo>
                  <a:pt x="119" y="290"/>
                </a:lnTo>
                <a:lnTo>
                  <a:pt x="121" y="290"/>
                </a:lnTo>
                <a:lnTo>
                  <a:pt x="121" y="289"/>
                </a:lnTo>
                <a:lnTo>
                  <a:pt x="121" y="287"/>
                </a:lnTo>
                <a:lnTo>
                  <a:pt x="122" y="287"/>
                </a:lnTo>
                <a:lnTo>
                  <a:pt x="126" y="285"/>
                </a:lnTo>
                <a:lnTo>
                  <a:pt x="127" y="285"/>
                </a:lnTo>
                <a:lnTo>
                  <a:pt x="128" y="284"/>
                </a:lnTo>
                <a:lnTo>
                  <a:pt x="128" y="283"/>
                </a:lnTo>
                <a:lnTo>
                  <a:pt x="129" y="284"/>
                </a:lnTo>
                <a:lnTo>
                  <a:pt x="130" y="282"/>
                </a:lnTo>
                <a:lnTo>
                  <a:pt x="130" y="283"/>
                </a:lnTo>
                <a:lnTo>
                  <a:pt x="133" y="284"/>
                </a:lnTo>
                <a:lnTo>
                  <a:pt x="135" y="285"/>
                </a:lnTo>
                <a:lnTo>
                  <a:pt x="136" y="285"/>
                </a:lnTo>
                <a:lnTo>
                  <a:pt x="139" y="286"/>
                </a:lnTo>
                <a:lnTo>
                  <a:pt x="139" y="286"/>
                </a:lnTo>
                <a:lnTo>
                  <a:pt x="139" y="287"/>
                </a:lnTo>
                <a:lnTo>
                  <a:pt x="138" y="288"/>
                </a:lnTo>
                <a:lnTo>
                  <a:pt x="139" y="290"/>
                </a:lnTo>
                <a:lnTo>
                  <a:pt x="140" y="291"/>
                </a:lnTo>
                <a:lnTo>
                  <a:pt x="140" y="292"/>
                </a:lnTo>
                <a:lnTo>
                  <a:pt x="141" y="293"/>
                </a:lnTo>
                <a:lnTo>
                  <a:pt x="143" y="292"/>
                </a:lnTo>
                <a:lnTo>
                  <a:pt x="149" y="296"/>
                </a:lnTo>
                <a:lnTo>
                  <a:pt x="150" y="295"/>
                </a:lnTo>
                <a:lnTo>
                  <a:pt x="154" y="296"/>
                </a:lnTo>
                <a:lnTo>
                  <a:pt x="154" y="295"/>
                </a:lnTo>
                <a:lnTo>
                  <a:pt x="156" y="295"/>
                </a:lnTo>
                <a:lnTo>
                  <a:pt x="157" y="296"/>
                </a:lnTo>
                <a:lnTo>
                  <a:pt x="157" y="297"/>
                </a:lnTo>
                <a:lnTo>
                  <a:pt x="158" y="297"/>
                </a:lnTo>
                <a:lnTo>
                  <a:pt x="159" y="297"/>
                </a:lnTo>
                <a:lnTo>
                  <a:pt x="164" y="296"/>
                </a:lnTo>
                <a:lnTo>
                  <a:pt x="165" y="295"/>
                </a:lnTo>
                <a:lnTo>
                  <a:pt x="165" y="294"/>
                </a:lnTo>
                <a:lnTo>
                  <a:pt x="170" y="294"/>
                </a:lnTo>
                <a:lnTo>
                  <a:pt x="176" y="292"/>
                </a:lnTo>
                <a:lnTo>
                  <a:pt x="178" y="292"/>
                </a:lnTo>
                <a:lnTo>
                  <a:pt x="180" y="292"/>
                </a:lnTo>
                <a:lnTo>
                  <a:pt x="181" y="293"/>
                </a:lnTo>
                <a:lnTo>
                  <a:pt x="182" y="294"/>
                </a:lnTo>
                <a:lnTo>
                  <a:pt x="184" y="295"/>
                </a:lnTo>
                <a:lnTo>
                  <a:pt x="185" y="296"/>
                </a:lnTo>
                <a:lnTo>
                  <a:pt x="186" y="296"/>
                </a:lnTo>
                <a:lnTo>
                  <a:pt x="187" y="294"/>
                </a:lnTo>
                <a:lnTo>
                  <a:pt x="188" y="294"/>
                </a:lnTo>
                <a:lnTo>
                  <a:pt x="190" y="294"/>
                </a:lnTo>
                <a:lnTo>
                  <a:pt x="192" y="294"/>
                </a:lnTo>
                <a:lnTo>
                  <a:pt x="195" y="293"/>
                </a:lnTo>
                <a:lnTo>
                  <a:pt x="197" y="290"/>
                </a:lnTo>
                <a:lnTo>
                  <a:pt x="197" y="290"/>
                </a:lnTo>
                <a:lnTo>
                  <a:pt x="198" y="289"/>
                </a:lnTo>
                <a:lnTo>
                  <a:pt x="198" y="289"/>
                </a:lnTo>
                <a:lnTo>
                  <a:pt x="198" y="287"/>
                </a:lnTo>
                <a:lnTo>
                  <a:pt x="199" y="287"/>
                </a:lnTo>
                <a:lnTo>
                  <a:pt x="200" y="287"/>
                </a:lnTo>
                <a:lnTo>
                  <a:pt x="201" y="287"/>
                </a:lnTo>
                <a:lnTo>
                  <a:pt x="202" y="286"/>
                </a:lnTo>
                <a:lnTo>
                  <a:pt x="203" y="286"/>
                </a:lnTo>
                <a:lnTo>
                  <a:pt x="204" y="287"/>
                </a:lnTo>
                <a:lnTo>
                  <a:pt x="205" y="286"/>
                </a:lnTo>
                <a:lnTo>
                  <a:pt x="208" y="286"/>
                </a:lnTo>
                <a:lnTo>
                  <a:pt x="209" y="286"/>
                </a:lnTo>
                <a:lnTo>
                  <a:pt x="211" y="286"/>
                </a:lnTo>
                <a:lnTo>
                  <a:pt x="211" y="287"/>
                </a:lnTo>
                <a:lnTo>
                  <a:pt x="212" y="287"/>
                </a:lnTo>
                <a:lnTo>
                  <a:pt x="213" y="286"/>
                </a:lnTo>
                <a:lnTo>
                  <a:pt x="216" y="287"/>
                </a:lnTo>
                <a:lnTo>
                  <a:pt x="217" y="286"/>
                </a:lnTo>
                <a:lnTo>
                  <a:pt x="218" y="286"/>
                </a:lnTo>
                <a:lnTo>
                  <a:pt x="220" y="285"/>
                </a:lnTo>
                <a:lnTo>
                  <a:pt x="221" y="285"/>
                </a:lnTo>
                <a:lnTo>
                  <a:pt x="222" y="285"/>
                </a:lnTo>
                <a:lnTo>
                  <a:pt x="222" y="286"/>
                </a:lnTo>
                <a:lnTo>
                  <a:pt x="223" y="287"/>
                </a:lnTo>
                <a:lnTo>
                  <a:pt x="226" y="287"/>
                </a:lnTo>
                <a:lnTo>
                  <a:pt x="230" y="287"/>
                </a:lnTo>
                <a:lnTo>
                  <a:pt x="231" y="286"/>
                </a:lnTo>
                <a:lnTo>
                  <a:pt x="234" y="287"/>
                </a:lnTo>
                <a:lnTo>
                  <a:pt x="235" y="286"/>
                </a:lnTo>
                <a:lnTo>
                  <a:pt x="235" y="287"/>
                </a:lnTo>
                <a:lnTo>
                  <a:pt x="236" y="286"/>
                </a:lnTo>
                <a:lnTo>
                  <a:pt x="238" y="287"/>
                </a:lnTo>
                <a:lnTo>
                  <a:pt x="238" y="286"/>
                </a:lnTo>
                <a:lnTo>
                  <a:pt x="240" y="287"/>
                </a:lnTo>
                <a:lnTo>
                  <a:pt x="240" y="288"/>
                </a:lnTo>
                <a:lnTo>
                  <a:pt x="241" y="287"/>
                </a:lnTo>
                <a:lnTo>
                  <a:pt x="242" y="288"/>
                </a:lnTo>
                <a:lnTo>
                  <a:pt x="242" y="289"/>
                </a:lnTo>
                <a:lnTo>
                  <a:pt x="243" y="290"/>
                </a:lnTo>
                <a:lnTo>
                  <a:pt x="244" y="292"/>
                </a:lnTo>
                <a:lnTo>
                  <a:pt x="245" y="292"/>
                </a:lnTo>
                <a:lnTo>
                  <a:pt x="245" y="291"/>
                </a:lnTo>
                <a:lnTo>
                  <a:pt x="247" y="291"/>
                </a:lnTo>
                <a:lnTo>
                  <a:pt x="248" y="292"/>
                </a:lnTo>
                <a:lnTo>
                  <a:pt x="250" y="293"/>
                </a:lnTo>
                <a:lnTo>
                  <a:pt x="251" y="294"/>
                </a:lnTo>
                <a:lnTo>
                  <a:pt x="252" y="294"/>
                </a:lnTo>
                <a:lnTo>
                  <a:pt x="253" y="293"/>
                </a:lnTo>
                <a:lnTo>
                  <a:pt x="253" y="295"/>
                </a:lnTo>
                <a:lnTo>
                  <a:pt x="255" y="295"/>
                </a:lnTo>
                <a:lnTo>
                  <a:pt x="257" y="297"/>
                </a:lnTo>
                <a:lnTo>
                  <a:pt x="261" y="300"/>
                </a:lnTo>
                <a:lnTo>
                  <a:pt x="264" y="300"/>
                </a:lnTo>
                <a:lnTo>
                  <a:pt x="265" y="299"/>
                </a:lnTo>
                <a:lnTo>
                  <a:pt x="266" y="298"/>
                </a:lnTo>
                <a:lnTo>
                  <a:pt x="266" y="297"/>
                </a:lnTo>
                <a:lnTo>
                  <a:pt x="267" y="296"/>
                </a:lnTo>
                <a:lnTo>
                  <a:pt x="266" y="296"/>
                </a:lnTo>
                <a:lnTo>
                  <a:pt x="269" y="297"/>
                </a:lnTo>
                <a:lnTo>
                  <a:pt x="268" y="298"/>
                </a:lnTo>
                <a:lnTo>
                  <a:pt x="270" y="299"/>
                </a:lnTo>
                <a:lnTo>
                  <a:pt x="273" y="300"/>
                </a:lnTo>
                <a:lnTo>
                  <a:pt x="275" y="300"/>
                </a:lnTo>
                <a:lnTo>
                  <a:pt x="276" y="301"/>
                </a:lnTo>
                <a:lnTo>
                  <a:pt x="277" y="301"/>
                </a:lnTo>
                <a:lnTo>
                  <a:pt x="279" y="302"/>
                </a:lnTo>
                <a:lnTo>
                  <a:pt x="280" y="304"/>
                </a:lnTo>
                <a:lnTo>
                  <a:pt x="282" y="304"/>
                </a:lnTo>
                <a:lnTo>
                  <a:pt x="283" y="302"/>
                </a:lnTo>
                <a:lnTo>
                  <a:pt x="285" y="303"/>
                </a:lnTo>
                <a:lnTo>
                  <a:pt x="286" y="302"/>
                </a:lnTo>
                <a:lnTo>
                  <a:pt x="285" y="301"/>
                </a:lnTo>
                <a:lnTo>
                  <a:pt x="285" y="300"/>
                </a:lnTo>
                <a:lnTo>
                  <a:pt x="285" y="299"/>
                </a:lnTo>
                <a:lnTo>
                  <a:pt x="285" y="298"/>
                </a:lnTo>
                <a:lnTo>
                  <a:pt x="284" y="297"/>
                </a:lnTo>
                <a:lnTo>
                  <a:pt x="285" y="295"/>
                </a:lnTo>
                <a:lnTo>
                  <a:pt x="285" y="295"/>
                </a:lnTo>
                <a:lnTo>
                  <a:pt x="285" y="293"/>
                </a:lnTo>
                <a:lnTo>
                  <a:pt x="283" y="292"/>
                </a:lnTo>
                <a:lnTo>
                  <a:pt x="282" y="291"/>
                </a:lnTo>
                <a:lnTo>
                  <a:pt x="282" y="291"/>
                </a:lnTo>
                <a:lnTo>
                  <a:pt x="280" y="291"/>
                </a:lnTo>
                <a:lnTo>
                  <a:pt x="280" y="290"/>
                </a:lnTo>
                <a:lnTo>
                  <a:pt x="280" y="289"/>
                </a:lnTo>
                <a:lnTo>
                  <a:pt x="280" y="289"/>
                </a:lnTo>
                <a:lnTo>
                  <a:pt x="280" y="288"/>
                </a:lnTo>
                <a:lnTo>
                  <a:pt x="281" y="288"/>
                </a:lnTo>
                <a:lnTo>
                  <a:pt x="281" y="287"/>
                </a:lnTo>
                <a:lnTo>
                  <a:pt x="281" y="285"/>
                </a:lnTo>
                <a:lnTo>
                  <a:pt x="281" y="285"/>
                </a:lnTo>
                <a:lnTo>
                  <a:pt x="283" y="283"/>
                </a:lnTo>
                <a:lnTo>
                  <a:pt x="286" y="284"/>
                </a:lnTo>
                <a:lnTo>
                  <a:pt x="287" y="284"/>
                </a:lnTo>
                <a:lnTo>
                  <a:pt x="287" y="283"/>
                </a:lnTo>
                <a:lnTo>
                  <a:pt x="288" y="283"/>
                </a:lnTo>
                <a:lnTo>
                  <a:pt x="289" y="282"/>
                </a:lnTo>
                <a:lnTo>
                  <a:pt x="289" y="282"/>
                </a:lnTo>
                <a:lnTo>
                  <a:pt x="292" y="282"/>
                </a:lnTo>
                <a:lnTo>
                  <a:pt x="292" y="279"/>
                </a:lnTo>
                <a:lnTo>
                  <a:pt x="290" y="278"/>
                </a:lnTo>
                <a:lnTo>
                  <a:pt x="290" y="276"/>
                </a:lnTo>
                <a:lnTo>
                  <a:pt x="290" y="275"/>
                </a:lnTo>
                <a:lnTo>
                  <a:pt x="289" y="272"/>
                </a:lnTo>
                <a:lnTo>
                  <a:pt x="289" y="271"/>
                </a:lnTo>
                <a:lnTo>
                  <a:pt x="288" y="271"/>
                </a:lnTo>
                <a:lnTo>
                  <a:pt x="287" y="271"/>
                </a:lnTo>
                <a:lnTo>
                  <a:pt x="286" y="270"/>
                </a:lnTo>
                <a:lnTo>
                  <a:pt x="286" y="270"/>
                </a:lnTo>
                <a:lnTo>
                  <a:pt x="286" y="269"/>
                </a:lnTo>
                <a:lnTo>
                  <a:pt x="284" y="267"/>
                </a:lnTo>
                <a:lnTo>
                  <a:pt x="280" y="264"/>
                </a:lnTo>
                <a:lnTo>
                  <a:pt x="282" y="253"/>
                </a:lnTo>
                <a:lnTo>
                  <a:pt x="282" y="251"/>
                </a:lnTo>
                <a:lnTo>
                  <a:pt x="279" y="251"/>
                </a:lnTo>
                <a:lnTo>
                  <a:pt x="279" y="252"/>
                </a:lnTo>
                <a:lnTo>
                  <a:pt x="278" y="252"/>
                </a:lnTo>
                <a:lnTo>
                  <a:pt x="276" y="249"/>
                </a:lnTo>
                <a:lnTo>
                  <a:pt x="277" y="248"/>
                </a:lnTo>
                <a:lnTo>
                  <a:pt x="276" y="248"/>
                </a:lnTo>
                <a:lnTo>
                  <a:pt x="275" y="248"/>
                </a:lnTo>
                <a:lnTo>
                  <a:pt x="276" y="246"/>
                </a:lnTo>
                <a:lnTo>
                  <a:pt x="276" y="246"/>
                </a:lnTo>
                <a:lnTo>
                  <a:pt x="281" y="247"/>
                </a:lnTo>
                <a:lnTo>
                  <a:pt x="282" y="246"/>
                </a:lnTo>
                <a:lnTo>
                  <a:pt x="282" y="245"/>
                </a:lnTo>
                <a:lnTo>
                  <a:pt x="285" y="245"/>
                </a:lnTo>
                <a:lnTo>
                  <a:pt x="285" y="245"/>
                </a:lnTo>
                <a:lnTo>
                  <a:pt x="285" y="244"/>
                </a:lnTo>
                <a:lnTo>
                  <a:pt x="285" y="243"/>
                </a:lnTo>
                <a:lnTo>
                  <a:pt x="286" y="243"/>
                </a:lnTo>
                <a:lnTo>
                  <a:pt x="287" y="244"/>
                </a:lnTo>
                <a:lnTo>
                  <a:pt x="296" y="243"/>
                </a:lnTo>
                <a:lnTo>
                  <a:pt x="297" y="243"/>
                </a:lnTo>
                <a:lnTo>
                  <a:pt x="300" y="242"/>
                </a:lnTo>
                <a:lnTo>
                  <a:pt x="307" y="241"/>
                </a:lnTo>
                <a:lnTo>
                  <a:pt x="307" y="241"/>
                </a:lnTo>
                <a:lnTo>
                  <a:pt x="309" y="241"/>
                </a:lnTo>
                <a:lnTo>
                  <a:pt x="313" y="240"/>
                </a:lnTo>
                <a:lnTo>
                  <a:pt x="314" y="240"/>
                </a:lnTo>
                <a:lnTo>
                  <a:pt x="317" y="240"/>
                </a:lnTo>
                <a:lnTo>
                  <a:pt x="317" y="239"/>
                </a:lnTo>
                <a:lnTo>
                  <a:pt x="316" y="239"/>
                </a:lnTo>
                <a:lnTo>
                  <a:pt x="316" y="235"/>
                </a:lnTo>
                <a:lnTo>
                  <a:pt x="320" y="232"/>
                </a:lnTo>
                <a:lnTo>
                  <a:pt x="322" y="229"/>
                </a:lnTo>
                <a:lnTo>
                  <a:pt x="325" y="221"/>
                </a:lnTo>
                <a:lnTo>
                  <a:pt x="327" y="215"/>
                </a:lnTo>
                <a:lnTo>
                  <a:pt x="329" y="211"/>
                </a:lnTo>
                <a:lnTo>
                  <a:pt x="330" y="206"/>
                </a:lnTo>
                <a:lnTo>
                  <a:pt x="344" y="205"/>
                </a:lnTo>
                <a:lnTo>
                  <a:pt x="346" y="202"/>
                </a:lnTo>
                <a:lnTo>
                  <a:pt x="346" y="200"/>
                </a:lnTo>
                <a:lnTo>
                  <a:pt x="350" y="195"/>
                </a:lnTo>
                <a:lnTo>
                  <a:pt x="353" y="192"/>
                </a:lnTo>
                <a:lnTo>
                  <a:pt x="359" y="188"/>
                </a:lnTo>
                <a:lnTo>
                  <a:pt x="363" y="187"/>
                </a:lnTo>
                <a:lnTo>
                  <a:pt x="365" y="184"/>
                </a:lnTo>
                <a:lnTo>
                  <a:pt x="370" y="183"/>
                </a:lnTo>
                <a:lnTo>
                  <a:pt x="371" y="184"/>
                </a:lnTo>
                <a:lnTo>
                  <a:pt x="371" y="184"/>
                </a:lnTo>
                <a:lnTo>
                  <a:pt x="372" y="186"/>
                </a:lnTo>
                <a:lnTo>
                  <a:pt x="372" y="187"/>
                </a:lnTo>
                <a:lnTo>
                  <a:pt x="373" y="186"/>
                </a:lnTo>
                <a:lnTo>
                  <a:pt x="377" y="183"/>
                </a:lnTo>
                <a:lnTo>
                  <a:pt x="379" y="182"/>
                </a:lnTo>
                <a:lnTo>
                  <a:pt x="382" y="182"/>
                </a:lnTo>
                <a:lnTo>
                  <a:pt x="386" y="180"/>
                </a:lnTo>
                <a:lnTo>
                  <a:pt x="387" y="179"/>
                </a:lnTo>
                <a:lnTo>
                  <a:pt x="387" y="178"/>
                </a:lnTo>
                <a:lnTo>
                  <a:pt x="386" y="176"/>
                </a:lnTo>
                <a:lnTo>
                  <a:pt x="388" y="174"/>
                </a:lnTo>
                <a:lnTo>
                  <a:pt x="386" y="171"/>
                </a:lnTo>
                <a:lnTo>
                  <a:pt x="387" y="170"/>
                </a:lnTo>
                <a:lnTo>
                  <a:pt x="385" y="169"/>
                </a:lnTo>
                <a:lnTo>
                  <a:pt x="386" y="168"/>
                </a:lnTo>
                <a:lnTo>
                  <a:pt x="386" y="167"/>
                </a:lnTo>
                <a:lnTo>
                  <a:pt x="388" y="165"/>
                </a:lnTo>
                <a:lnTo>
                  <a:pt x="389" y="165"/>
                </a:lnTo>
                <a:close/>
              </a:path>
            </a:pathLst>
          </a:custGeom>
          <a:solidFill>
            <a:srgbClr val="D9E6F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5941144" y="5385309"/>
            <a:ext cx="218042" cy="500214"/>
          </a:xfrm>
          <a:custGeom>
            <a:avLst/>
            <a:gdLst/>
            <a:ahLst/>
            <a:cxnLst/>
            <a:rect l="l" t="t" r="r" b="b"/>
            <a:pathLst>
              <a:path w="34" h="78">
                <a:moveTo>
                  <a:pt x="11" y="67"/>
                </a:moveTo>
                <a:lnTo>
                  <a:pt x="14" y="68"/>
                </a:lnTo>
                <a:lnTo>
                  <a:pt x="16" y="70"/>
                </a:lnTo>
                <a:lnTo>
                  <a:pt x="17" y="72"/>
                </a:lnTo>
                <a:lnTo>
                  <a:pt x="17" y="75"/>
                </a:lnTo>
                <a:lnTo>
                  <a:pt x="19" y="77"/>
                </a:lnTo>
                <a:lnTo>
                  <a:pt x="20" y="77"/>
                </a:lnTo>
                <a:lnTo>
                  <a:pt x="22" y="78"/>
                </a:lnTo>
                <a:lnTo>
                  <a:pt x="22" y="77"/>
                </a:lnTo>
                <a:lnTo>
                  <a:pt x="22" y="75"/>
                </a:lnTo>
                <a:lnTo>
                  <a:pt x="23" y="74"/>
                </a:lnTo>
                <a:lnTo>
                  <a:pt x="22" y="68"/>
                </a:lnTo>
                <a:lnTo>
                  <a:pt x="22" y="63"/>
                </a:lnTo>
                <a:lnTo>
                  <a:pt x="23" y="60"/>
                </a:lnTo>
                <a:lnTo>
                  <a:pt x="26" y="58"/>
                </a:lnTo>
                <a:lnTo>
                  <a:pt x="26" y="57"/>
                </a:lnTo>
                <a:lnTo>
                  <a:pt x="27" y="55"/>
                </a:lnTo>
                <a:lnTo>
                  <a:pt x="28" y="53"/>
                </a:lnTo>
                <a:lnTo>
                  <a:pt x="28" y="49"/>
                </a:lnTo>
                <a:lnTo>
                  <a:pt x="29" y="49"/>
                </a:lnTo>
                <a:lnTo>
                  <a:pt x="29" y="48"/>
                </a:lnTo>
                <a:lnTo>
                  <a:pt x="29" y="47"/>
                </a:lnTo>
                <a:lnTo>
                  <a:pt x="29" y="45"/>
                </a:lnTo>
                <a:lnTo>
                  <a:pt x="30" y="44"/>
                </a:lnTo>
                <a:lnTo>
                  <a:pt x="30" y="30"/>
                </a:lnTo>
                <a:lnTo>
                  <a:pt x="31" y="28"/>
                </a:lnTo>
                <a:lnTo>
                  <a:pt x="30" y="26"/>
                </a:lnTo>
                <a:lnTo>
                  <a:pt x="33" y="20"/>
                </a:lnTo>
                <a:lnTo>
                  <a:pt x="33" y="18"/>
                </a:lnTo>
                <a:lnTo>
                  <a:pt x="34" y="16"/>
                </a:lnTo>
                <a:lnTo>
                  <a:pt x="33" y="14"/>
                </a:lnTo>
                <a:lnTo>
                  <a:pt x="32" y="11"/>
                </a:lnTo>
                <a:lnTo>
                  <a:pt x="32" y="9"/>
                </a:lnTo>
                <a:lnTo>
                  <a:pt x="34" y="5"/>
                </a:lnTo>
                <a:lnTo>
                  <a:pt x="34" y="4"/>
                </a:lnTo>
                <a:lnTo>
                  <a:pt x="33" y="4"/>
                </a:lnTo>
                <a:lnTo>
                  <a:pt x="32" y="2"/>
                </a:lnTo>
                <a:lnTo>
                  <a:pt x="30" y="3"/>
                </a:lnTo>
                <a:lnTo>
                  <a:pt x="28" y="2"/>
                </a:lnTo>
                <a:lnTo>
                  <a:pt x="25" y="0"/>
                </a:lnTo>
                <a:lnTo>
                  <a:pt x="23" y="0"/>
                </a:lnTo>
                <a:lnTo>
                  <a:pt x="22" y="1"/>
                </a:lnTo>
                <a:lnTo>
                  <a:pt x="21" y="4"/>
                </a:lnTo>
                <a:lnTo>
                  <a:pt x="18" y="5"/>
                </a:lnTo>
                <a:lnTo>
                  <a:pt x="14" y="7"/>
                </a:lnTo>
                <a:lnTo>
                  <a:pt x="14" y="8"/>
                </a:lnTo>
                <a:lnTo>
                  <a:pt x="13" y="12"/>
                </a:lnTo>
                <a:lnTo>
                  <a:pt x="12" y="14"/>
                </a:lnTo>
                <a:lnTo>
                  <a:pt x="11" y="16"/>
                </a:lnTo>
                <a:lnTo>
                  <a:pt x="9" y="18"/>
                </a:lnTo>
                <a:lnTo>
                  <a:pt x="8" y="21"/>
                </a:lnTo>
                <a:lnTo>
                  <a:pt x="7" y="24"/>
                </a:lnTo>
                <a:lnTo>
                  <a:pt x="5" y="28"/>
                </a:lnTo>
                <a:lnTo>
                  <a:pt x="4" y="30"/>
                </a:lnTo>
                <a:lnTo>
                  <a:pt x="3" y="34"/>
                </a:lnTo>
                <a:lnTo>
                  <a:pt x="2" y="36"/>
                </a:lnTo>
                <a:lnTo>
                  <a:pt x="1" y="37"/>
                </a:lnTo>
                <a:lnTo>
                  <a:pt x="0" y="40"/>
                </a:lnTo>
                <a:lnTo>
                  <a:pt x="0" y="43"/>
                </a:lnTo>
                <a:lnTo>
                  <a:pt x="1" y="44"/>
                </a:lnTo>
                <a:lnTo>
                  <a:pt x="1" y="48"/>
                </a:lnTo>
                <a:lnTo>
                  <a:pt x="0" y="54"/>
                </a:lnTo>
                <a:lnTo>
                  <a:pt x="1" y="55"/>
                </a:lnTo>
                <a:lnTo>
                  <a:pt x="3" y="55"/>
                </a:lnTo>
                <a:lnTo>
                  <a:pt x="5" y="61"/>
                </a:lnTo>
                <a:lnTo>
                  <a:pt x="8" y="65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5126693" y="5904762"/>
            <a:ext cx="76956" cy="51304"/>
          </a:xfrm>
          <a:custGeom>
            <a:avLst/>
            <a:gdLst/>
            <a:ahLst/>
            <a:cxnLst/>
            <a:rect l="l" t="t" r="r" b="b"/>
            <a:pathLst>
              <a:path w="12" h="8">
                <a:moveTo>
                  <a:pt x="4" y="1"/>
                </a:moveTo>
                <a:lnTo>
                  <a:pt x="2" y="3"/>
                </a:lnTo>
                <a:lnTo>
                  <a:pt x="2" y="4"/>
                </a:lnTo>
                <a:lnTo>
                  <a:pt x="4" y="4"/>
                </a:lnTo>
                <a:lnTo>
                  <a:pt x="3" y="6"/>
                </a:lnTo>
                <a:lnTo>
                  <a:pt x="3" y="5"/>
                </a:lnTo>
                <a:lnTo>
                  <a:pt x="1" y="6"/>
                </a:lnTo>
                <a:lnTo>
                  <a:pt x="1" y="6"/>
                </a:lnTo>
                <a:lnTo>
                  <a:pt x="0" y="7"/>
                </a:lnTo>
                <a:lnTo>
                  <a:pt x="1" y="8"/>
                </a:lnTo>
                <a:lnTo>
                  <a:pt x="3" y="7"/>
                </a:lnTo>
                <a:lnTo>
                  <a:pt x="4" y="8"/>
                </a:lnTo>
                <a:lnTo>
                  <a:pt x="4" y="7"/>
                </a:lnTo>
                <a:lnTo>
                  <a:pt x="4" y="7"/>
                </a:lnTo>
                <a:lnTo>
                  <a:pt x="4" y="6"/>
                </a:lnTo>
                <a:lnTo>
                  <a:pt x="4" y="6"/>
                </a:lnTo>
                <a:lnTo>
                  <a:pt x="5" y="5"/>
                </a:lnTo>
                <a:lnTo>
                  <a:pt x="7" y="5"/>
                </a:lnTo>
                <a:lnTo>
                  <a:pt x="6" y="6"/>
                </a:lnTo>
                <a:lnTo>
                  <a:pt x="7" y="7"/>
                </a:lnTo>
                <a:lnTo>
                  <a:pt x="8" y="7"/>
                </a:lnTo>
                <a:lnTo>
                  <a:pt x="8" y="7"/>
                </a:lnTo>
                <a:lnTo>
                  <a:pt x="9" y="7"/>
                </a:lnTo>
                <a:lnTo>
                  <a:pt x="9" y="6"/>
                </a:lnTo>
                <a:lnTo>
                  <a:pt x="9" y="5"/>
                </a:lnTo>
                <a:lnTo>
                  <a:pt x="10" y="6"/>
                </a:lnTo>
                <a:lnTo>
                  <a:pt x="10" y="6"/>
                </a:lnTo>
                <a:lnTo>
                  <a:pt x="10" y="5"/>
                </a:lnTo>
                <a:lnTo>
                  <a:pt x="9" y="4"/>
                </a:lnTo>
                <a:lnTo>
                  <a:pt x="9" y="3"/>
                </a:lnTo>
                <a:lnTo>
                  <a:pt x="10" y="3"/>
                </a:lnTo>
                <a:lnTo>
                  <a:pt x="11" y="4"/>
                </a:lnTo>
                <a:lnTo>
                  <a:pt x="12" y="3"/>
                </a:lnTo>
                <a:lnTo>
                  <a:pt x="11" y="2"/>
                </a:lnTo>
                <a:lnTo>
                  <a:pt x="12" y="2"/>
                </a:lnTo>
                <a:lnTo>
                  <a:pt x="11" y="2"/>
                </a:lnTo>
                <a:lnTo>
                  <a:pt x="10" y="1"/>
                </a:lnTo>
                <a:lnTo>
                  <a:pt x="9" y="2"/>
                </a:lnTo>
                <a:lnTo>
                  <a:pt x="8" y="2"/>
                </a:lnTo>
                <a:lnTo>
                  <a:pt x="8" y="2"/>
                </a:lnTo>
                <a:lnTo>
                  <a:pt x="8" y="1"/>
                </a:lnTo>
                <a:lnTo>
                  <a:pt x="9" y="2"/>
                </a:lnTo>
                <a:lnTo>
                  <a:pt x="10" y="0"/>
                </a:lnTo>
                <a:lnTo>
                  <a:pt x="10" y="1"/>
                </a:lnTo>
                <a:lnTo>
                  <a:pt x="9" y="0"/>
                </a:lnTo>
                <a:lnTo>
                  <a:pt x="8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5" y="1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36992" y="5074920"/>
            <a:ext cx="950976" cy="147767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36992" y="6570878"/>
            <a:ext cx="9509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微软雅黑"/>
                <a:ea typeface="微软雅黑"/>
              </a:rPr>
              <a:t>南海诸岛</a:t>
            </a:r>
          </a:p>
        </p:txBody>
      </p:sp>
      <p:sp>
        <p:nvSpPr>
          <p:cNvPr id="49" name="Freeform 48"/>
          <p:cNvSpPr/>
          <p:nvPr/>
        </p:nvSpPr>
        <p:spPr>
          <a:xfrm>
            <a:off x="8376791" y="6175782"/>
            <a:ext cx="41145" cy="27430"/>
          </a:xfrm>
          <a:custGeom>
            <a:avLst/>
            <a:gdLst/>
            <a:ahLst/>
            <a:cxnLst/>
            <a:rect l="l" t="t" r="r" b="b"/>
            <a:pathLst>
              <a:path w="15" h="10">
                <a:moveTo>
                  <a:pt x="0" y="8"/>
                </a:moveTo>
                <a:lnTo>
                  <a:pt x="0" y="9"/>
                </a:lnTo>
                <a:lnTo>
                  <a:pt x="2" y="10"/>
                </a:lnTo>
                <a:lnTo>
                  <a:pt x="4" y="9"/>
                </a:lnTo>
                <a:lnTo>
                  <a:pt x="11" y="7"/>
                </a:lnTo>
                <a:lnTo>
                  <a:pt x="12" y="6"/>
                </a:lnTo>
                <a:lnTo>
                  <a:pt x="12" y="4"/>
                </a:lnTo>
                <a:lnTo>
                  <a:pt x="13" y="3"/>
                </a:lnTo>
                <a:lnTo>
                  <a:pt x="15" y="2"/>
                </a:lnTo>
                <a:lnTo>
                  <a:pt x="15" y="1"/>
                </a:lnTo>
                <a:lnTo>
                  <a:pt x="14" y="0"/>
                </a:lnTo>
                <a:lnTo>
                  <a:pt x="14" y="0"/>
                </a:lnTo>
                <a:lnTo>
                  <a:pt x="13" y="0"/>
                </a:lnTo>
                <a:lnTo>
                  <a:pt x="11" y="0"/>
                </a:lnTo>
                <a:lnTo>
                  <a:pt x="8" y="2"/>
                </a:lnTo>
                <a:lnTo>
                  <a:pt x="7" y="4"/>
                </a:lnTo>
                <a:lnTo>
                  <a:pt x="3" y="7"/>
                </a:lnTo>
                <a:lnTo>
                  <a:pt x="0" y="8"/>
                </a:lnTo>
                <a:close/>
              </a:path>
            </a:pathLst>
          </a:custGeom>
          <a:solidFill>
            <a:srgbClr val="EFEFE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083290" y="6219670"/>
            <a:ext cx="32916" cy="16458"/>
          </a:xfrm>
          <a:custGeom>
            <a:avLst/>
            <a:gdLst/>
            <a:ahLst/>
            <a:cxnLst/>
            <a:rect l="l" t="t" r="r" b="b"/>
            <a:pathLst>
              <a:path w="12" h="6">
                <a:moveTo>
                  <a:pt x="0" y="5"/>
                </a:moveTo>
                <a:lnTo>
                  <a:pt x="0" y="6"/>
                </a:lnTo>
                <a:lnTo>
                  <a:pt x="1" y="5"/>
                </a:lnTo>
                <a:lnTo>
                  <a:pt x="3" y="4"/>
                </a:lnTo>
                <a:lnTo>
                  <a:pt x="5" y="2"/>
                </a:lnTo>
                <a:lnTo>
                  <a:pt x="6" y="1"/>
                </a:lnTo>
                <a:lnTo>
                  <a:pt x="8" y="1"/>
                </a:lnTo>
                <a:lnTo>
                  <a:pt x="12" y="1"/>
                </a:lnTo>
                <a:lnTo>
                  <a:pt x="12" y="1"/>
                </a:lnTo>
                <a:lnTo>
                  <a:pt x="11" y="0"/>
                </a:lnTo>
                <a:lnTo>
                  <a:pt x="9" y="0"/>
                </a:lnTo>
                <a:lnTo>
                  <a:pt x="6" y="0"/>
                </a:lnTo>
                <a:lnTo>
                  <a:pt x="5" y="0"/>
                </a:lnTo>
                <a:lnTo>
                  <a:pt x="2" y="3"/>
                </a:lnTo>
                <a:close/>
              </a:path>
            </a:pathLst>
          </a:custGeom>
          <a:solidFill>
            <a:srgbClr val="EFEFE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774526" y="5138928"/>
            <a:ext cx="5486" cy="71318"/>
          </a:xfrm>
          <a:custGeom>
            <a:avLst/>
            <a:gdLst/>
            <a:ahLst/>
            <a:cxnLst/>
            <a:rect l="l" t="t" r="r" b="b"/>
            <a:pathLst>
              <a:path w="2" h="26">
                <a:moveTo>
                  <a:pt x="1" y="25"/>
                </a:move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0" y="25"/>
                </a:lnTo>
                <a:lnTo>
                  <a:pt x="1" y="26"/>
                </a:lnTo>
                <a:lnTo>
                  <a:pt x="1" y="26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8725152" y="5319966"/>
            <a:ext cx="35659" cy="60346"/>
          </a:xfrm>
          <a:custGeom>
            <a:avLst/>
            <a:gdLst/>
            <a:ahLst/>
            <a:cxnLst/>
            <a:rect l="l" t="t" r="r" b="b"/>
            <a:pathLst>
              <a:path w="13" h="22">
                <a:moveTo>
                  <a:pt x="1" y="22"/>
                </a:moveTo>
                <a:lnTo>
                  <a:pt x="13" y="0"/>
                </a:lnTo>
                <a:lnTo>
                  <a:pt x="13" y="0"/>
                </a:lnTo>
                <a:lnTo>
                  <a:pt x="13" y="0"/>
                </a:lnTo>
                <a:lnTo>
                  <a:pt x="0" y="22"/>
                </a:lnTo>
                <a:lnTo>
                  <a:pt x="0" y="22"/>
                </a:lnTo>
                <a:lnTo>
                  <a:pt x="1" y="22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8653834" y="5495518"/>
            <a:ext cx="24687" cy="65832"/>
          </a:xfrm>
          <a:custGeom>
            <a:avLst/>
            <a:gdLst/>
            <a:ahLst/>
            <a:cxnLst/>
            <a:rect l="l" t="t" r="r" b="b"/>
            <a:pathLst>
              <a:path w="9" h="24">
                <a:moveTo>
                  <a:pt x="0" y="24"/>
                </a:moveTo>
                <a:lnTo>
                  <a:pt x="9" y="0"/>
                </a:lnTo>
                <a:lnTo>
                  <a:pt x="8" y="0"/>
                </a:lnTo>
                <a:lnTo>
                  <a:pt x="8" y="0"/>
                </a:lnTo>
                <a:lnTo>
                  <a:pt x="0" y="23"/>
                </a:lnTo>
                <a:lnTo>
                  <a:pt x="0" y="24"/>
                </a:lnTo>
                <a:lnTo>
                  <a:pt x="0" y="24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8645605" y="5679299"/>
            <a:ext cx="8229" cy="60346"/>
          </a:xfrm>
          <a:custGeom>
            <a:avLst/>
            <a:gdLst/>
            <a:ahLst/>
            <a:cxnLst/>
            <a:rect l="l" t="t" r="r" b="b"/>
            <a:pathLst>
              <a:path w="3" h="22">
                <a:moveTo>
                  <a:pt x="3" y="21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3" y="22"/>
                </a:lnTo>
                <a:lnTo>
                  <a:pt x="3" y="22"/>
                </a:lnTo>
                <a:lnTo>
                  <a:pt x="3" y="21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8653834" y="5912454"/>
            <a:ext cx="21944" cy="65832"/>
          </a:xfrm>
          <a:custGeom>
            <a:avLst/>
            <a:gdLst/>
            <a:ahLst/>
            <a:cxnLst/>
            <a:rect l="l" t="t" r="r" b="b"/>
            <a:pathLst>
              <a:path w="8" h="24">
                <a:moveTo>
                  <a:pt x="3" y="18"/>
                </a:moveTo>
                <a:lnTo>
                  <a:pt x="0" y="24"/>
                </a:lnTo>
                <a:lnTo>
                  <a:pt x="0" y="24"/>
                </a:lnTo>
                <a:lnTo>
                  <a:pt x="1" y="24"/>
                </a:lnTo>
                <a:lnTo>
                  <a:pt x="3" y="18"/>
                </a:lnTo>
                <a:lnTo>
                  <a:pt x="6" y="8"/>
                </a:lnTo>
                <a:lnTo>
                  <a:pt x="8" y="0"/>
                </a:lnTo>
                <a:lnTo>
                  <a:pt x="7" y="0"/>
                </a:lnTo>
                <a:lnTo>
                  <a:pt x="7" y="0"/>
                </a:lnTo>
                <a:lnTo>
                  <a:pt x="6" y="8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8486511" y="6162067"/>
            <a:ext cx="41145" cy="52117"/>
          </a:xfrm>
          <a:custGeom>
            <a:avLst/>
            <a:gdLst/>
            <a:ahLst/>
            <a:cxnLst/>
            <a:rect l="l" t="t" r="r" b="b"/>
            <a:pathLst>
              <a:path w="15" h="19">
                <a:moveTo>
                  <a:pt x="0" y="19"/>
                </a:moveTo>
                <a:lnTo>
                  <a:pt x="15" y="0"/>
                </a:lnTo>
                <a:lnTo>
                  <a:pt x="15" y="0"/>
                </a:lnTo>
                <a:lnTo>
                  <a:pt x="15" y="0"/>
                </a:lnTo>
                <a:lnTo>
                  <a:pt x="0" y="19"/>
                </a:lnTo>
                <a:lnTo>
                  <a:pt x="0" y="19"/>
                </a:lnTo>
                <a:lnTo>
                  <a:pt x="0" y="19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8253356" y="6417166"/>
            <a:ext cx="71318" cy="24687"/>
          </a:xfrm>
          <a:custGeom>
            <a:avLst/>
            <a:gdLst/>
            <a:ahLst/>
            <a:cxnLst/>
            <a:rect l="l" t="t" r="r" b="b"/>
            <a:pathLst>
              <a:path w="26" h="9">
                <a:moveTo>
                  <a:pt x="13" y="5"/>
                </a:moveTo>
                <a:lnTo>
                  <a:pt x="0" y="9"/>
                </a:lnTo>
                <a:lnTo>
                  <a:pt x="0" y="9"/>
                </a:lnTo>
                <a:lnTo>
                  <a:pt x="0" y="9"/>
                </a:lnTo>
                <a:lnTo>
                  <a:pt x="13" y="6"/>
                </a:lnTo>
                <a:lnTo>
                  <a:pt x="18" y="4"/>
                </a:lnTo>
                <a:lnTo>
                  <a:pt x="26" y="0"/>
                </a:lnTo>
                <a:lnTo>
                  <a:pt x="26" y="0"/>
                </a:lnTo>
                <a:lnTo>
                  <a:pt x="26" y="0"/>
                </a:lnTo>
                <a:lnTo>
                  <a:pt x="18" y="4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8001000" y="6249843"/>
            <a:ext cx="8229" cy="60346"/>
          </a:xfrm>
          <a:custGeom>
            <a:avLst/>
            <a:gdLst/>
            <a:ahLst/>
            <a:cxnLst/>
            <a:rect l="l" t="t" r="r" b="b"/>
            <a:pathLst>
              <a:path w="3" h="22">
                <a:moveTo>
                  <a:pt x="2" y="21"/>
                </a:moveTo>
                <a:lnTo>
                  <a:pt x="3" y="22"/>
                </a:lnTo>
                <a:lnTo>
                  <a:pt x="3" y="22"/>
                </a:lnTo>
                <a:lnTo>
                  <a:pt x="3" y="20"/>
                </a:lnTo>
                <a:lnTo>
                  <a:pt x="1" y="11"/>
                </a:lnTo>
                <a:lnTo>
                  <a:pt x="0" y="3"/>
                </a:lnTo>
                <a:lnTo>
                  <a:pt x="1" y="0"/>
                </a:lnTo>
                <a:lnTo>
                  <a:pt x="1" y="1"/>
                </a:lnTo>
                <a:lnTo>
                  <a:pt x="0" y="3"/>
                </a:lnTo>
                <a:lnTo>
                  <a:pt x="0" y="12"/>
                </a:lnTo>
                <a:lnTo>
                  <a:pt x="2" y="21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8110720" y="5950856"/>
            <a:ext cx="16458" cy="60346"/>
          </a:xfrm>
          <a:custGeom>
            <a:avLst/>
            <a:gdLst/>
            <a:ahLst/>
            <a:cxnLst/>
            <a:rect l="l" t="t" r="r" b="b"/>
            <a:pathLst>
              <a:path w="6" h="22">
                <a:moveTo>
                  <a:pt x="2" y="19"/>
                </a:moveTo>
                <a:lnTo>
                  <a:pt x="0" y="22"/>
                </a:lnTo>
                <a:lnTo>
                  <a:pt x="0" y="22"/>
                </a:lnTo>
                <a:lnTo>
                  <a:pt x="1" y="22"/>
                </a:lnTo>
                <a:lnTo>
                  <a:pt x="4" y="17"/>
                </a:lnTo>
                <a:lnTo>
                  <a:pt x="5" y="14"/>
                </a:lnTo>
                <a:lnTo>
                  <a:pt x="6" y="10"/>
                </a:lnTo>
                <a:lnTo>
                  <a:pt x="6" y="7"/>
                </a:lnTo>
                <a:lnTo>
                  <a:pt x="6" y="3"/>
                </a:lnTo>
                <a:lnTo>
                  <a:pt x="6" y="0"/>
                </a:lnTo>
                <a:lnTo>
                  <a:pt x="5" y="0"/>
                </a:lnTo>
                <a:lnTo>
                  <a:pt x="6" y="7"/>
                </a:lnTo>
                <a:lnTo>
                  <a:pt x="5" y="10"/>
                </a:lnTo>
                <a:lnTo>
                  <a:pt x="4" y="14"/>
                </a:lnTo>
                <a:lnTo>
                  <a:pt x="3" y="16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8050374" y="5723187"/>
            <a:ext cx="38402" cy="63089"/>
          </a:xfrm>
          <a:custGeom>
            <a:avLst/>
            <a:gdLst/>
            <a:ahLst/>
            <a:cxnLst/>
            <a:rect l="l" t="t" r="r" b="b"/>
            <a:pathLst>
              <a:path w="14" h="23">
                <a:moveTo>
                  <a:pt x="13" y="21"/>
                </a:moveTo>
                <a:lnTo>
                  <a:pt x="13" y="22"/>
                </a:lnTo>
                <a:lnTo>
                  <a:pt x="14" y="23"/>
                </a:lnTo>
                <a:lnTo>
                  <a:pt x="14" y="22"/>
                </a:lnTo>
                <a:lnTo>
                  <a:pt x="12" y="16"/>
                </a:lnTo>
                <a:lnTo>
                  <a:pt x="9" y="11"/>
                </a:lnTo>
                <a:lnTo>
                  <a:pt x="6" y="6"/>
                </a:lnTo>
                <a:lnTo>
                  <a:pt x="0" y="0"/>
                </a:lnTo>
                <a:lnTo>
                  <a:pt x="0" y="0"/>
                </a:lnTo>
                <a:lnTo>
                  <a:pt x="0" y="1"/>
                </a:lnTo>
                <a:lnTo>
                  <a:pt x="7" y="8"/>
                </a:lnTo>
                <a:lnTo>
                  <a:pt x="9" y="12"/>
                </a:lnTo>
                <a:lnTo>
                  <a:pt x="11" y="16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14217" y="3231269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北京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34799" y="3344154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天津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53342" y="3367245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河北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97951" y="3652024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山西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35325" y="2537279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内蒙古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27391" y="3013836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辽宁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26322" y="2475803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吉林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05156" y="1747178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黑龙江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76195" y="4479425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上海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24751" y="4102383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江苏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06907" y="4641797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浙江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53457" y="4414002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安徽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67684" y="5281169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福建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29068" y="4987509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江西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00962" y="3645709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山东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32685" y="4045299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河南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微软雅黑"/>
                <a:ea typeface="微软雅黑"/>
              </a:rPr>
              <a:t>5.5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67863" y="4614118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湖北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71695" y="5020861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湖南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微软雅黑"/>
                <a:ea typeface="微软雅黑"/>
              </a:rPr>
              <a:t>8.5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99407" y="5800700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广东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61843" y="5531412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广西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4.5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39526" y="6341396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海南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02152" y="4768053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重庆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84529" y="4627686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四川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4.5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31582" y="5110657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贵州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4.5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09428" y="5346049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云南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604673" y="4408871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西藏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91306" y="4020827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陕西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668206" y="3297431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甘肃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4.5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546883" y="3952197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青海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37297" y="3596963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宁夏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1.5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59701" y="2697726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新疆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0.5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85874" y="5551197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台湾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01000" y="13716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结论速览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01000" y="1682496"/>
            <a:ext cx="3794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前三：江西9、湖南8.5、山东8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末三：新疆0.5、云南1、宁夏1.5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01000" y="283464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图例（按经济回报分）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001000" y="3163824"/>
            <a:ext cx="219456" cy="219456"/>
          </a:xfrm>
          <a:prstGeom prst="rect">
            <a:avLst/>
          </a:prstGeom>
          <a:solidFill>
            <a:srgbClr val="1F4E79"/>
          </a:solidFill>
          <a:ln w="63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311896" y="3172968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第1-3名（8-9分）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001000" y="3465576"/>
            <a:ext cx="219456" cy="219456"/>
          </a:xfrm>
          <a:prstGeom prst="rect">
            <a:avLst/>
          </a:prstGeom>
          <a:solidFill>
            <a:srgbClr val="4A80C0"/>
          </a:solidFill>
          <a:ln w="63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311896" y="3474720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第4-5名（5-5.5分）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01000" y="3767328"/>
            <a:ext cx="219456" cy="219456"/>
          </a:xfrm>
          <a:prstGeom prst="rect">
            <a:avLst/>
          </a:prstGeom>
          <a:solidFill>
            <a:srgbClr val="7FA8D8"/>
          </a:solidFill>
          <a:ln w="63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11896" y="377647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7名（4.5分）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001000" y="4069080"/>
            <a:ext cx="219456" cy="219456"/>
          </a:xfrm>
          <a:prstGeom prst="rect">
            <a:avLst/>
          </a:prstGeom>
          <a:solidFill>
            <a:srgbClr val="AECBE8"/>
          </a:solidFill>
          <a:ln w="63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311896" y="4078224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11名（2分）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001000" y="4370832"/>
            <a:ext cx="219456" cy="219456"/>
          </a:xfrm>
          <a:prstGeom prst="rect">
            <a:avLst/>
          </a:prstGeom>
          <a:solidFill>
            <a:srgbClr val="D9E6F2"/>
          </a:solidFill>
          <a:ln w="63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311896" y="4379976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第13-15名（0.5-1.5分）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001000" y="4672584"/>
            <a:ext cx="219456" cy="219456"/>
          </a:xfrm>
          <a:prstGeom prst="rect">
            <a:avLst/>
          </a:prstGeom>
          <a:solidFill>
            <a:srgbClr val="EFEFEF"/>
          </a:solidFill>
          <a:ln w="63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311896" y="4681728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非调研省份（灰）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11274552" cy="5669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示例：15省新能源政策评分图谱 · 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示例数据（分数节选自润岚2026-08调研；依据/短板仅演示3省） ｜ 补贴确定性+现货状态+电价+门槛时效，满分10</a:t>
            </a:r>
          </a:p>
        </p:txBody>
      </p:sp>
      <p:sp>
        <p:nvSpPr>
          <p:cNvPr id="4" name="Freeform 3"/>
          <p:cNvSpPr/>
          <p:nvPr/>
        </p:nvSpPr>
        <p:spPr>
          <a:xfrm>
            <a:off x="5068976" y="3192063"/>
            <a:ext cx="218042" cy="237281"/>
          </a:xfrm>
          <a:custGeom>
            <a:avLst/>
            <a:gdLst/>
            <a:ahLst/>
            <a:cxnLst/>
            <a:rect l="l" t="t" r="r" b="b"/>
            <a:pathLst>
              <a:path w="34" h="37">
                <a:moveTo>
                  <a:pt x="31" y="10"/>
                </a:moveTo>
                <a:lnTo>
                  <a:pt x="32" y="10"/>
                </a:lnTo>
                <a:lnTo>
                  <a:pt x="33" y="10"/>
                </a:lnTo>
                <a:lnTo>
                  <a:pt x="32" y="9"/>
                </a:lnTo>
                <a:lnTo>
                  <a:pt x="33" y="8"/>
                </a:lnTo>
                <a:lnTo>
                  <a:pt x="34" y="8"/>
                </a:lnTo>
                <a:lnTo>
                  <a:pt x="34" y="8"/>
                </a:lnTo>
                <a:lnTo>
                  <a:pt x="33" y="7"/>
                </a:lnTo>
                <a:lnTo>
                  <a:pt x="32" y="7"/>
                </a:lnTo>
                <a:lnTo>
                  <a:pt x="31" y="8"/>
                </a:lnTo>
                <a:lnTo>
                  <a:pt x="29" y="8"/>
                </a:lnTo>
                <a:lnTo>
                  <a:pt x="27" y="7"/>
                </a:lnTo>
                <a:lnTo>
                  <a:pt x="25" y="8"/>
                </a:lnTo>
                <a:lnTo>
                  <a:pt x="25" y="8"/>
                </a:lnTo>
                <a:lnTo>
                  <a:pt x="24" y="7"/>
                </a:lnTo>
                <a:lnTo>
                  <a:pt x="24" y="6"/>
                </a:lnTo>
                <a:lnTo>
                  <a:pt x="22" y="5"/>
                </a:lnTo>
                <a:lnTo>
                  <a:pt x="20" y="4"/>
                </a:lnTo>
                <a:lnTo>
                  <a:pt x="20" y="3"/>
                </a:lnTo>
                <a:lnTo>
                  <a:pt x="19" y="2"/>
                </a:lnTo>
                <a:lnTo>
                  <a:pt x="19" y="1"/>
                </a:lnTo>
                <a:lnTo>
                  <a:pt x="19" y="1"/>
                </a:lnTo>
                <a:lnTo>
                  <a:pt x="18" y="0"/>
                </a:lnTo>
                <a:lnTo>
                  <a:pt x="18" y="1"/>
                </a:lnTo>
                <a:lnTo>
                  <a:pt x="18" y="1"/>
                </a:lnTo>
                <a:lnTo>
                  <a:pt x="18" y="2"/>
                </a:lnTo>
                <a:lnTo>
                  <a:pt x="17" y="2"/>
                </a:lnTo>
                <a:lnTo>
                  <a:pt x="15" y="3"/>
                </a:lnTo>
                <a:lnTo>
                  <a:pt x="15" y="3"/>
                </a:lnTo>
                <a:lnTo>
                  <a:pt x="16" y="4"/>
                </a:lnTo>
                <a:lnTo>
                  <a:pt x="14" y="4"/>
                </a:lnTo>
                <a:lnTo>
                  <a:pt x="14" y="4"/>
                </a:lnTo>
                <a:lnTo>
                  <a:pt x="13" y="4"/>
                </a:lnTo>
                <a:lnTo>
                  <a:pt x="13" y="5"/>
                </a:lnTo>
                <a:lnTo>
                  <a:pt x="15" y="6"/>
                </a:lnTo>
                <a:lnTo>
                  <a:pt x="16" y="7"/>
                </a:lnTo>
                <a:lnTo>
                  <a:pt x="16" y="7"/>
                </a:lnTo>
                <a:lnTo>
                  <a:pt x="13" y="8"/>
                </a:lnTo>
                <a:lnTo>
                  <a:pt x="13" y="8"/>
                </a:lnTo>
                <a:lnTo>
                  <a:pt x="13" y="8"/>
                </a:lnTo>
                <a:lnTo>
                  <a:pt x="12" y="7"/>
                </a:lnTo>
                <a:lnTo>
                  <a:pt x="11" y="10"/>
                </a:lnTo>
                <a:lnTo>
                  <a:pt x="11" y="10"/>
                </a:lnTo>
                <a:lnTo>
                  <a:pt x="10" y="11"/>
                </a:lnTo>
                <a:lnTo>
                  <a:pt x="8" y="13"/>
                </a:lnTo>
                <a:lnTo>
                  <a:pt x="8" y="12"/>
                </a:lnTo>
                <a:lnTo>
                  <a:pt x="7" y="12"/>
                </a:lnTo>
                <a:lnTo>
                  <a:pt x="7" y="12"/>
                </a:lnTo>
                <a:lnTo>
                  <a:pt x="6" y="13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5" y="15"/>
                </a:lnTo>
                <a:lnTo>
                  <a:pt x="5" y="16"/>
                </a:lnTo>
                <a:lnTo>
                  <a:pt x="7" y="18"/>
                </a:lnTo>
                <a:lnTo>
                  <a:pt x="8" y="18"/>
                </a:lnTo>
                <a:lnTo>
                  <a:pt x="9" y="20"/>
                </a:lnTo>
                <a:lnTo>
                  <a:pt x="8" y="21"/>
                </a:lnTo>
                <a:lnTo>
                  <a:pt x="7" y="22"/>
                </a:lnTo>
                <a:lnTo>
                  <a:pt x="7" y="22"/>
                </a:lnTo>
                <a:lnTo>
                  <a:pt x="7" y="23"/>
                </a:lnTo>
                <a:lnTo>
                  <a:pt x="6" y="22"/>
                </a:lnTo>
                <a:lnTo>
                  <a:pt x="6" y="23"/>
                </a:lnTo>
                <a:lnTo>
                  <a:pt x="3" y="24"/>
                </a:lnTo>
                <a:lnTo>
                  <a:pt x="3" y="24"/>
                </a:lnTo>
                <a:lnTo>
                  <a:pt x="1" y="26"/>
                </a:lnTo>
                <a:lnTo>
                  <a:pt x="0" y="28"/>
                </a:lnTo>
                <a:lnTo>
                  <a:pt x="1" y="28"/>
                </a:lnTo>
                <a:lnTo>
                  <a:pt x="2" y="29"/>
                </a:lnTo>
                <a:lnTo>
                  <a:pt x="2" y="30"/>
                </a:lnTo>
                <a:lnTo>
                  <a:pt x="3" y="31"/>
                </a:lnTo>
                <a:lnTo>
                  <a:pt x="3" y="31"/>
                </a:lnTo>
                <a:lnTo>
                  <a:pt x="1" y="32"/>
                </a:lnTo>
                <a:lnTo>
                  <a:pt x="1" y="32"/>
                </a:lnTo>
                <a:lnTo>
                  <a:pt x="2" y="32"/>
                </a:lnTo>
                <a:lnTo>
                  <a:pt x="2" y="35"/>
                </a:lnTo>
                <a:lnTo>
                  <a:pt x="3" y="35"/>
                </a:lnTo>
                <a:lnTo>
                  <a:pt x="3" y="36"/>
                </a:lnTo>
                <a:lnTo>
                  <a:pt x="3" y="35"/>
                </a:lnTo>
                <a:lnTo>
                  <a:pt x="4" y="36"/>
                </a:lnTo>
                <a:lnTo>
                  <a:pt x="5" y="35"/>
                </a:lnTo>
                <a:lnTo>
                  <a:pt x="7" y="37"/>
                </a:lnTo>
                <a:lnTo>
                  <a:pt x="8" y="37"/>
                </a:lnTo>
                <a:lnTo>
                  <a:pt x="8" y="36"/>
                </a:lnTo>
                <a:lnTo>
                  <a:pt x="9" y="36"/>
                </a:lnTo>
                <a:lnTo>
                  <a:pt x="10" y="35"/>
                </a:lnTo>
                <a:lnTo>
                  <a:pt x="10" y="35"/>
                </a:lnTo>
                <a:lnTo>
                  <a:pt x="10" y="36"/>
                </a:lnTo>
                <a:lnTo>
                  <a:pt x="11" y="35"/>
                </a:lnTo>
                <a:lnTo>
                  <a:pt x="11" y="35"/>
                </a:lnTo>
                <a:lnTo>
                  <a:pt x="12" y="35"/>
                </a:lnTo>
                <a:lnTo>
                  <a:pt x="12" y="35"/>
                </a:lnTo>
                <a:lnTo>
                  <a:pt x="13" y="35"/>
                </a:lnTo>
                <a:lnTo>
                  <a:pt x="15" y="35"/>
                </a:lnTo>
                <a:lnTo>
                  <a:pt x="15" y="35"/>
                </a:lnTo>
                <a:lnTo>
                  <a:pt x="16" y="36"/>
                </a:lnTo>
                <a:lnTo>
                  <a:pt x="17" y="37"/>
                </a:lnTo>
                <a:lnTo>
                  <a:pt x="17" y="37"/>
                </a:lnTo>
                <a:lnTo>
                  <a:pt x="19" y="37"/>
                </a:lnTo>
                <a:lnTo>
                  <a:pt x="19" y="37"/>
                </a:lnTo>
                <a:lnTo>
                  <a:pt x="19" y="37"/>
                </a:lnTo>
                <a:lnTo>
                  <a:pt x="18" y="37"/>
                </a:lnTo>
                <a:lnTo>
                  <a:pt x="18" y="36"/>
                </a:lnTo>
                <a:lnTo>
                  <a:pt x="19" y="36"/>
                </a:lnTo>
                <a:lnTo>
                  <a:pt x="19" y="36"/>
                </a:lnTo>
                <a:lnTo>
                  <a:pt x="19" y="35"/>
                </a:lnTo>
                <a:lnTo>
                  <a:pt x="19" y="35"/>
                </a:lnTo>
                <a:lnTo>
                  <a:pt x="20" y="35"/>
                </a:lnTo>
                <a:lnTo>
                  <a:pt x="20" y="34"/>
                </a:lnTo>
                <a:lnTo>
                  <a:pt x="21" y="33"/>
                </a:lnTo>
                <a:lnTo>
                  <a:pt x="22" y="33"/>
                </a:lnTo>
                <a:lnTo>
                  <a:pt x="23" y="33"/>
                </a:lnTo>
                <a:lnTo>
                  <a:pt x="23" y="33"/>
                </a:lnTo>
                <a:lnTo>
                  <a:pt x="24" y="33"/>
                </a:lnTo>
                <a:lnTo>
                  <a:pt x="25" y="33"/>
                </a:lnTo>
                <a:lnTo>
                  <a:pt x="25" y="31"/>
                </a:lnTo>
                <a:lnTo>
                  <a:pt x="26" y="31"/>
                </a:lnTo>
                <a:lnTo>
                  <a:pt x="26" y="30"/>
                </a:lnTo>
                <a:lnTo>
                  <a:pt x="26" y="30"/>
                </a:lnTo>
                <a:lnTo>
                  <a:pt x="26" y="29"/>
                </a:lnTo>
                <a:lnTo>
                  <a:pt x="27" y="29"/>
                </a:lnTo>
                <a:lnTo>
                  <a:pt x="26" y="27"/>
                </a:lnTo>
                <a:lnTo>
                  <a:pt x="26" y="28"/>
                </a:lnTo>
                <a:lnTo>
                  <a:pt x="25" y="27"/>
                </a:lnTo>
                <a:lnTo>
                  <a:pt x="24" y="27"/>
                </a:lnTo>
                <a:lnTo>
                  <a:pt x="24" y="27"/>
                </a:lnTo>
                <a:lnTo>
                  <a:pt x="24" y="25"/>
                </a:lnTo>
                <a:lnTo>
                  <a:pt x="23" y="25"/>
                </a:lnTo>
                <a:lnTo>
                  <a:pt x="23" y="23"/>
                </a:lnTo>
                <a:lnTo>
                  <a:pt x="26" y="23"/>
                </a:lnTo>
                <a:lnTo>
                  <a:pt x="27" y="23"/>
                </a:lnTo>
                <a:lnTo>
                  <a:pt x="28" y="22"/>
                </a:lnTo>
                <a:lnTo>
                  <a:pt x="30" y="22"/>
                </a:lnTo>
                <a:lnTo>
                  <a:pt x="31" y="21"/>
                </a:lnTo>
                <a:lnTo>
                  <a:pt x="31" y="21"/>
                </a:lnTo>
                <a:lnTo>
                  <a:pt x="32" y="20"/>
                </a:lnTo>
                <a:lnTo>
                  <a:pt x="33" y="20"/>
                </a:lnTo>
                <a:lnTo>
                  <a:pt x="33" y="18"/>
                </a:lnTo>
                <a:lnTo>
                  <a:pt x="32" y="18"/>
                </a:lnTo>
                <a:lnTo>
                  <a:pt x="32" y="16"/>
                </a:lnTo>
                <a:lnTo>
                  <a:pt x="31" y="17"/>
                </a:lnTo>
                <a:lnTo>
                  <a:pt x="30" y="15"/>
                </a:lnTo>
                <a:lnTo>
                  <a:pt x="30" y="15"/>
                </a:lnTo>
                <a:lnTo>
                  <a:pt x="30" y="14"/>
                </a:lnTo>
                <a:lnTo>
                  <a:pt x="30" y="13"/>
                </a:lnTo>
                <a:lnTo>
                  <a:pt x="29" y="12"/>
                </a:lnTo>
                <a:lnTo>
                  <a:pt x="30" y="12"/>
                </a:lnTo>
                <a:lnTo>
                  <a:pt x="30" y="11"/>
                </a:lnTo>
                <a:lnTo>
                  <a:pt x="30" y="10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229301" y="3301084"/>
            <a:ext cx="141086" cy="250107"/>
          </a:xfrm>
          <a:custGeom>
            <a:avLst/>
            <a:gdLst/>
            <a:ahLst/>
            <a:cxnLst/>
            <a:rect l="l" t="t" r="r" b="b"/>
            <a:pathLst>
              <a:path w="22" h="39">
                <a:moveTo>
                  <a:pt x="17" y="19"/>
                </a:moveTo>
                <a:lnTo>
                  <a:pt x="19" y="18"/>
                </a:lnTo>
                <a:lnTo>
                  <a:pt x="18" y="17"/>
                </a:lnTo>
                <a:lnTo>
                  <a:pt x="19" y="17"/>
                </a:lnTo>
                <a:lnTo>
                  <a:pt x="19" y="15"/>
                </a:lnTo>
                <a:lnTo>
                  <a:pt x="19" y="14"/>
                </a:lnTo>
                <a:lnTo>
                  <a:pt x="18" y="14"/>
                </a:lnTo>
                <a:lnTo>
                  <a:pt x="16" y="14"/>
                </a:lnTo>
                <a:lnTo>
                  <a:pt x="16" y="15"/>
                </a:lnTo>
                <a:lnTo>
                  <a:pt x="16" y="16"/>
                </a:lnTo>
                <a:lnTo>
                  <a:pt x="15" y="15"/>
                </a:lnTo>
                <a:lnTo>
                  <a:pt x="15" y="14"/>
                </a:lnTo>
                <a:lnTo>
                  <a:pt x="14" y="15"/>
                </a:lnTo>
                <a:lnTo>
                  <a:pt x="14" y="14"/>
                </a:lnTo>
                <a:lnTo>
                  <a:pt x="14" y="13"/>
                </a:lnTo>
                <a:lnTo>
                  <a:pt x="13" y="12"/>
                </a:lnTo>
                <a:lnTo>
                  <a:pt x="13" y="11"/>
                </a:lnTo>
                <a:lnTo>
                  <a:pt x="12" y="11"/>
                </a:lnTo>
                <a:lnTo>
                  <a:pt x="12" y="10"/>
                </a:lnTo>
                <a:lnTo>
                  <a:pt x="11" y="8"/>
                </a:lnTo>
                <a:lnTo>
                  <a:pt x="11" y="7"/>
                </a:lnTo>
                <a:lnTo>
                  <a:pt x="11" y="7"/>
                </a:lnTo>
                <a:lnTo>
                  <a:pt x="11" y="6"/>
                </a:lnTo>
                <a:lnTo>
                  <a:pt x="12" y="6"/>
                </a:lnTo>
                <a:lnTo>
                  <a:pt x="13" y="6"/>
                </a:lnTo>
                <a:lnTo>
                  <a:pt x="14" y="6"/>
                </a:lnTo>
                <a:lnTo>
                  <a:pt x="15" y="6"/>
                </a:lnTo>
                <a:lnTo>
                  <a:pt x="15" y="6"/>
                </a:lnTo>
                <a:lnTo>
                  <a:pt x="16" y="5"/>
                </a:lnTo>
                <a:lnTo>
                  <a:pt x="15" y="5"/>
                </a:lnTo>
                <a:lnTo>
                  <a:pt x="15" y="5"/>
                </a:lnTo>
                <a:lnTo>
                  <a:pt x="15" y="4"/>
                </a:lnTo>
                <a:lnTo>
                  <a:pt x="15" y="4"/>
                </a:lnTo>
                <a:lnTo>
                  <a:pt x="15" y="3"/>
                </a:lnTo>
                <a:lnTo>
                  <a:pt x="13" y="3"/>
                </a:lnTo>
                <a:lnTo>
                  <a:pt x="13" y="3"/>
                </a:lnTo>
                <a:lnTo>
                  <a:pt x="11" y="1"/>
                </a:lnTo>
                <a:lnTo>
                  <a:pt x="11" y="0"/>
                </a:lnTo>
                <a:lnTo>
                  <a:pt x="11" y="0"/>
                </a:lnTo>
                <a:lnTo>
                  <a:pt x="8" y="0"/>
                </a:lnTo>
                <a:lnTo>
                  <a:pt x="8" y="3"/>
                </a:lnTo>
                <a:lnTo>
                  <a:pt x="7" y="3"/>
                </a:lnTo>
                <a:lnTo>
                  <a:pt x="6" y="4"/>
                </a:lnTo>
                <a:lnTo>
                  <a:pt x="6" y="4"/>
                </a:lnTo>
                <a:lnTo>
                  <a:pt x="5" y="5"/>
                </a:lnTo>
                <a:lnTo>
                  <a:pt x="5" y="6"/>
                </a:lnTo>
                <a:lnTo>
                  <a:pt x="5" y="8"/>
                </a:lnTo>
                <a:lnTo>
                  <a:pt x="5" y="9"/>
                </a:lnTo>
                <a:lnTo>
                  <a:pt x="7" y="9"/>
                </a:lnTo>
                <a:lnTo>
                  <a:pt x="7" y="10"/>
                </a:lnTo>
                <a:lnTo>
                  <a:pt x="5" y="10"/>
                </a:lnTo>
                <a:lnTo>
                  <a:pt x="5" y="11"/>
                </a:lnTo>
                <a:lnTo>
                  <a:pt x="6" y="12"/>
                </a:lnTo>
                <a:lnTo>
                  <a:pt x="6" y="12"/>
                </a:lnTo>
                <a:lnTo>
                  <a:pt x="6" y="14"/>
                </a:lnTo>
                <a:lnTo>
                  <a:pt x="6" y="15"/>
                </a:lnTo>
                <a:lnTo>
                  <a:pt x="3" y="14"/>
                </a:lnTo>
                <a:lnTo>
                  <a:pt x="2" y="15"/>
                </a:lnTo>
                <a:lnTo>
                  <a:pt x="2" y="13"/>
                </a:lnTo>
                <a:lnTo>
                  <a:pt x="1" y="14"/>
                </a:lnTo>
                <a:lnTo>
                  <a:pt x="0" y="14"/>
                </a:lnTo>
                <a:lnTo>
                  <a:pt x="0" y="16"/>
                </a:lnTo>
                <a:lnTo>
                  <a:pt x="0" y="17"/>
                </a:lnTo>
                <a:lnTo>
                  <a:pt x="0" y="18"/>
                </a:lnTo>
                <a:lnTo>
                  <a:pt x="0" y="19"/>
                </a:lnTo>
                <a:lnTo>
                  <a:pt x="0" y="19"/>
                </a:lnTo>
                <a:lnTo>
                  <a:pt x="1" y="20"/>
                </a:lnTo>
                <a:lnTo>
                  <a:pt x="2" y="20"/>
                </a:lnTo>
                <a:lnTo>
                  <a:pt x="1" y="20"/>
                </a:lnTo>
                <a:lnTo>
                  <a:pt x="1" y="21"/>
                </a:lnTo>
                <a:lnTo>
                  <a:pt x="1" y="21"/>
                </a:lnTo>
                <a:lnTo>
                  <a:pt x="1" y="22"/>
                </a:lnTo>
                <a:lnTo>
                  <a:pt x="2" y="21"/>
                </a:lnTo>
                <a:lnTo>
                  <a:pt x="2" y="22"/>
                </a:lnTo>
                <a:lnTo>
                  <a:pt x="2" y="23"/>
                </a:lnTo>
                <a:lnTo>
                  <a:pt x="2" y="24"/>
                </a:lnTo>
                <a:lnTo>
                  <a:pt x="2" y="25"/>
                </a:lnTo>
                <a:lnTo>
                  <a:pt x="2" y="26"/>
                </a:lnTo>
                <a:lnTo>
                  <a:pt x="3" y="26"/>
                </a:lnTo>
                <a:lnTo>
                  <a:pt x="3" y="27"/>
                </a:lnTo>
                <a:lnTo>
                  <a:pt x="2" y="28"/>
                </a:lnTo>
                <a:lnTo>
                  <a:pt x="0" y="29"/>
                </a:lnTo>
                <a:lnTo>
                  <a:pt x="1" y="30"/>
                </a:lnTo>
                <a:lnTo>
                  <a:pt x="0" y="31"/>
                </a:lnTo>
                <a:lnTo>
                  <a:pt x="0" y="33"/>
                </a:lnTo>
                <a:lnTo>
                  <a:pt x="1" y="34"/>
                </a:lnTo>
                <a:lnTo>
                  <a:pt x="1" y="35"/>
                </a:lnTo>
                <a:lnTo>
                  <a:pt x="3" y="35"/>
                </a:lnTo>
                <a:lnTo>
                  <a:pt x="4" y="37"/>
                </a:lnTo>
                <a:lnTo>
                  <a:pt x="7" y="36"/>
                </a:lnTo>
                <a:lnTo>
                  <a:pt x="7" y="37"/>
                </a:lnTo>
                <a:lnTo>
                  <a:pt x="8" y="38"/>
                </a:lnTo>
                <a:lnTo>
                  <a:pt x="9" y="37"/>
                </a:lnTo>
                <a:lnTo>
                  <a:pt x="10" y="38"/>
                </a:lnTo>
                <a:lnTo>
                  <a:pt x="10" y="38"/>
                </a:lnTo>
                <a:lnTo>
                  <a:pt x="10" y="39"/>
                </a:lnTo>
                <a:lnTo>
                  <a:pt x="12" y="38"/>
                </a:lnTo>
                <a:lnTo>
                  <a:pt x="14" y="37"/>
                </a:lnTo>
                <a:lnTo>
                  <a:pt x="17" y="36"/>
                </a:lnTo>
                <a:lnTo>
                  <a:pt x="17" y="36"/>
                </a:lnTo>
                <a:lnTo>
                  <a:pt x="18" y="35"/>
                </a:lnTo>
                <a:lnTo>
                  <a:pt x="18" y="33"/>
                </a:lnTo>
                <a:lnTo>
                  <a:pt x="17" y="33"/>
                </a:lnTo>
                <a:lnTo>
                  <a:pt x="16" y="32"/>
                </a:lnTo>
                <a:lnTo>
                  <a:pt x="18" y="31"/>
                </a:lnTo>
                <a:lnTo>
                  <a:pt x="19" y="31"/>
                </a:lnTo>
                <a:lnTo>
                  <a:pt x="20" y="31"/>
                </a:lnTo>
                <a:lnTo>
                  <a:pt x="20" y="28"/>
                </a:lnTo>
                <a:lnTo>
                  <a:pt x="20" y="28"/>
                </a:lnTo>
                <a:lnTo>
                  <a:pt x="19" y="26"/>
                </a:lnTo>
                <a:lnTo>
                  <a:pt x="19" y="25"/>
                </a:lnTo>
                <a:lnTo>
                  <a:pt x="21" y="23"/>
                </a:lnTo>
                <a:lnTo>
                  <a:pt x="21" y="22"/>
                </a:lnTo>
                <a:lnTo>
                  <a:pt x="22" y="22"/>
                </a:lnTo>
                <a:lnTo>
                  <a:pt x="22" y="21"/>
                </a:lnTo>
                <a:lnTo>
                  <a:pt x="22" y="21"/>
                </a:lnTo>
                <a:lnTo>
                  <a:pt x="19" y="20"/>
                </a:lnTo>
                <a:lnTo>
                  <a:pt x="18" y="19"/>
                </a:lnTo>
                <a:lnTo>
                  <a:pt x="18" y="20"/>
                </a:lnTo>
                <a:lnTo>
                  <a:pt x="18" y="19"/>
                </a:lnTo>
                <a:lnTo>
                  <a:pt x="15" y="20"/>
                </a:lnTo>
                <a:lnTo>
                  <a:pt x="15" y="21"/>
                </a:lnTo>
                <a:lnTo>
                  <a:pt x="14" y="20"/>
                </a:lnTo>
                <a:lnTo>
                  <a:pt x="13" y="20"/>
                </a:lnTo>
                <a:lnTo>
                  <a:pt x="13" y="20"/>
                </a:lnTo>
                <a:lnTo>
                  <a:pt x="14" y="19"/>
                </a:lnTo>
                <a:lnTo>
                  <a:pt x="15" y="19"/>
                </a:lnTo>
                <a:lnTo>
                  <a:pt x="15" y="19"/>
                </a:lnTo>
                <a:lnTo>
                  <a:pt x="16" y="19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4882999" y="2954782"/>
            <a:ext cx="673365" cy="987602"/>
          </a:xfrm>
          <a:custGeom>
            <a:avLst/>
            <a:gdLst/>
            <a:ahLst/>
            <a:cxnLst/>
            <a:rect l="l" t="t" r="r" b="b"/>
            <a:pathLst>
              <a:path w="105" h="154">
                <a:moveTo>
                  <a:pt x="62" y="45"/>
                </a:moveTo>
                <a:lnTo>
                  <a:pt x="61" y="46"/>
                </a:lnTo>
                <a:lnTo>
                  <a:pt x="62" y="47"/>
                </a:lnTo>
                <a:lnTo>
                  <a:pt x="61" y="47"/>
                </a:lnTo>
                <a:lnTo>
                  <a:pt x="60" y="47"/>
                </a:lnTo>
                <a:lnTo>
                  <a:pt x="59" y="47"/>
                </a:lnTo>
                <a:lnTo>
                  <a:pt x="59" y="48"/>
                </a:lnTo>
                <a:lnTo>
                  <a:pt x="59" y="49"/>
                </a:lnTo>
                <a:lnTo>
                  <a:pt x="58" y="49"/>
                </a:lnTo>
                <a:lnTo>
                  <a:pt x="59" y="50"/>
                </a:lnTo>
                <a:lnTo>
                  <a:pt x="59" y="51"/>
                </a:lnTo>
                <a:lnTo>
                  <a:pt x="59" y="52"/>
                </a:lnTo>
                <a:lnTo>
                  <a:pt x="59" y="52"/>
                </a:lnTo>
                <a:lnTo>
                  <a:pt x="60" y="54"/>
                </a:lnTo>
                <a:lnTo>
                  <a:pt x="61" y="53"/>
                </a:lnTo>
                <a:lnTo>
                  <a:pt x="61" y="55"/>
                </a:lnTo>
                <a:lnTo>
                  <a:pt x="63" y="54"/>
                </a:lnTo>
                <a:lnTo>
                  <a:pt x="64" y="54"/>
                </a:lnTo>
                <a:lnTo>
                  <a:pt x="65" y="54"/>
                </a:lnTo>
                <a:lnTo>
                  <a:pt x="65" y="54"/>
                </a:lnTo>
                <a:lnTo>
                  <a:pt x="65" y="55"/>
                </a:lnTo>
                <a:lnTo>
                  <a:pt x="67" y="57"/>
                </a:lnTo>
                <a:lnTo>
                  <a:pt x="67" y="57"/>
                </a:lnTo>
                <a:lnTo>
                  <a:pt x="69" y="57"/>
                </a:lnTo>
                <a:lnTo>
                  <a:pt x="69" y="58"/>
                </a:lnTo>
                <a:lnTo>
                  <a:pt x="69" y="58"/>
                </a:lnTo>
                <a:lnTo>
                  <a:pt x="69" y="59"/>
                </a:lnTo>
                <a:lnTo>
                  <a:pt x="69" y="59"/>
                </a:lnTo>
                <a:lnTo>
                  <a:pt x="69" y="60"/>
                </a:lnTo>
                <a:lnTo>
                  <a:pt x="68" y="60"/>
                </a:lnTo>
                <a:lnTo>
                  <a:pt x="67" y="60"/>
                </a:lnTo>
                <a:lnTo>
                  <a:pt x="66" y="60"/>
                </a:lnTo>
                <a:lnTo>
                  <a:pt x="65" y="60"/>
                </a:lnTo>
                <a:lnTo>
                  <a:pt x="65" y="61"/>
                </a:lnTo>
                <a:lnTo>
                  <a:pt x="65" y="61"/>
                </a:lnTo>
                <a:lnTo>
                  <a:pt x="65" y="62"/>
                </a:lnTo>
                <a:lnTo>
                  <a:pt x="66" y="64"/>
                </a:lnTo>
                <a:lnTo>
                  <a:pt x="66" y="65"/>
                </a:lnTo>
                <a:lnTo>
                  <a:pt x="67" y="65"/>
                </a:lnTo>
                <a:lnTo>
                  <a:pt x="67" y="66"/>
                </a:lnTo>
                <a:lnTo>
                  <a:pt x="68" y="67"/>
                </a:lnTo>
                <a:lnTo>
                  <a:pt x="68" y="68"/>
                </a:lnTo>
                <a:lnTo>
                  <a:pt x="68" y="69"/>
                </a:lnTo>
                <a:lnTo>
                  <a:pt x="69" y="68"/>
                </a:lnTo>
                <a:lnTo>
                  <a:pt x="69" y="69"/>
                </a:lnTo>
                <a:lnTo>
                  <a:pt x="70" y="70"/>
                </a:lnTo>
                <a:lnTo>
                  <a:pt x="70" y="69"/>
                </a:lnTo>
                <a:lnTo>
                  <a:pt x="70" y="68"/>
                </a:lnTo>
                <a:lnTo>
                  <a:pt x="72" y="68"/>
                </a:lnTo>
                <a:lnTo>
                  <a:pt x="73" y="68"/>
                </a:lnTo>
                <a:lnTo>
                  <a:pt x="73" y="69"/>
                </a:lnTo>
                <a:lnTo>
                  <a:pt x="73" y="71"/>
                </a:lnTo>
                <a:lnTo>
                  <a:pt x="72" y="71"/>
                </a:lnTo>
                <a:lnTo>
                  <a:pt x="73" y="72"/>
                </a:lnTo>
                <a:lnTo>
                  <a:pt x="72" y="72"/>
                </a:lnTo>
                <a:lnTo>
                  <a:pt x="72" y="73"/>
                </a:lnTo>
                <a:lnTo>
                  <a:pt x="72" y="73"/>
                </a:lnTo>
                <a:lnTo>
                  <a:pt x="72" y="74"/>
                </a:lnTo>
                <a:lnTo>
                  <a:pt x="72" y="73"/>
                </a:lnTo>
                <a:lnTo>
                  <a:pt x="73" y="74"/>
                </a:lnTo>
                <a:lnTo>
                  <a:pt x="76" y="75"/>
                </a:lnTo>
                <a:lnTo>
                  <a:pt x="76" y="75"/>
                </a:lnTo>
                <a:lnTo>
                  <a:pt x="76" y="76"/>
                </a:lnTo>
                <a:lnTo>
                  <a:pt x="76" y="76"/>
                </a:lnTo>
                <a:lnTo>
                  <a:pt x="77" y="76"/>
                </a:lnTo>
                <a:lnTo>
                  <a:pt x="78" y="77"/>
                </a:lnTo>
                <a:lnTo>
                  <a:pt x="80" y="80"/>
                </a:lnTo>
                <a:lnTo>
                  <a:pt x="81" y="80"/>
                </a:lnTo>
                <a:lnTo>
                  <a:pt x="82" y="80"/>
                </a:lnTo>
                <a:lnTo>
                  <a:pt x="83" y="81"/>
                </a:lnTo>
                <a:lnTo>
                  <a:pt x="85" y="82"/>
                </a:lnTo>
                <a:lnTo>
                  <a:pt x="86" y="82"/>
                </a:lnTo>
                <a:lnTo>
                  <a:pt x="86" y="80"/>
                </a:lnTo>
                <a:lnTo>
                  <a:pt x="86" y="80"/>
                </a:lnTo>
                <a:lnTo>
                  <a:pt x="85" y="78"/>
                </a:lnTo>
                <a:lnTo>
                  <a:pt x="86" y="77"/>
                </a:lnTo>
                <a:lnTo>
                  <a:pt x="86" y="77"/>
                </a:lnTo>
                <a:lnTo>
                  <a:pt x="86" y="76"/>
                </a:lnTo>
                <a:lnTo>
                  <a:pt x="90" y="76"/>
                </a:lnTo>
                <a:lnTo>
                  <a:pt x="92" y="75"/>
                </a:lnTo>
                <a:lnTo>
                  <a:pt x="91" y="76"/>
                </a:lnTo>
                <a:lnTo>
                  <a:pt x="91" y="76"/>
                </a:lnTo>
                <a:lnTo>
                  <a:pt x="92" y="76"/>
                </a:lnTo>
                <a:lnTo>
                  <a:pt x="94" y="73"/>
                </a:lnTo>
                <a:lnTo>
                  <a:pt x="95" y="71"/>
                </a:lnTo>
                <a:lnTo>
                  <a:pt x="97" y="70"/>
                </a:lnTo>
                <a:lnTo>
                  <a:pt x="97" y="69"/>
                </a:lnTo>
                <a:lnTo>
                  <a:pt x="96" y="67"/>
                </a:lnTo>
                <a:lnTo>
                  <a:pt x="97" y="61"/>
                </a:lnTo>
                <a:lnTo>
                  <a:pt x="99" y="59"/>
                </a:lnTo>
                <a:lnTo>
                  <a:pt x="100" y="59"/>
                </a:lnTo>
                <a:lnTo>
                  <a:pt x="99" y="58"/>
                </a:lnTo>
                <a:lnTo>
                  <a:pt x="99" y="57"/>
                </a:lnTo>
                <a:lnTo>
                  <a:pt x="103" y="55"/>
                </a:lnTo>
                <a:lnTo>
                  <a:pt x="104" y="55"/>
                </a:lnTo>
                <a:lnTo>
                  <a:pt x="104" y="55"/>
                </a:lnTo>
                <a:lnTo>
                  <a:pt x="105" y="55"/>
                </a:lnTo>
                <a:lnTo>
                  <a:pt x="104" y="54"/>
                </a:lnTo>
                <a:lnTo>
                  <a:pt x="104" y="53"/>
                </a:lnTo>
                <a:lnTo>
                  <a:pt x="104" y="53"/>
                </a:lnTo>
                <a:lnTo>
                  <a:pt x="103" y="53"/>
                </a:lnTo>
                <a:lnTo>
                  <a:pt x="103" y="52"/>
                </a:lnTo>
                <a:lnTo>
                  <a:pt x="102" y="52"/>
                </a:lnTo>
                <a:lnTo>
                  <a:pt x="102" y="51"/>
                </a:lnTo>
                <a:lnTo>
                  <a:pt x="102" y="50"/>
                </a:lnTo>
                <a:lnTo>
                  <a:pt x="101" y="50"/>
                </a:lnTo>
                <a:lnTo>
                  <a:pt x="101" y="49"/>
                </a:lnTo>
                <a:lnTo>
                  <a:pt x="100" y="49"/>
                </a:lnTo>
                <a:lnTo>
                  <a:pt x="100" y="48"/>
                </a:lnTo>
                <a:lnTo>
                  <a:pt x="99" y="47"/>
                </a:lnTo>
                <a:lnTo>
                  <a:pt x="99" y="46"/>
                </a:lnTo>
                <a:lnTo>
                  <a:pt x="99" y="44"/>
                </a:lnTo>
                <a:lnTo>
                  <a:pt x="98" y="43"/>
                </a:lnTo>
                <a:lnTo>
                  <a:pt x="98" y="43"/>
                </a:lnTo>
                <a:lnTo>
                  <a:pt x="98" y="42"/>
                </a:lnTo>
                <a:lnTo>
                  <a:pt x="93" y="43"/>
                </a:lnTo>
                <a:lnTo>
                  <a:pt x="93" y="43"/>
                </a:lnTo>
                <a:lnTo>
                  <a:pt x="92" y="43"/>
                </a:lnTo>
                <a:lnTo>
                  <a:pt x="92" y="42"/>
                </a:lnTo>
                <a:lnTo>
                  <a:pt x="91" y="42"/>
                </a:lnTo>
                <a:lnTo>
                  <a:pt x="90" y="42"/>
                </a:lnTo>
                <a:lnTo>
                  <a:pt x="91" y="40"/>
                </a:lnTo>
                <a:lnTo>
                  <a:pt x="90" y="40"/>
                </a:lnTo>
                <a:lnTo>
                  <a:pt x="90" y="41"/>
                </a:lnTo>
                <a:lnTo>
                  <a:pt x="89" y="41"/>
                </a:lnTo>
                <a:lnTo>
                  <a:pt x="87" y="40"/>
                </a:lnTo>
                <a:lnTo>
                  <a:pt x="87" y="39"/>
                </a:lnTo>
                <a:lnTo>
                  <a:pt x="86" y="39"/>
                </a:lnTo>
                <a:lnTo>
                  <a:pt x="86" y="39"/>
                </a:lnTo>
                <a:lnTo>
                  <a:pt x="85" y="38"/>
                </a:lnTo>
                <a:lnTo>
                  <a:pt x="85" y="37"/>
                </a:lnTo>
                <a:lnTo>
                  <a:pt x="85" y="35"/>
                </a:lnTo>
                <a:lnTo>
                  <a:pt x="87" y="34"/>
                </a:lnTo>
                <a:lnTo>
                  <a:pt x="87" y="33"/>
                </a:lnTo>
                <a:lnTo>
                  <a:pt x="86" y="33"/>
                </a:lnTo>
                <a:lnTo>
                  <a:pt x="86" y="33"/>
                </a:lnTo>
                <a:lnTo>
                  <a:pt x="86" y="32"/>
                </a:lnTo>
                <a:lnTo>
                  <a:pt x="87" y="32"/>
                </a:lnTo>
                <a:lnTo>
                  <a:pt x="88" y="31"/>
                </a:lnTo>
                <a:lnTo>
                  <a:pt x="88" y="30"/>
                </a:lnTo>
                <a:lnTo>
                  <a:pt x="88" y="30"/>
                </a:lnTo>
                <a:lnTo>
                  <a:pt x="89" y="29"/>
                </a:lnTo>
                <a:lnTo>
                  <a:pt x="89" y="28"/>
                </a:lnTo>
                <a:lnTo>
                  <a:pt x="89" y="28"/>
                </a:lnTo>
                <a:lnTo>
                  <a:pt x="90" y="27"/>
                </a:lnTo>
                <a:lnTo>
                  <a:pt x="90" y="26"/>
                </a:lnTo>
                <a:lnTo>
                  <a:pt x="89" y="27"/>
                </a:lnTo>
                <a:lnTo>
                  <a:pt x="85" y="27"/>
                </a:lnTo>
                <a:lnTo>
                  <a:pt x="84" y="27"/>
                </a:lnTo>
                <a:lnTo>
                  <a:pt x="83" y="26"/>
                </a:lnTo>
                <a:lnTo>
                  <a:pt x="83" y="26"/>
                </a:lnTo>
                <a:lnTo>
                  <a:pt x="82" y="26"/>
                </a:lnTo>
                <a:lnTo>
                  <a:pt x="81" y="27"/>
                </a:lnTo>
                <a:lnTo>
                  <a:pt x="80" y="26"/>
                </a:lnTo>
                <a:lnTo>
                  <a:pt x="78" y="27"/>
                </a:lnTo>
                <a:lnTo>
                  <a:pt x="75" y="28"/>
                </a:lnTo>
                <a:lnTo>
                  <a:pt x="75" y="27"/>
                </a:lnTo>
                <a:lnTo>
                  <a:pt x="75" y="26"/>
                </a:lnTo>
                <a:lnTo>
                  <a:pt x="75" y="25"/>
                </a:lnTo>
                <a:lnTo>
                  <a:pt x="73" y="25"/>
                </a:lnTo>
                <a:lnTo>
                  <a:pt x="74" y="24"/>
                </a:lnTo>
                <a:lnTo>
                  <a:pt x="73" y="23"/>
                </a:lnTo>
                <a:lnTo>
                  <a:pt x="72" y="22"/>
                </a:lnTo>
                <a:lnTo>
                  <a:pt x="72" y="21"/>
                </a:lnTo>
                <a:lnTo>
                  <a:pt x="71" y="20"/>
                </a:lnTo>
                <a:lnTo>
                  <a:pt x="70" y="20"/>
                </a:lnTo>
                <a:lnTo>
                  <a:pt x="70" y="19"/>
                </a:lnTo>
                <a:lnTo>
                  <a:pt x="70" y="18"/>
                </a:lnTo>
                <a:lnTo>
                  <a:pt x="71" y="17"/>
                </a:lnTo>
                <a:lnTo>
                  <a:pt x="72" y="17"/>
                </a:lnTo>
                <a:lnTo>
                  <a:pt x="72" y="18"/>
                </a:lnTo>
                <a:lnTo>
                  <a:pt x="73" y="18"/>
                </a:lnTo>
                <a:lnTo>
                  <a:pt x="73" y="16"/>
                </a:lnTo>
                <a:lnTo>
                  <a:pt x="73" y="16"/>
                </a:lnTo>
                <a:lnTo>
                  <a:pt x="72" y="14"/>
                </a:lnTo>
                <a:lnTo>
                  <a:pt x="72" y="14"/>
                </a:lnTo>
                <a:lnTo>
                  <a:pt x="72" y="13"/>
                </a:lnTo>
                <a:lnTo>
                  <a:pt x="71" y="12"/>
                </a:lnTo>
                <a:lnTo>
                  <a:pt x="72" y="12"/>
                </a:lnTo>
                <a:lnTo>
                  <a:pt x="72" y="11"/>
                </a:lnTo>
                <a:lnTo>
                  <a:pt x="71" y="11"/>
                </a:lnTo>
                <a:lnTo>
                  <a:pt x="70" y="11"/>
                </a:lnTo>
                <a:lnTo>
                  <a:pt x="70" y="12"/>
                </a:lnTo>
                <a:lnTo>
                  <a:pt x="70" y="12"/>
                </a:lnTo>
                <a:lnTo>
                  <a:pt x="69" y="12"/>
                </a:lnTo>
                <a:lnTo>
                  <a:pt x="69" y="11"/>
                </a:lnTo>
                <a:lnTo>
                  <a:pt x="68" y="11"/>
                </a:lnTo>
                <a:lnTo>
                  <a:pt x="68" y="9"/>
                </a:lnTo>
                <a:lnTo>
                  <a:pt x="66" y="8"/>
                </a:lnTo>
                <a:lnTo>
                  <a:pt x="66" y="8"/>
                </a:lnTo>
                <a:lnTo>
                  <a:pt x="67" y="7"/>
                </a:lnTo>
                <a:lnTo>
                  <a:pt x="66" y="6"/>
                </a:lnTo>
                <a:lnTo>
                  <a:pt x="66" y="5"/>
                </a:lnTo>
                <a:lnTo>
                  <a:pt x="63" y="2"/>
                </a:lnTo>
                <a:lnTo>
                  <a:pt x="62" y="1"/>
                </a:lnTo>
                <a:lnTo>
                  <a:pt x="62" y="0"/>
                </a:lnTo>
                <a:lnTo>
                  <a:pt x="62" y="0"/>
                </a:lnTo>
                <a:lnTo>
                  <a:pt x="60" y="1"/>
                </a:lnTo>
                <a:lnTo>
                  <a:pt x="59" y="1"/>
                </a:lnTo>
                <a:lnTo>
                  <a:pt x="58" y="1"/>
                </a:lnTo>
                <a:lnTo>
                  <a:pt x="57" y="1"/>
                </a:lnTo>
                <a:lnTo>
                  <a:pt x="56" y="1"/>
                </a:lnTo>
                <a:lnTo>
                  <a:pt x="56" y="2"/>
                </a:lnTo>
                <a:lnTo>
                  <a:pt x="55" y="3"/>
                </a:lnTo>
                <a:lnTo>
                  <a:pt x="56" y="3"/>
                </a:lnTo>
                <a:lnTo>
                  <a:pt x="56" y="4"/>
                </a:lnTo>
                <a:lnTo>
                  <a:pt x="56" y="4"/>
                </a:lnTo>
                <a:lnTo>
                  <a:pt x="51" y="4"/>
                </a:lnTo>
                <a:lnTo>
                  <a:pt x="48" y="7"/>
                </a:lnTo>
                <a:lnTo>
                  <a:pt x="48" y="7"/>
                </a:lnTo>
                <a:lnTo>
                  <a:pt x="49" y="10"/>
                </a:lnTo>
                <a:lnTo>
                  <a:pt x="48" y="11"/>
                </a:lnTo>
                <a:lnTo>
                  <a:pt x="47" y="11"/>
                </a:lnTo>
                <a:lnTo>
                  <a:pt x="47" y="12"/>
                </a:lnTo>
                <a:lnTo>
                  <a:pt x="48" y="12"/>
                </a:lnTo>
                <a:lnTo>
                  <a:pt x="48" y="14"/>
                </a:lnTo>
                <a:lnTo>
                  <a:pt x="49" y="15"/>
                </a:lnTo>
                <a:lnTo>
                  <a:pt x="47" y="16"/>
                </a:lnTo>
                <a:lnTo>
                  <a:pt x="46" y="16"/>
                </a:lnTo>
                <a:lnTo>
                  <a:pt x="46" y="17"/>
                </a:lnTo>
                <a:lnTo>
                  <a:pt x="45" y="18"/>
                </a:lnTo>
                <a:lnTo>
                  <a:pt x="43" y="18"/>
                </a:lnTo>
                <a:lnTo>
                  <a:pt x="43" y="17"/>
                </a:lnTo>
                <a:lnTo>
                  <a:pt x="42" y="17"/>
                </a:lnTo>
                <a:lnTo>
                  <a:pt x="42" y="18"/>
                </a:lnTo>
                <a:lnTo>
                  <a:pt x="41" y="18"/>
                </a:lnTo>
                <a:lnTo>
                  <a:pt x="41" y="17"/>
                </a:lnTo>
                <a:lnTo>
                  <a:pt x="40" y="16"/>
                </a:lnTo>
                <a:lnTo>
                  <a:pt x="39" y="17"/>
                </a:lnTo>
                <a:lnTo>
                  <a:pt x="39" y="18"/>
                </a:lnTo>
                <a:lnTo>
                  <a:pt x="38" y="19"/>
                </a:lnTo>
                <a:lnTo>
                  <a:pt x="38" y="20"/>
                </a:lnTo>
                <a:lnTo>
                  <a:pt x="36" y="20"/>
                </a:lnTo>
                <a:lnTo>
                  <a:pt x="36" y="21"/>
                </a:lnTo>
                <a:lnTo>
                  <a:pt x="37" y="22"/>
                </a:lnTo>
                <a:lnTo>
                  <a:pt x="36" y="22"/>
                </a:lnTo>
                <a:lnTo>
                  <a:pt x="35" y="22"/>
                </a:lnTo>
                <a:lnTo>
                  <a:pt x="33" y="19"/>
                </a:lnTo>
                <a:lnTo>
                  <a:pt x="32" y="19"/>
                </a:lnTo>
                <a:lnTo>
                  <a:pt x="31" y="19"/>
                </a:lnTo>
                <a:lnTo>
                  <a:pt x="30" y="21"/>
                </a:lnTo>
                <a:lnTo>
                  <a:pt x="29" y="21"/>
                </a:lnTo>
                <a:lnTo>
                  <a:pt x="29" y="22"/>
                </a:lnTo>
                <a:lnTo>
                  <a:pt x="25" y="25"/>
                </a:lnTo>
                <a:lnTo>
                  <a:pt x="24" y="25"/>
                </a:lnTo>
                <a:lnTo>
                  <a:pt x="23" y="26"/>
                </a:lnTo>
                <a:lnTo>
                  <a:pt x="24" y="26"/>
                </a:lnTo>
                <a:lnTo>
                  <a:pt x="24" y="27"/>
                </a:lnTo>
                <a:lnTo>
                  <a:pt x="25" y="28"/>
                </a:lnTo>
                <a:lnTo>
                  <a:pt x="24" y="28"/>
                </a:lnTo>
                <a:lnTo>
                  <a:pt x="23" y="27"/>
                </a:lnTo>
                <a:lnTo>
                  <a:pt x="23" y="27"/>
                </a:lnTo>
                <a:lnTo>
                  <a:pt x="23" y="28"/>
                </a:lnTo>
                <a:lnTo>
                  <a:pt x="22" y="29"/>
                </a:lnTo>
                <a:lnTo>
                  <a:pt x="22" y="28"/>
                </a:lnTo>
                <a:lnTo>
                  <a:pt x="20" y="28"/>
                </a:lnTo>
                <a:lnTo>
                  <a:pt x="19" y="28"/>
                </a:lnTo>
                <a:lnTo>
                  <a:pt x="19" y="28"/>
                </a:lnTo>
                <a:lnTo>
                  <a:pt x="16" y="28"/>
                </a:lnTo>
                <a:lnTo>
                  <a:pt x="17" y="28"/>
                </a:lnTo>
                <a:lnTo>
                  <a:pt x="17" y="26"/>
                </a:lnTo>
                <a:lnTo>
                  <a:pt x="16" y="25"/>
                </a:lnTo>
                <a:lnTo>
                  <a:pt x="16" y="24"/>
                </a:lnTo>
                <a:lnTo>
                  <a:pt x="17" y="23"/>
                </a:lnTo>
                <a:lnTo>
                  <a:pt x="17" y="23"/>
                </a:lnTo>
                <a:lnTo>
                  <a:pt x="16" y="19"/>
                </a:lnTo>
                <a:lnTo>
                  <a:pt x="15" y="18"/>
                </a:lnTo>
                <a:lnTo>
                  <a:pt x="15" y="17"/>
                </a:lnTo>
                <a:lnTo>
                  <a:pt x="14" y="16"/>
                </a:lnTo>
                <a:lnTo>
                  <a:pt x="13" y="17"/>
                </a:lnTo>
                <a:lnTo>
                  <a:pt x="11" y="17"/>
                </a:lnTo>
                <a:lnTo>
                  <a:pt x="10" y="17"/>
                </a:lnTo>
                <a:lnTo>
                  <a:pt x="9" y="17"/>
                </a:lnTo>
                <a:lnTo>
                  <a:pt x="9" y="18"/>
                </a:lnTo>
                <a:lnTo>
                  <a:pt x="9" y="19"/>
                </a:lnTo>
                <a:lnTo>
                  <a:pt x="9" y="19"/>
                </a:lnTo>
                <a:lnTo>
                  <a:pt x="9" y="20"/>
                </a:lnTo>
                <a:lnTo>
                  <a:pt x="9" y="21"/>
                </a:lnTo>
                <a:lnTo>
                  <a:pt x="7" y="21"/>
                </a:lnTo>
                <a:lnTo>
                  <a:pt x="5" y="25"/>
                </a:lnTo>
                <a:lnTo>
                  <a:pt x="5" y="26"/>
                </a:lnTo>
                <a:lnTo>
                  <a:pt x="5" y="27"/>
                </a:lnTo>
                <a:lnTo>
                  <a:pt x="5" y="28"/>
                </a:lnTo>
                <a:lnTo>
                  <a:pt x="6" y="29"/>
                </a:lnTo>
                <a:lnTo>
                  <a:pt x="5" y="29"/>
                </a:lnTo>
                <a:lnTo>
                  <a:pt x="6" y="31"/>
                </a:lnTo>
                <a:lnTo>
                  <a:pt x="4" y="31"/>
                </a:lnTo>
                <a:lnTo>
                  <a:pt x="2" y="31"/>
                </a:lnTo>
                <a:lnTo>
                  <a:pt x="1" y="32"/>
                </a:lnTo>
                <a:lnTo>
                  <a:pt x="1" y="33"/>
                </a:lnTo>
                <a:lnTo>
                  <a:pt x="0" y="34"/>
                </a:lnTo>
                <a:lnTo>
                  <a:pt x="0" y="34"/>
                </a:lnTo>
                <a:lnTo>
                  <a:pt x="1" y="35"/>
                </a:lnTo>
                <a:lnTo>
                  <a:pt x="1" y="36"/>
                </a:lnTo>
                <a:lnTo>
                  <a:pt x="1" y="36"/>
                </a:lnTo>
                <a:lnTo>
                  <a:pt x="2" y="37"/>
                </a:lnTo>
                <a:lnTo>
                  <a:pt x="2" y="38"/>
                </a:lnTo>
                <a:lnTo>
                  <a:pt x="2" y="37"/>
                </a:lnTo>
                <a:lnTo>
                  <a:pt x="3" y="38"/>
                </a:lnTo>
                <a:lnTo>
                  <a:pt x="3" y="39"/>
                </a:lnTo>
                <a:lnTo>
                  <a:pt x="1" y="40"/>
                </a:lnTo>
                <a:lnTo>
                  <a:pt x="1" y="41"/>
                </a:lnTo>
                <a:lnTo>
                  <a:pt x="0" y="41"/>
                </a:lnTo>
                <a:lnTo>
                  <a:pt x="3" y="44"/>
                </a:lnTo>
                <a:lnTo>
                  <a:pt x="3" y="45"/>
                </a:lnTo>
                <a:lnTo>
                  <a:pt x="4" y="45"/>
                </a:lnTo>
                <a:lnTo>
                  <a:pt x="4" y="45"/>
                </a:lnTo>
                <a:lnTo>
                  <a:pt x="5" y="47"/>
                </a:lnTo>
                <a:lnTo>
                  <a:pt x="4" y="47"/>
                </a:lnTo>
                <a:lnTo>
                  <a:pt x="5" y="48"/>
                </a:lnTo>
                <a:lnTo>
                  <a:pt x="5" y="48"/>
                </a:lnTo>
                <a:lnTo>
                  <a:pt x="5" y="48"/>
                </a:lnTo>
                <a:lnTo>
                  <a:pt x="8" y="52"/>
                </a:lnTo>
                <a:lnTo>
                  <a:pt x="9" y="52"/>
                </a:lnTo>
                <a:lnTo>
                  <a:pt x="9" y="53"/>
                </a:lnTo>
                <a:lnTo>
                  <a:pt x="9" y="53"/>
                </a:lnTo>
                <a:lnTo>
                  <a:pt x="9" y="55"/>
                </a:lnTo>
                <a:lnTo>
                  <a:pt x="9" y="56"/>
                </a:lnTo>
                <a:lnTo>
                  <a:pt x="9" y="56"/>
                </a:lnTo>
                <a:lnTo>
                  <a:pt x="10" y="57"/>
                </a:lnTo>
                <a:lnTo>
                  <a:pt x="11" y="58"/>
                </a:lnTo>
                <a:lnTo>
                  <a:pt x="12" y="57"/>
                </a:lnTo>
                <a:lnTo>
                  <a:pt x="13" y="57"/>
                </a:lnTo>
                <a:lnTo>
                  <a:pt x="12" y="59"/>
                </a:lnTo>
                <a:lnTo>
                  <a:pt x="11" y="60"/>
                </a:lnTo>
                <a:lnTo>
                  <a:pt x="9" y="60"/>
                </a:lnTo>
                <a:lnTo>
                  <a:pt x="9" y="61"/>
                </a:lnTo>
                <a:lnTo>
                  <a:pt x="7" y="62"/>
                </a:lnTo>
                <a:lnTo>
                  <a:pt x="6" y="62"/>
                </a:lnTo>
                <a:lnTo>
                  <a:pt x="6" y="62"/>
                </a:lnTo>
                <a:lnTo>
                  <a:pt x="7" y="64"/>
                </a:lnTo>
                <a:lnTo>
                  <a:pt x="6" y="64"/>
                </a:lnTo>
                <a:lnTo>
                  <a:pt x="6" y="65"/>
                </a:lnTo>
                <a:lnTo>
                  <a:pt x="5" y="64"/>
                </a:lnTo>
                <a:lnTo>
                  <a:pt x="5" y="64"/>
                </a:lnTo>
                <a:lnTo>
                  <a:pt x="4" y="65"/>
                </a:lnTo>
                <a:lnTo>
                  <a:pt x="4" y="66"/>
                </a:lnTo>
                <a:lnTo>
                  <a:pt x="6" y="66"/>
                </a:lnTo>
                <a:lnTo>
                  <a:pt x="6" y="68"/>
                </a:lnTo>
                <a:lnTo>
                  <a:pt x="8" y="68"/>
                </a:lnTo>
                <a:lnTo>
                  <a:pt x="9" y="68"/>
                </a:lnTo>
                <a:lnTo>
                  <a:pt x="9" y="68"/>
                </a:lnTo>
                <a:lnTo>
                  <a:pt x="9" y="68"/>
                </a:lnTo>
                <a:lnTo>
                  <a:pt x="9" y="69"/>
                </a:lnTo>
                <a:lnTo>
                  <a:pt x="12" y="68"/>
                </a:lnTo>
                <a:lnTo>
                  <a:pt x="12" y="69"/>
                </a:lnTo>
                <a:lnTo>
                  <a:pt x="12" y="70"/>
                </a:lnTo>
                <a:lnTo>
                  <a:pt x="13" y="71"/>
                </a:lnTo>
                <a:lnTo>
                  <a:pt x="13" y="73"/>
                </a:lnTo>
                <a:lnTo>
                  <a:pt x="13" y="74"/>
                </a:lnTo>
                <a:lnTo>
                  <a:pt x="14" y="74"/>
                </a:lnTo>
                <a:lnTo>
                  <a:pt x="15" y="75"/>
                </a:lnTo>
                <a:lnTo>
                  <a:pt x="16" y="75"/>
                </a:lnTo>
                <a:lnTo>
                  <a:pt x="15" y="77"/>
                </a:lnTo>
                <a:lnTo>
                  <a:pt x="15" y="77"/>
                </a:lnTo>
                <a:lnTo>
                  <a:pt x="14" y="79"/>
                </a:lnTo>
                <a:lnTo>
                  <a:pt x="14" y="81"/>
                </a:lnTo>
                <a:lnTo>
                  <a:pt x="14" y="81"/>
                </a:lnTo>
                <a:lnTo>
                  <a:pt x="14" y="82"/>
                </a:lnTo>
                <a:lnTo>
                  <a:pt x="14" y="83"/>
                </a:lnTo>
                <a:lnTo>
                  <a:pt x="15" y="83"/>
                </a:lnTo>
                <a:lnTo>
                  <a:pt x="14" y="84"/>
                </a:lnTo>
                <a:lnTo>
                  <a:pt x="13" y="84"/>
                </a:lnTo>
                <a:lnTo>
                  <a:pt x="13" y="87"/>
                </a:lnTo>
                <a:lnTo>
                  <a:pt x="9" y="87"/>
                </a:lnTo>
                <a:lnTo>
                  <a:pt x="8" y="87"/>
                </a:lnTo>
                <a:lnTo>
                  <a:pt x="8" y="87"/>
                </a:lnTo>
                <a:lnTo>
                  <a:pt x="8" y="86"/>
                </a:lnTo>
                <a:lnTo>
                  <a:pt x="7" y="86"/>
                </a:lnTo>
                <a:lnTo>
                  <a:pt x="7" y="87"/>
                </a:lnTo>
                <a:lnTo>
                  <a:pt x="6" y="87"/>
                </a:lnTo>
                <a:lnTo>
                  <a:pt x="6" y="87"/>
                </a:lnTo>
                <a:lnTo>
                  <a:pt x="5" y="87"/>
                </a:lnTo>
                <a:lnTo>
                  <a:pt x="4" y="89"/>
                </a:lnTo>
                <a:lnTo>
                  <a:pt x="3" y="89"/>
                </a:lnTo>
                <a:lnTo>
                  <a:pt x="3" y="90"/>
                </a:lnTo>
                <a:lnTo>
                  <a:pt x="4" y="92"/>
                </a:lnTo>
                <a:lnTo>
                  <a:pt x="5" y="93"/>
                </a:lnTo>
                <a:lnTo>
                  <a:pt x="5" y="95"/>
                </a:lnTo>
                <a:lnTo>
                  <a:pt x="4" y="95"/>
                </a:lnTo>
                <a:lnTo>
                  <a:pt x="4" y="96"/>
                </a:lnTo>
                <a:lnTo>
                  <a:pt x="3" y="96"/>
                </a:lnTo>
                <a:lnTo>
                  <a:pt x="3" y="97"/>
                </a:lnTo>
                <a:lnTo>
                  <a:pt x="1" y="97"/>
                </a:lnTo>
                <a:lnTo>
                  <a:pt x="1" y="99"/>
                </a:lnTo>
                <a:lnTo>
                  <a:pt x="0" y="100"/>
                </a:lnTo>
                <a:lnTo>
                  <a:pt x="0" y="101"/>
                </a:lnTo>
                <a:lnTo>
                  <a:pt x="1" y="102"/>
                </a:lnTo>
                <a:lnTo>
                  <a:pt x="0" y="104"/>
                </a:lnTo>
                <a:lnTo>
                  <a:pt x="1" y="104"/>
                </a:lnTo>
                <a:lnTo>
                  <a:pt x="1" y="106"/>
                </a:lnTo>
                <a:lnTo>
                  <a:pt x="2" y="107"/>
                </a:lnTo>
                <a:lnTo>
                  <a:pt x="3" y="107"/>
                </a:lnTo>
                <a:lnTo>
                  <a:pt x="3" y="107"/>
                </a:lnTo>
                <a:lnTo>
                  <a:pt x="4" y="107"/>
                </a:lnTo>
                <a:lnTo>
                  <a:pt x="4" y="108"/>
                </a:lnTo>
                <a:lnTo>
                  <a:pt x="6" y="108"/>
                </a:lnTo>
                <a:lnTo>
                  <a:pt x="6" y="109"/>
                </a:lnTo>
                <a:lnTo>
                  <a:pt x="7" y="110"/>
                </a:lnTo>
                <a:lnTo>
                  <a:pt x="7" y="112"/>
                </a:lnTo>
                <a:lnTo>
                  <a:pt x="8" y="112"/>
                </a:lnTo>
                <a:lnTo>
                  <a:pt x="9" y="114"/>
                </a:lnTo>
                <a:lnTo>
                  <a:pt x="9" y="116"/>
                </a:lnTo>
                <a:lnTo>
                  <a:pt x="10" y="116"/>
                </a:lnTo>
                <a:lnTo>
                  <a:pt x="10" y="117"/>
                </a:lnTo>
                <a:lnTo>
                  <a:pt x="10" y="118"/>
                </a:lnTo>
                <a:lnTo>
                  <a:pt x="10" y="118"/>
                </a:lnTo>
                <a:lnTo>
                  <a:pt x="11" y="118"/>
                </a:lnTo>
                <a:lnTo>
                  <a:pt x="12" y="118"/>
                </a:lnTo>
                <a:lnTo>
                  <a:pt x="12" y="119"/>
                </a:lnTo>
                <a:lnTo>
                  <a:pt x="12" y="121"/>
                </a:lnTo>
                <a:lnTo>
                  <a:pt x="11" y="123"/>
                </a:lnTo>
                <a:lnTo>
                  <a:pt x="11" y="125"/>
                </a:lnTo>
                <a:lnTo>
                  <a:pt x="10" y="125"/>
                </a:lnTo>
                <a:lnTo>
                  <a:pt x="10" y="126"/>
                </a:lnTo>
                <a:lnTo>
                  <a:pt x="9" y="127"/>
                </a:lnTo>
                <a:lnTo>
                  <a:pt x="9" y="129"/>
                </a:lnTo>
                <a:lnTo>
                  <a:pt x="8" y="130"/>
                </a:lnTo>
                <a:lnTo>
                  <a:pt x="8" y="131"/>
                </a:lnTo>
                <a:lnTo>
                  <a:pt x="7" y="131"/>
                </a:lnTo>
                <a:lnTo>
                  <a:pt x="7" y="133"/>
                </a:lnTo>
                <a:lnTo>
                  <a:pt x="7" y="133"/>
                </a:lnTo>
                <a:lnTo>
                  <a:pt x="7" y="134"/>
                </a:lnTo>
                <a:lnTo>
                  <a:pt x="8" y="135"/>
                </a:lnTo>
                <a:lnTo>
                  <a:pt x="7" y="136"/>
                </a:lnTo>
                <a:lnTo>
                  <a:pt x="8" y="137"/>
                </a:lnTo>
                <a:lnTo>
                  <a:pt x="8" y="138"/>
                </a:lnTo>
                <a:lnTo>
                  <a:pt x="6" y="137"/>
                </a:lnTo>
                <a:lnTo>
                  <a:pt x="6" y="138"/>
                </a:lnTo>
                <a:lnTo>
                  <a:pt x="6" y="140"/>
                </a:lnTo>
                <a:lnTo>
                  <a:pt x="5" y="141"/>
                </a:lnTo>
                <a:lnTo>
                  <a:pt x="4" y="141"/>
                </a:lnTo>
                <a:lnTo>
                  <a:pt x="4" y="141"/>
                </a:lnTo>
                <a:lnTo>
                  <a:pt x="3" y="141"/>
                </a:lnTo>
                <a:lnTo>
                  <a:pt x="2" y="142"/>
                </a:lnTo>
                <a:lnTo>
                  <a:pt x="3" y="142"/>
                </a:lnTo>
                <a:lnTo>
                  <a:pt x="3" y="143"/>
                </a:lnTo>
                <a:lnTo>
                  <a:pt x="3" y="143"/>
                </a:lnTo>
                <a:lnTo>
                  <a:pt x="4" y="144"/>
                </a:lnTo>
                <a:lnTo>
                  <a:pt x="4" y="144"/>
                </a:lnTo>
                <a:lnTo>
                  <a:pt x="4" y="144"/>
                </a:lnTo>
                <a:lnTo>
                  <a:pt x="5" y="145"/>
                </a:lnTo>
                <a:lnTo>
                  <a:pt x="4" y="146"/>
                </a:lnTo>
                <a:lnTo>
                  <a:pt x="4" y="146"/>
                </a:lnTo>
                <a:lnTo>
                  <a:pt x="5" y="147"/>
                </a:lnTo>
                <a:lnTo>
                  <a:pt x="7" y="148"/>
                </a:lnTo>
                <a:lnTo>
                  <a:pt x="8" y="149"/>
                </a:lnTo>
                <a:lnTo>
                  <a:pt x="10" y="150"/>
                </a:lnTo>
                <a:lnTo>
                  <a:pt x="10" y="149"/>
                </a:lnTo>
                <a:lnTo>
                  <a:pt x="11" y="149"/>
                </a:lnTo>
                <a:lnTo>
                  <a:pt x="11" y="150"/>
                </a:lnTo>
                <a:lnTo>
                  <a:pt x="12" y="149"/>
                </a:lnTo>
                <a:lnTo>
                  <a:pt x="12" y="150"/>
                </a:lnTo>
                <a:lnTo>
                  <a:pt x="13" y="149"/>
                </a:lnTo>
                <a:lnTo>
                  <a:pt x="14" y="149"/>
                </a:lnTo>
                <a:lnTo>
                  <a:pt x="14" y="150"/>
                </a:lnTo>
                <a:lnTo>
                  <a:pt x="14" y="151"/>
                </a:lnTo>
                <a:lnTo>
                  <a:pt x="15" y="150"/>
                </a:lnTo>
                <a:lnTo>
                  <a:pt x="16" y="151"/>
                </a:lnTo>
                <a:lnTo>
                  <a:pt x="16" y="151"/>
                </a:lnTo>
                <a:lnTo>
                  <a:pt x="16" y="151"/>
                </a:lnTo>
                <a:lnTo>
                  <a:pt x="17" y="150"/>
                </a:lnTo>
                <a:lnTo>
                  <a:pt x="17" y="151"/>
                </a:lnTo>
                <a:lnTo>
                  <a:pt x="19" y="151"/>
                </a:lnTo>
                <a:lnTo>
                  <a:pt x="19" y="151"/>
                </a:lnTo>
                <a:lnTo>
                  <a:pt x="23" y="152"/>
                </a:lnTo>
                <a:lnTo>
                  <a:pt x="24" y="153"/>
                </a:lnTo>
                <a:lnTo>
                  <a:pt x="24" y="153"/>
                </a:lnTo>
                <a:lnTo>
                  <a:pt x="26" y="152"/>
                </a:lnTo>
                <a:lnTo>
                  <a:pt x="27" y="153"/>
                </a:lnTo>
                <a:lnTo>
                  <a:pt x="29" y="152"/>
                </a:lnTo>
                <a:lnTo>
                  <a:pt x="30" y="153"/>
                </a:lnTo>
                <a:lnTo>
                  <a:pt x="30" y="154"/>
                </a:lnTo>
                <a:lnTo>
                  <a:pt x="31" y="154"/>
                </a:lnTo>
                <a:lnTo>
                  <a:pt x="32" y="153"/>
                </a:lnTo>
                <a:lnTo>
                  <a:pt x="32" y="151"/>
                </a:lnTo>
                <a:lnTo>
                  <a:pt x="33" y="151"/>
                </a:lnTo>
                <a:lnTo>
                  <a:pt x="33" y="150"/>
                </a:lnTo>
                <a:lnTo>
                  <a:pt x="34" y="151"/>
                </a:lnTo>
                <a:lnTo>
                  <a:pt x="34" y="150"/>
                </a:lnTo>
                <a:lnTo>
                  <a:pt x="35" y="150"/>
                </a:lnTo>
                <a:lnTo>
                  <a:pt x="36" y="152"/>
                </a:lnTo>
                <a:lnTo>
                  <a:pt x="37" y="153"/>
                </a:lnTo>
                <a:lnTo>
                  <a:pt x="38" y="152"/>
                </a:lnTo>
                <a:lnTo>
                  <a:pt x="38" y="152"/>
                </a:lnTo>
                <a:lnTo>
                  <a:pt x="39" y="151"/>
                </a:lnTo>
                <a:lnTo>
                  <a:pt x="40" y="151"/>
                </a:lnTo>
                <a:lnTo>
                  <a:pt x="39" y="148"/>
                </a:lnTo>
                <a:lnTo>
                  <a:pt x="38" y="148"/>
                </a:lnTo>
                <a:lnTo>
                  <a:pt x="38" y="147"/>
                </a:lnTo>
                <a:lnTo>
                  <a:pt x="37" y="148"/>
                </a:lnTo>
                <a:lnTo>
                  <a:pt x="36" y="146"/>
                </a:lnTo>
                <a:lnTo>
                  <a:pt x="36" y="145"/>
                </a:lnTo>
                <a:lnTo>
                  <a:pt x="36" y="144"/>
                </a:lnTo>
                <a:lnTo>
                  <a:pt x="35" y="144"/>
                </a:lnTo>
                <a:lnTo>
                  <a:pt x="35" y="143"/>
                </a:lnTo>
                <a:lnTo>
                  <a:pt x="36" y="142"/>
                </a:lnTo>
                <a:lnTo>
                  <a:pt x="36" y="140"/>
                </a:lnTo>
                <a:lnTo>
                  <a:pt x="38" y="138"/>
                </a:lnTo>
                <a:lnTo>
                  <a:pt x="38" y="137"/>
                </a:lnTo>
                <a:lnTo>
                  <a:pt x="42" y="136"/>
                </a:lnTo>
                <a:lnTo>
                  <a:pt x="42" y="134"/>
                </a:lnTo>
                <a:lnTo>
                  <a:pt x="43" y="133"/>
                </a:lnTo>
                <a:lnTo>
                  <a:pt x="43" y="132"/>
                </a:lnTo>
                <a:lnTo>
                  <a:pt x="43" y="131"/>
                </a:lnTo>
                <a:lnTo>
                  <a:pt x="44" y="128"/>
                </a:lnTo>
                <a:lnTo>
                  <a:pt x="44" y="127"/>
                </a:lnTo>
                <a:lnTo>
                  <a:pt x="45" y="127"/>
                </a:lnTo>
                <a:lnTo>
                  <a:pt x="45" y="126"/>
                </a:lnTo>
                <a:lnTo>
                  <a:pt x="46" y="125"/>
                </a:lnTo>
                <a:lnTo>
                  <a:pt x="45" y="123"/>
                </a:lnTo>
                <a:lnTo>
                  <a:pt x="49" y="122"/>
                </a:lnTo>
                <a:lnTo>
                  <a:pt x="50" y="122"/>
                </a:lnTo>
                <a:lnTo>
                  <a:pt x="51" y="121"/>
                </a:lnTo>
                <a:lnTo>
                  <a:pt x="50" y="121"/>
                </a:lnTo>
                <a:lnTo>
                  <a:pt x="50" y="120"/>
                </a:lnTo>
                <a:lnTo>
                  <a:pt x="49" y="119"/>
                </a:lnTo>
                <a:lnTo>
                  <a:pt x="50" y="119"/>
                </a:lnTo>
                <a:lnTo>
                  <a:pt x="50" y="120"/>
                </a:lnTo>
                <a:lnTo>
                  <a:pt x="51" y="119"/>
                </a:lnTo>
                <a:lnTo>
                  <a:pt x="50" y="118"/>
                </a:lnTo>
                <a:lnTo>
                  <a:pt x="51" y="117"/>
                </a:lnTo>
                <a:lnTo>
                  <a:pt x="52" y="117"/>
                </a:lnTo>
                <a:lnTo>
                  <a:pt x="52" y="118"/>
                </a:lnTo>
                <a:lnTo>
                  <a:pt x="53" y="119"/>
                </a:lnTo>
                <a:lnTo>
                  <a:pt x="53" y="118"/>
                </a:lnTo>
                <a:lnTo>
                  <a:pt x="56" y="115"/>
                </a:lnTo>
                <a:lnTo>
                  <a:pt x="57" y="113"/>
                </a:lnTo>
                <a:lnTo>
                  <a:pt x="58" y="112"/>
                </a:lnTo>
                <a:lnTo>
                  <a:pt x="58" y="111"/>
                </a:lnTo>
                <a:lnTo>
                  <a:pt x="59" y="110"/>
                </a:lnTo>
                <a:lnTo>
                  <a:pt x="63" y="110"/>
                </a:lnTo>
                <a:lnTo>
                  <a:pt x="63" y="109"/>
                </a:lnTo>
                <a:lnTo>
                  <a:pt x="70" y="108"/>
                </a:lnTo>
                <a:lnTo>
                  <a:pt x="72" y="103"/>
                </a:lnTo>
                <a:lnTo>
                  <a:pt x="74" y="103"/>
                </a:lnTo>
                <a:lnTo>
                  <a:pt x="75" y="101"/>
                </a:lnTo>
                <a:lnTo>
                  <a:pt x="74" y="101"/>
                </a:lnTo>
                <a:lnTo>
                  <a:pt x="75" y="99"/>
                </a:lnTo>
                <a:lnTo>
                  <a:pt x="77" y="96"/>
                </a:lnTo>
                <a:lnTo>
                  <a:pt x="77" y="95"/>
                </a:lnTo>
                <a:lnTo>
                  <a:pt x="74" y="96"/>
                </a:lnTo>
                <a:lnTo>
                  <a:pt x="73" y="95"/>
                </a:lnTo>
                <a:lnTo>
                  <a:pt x="73" y="94"/>
                </a:lnTo>
                <a:lnTo>
                  <a:pt x="72" y="94"/>
                </a:lnTo>
                <a:lnTo>
                  <a:pt x="71" y="93"/>
                </a:lnTo>
                <a:lnTo>
                  <a:pt x="72" y="92"/>
                </a:lnTo>
                <a:lnTo>
                  <a:pt x="71" y="92"/>
                </a:lnTo>
                <a:lnTo>
                  <a:pt x="71" y="90"/>
                </a:lnTo>
                <a:lnTo>
                  <a:pt x="68" y="91"/>
                </a:lnTo>
                <a:lnTo>
                  <a:pt x="66" y="92"/>
                </a:lnTo>
                <a:lnTo>
                  <a:pt x="64" y="93"/>
                </a:lnTo>
                <a:lnTo>
                  <a:pt x="64" y="92"/>
                </a:lnTo>
                <a:lnTo>
                  <a:pt x="64" y="92"/>
                </a:lnTo>
                <a:lnTo>
                  <a:pt x="63" y="91"/>
                </a:lnTo>
                <a:lnTo>
                  <a:pt x="62" y="92"/>
                </a:lnTo>
                <a:lnTo>
                  <a:pt x="61" y="91"/>
                </a:lnTo>
                <a:lnTo>
                  <a:pt x="61" y="90"/>
                </a:lnTo>
                <a:lnTo>
                  <a:pt x="58" y="91"/>
                </a:lnTo>
                <a:lnTo>
                  <a:pt x="57" y="89"/>
                </a:lnTo>
                <a:lnTo>
                  <a:pt x="55" y="89"/>
                </a:lnTo>
                <a:lnTo>
                  <a:pt x="55" y="88"/>
                </a:lnTo>
                <a:lnTo>
                  <a:pt x="54" y="87"/>
                </a:lnTo>
                <a:lnTo>
                  <a:pt x="54" y="85"/>
                </a:lnTo>
                <a:lnTo>
                  <a:pt x="55" y="84"/>
                </a:lnTo>
                <a:lnTo>
                  <a:pt x="54" y="83"/>
                </a:lnTo>
                <a:lnTo>
                  <a:pt x="56" y="82"/>
                </a:lnTo>
                <a:lnTo>
                  <a:pt x="57" y="81"/>
                </a:lnTo>
                <a:lnTo>
                  <a:pt x="57" y="80"/>
                </a:lnTo>
                <a:lnTo>
                  <a:pt x="56" y="80"/>
                </a:lnTo>
                <a:lnTo>
                  <a:pt x="56" y="79"/>
                </a:lnTo>
                <a:lnTo>
                  <a:pt x="56" y="78"/>
                </a:lnTo>
                <a:lnTo>
                  <a:pt x="56" y="77"/>
                </a:lnTo>
                <a:lnTo>
                  <a:pt x="56" y="76"/>
                </a:lnTo>
                <a:lnTo>
                  <a:pt x="56" y="75"/>
                </a:lnTo>
                <a:lnTo>
                  <a:pt x="55" y="76"/>
                </a:lnTo>
                <a:lnTo>
                  <a:pt x="55" y="75"/>
                </a:lnTo>
                <a:lnTo>
                  <a:pt x="55" y="75"/>
                </a:lnTo>
                <a:lnTo>
                  <a:pt x="55" y="74"/>
                </a:lnTo>
                <a:lnTo>
                  <a:pt x="56" y="74"/>
                </a:lnTo>
                <a:lnTo>
                  <a:pt x="55" y="74"/>
                </a:lnTo>
                <a:lnTo>
                  <a:pt x="54" y="73"/>
                </a:lnTo>
                <a:lnTo>
                  <a:pt x="54" y="73"/>
                </a:lnTo>
                <a:lnTo>
                  <a:pt x="54" y="72"/>
                </a:lnTo>
                <a:lnTo>
                  <a:pt x="54" y="71"/>
                </a:lnTo>
                <a:lnTo>
                  <a:pt x="54" y="70"/>
                </a:lnTo>
                <a:lnTo>
                  <a:pt x="54" y="70"/>
                </a:lnTo>
                <a:lnTo>
                  <a:pt x="53" y="70"/>
                </a:lnTo>
                <a:lnTo>
                  <a:pt x="52" y="70"/>
                </a:lnTo>
                <a:lnTo>
                  <a:pt x="52" y="70"/>
                </a:lnTo>
                <a:lnTo>
                  <a:pt x="51" y="70"/>
                </a:lnTo>
                <a:lnTo>
                  <a:pt x="50" y="70"/>
                </a:lnTo>
                <a:lnTo>
                  <a:pt x="49" y="71"/>
                </a:lnTo>
                <a:lnTo>
                  <a:pt x="49" y="72"/>
                </a:lnTo>
                <a:lnTo>
                  <a:pt x="48" y="72"/>
                </a:lnTo>
                <a:lnTo>
                  <a:pt x="48" y="72"/>
                </a:lnTo>
                <a:lnTo>
                  <a:pt x="48" y="73"/>
                </a:lnTo>
                <a:lnTo>
                  <a:pt x="48" y="73"/>
                </a:lnTo>
                <a:lnTo>
                  <a:pt x="47" y="73"/>
                </a:lnTo>
                <a:lnTo>
                  <a:pt x="47" y="74"/>
                </a:lnTo>
                <a:lnTo>
                  <a:pt x="48" y="74"/>
                </a:lnTo>
                <a:lnTo>
                  <a:pt x="48" y="74"/>
                </a:lnTo>
                <a:lnTo>
                  <a:pt x="48" y="74"/>
                </a:lnTo>
                <a:lnTo>
                  <a:pt x="46" y="74"/>
                </a:lnTo>
                <a:lnTo>
                  <a:pt x="46" y="74"/>
                </a:lnTo>
                <a:lnTo>
                  <a:pt x="45" y="73"/>
                </a:lnTo>
                <a:lnTo>
                  <a:pt x="44" y="72"/>
                </a:lnTo>
                <a:lnTo>
                  <a:pt x="44" y="72"/>
                </a:lnTo>
                <a:lnTo>
                  <a:pt x="42" y="72"/>
                </a:lnTo>
                <a:lnTo>
                  <a:pt x="41" y="72"/>
                </a:lnTo>
                <a:lnTo>
                  <a:pt x="41" y="72"/>
                </a:lnTo>
                <a:lnTo>
                  <a:pt x="40" y="72"/>
                </a:lnTo>
                <a:lnTo>
                  <a:pt x="40" y="72"/>
                </a:lnTo>
                <a:lnTo>
                  <a:pt x="39" y="73"/>
                </a:lnTo>
                <a:lnTo>
                  <a:pt x="39" y="72"/>
                </a:lnTo>
                <a:lnTo>
                  <a:pt x="39" y="72"/>
                </a:lnTo>
                <a:lnTo>
                  <a:pt x="38" y="73"/>
                </a:lnTo>
                <a:lnTo>
                  <a:pt x="37" y="73"/>
                </a:lnTo>
                <a:lnTo>
                  <a:pt x="37" y="74"/>
                </a:lnTo>
                <a:lnTo>
                  <a:pt x="36" y="74"/>
                </a:lnTo>
                <a:lnTo>
                  <a:pt x="34" y="72"/>
                </a:lnTo>
                <a:lnTo>
                  <a:pt x="33" y="73"/>
                </a:lnTo>
                <a:lnTo>
                  <a:pt x="32" y="72"/>
                </a:lnTo>
                <a:lnTo>
                  <a:pt x="32" y="73"/>
                </a:lnTo>
                <a:lnTo>
                  <a:pt x="32" y="72"/>
                </a:lnTo>
                <a:lnTo>
                  <a:pt x="31" y="72"/>
                </a:lnTo>
                <a:lnTo>
                  <a:pt x="31" y="69"/>
                </a:lnTo>
                <a:lnTo>
                  <a:pt x="30" y="69"/>
                </a:lnTo>
                <a:lnTo>
                  <a:pt x="30" y="69"/>
                </a:lnTo>
                <a:lnTo>
                  <a:pt x="32" y="68"/>
                </a:lnTo>
                <a:lnTo>
                  <a:pt x="32" y="68"/>
                </a:lnTo>
                <a:lnTo>
                  <a:pt x="31" y="67"/>
                </a:lnTo>
                <a:lnTo>
                  <a:pt x="31" y="66"/>
                </a:lnTo>
                <a:lnTo>
                  <a:pt x="30" y="65"/>
                </a:lnTo>
                <a:lnTo>
                  <a:pt x="29" y="65"/>
                </a:lnTo>
                <a:lnTo>
                  <a:pt x="30" y="63"/>
                </a:lnTo>
                <a:lnTo>
                  <a:pt x="32" y="61"/>
                </a:lnTo>
                <a:lnTo>
                  <a:pt x="32" y="61"/>
                </a:lnTo>
                <a:lnTo>
                  <a:pt x="35" y="60"/>
                </a:lnTo>
                <a:lnTo>
                  <a:pt x="35" y="59"/>
                </a:lnTo>
                <a:lnTo>
                  <a:pt x="36" y="60"/>
                </a:lnTo>
                <a:lnTo>
                  <a:pt x="36" y="59"/>
                </a:lnTo>
                <a:lnTo>
                  <a:pt x="36" y="59"/>
                </a:lnTo>
                <a:lnTo>
                  <a:pt x="37" y="58"/>
                </a:lnTo>
                <a:lnTo>
                  <a:pt x="38" y="57"/>
                </a:lnTo>
                <a:lnTo>
                  <a:pt x="37" y="55"/>
                </a:lnTo>
                <a:lnTo>
                  <a:pt x="36" y="55"/>
                </a:lnTo>
                <a:lnTo>
                  <a:pt x="34" y="53"/>
                </a:lnTo>
                <a:lnTo>
                  <a:pt x="34" y="52"/>
                </a:lnTo>
                <a:lnTo>
                  <a:pt x="33" y="52"/>
                </a:lnTo>
                <a:lnTo>
                  <a:pt x="34" y="51"/>
                </a:lnTo>
                <a:lnTo>
                  <a:pt x="35" y="50"/>
                </a:lnTo>
                <a:lnTo>
                  <a:pt x="35" y="50"/>
                </a:lnTo>
                <a:lnTo>
                  <a:pt x="36" y="49"/>
                </a:lnTo>
                <a:lnTo>
                  <a:pt x="36" y="49"/>
                </a:lnTo>
                <a:lnTo>
                  <a:pt x="37" y="49"/>
                </a:lnTo>
                <a:lnTo>
                  <a:pt x="37" y="50"/>
                </a:lnTo>
                <a:lnTo>
                  <a:pt x="39" y="48"/>
                </a:lnTo>
                <a:lnTo>
                  <a:pt x="40" y="47"/>
                </a:lnTo>
                <a:lnTo>
                  <a:pt x="40" y="47"/>
                </a:lnTo>
                <a:lnTo>
                  <a:pt x="41" y="44"/>
                </a:lnTo>
                <a:lnTo>
                  <a:pt x="42" y="45"/>
                </a:lnTo>
                <a:lnTo>
                  <a:pt x="42" y="45"/>
                </a:lnTo>
                <a:lnTo>
                  <a:pt x="42" y="45"/>
                </a:lnTo>
                <a:lnTo>
                  <a:pt x="45" y="44"/>
                </a:lnTo>
                <a:lnTo>
                  <a:pt x="45" y="44"/>
                </a:lnTo>
                <a:lnTo>
                  <a:pt x="44" y="43"/>
                </a:lnTo>
                <a:lnTo>
                  <a:pt x="42" y="42"/>
                </a:lnTo>
                <a:lnTo>
                  <a:pt x="42" y="41"/>
                </a:lnTo>
                <a:lnTo>
                  <a:pt x="43" y="41"/>
                </a:lnTo>
                <a:lnTo>
                  <a:pt x="43" y="41"/>
                </a:lnTo>
                <a:lnTo>
                  <a:pt x="45" y="41"/>
                </a:lnTo>
                <a:lnTo>
                  <a:pt x="44" y="40"/>
                </a:lnTo>
                <a:lnTo>
                  <a:pt x="44" y="40"/>
                </a:lnTo>
                <a:lnTo>
                  <a:pt x="46" y="39"/>
                </a:lnTo>
                <a:lnTo>
                  <a:pt x="47" y="39"/>
                </a:lnTo>
                <a:lnTo>
                  <a:pt x="47" y="38"/>
                </a:lnTo>
                <a:lnTo>
                  <a:pt x="47" y="38"/>
                </a:lnTo>
                <a:lnTo>
                  <a:pt x="48" y="38"/>
                </a:lnTo>
                <a:lnTo>
                  <a:pt x="48" y="38"/>
                </a:lnTo>
                <a:lnTo>
                  <a:pt x="48" y="39"/>
                </a:lnTo>
                <a:lnTo>
                  <a:pt x="49" y="40"/>
                </a:lnTo>
                <a:lnTo>
                  <a:pt x="49" y="41"/>
                </a:lnTo>
                <a:lnTo>
                  <a:pt x="51" y="42"/>
                </a:lnTo>
                <a:lnTo>
                  <a:pt x="53" y="43"/>
                </a:lnTo>
                <a:lnTo>
                  <a:pt x="53" y="44"/>
                </a:lnTo>
                <a:lnTo>
                  <a:pt x="54" y="45"/>
                </a:lnTo>
                <a:lnTo>
                  <a:pt x="54" y="45"/>
                </a:lnTo>
                <a:lnTo>
                  <a:pt x="56" y="44"/>
                </a:lnTo>
                <a:lnTo>
                  <a:pt x="58" y="45"/>
                </a:lnTo>
                <a:lnTo>
                  <a:pt x="60" y="45"/>
                </a:lnTo>
                <a:lnTo>
                  <a:pt x="61" y="44"/>
                </a:lnTo>
                <a:lnTo>
                  <a:pt x="62" y="44"/>
                </a:lnTo>
                <a:lnTo>
                  <a:pt x="63" y="45"/>
                </a:lnTo>
                <a:lnTo>
                  <a:pt x="63" y="45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216475" y="3326736"/>
            <a:ext cx="57717" cy="70543"/>
          </a:xfrm>
          <a:custGeom>
            <a:avLst/>
            <a:gdLst/>
            <a:ahLst/>
            <a:cxnLst/>
            <a:rect l="l" t="t" r="r" b="b"/>
            <a:pathLst>
              <a:path w="9" h="11">
                <a:moveTo>
                  <a:pt x="7" y="0"/>
                </a:moveTo>
                <a:lnTo>
                  <a:pt x="5" y="1"/>
                </a:lnTo>
                <a:lnTo>
                  <a:pt x="4" y="2"/>
                </a:lnTo>
                <a:lnTo>
                  <a:pt x="3" y="2"/>
                </a:lnTo>
                <a:lnTo>
                  <a:pt x="1" y="2"/>
                </a:lnTo>
                <a:lnTo>
                  <a:pt x="1" y="2"/>
                </a:lnTo>
                <a:lnTo>
                  <a:pt x="0" y="2"/>
                </a:lnTo>
                <a:lnTo>
                  <a:pt x="0" y="4"/>
                </a:lnTo>
                <a:lnTo>
                  <a:pt x="1" y="4"/>
                </a:lnTo>
                <a:lnTo>
                  <a:pt x="1" y="6"/>
                </a:lnTo>
                <a:lnTo>
                  <a:pt x="1" y="6"/>
                </a:lnTo>
                <a:lnTo>
                  <a:pt x="2" y="6"/>
                </a:lnTo>
                <a:lnTo>
                  <a:pt x="3" y="7"/>
                </a:lnTo>
                <a:lnTo>
                  <a:pt x="3" y="6"/>
                </a:lnTo>
                <a:lnTo>
                  <a:pt x="4" y="8"/>
                </a:lnTo>
                <a:lnTo>
                  <a:pt x="3" y="8"/>
                </a:lnTo>
                <a:lnTo>
                  <a:pt x="3" y="9"/>
                </a:lnTo>
                <a:lnTo>
                  <a:pt x="3" y="9"/>
                </a:lnTo>
                <a:lnTo>
                  <a:pt x="3" y="10"/>
                </a:lnTo>
                <a:lnTo>
                  <a:pt x="4" y="9"/>
                </a:lnTo>
                <a:lnTo>
                  <a:pt x="4" y="11"/>
                </a:lnTo>
                <a:lnTo>
                  <a:pt x="5" y="11"/>
                </a:lnTo>
                <a:lnTo>
                  <a:pt x="5" y="10"/>
                </a:lnTo>
                <a:lnTo>
                  <a:pt x="8" y="11"/>
                </a:lnTo>
                <a:lnTo>
                  <a:pt x="8" y="10"/>
                </a:lnTo>
                <a:lnTo>
                  <a:pt x="8" y="8"/>
                </a:lnTo>
                <a:lnTo>
                  <a:pt x="8" y="8"/>
                </a:lnTo>
                <a:lnTo>
                  <a:pt x="7" y="7"/>
                </a:lnTo>
                <a:lnTo>
                  <a:pt x="7" y="6"/>
                </a:lnTo>
                <a:lnTo>
                  <a:pt x="9" y="6"/>
                </a:lnTo>
                <a:lnTo>
                  <a:pt x="9" y="5"/>
                </a:lnTo>
                <a:lnTo>
                  <a:pt x="7" y="5"/>
                </a:lnTo>
                <a:lnTo>
                  <a:pt x="7" y="4"/>
                </a:lnTo>
                <a:lnTo>
                  <a:pt x="7" y="2"/>
                </a:lnTo>
                <a:lnTo>
                  <a:pt x="7" y="1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5312670" y="3422931"/>
            <a:ext cx="25652" cy="12826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4" y="0"/>
                </a:move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1"/>
                </a:lnTo>
                <a:lnTo>
                  <a:pt x="1" y="1"/>
                </a:lnTo>
                <a:lnTo>
                  <a:pt x="2" y="2"/>
                </a:lnTo>
                <a:lnTo>
                  <a:pt x="2" y="1"/>
                </a:lnTo>
                <a:lnTo>
                  <a:pt x="4" y="1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4543110" y="3269019"/>
            <a:ext cx="442497" cy="929885"/>
          </a:xfrm>
          <a:custGeom>
            <a:avLst/>
            <a:gdLst/>
            <a:ahLst/>
            <a:cxnLst/>
            <a:rect l="l" t="t" r="r" b="b"/>
            <a:pathLst>
              <a:path w="69" h="145">
                <a:moveTo>
                  <a:pt x="3" y="145"/>
                </a:moveTo>
                <a:lnTo>
                  <a:pt x="4" y="145"/>
                </a:lnTo>
                <a:lnTo>
                  <a:pt x="5" y="144"/>
                </a:lnTo>
                <a:lnTo>
                  <a:pt x="6" y="145"/>
                </a:lnTo>
                <a:lnTo>
                  <a:pt x="7" y="144"/>
                </a:lnTo>
                <a:lnTo>
                  <a:pt x="9" y="144"/>
                </a:lnTo>
                <a:lnTo>
                  <a:pt x="10" y="143"/>
                </a:lnTo>
                <a:lnTo>
                  <a:pt x="11" y="143"/>
                </a:lnTo>
                <a:lnTo>
                  <a:pt x="11" y="144"/>
                </a:lnTo>
                <a:lnTo>
                  <a:pt x="12" y="143"/>
                </a:lnTo>
                <a:lnTo>
                  <a:pt x="13" y="141"/>
                </a:lnTo>
                <a:lnTo>
                  <a:pt x="14" y="142"/>
                </a:lnTo>
                <a:lnTo>
                  <a:pt x="15" y="141"/>
                </a:lnTo>
                <a:lnTo>
                  <a:pt x="16" y="140"/>
                </a:lnTo>
                <a:lnTo>
                  <a:pt x="17" y="139"/>
                </a:lnTo>
                <a:lnTo>
                  <a:pt x="18" y="139"/>
                </a:lnTo>
                <a:lnTo>
                  <a:pt x="19" y="139"/>
                </a:lnTo>
                <a:lnTo>
                  <a:pt x="19" y="139"/>
                </a:lnTo>
                <a:lnTo>
                  <a:pt x="20" y="138"/>
                </a:lnTo>
                <a:lnTo>
                  <a:pt x="21" y="139"/>
                </a:lnTo>
                <a:lnTo>
                  <a:pt x="22" y="138"/>
                </a:lnTo>
                <a:lnTo>
                  <a:pt x="24" y="138"/>
                </a:lnTo>
                <a:lnTo>
                  <a:pt x="26" y="136"/>
                </a:lnTo>
                <a:lnTo>
                  <a:pt x="26" y="135"/>
                </a:lnTo>
                <a:lnTo>
                  <a:pt x="26" y="134"/>
                </a:lnTo>
                <a:lnTo>
                  <a:pt x="29" y="133"/>
                </a:lnTo>
                <a:lnTo>
                  <a:pt x="29" y="133"/>
                </a:lnTo>
                <a:lnTo>
                  <a:pt x="31" y="132"/>
                </a:lnTo>
                <a:lnTo>
                  <a:pt x="32" y="132"/>
                </a:lnTo>
                <a:lnTo>
                  <a:pt x="33" y="133"/>
                </a:lnTo>
                <a:lnTo>
                  <a:pt x="33" y="132"/>
                </a:lnTo>
                <a:lnTo>
                  <a:pt x="33" y="130"/>
                </a:lnTo>
                <a:lnTo>
                  <a:pt x="32" y="129"/>
                </a:lnTo>
                <a:lnTo>
                  <a:pt x="33" y="129"/>
                </a:lnTo>
                <a:lnTo>
                  <a:pt x="33" y="127"/>
                </a:lnTo>
                <a:lnTo>
                  <a:pt x="36" y="128"/>
                </a:lnTo>
                <a:lnTo>
                  <a:pt x="37" y="128"/>
                </a:lnTo>
                <a:lnTo>
                  <a:pt x="37" y="128"/>
                </a:lnTo>
                <a:lnTo>
                  <a:pt x="38" y="128"/>
                </a:lnTo>
                <a:lnTo>
                  <a:pt x="39" y="128"/>
                </a:lnTo>
                <a:lnTo>
                  <a:pt x="41" y="128"/>
                </a:lnTo>
                <a:lnTo>
                  <a:pt x="43" y="128"/>
                </a:lnTo>
                <a:lnTo>
                  <a:pt x="43" y="127"/>
                </a:lnTo>
                <a:lnTo>
                  <a:pt x="45" y="128"/>
                </a:lnTo>
                <a:lnTo>
                  <a:pt x="46" y="128"/>
                </a:lnTo>
                <a:lnTo>
                  <a:pt x="47" y="127"/>
                </a:lnTo>
                <a:lnTo>
                  <a:pt x="48" y="127"/>
                </a:lnTo>
                <a:lnTo>
                  <a:pt x="49" y="126"/>
                </a:lnTo>
                <a:lnTo>
                  <a:pt x="49" y="126"/>
                </a:lnTo>
                <a:lnTo>
                  <a:pt x="50" y="126"/>
                </a:lnTo>
                <a:lnTo>
                  <a:pt x="50" y="124"/>
                </a:lnTo>
                <a:lnTo>
                  <a:pt x="52" y="125"/>
                </a:lnTo>
                <a:lnTo>
                  <a:pt x="52" y="124"/>
                </a:lnTo>
                <a:lnTo>
                  <a:pt x="52" y="123"/>
                </a:lnTo>
                <a:lnTo>
                  <a:pt x="53" y="123"/>
                </a:lnTo>
                <a:lnTo>
                  <a:pt x="53" y="122"/>
                </a:lnTo>
                <a:lnTo>
                  <a:pt x="55" y="122"/>
                </a:lnTo>
                <a:lnTo>
                  <a:pt x="55" y="121"/>
                </a:lnTo>
                <a:lnTo>
                  <a:pt x="56" y="121"/>
                </a:lnTo>
                <a:lnTo>
                  <a:pt x="56" y="120"/>
                </a:lnTo>
                <a:lnTo>
                  <a:pt x="58" y="119"/>
                </a:lnTo>
                <a:lnTo>
                  <a:pt x="59" y="117"/>
                </a:lnTo>
                <a:lnTo>
                  <a:pt x="59" y="117"/>
                </a:lnTo>
                <a:lnTo>
                  <a:pt x="60" y="117"/>
                </a:lnTo>
                <a:lnTo>
                  <a:pt x="60" y="117"/>
                </a:lnTo>
                <a:lnTo>
                  <a:pt x="60" y="116"/>
                </a:lnTo>
                <a:lnTo>
                  <a:pt x="60" y="116"/>
                </a:lnTo>
                <a:lnTo>
                  <a:pt x="60" y="113"/>
                </a:lnTo>
                <a:lnTo>
                  <a:pt x="59" y="113"/>
                </a:lnTo>
                <a:lnTo>
                  <a:pt x="61" y="112"/>
                </a:lnTo>
                <a:lnTo>
                  <a:pt x="60" y="112"/>
                </a:lnTo>
                <a:lnTo>
                  <a:pt x="60" y="109"/>
                </a:lnTo>
                <a:lnTo>
                  <a:pt x="61" y="109"/>
                </a:lnTo>
                <a:lnTo>
                  <a:pt x="61" y="108"/>
                </a:lnTo>
                <a:lnTo>
                  <a:pt x="60" y="108"/>
                </a:lnTo>
                <a:lnTo>
                  <a:pt x="61" y="107"/>
                </a:lnTo>
                <a:lnTo>
                  <a:pt x="60" y="106"/>
                </a:lnTo>
                <a:lnTo>
                  <a:pt x="61" y="106"/>
                </a:lnTo>
                <a:lnTo>
                  <a:pt x="60" y="105"/>
                </a:lnTo>
                <a:lnTo>
                  <a:pt x="61" y="104"/>
                </a:lnTo>
                <a:lnTo>
                  <a:pt x="60" y="104"/>
                </a:lnTo>
                <a:lnTo>
                  <a:pt x="61" y="103"/>
                </a:lnTo>
                <a:lnTo>
                  <a:pt x="61" y="100"/>
                </a:lnTo>
                <a:lnTo>
                  <a:pt x="60" y="99"/>
                </a:lnTo>
                <a:lnTo>
                  <a:pt x="58" y="98"/>
                </a:lnTo>
                <a:lnTo>
                  <a:pt x="57" y="97"/>
                </a:lnTo>
                <a:lnTo>
                  <a:pt x="57" y="97"/>
                </a:lnTo>
                <a:lnTo>
                  <a:pt x="58" y="96"/>
                </a:lnTo>
                <a:lnTo>
                  <a:pt x="57" y="95"/>
                </a:lnTo>
                <a:lnTo>
                  <a:pt x="57" y="95"/>
                </a:lnTo>
                <a:lnTo>
                  <a:pt x="57" y="95"/>
                </a:lnTo>
                <a:lnTo>
                  <a:pt x="56" y="94"/>
                </a:lnTo>
                <a:lnTo>
                  <a:pt x="56" y="94"/>
                </a:lnTo>
                <a:lnTo>
                  <a:pt x="56" y="93"/>
                </a:lnTo>
                <a:lnTo>
                  <a:pt x="55" y="93"/>
                </a:lnTo>
                <a:lnTo>
                  <a:pt x="56" y="92"/>
                </a:lnTo>
                <a:lnTo>
                  <a:pt x="57" y="92"/>
                </a:lnTo>
                <a:lnTo>
                  <a:pt x="57" y="92"/>
                </a:lnTo>
                <a:lnTo>
                  <a:pt x="58" y="92"/>
                </a:lnTo>
                <a:lnTo>
                  <a:pt x="59" y="91"/>
                </a:lnTo>
                <a:lnTo>
                  <a:pt x="59" y="89"/>
                </a:lnTo>
                <a:lnTo>
                  <a:pt x="59" y="88"/>
                </a:lnTo>
                <a:lnTo>
                  <a:pt x="61" y="89"/>
                </a:lnTo>
                <a:lnTo>
                  <a:pt x="61" y="88"/>
                </a:lnTo>
                <a:lnTo>
                  <a:pt x="60" y="87"/>
                </a:lnTo>
                <a:lnTo>
                  <a:pt x="61" y="86"/>
                </a:lnTo>
                <a:lnTo>
                  <a:pt x="60" y="85"/>
                </a:lnTo>
                <a:lnTo>
                  <a:pt x="60" y="84"/>
                </a:lnTo>
                <a:lnTo>
                  <a:pt x="60" y="84"/>
                </a:lnTo>
                <a:lnTo>
                  <a:pt x="60" y="82"/>
                </a:lnTo>
                <a:lnTo>
                  <a:pt x="61" y="82"/>
                </a:lnTo>
                <a:lnTo>
                  <a:pt x="61" y="81"/>
                </a:lnTo>
                <a:lnTo>
                  <a:pt x="62" y="80"/>
                </a:lnTo>
                <a:lnTo>
                  <a:pt x="62" y="78"/>
                </a:lnTo>
                <a:lnTo>
                  <a:pt x="63" y="77"/>
                </a:lnTo>
                <a:lnTo>
                  <a:pt x="63" y="76"/>
                </a:lnTo>
                <a:lnTo>
                  <a:pt x="64" y="76"/>
                </a:lnTo>
                <a:lnTo>
                  <a:pt x="64" y="74"/>
                </a:lnTo>
                <a:lnTo>
                  <a:pt x="65" y="72"/>
                </a:lnTo>
                <a:lnTo>
                  <a:pt x="65" y="70"/>
                </a:lnTo>
                <a:lnTo>
                  <a:pt x="65" y="69"/>
                </a:lnTo>
                <a:lnTo>
                  <a:pt x="64" y="69"/>
                </a:lnTo>
                <a:lnTo>
                  <a:pt x="63" y="69"/>
                </a:lnTo>
                <a:lnTo>
                  <a:pt x="63" y="69"/>
                </a:lnTo>
                <a:lnTo>
                  <a:pt x="63" y="68"/>
                </a:lnTo>
                <a:lnTo>
                  <a:pt x="63" y="67"/>
                </a:lnTo>
                <a:lnTo>
                  <a:pt x="62" y="67"/>
                </a:lnTo>
                <a:lnTo>
                  <a:pt x="62" y="65"/>
                </a:lnTo>
                <a:lnTo>
                  <a:pt x="61" y="63"/>
                </a:lnTo>
                <a:lnTo>
                  <a:pt x="60" y="63"/>
                </a:lnTo>
                <a:lnTo>
                  <a:pt x="60" y="61"/>
                </a:lnTo>
                <a:lnTo>
                  <a:pt x="59" y="60"/>
                </a:lnTo>
                <a:lnTo>
                  <a:pt x="59" y="59"/>
                </a:lnTo>
                <a:lnTo>
                  <a:pt x="57" y="59"/>
                </a:lnTo>
                <a:lnTo>
                  <a:pt x="57" y="58"/>
                </a:lnTo>
                <a:lnTo>
                  <a:pt x="56" y="58"/>
                </a:lnTo>
                <a:lnTo>
                  <a:pt x="56" y="58"/>
                </a:lnTo>
                <a:lnTo>
                  <a:pt x="55" y="58"/>
                </a:lnTo>
                <a:lnTo>
                  <a:pt x="54" y="57"/>
                </a:lnTo>
                <a:lnTo>
                  <a:pt x="54" y="55"/>
                </a:lnTo>
                <a:lnTo>
                  <a:pt x="53" y="55"/>
                </a:lnTo>
                <a:lnTo>
                  <a:pt x="54" y="53"/>
                </a:lnTo>
                <a:lnTo>
                  <a:pt x="53" y="52"/>
                </a:lnTo>
                <a:lnTo>
                  <a:pt x="53" y="51"/>
                </a:lnTo>
                <a:lnTo>
                  <a:pt x="54" y="50"/>
                </a:lnTo>
                <a:lnTo>
                  <a:pt x="54" y="48"/>
                </a:lnTo>
                <a:lnTo>
                  <a:pt x="56" y="48"/>
                </a:lnTo>
                <a:lnTo>
                  <a:pt x="56" y="47"/>
                </a:lnTo>
                <a:lnTo>
                  <a:pt x="57" y="47"/>
                </a:lnTo>
                <a:lnTo>
                  <a:pt x="57" y="46"/>
                </a:lnTo>
                <a:lnTo>
                  <a:pt x="58" y="46"/>
                </a:lnTo>
                <a:lnTo>
                  <a:pt x="58" y="44"/>
                </a:lnTo>
                <a:lnTo>
                  <a:pt x="57" y="43"/>
                </a:lnTo>
                <a:lnTo>
                  <a:pt x="56" y="41"/>
                </a:lnTo>
                <a:lnTo>
                  <a:pt x="56" y="40"/>
                </a:lnTo>
                <a:lnTo>
                  <a:pt x="57" y="40"/>
                </a:lnTo>
                <a:lnTo>
                  <a:pt x="58" y="38"/>
                </a:lnTo>
                <a:lnTo>
                  <a:pt x="59" y="38"/>
                </a:lnTo>
                <a:lnTo>
                  <a:pt x="59" y="38"/>
                </a:lnTo>
                <a:lnTo>
                  <a:pt x="60" y="38"/>
                </a:lnTo>
                <a:lnTo>
                  <a:pt x="60" y="37"/>
                </a:lnTo>
                <a:lnTo>
                  <a:pt x="61" y="37"/>
                </a:lnTo>
                <a:lnTo>
                  <a:pt x="61" y="38"/>
                </a:lnTo>
                <a:lnTo>
                  <a:pt x="61" y="38"/>
                </a:lnTo>
                <a:lnTo>
                  <a:pt x="62" y="38"/>
                </a:lnTo>
                <a:lnTo>
                  <a:pt x="66" y="38"/>
                </a:lnTo>
                <a:lnTo>
                  <a:pt x="66" y="35"/>
                </a:lnTo>
                <a:lnTo>
                  <a:pt x="67" y="35"/>
                </a:lnTo>
                <a:lnTo>
                  <a:pt x="68" y="34"/>
                </a:lnTo>
                <a:lnTo>
                  <a:pt x="67" y="34"/>
                </a:lnTo>
                <a:lnTo>
                  <a:pt x="67" y="33"/>
                </a:lnTo>
                <a:lnTo>
                  <a:pt x="67" y="32"/>
                </a:lnTo>
                <a:lnTo>
                  <a:pt x="67" y="32"/>
                </a:lnTo>
                <a:lnTo>
                  <a:pt x="67" y="30"/>
                </a:lnTo>
                <a:lnTo>
                  <a:pt x="68" y="28"/>
                </a:lnTo>
                <a:lnTo>
                  <a:pt x="68" y="28"/>
                </a:lnTo>
                <a:lnTo>
                  <a:pt x="69" y="26"/>
                </a:lnTo>
                <a:lnTo>
                  <a:pt x="68" y="26"/>
                </a:lnTo>
                <a:lnTo>
                  <a:pt x="67" y="25"/>
                </a:lnTo>
                <a:lnTo>
                  <a:pt x="66" y="25"/>
                </a:lnTo>
                <a:lnTo>
                  <a:pt x="66" y="24"/>
                </a:lnTo>
                <a:lnTo>
                  <a:pt x="66" y="22"/>
                </a:lnTo>
                <a:lnTo>
                  <a:pt x="65" y="21"/>
                </a:lnTo>
                <a:lnTo>
                  <a:pt x="65" y="20"/>
                </a:lnTo>
                <a:lnTo>
                  <a:pt x="65" y="19"/>
                </a:lnTo>
                <a:lnTo>
                  <a:pt x="62" y="20"/>
                </a:lnTo>
                <a:lnTo>
                  <a:pt x="62" y="19"/>
                </a:lnTo>
                <a:lnTo>
                  <a:pt x="62" y="19"/>
                </a:lnTo>
                <a:lnTo>
                  <a:pt x="62" y="19"/>
                </a:lnTo>
                <a:lnTo>
                  <a:pt x="61" y="19"/>
                </a:lnTo>
                <a:lnTo>
                  <a:pt x="59" y="19"/>
                </a:lnTo>
                <a:lnTo>
                  <a:pt x="59" y="17"/>
                </a:lnTo>
                <a:lnTo>
                  <a:pt x="57" y="17"/>
                </a:lnTo>
                <a:lnTo>
                  <a:pt x="57" y="16"/>
                </a:lnTo>
                <a:lnTo>
                  <a:pt x="58" y="15"/>
                </a:lnTo>
                <a:lnTo>
                  <a:pt x="58" y="15"/>
                </a:lnTo>
                <a:lnTo>
                  <a:pt x="59" y="16"/>
                </a:lnTo>
                <a:lnTo>
                  <a:pt x="59" y="15"/>
                </a:lnTo>
                <a:lnTo>
                  <a:pt x="60" y="15"/>
                </a:lnTo>
                <a:lnTo>
                  <a:pt x="59" y="13"/>
                </a:lnTo>
                <a:lnTo>
                  <a:pt x="59" y="13"/>
                </a:lnTo>
                <a:lnTo>
                  <a:pt x="60" y="13"/>
                </a:lnTo>
                <a:lnTo>
                  <a:pt x="62" y="12"/>
                </a:lnTo>
                <a:lnTo>
                  <a:pt x="62" y="11"/>
                </a:lnTo>
                <a:lnTo>
                  <a:pt x="64" y="11"/>
                </a:lnTo>
                <a:lnTo>
                  <a:pt x="65" y="10"/>
                </a:lnTo>
                <a:lnTo>
                  <a:pt x="66" y="8"/>
                </a:lnTo>
                <a:lnTo>
                  <a:pt x="65" y="8"/>
                </a:lnTo>
                <a:lnTo>
                  <a:pt x="64" y="9"/>
                </a:lnTo>
                <a:lnTo>
                  <a:pt x="63" y="8"/>
                </a:lnTo>
                <a:lnTo>
                  <a:pt x="62" y="7"/>
                </a:lnTo>
                <a:lnTo>
                  <a:pt x="62" y="7"/>
                </a:lnTo>
                <a:lnTo>
                  <a:pt x="62" y="6"/>
                </a:lnTo>
                <a:lnTo>
                  <a:pt x="62" y="4"/>
                </a:lnTo>
                <a:lnTo>
                  <a:pt x="62" y="4"/>
                </a:lnTo>
                <a:lnTo>
                  <a:pt x="62" y="3"/>
                </a:lnTo>
                <a:lnTo>
                  <a:pt x="61" y="3"/>
                </a:lnTo>
                <a:lnTo>
                  <a:pt x="59" y="0"/>
                </a:lnTo>
                <a:lnTo>
                  <a:pt x="58" y="0"/>
                </a:lnTo>
                <a:lnTo>
                  <a:pt x="58" y="1"/>
                </a:lnTo>
                <a:lnTo>
                  <a:pt x="58" y="2"/>
                </a:lnTo>
                <a:lnTo>
                  <a:pt x="57" y="3"/>
                </a:lnTo>
                <a:lnTo>
                  <a:pt x="58" y="4"/>
                </a:lnTo>
                <a:lnTo>
                  <a:pt x="58" y="5"/>
                </a:lnTo>
                <a:lnTo>
                  <a:pt x="56" y="6"/>
                </a:lnTo>
                <a:lnTo>
                  <a:pt x="55" y="7"/>
                </a:lnTo>
                <a:lnTo>
                  <a:pt x="55" y="7"/>
                </a:lnTo>
                <a:lnTo>
                  <a:pt x="54" y="6"/>
                </a:lnTo>
                <a:lnTo>
                  <a:pt x="53" y="7"/>
                </a:lnTo>
                <a:lnTo>
                  <a:pt x="52" y="7"/>
                </a:lnTo>
                <a:lnTo>
                  <a:pt x="50" y="10"/>
                </a:lnTo>
                <a:lnTo>
                  <a:pt x="46" y="11"/>
                </a:lnTo>
                <a:lnTo>
                  <a:pt x="45" y="9"/>
                </a:lnTo>
                <a:lnTo>
                  <a:pt x="41" y="10"/>
                </a:lnTo>
                <a:lnTo>
                  <a:pt x="39" y="11"/>
                </a:lnTo>
                <a:lnTo>
                  <a:pt x="38" y="14"/>
                </a:lnTo>
                <a:lnTo>
                  <a:pt x="36" y="15"/>
                </a:lnTo>
                <a:lnTo>
                  <a:pt x="34" y="14"/>
                </a:lnTo>
                <a:lnTo>
                  <a:pt x="31" y="12"/>
                </a:lnTo>
                <a:lnTo>
                  <a:pt x="29" y="14"/>
                </a:lnTo>
                <a:lnTo>
                  <a:pt x="29" y="15"/>
                </a:lnTo>
                <a:lnTo>
                  <a:pt x="28" y="16"/>
                </a:lnTo>
                <a:lnTo>
                  <a:pt x="28" y="17"/>
                </a:lnTo>
                <a:lnTo>
                  <a:pt x="27" y="18"/>
                </a:lnTo>
                <a:lnTo>
                  <a:pt x="26" y="19"/>
                </a:lnTo>
                <a:lnTo>
                  <a:pt x="24" y="24"/>
                </a:lnTo>
                <a:lnTo>
                  <a:pt x="24" y="25"/>
                </a:lnTo>
                <a:lnTo>
                  <a:pt x="24" y="27"/>
                </a:lnTo>
                <a:lnTo>
                  <a:pt x="23" y="28"/>
                </a:lnTo>
                <a:lnTo>
                  <a:pt x="24" y="29"/>
                </a:lnTo>
                <a:lnTo>
                  <a:pt x="23" y="29"/>
                </a:lnTo>
                <a:lnTo>
                  <a:pt x="22" y="29"/>
                </a:lnTo>
                <a:lnTo>
                  <a:pt x="21" y="29"/>
                </a:lnTo>
                <a:lnTo>
                  <a:pt x="19" y="28"/>
                </a:lnTo>
                <a:lnTo>
                  <a:pt x="16" y="28"/>
                </a:lnTo>
                <a:lnTo>
                  <a:pt x="15" y="29"/>
                </a:lnTo>
                <a:lnTo>
                  <a:pt x="15" y="29"/>
                </a:lnTo>
                <a:lnTo>
                  <a:pt x="15" y="30"/>
                </a:lnTo>
                <a:lnTo>
                  <a:pt x="15" y="31"/>
                </a:lnTo>
                <a:lnTo>
                  <a:pt x="15" y="32"/>
                </a:lnTo>
                <a:lnTo>
                  <a:pt x="14" y="32"/>
                </a:lnTo>
                <a:lnTo>
                  <a:pt x="14" y="34"/>
                </a:lnTo>
                <a:lnTo>
                  <a:pt x="10" y="34"/>
                </a:lnTo>
                <a:lnTo>
                  <a:pt x="10" y="35"/>
                </a:lnTo>
                <a:lnTo>
                  <a:pt x="11" y="35"/>
                </a:lnTo>
                <a:lnTo>
                  <a:pt x="11" y="36"/>
                </a:lnTo>
                <a:lnTo>
                  <a:pt x="11" y="36"/>
                </a:lnTo>
                <a:lnTo>
                  <a:pt x="11" y="36"/>
                </a:lnTo>
                <a:lnTo>
                  <a:pt x="11" y="37"/>
                </a:lnTo>
                <a:lnTo>
                  <a:pt x="12" y="37"/>
                </a:lnTo>
                <a:lnTo>
                  <a:pt x="11" y="40"/>
                </a:lnTo>
                <a:lnTo>
                  <a:pt x="11" y="41"/>
                </a:lnTo>
                <a:lnTo>
                  <a:pt x="11" y="42"/>
                </a:lnTo>
                <a:lnTo>
                  <a:pt x="10" y="43"/>
                </a:lnTo>
                <a:lnTo>
                  <a:pt x="8" y="44"/>
                </a:lnTo>
                <a:lnTo>
                  <a:pt x="8" y="44"/>
                </a:lnTo>
                <a:lnTo>
                  <a:pt x="9" y="45"/>
                </a:lnTo>
                <a:lnTo>
                  <a:pt x="9" y="46"/>
                </a:lnTo>
                <a:lnTo>
                  <a:pt x="8" y="47"/>
                </a:lnTo>
                <a:lnTo>
                  <a:pt x="9" y="47"/>
                </a:lnTo>
                <a:lnTo>
                  <a:pt x="7" y="52"/>
                </a:lnTo>
                <a:lnTo>
                  <a:pt x="7" y="53"/>
                </a:lnTo>
                <a:lnTo>
                  <a:pt x="7" y="53"/>
                </a:lnTo>
                <a:lnTo>
                  <a:pt x="7" y="55"/>
                </a:lnTo>
                <a:lnTo>
                  <a:pt x="7" y="55"/>
                </a:lnTo>
                <a:lnTo>
                  <a:pt x="7" y="56"/>
                </a:lnTo>
                <a:lnTo>
                  <a:pt x="5" y="57"/>
                </a:lnTo>
                <a:lnTo>
                  <a:pt x="5" y="58"/>
                </a:lnTo>
                <a:lnTo>
                  <a:pt x="4" y="59"/>
                </a:lnTo>
                <a:lnTo>
                  <a:pt x="3" y="60"/>
                </a:lnTo>
                <a:lnTo>
                  <a:pt x="2" y="60"/>
                </a:lnTo>
                <a:lnTo>
                  <a:pt x="2" y="62"/>
                </a:lnTo>
                <a:lnTo>
                  <a:pt x="1" y="63"/>
                </a:lnTo>
                <a:lnTo>
                  <a:pt x="1" y="64"/>
                </a:lnTo>
                <a:lnTo>
                  <a:pt x="1" y="65"/>
                </a:lnTo>
                <a:lnTo>
                  <a:pt x="1" y="68"/>
                </a:lnTo>
                <a:lnTo>
                  <a:pt x="3" y="69"/>
                </a:lnTo>
                <a:lnTo>
                  <a:pt x="4" y="72"/>
                </a:lnTo>
                <a:lnTo>
                  <a:pt x="5" y="72"/>
                </a:lnTo>
                <a:lnTo>
                  <a:pt x="6" y="73"/>
                </a:lnTo>
                <a:lnTo>
                  <a:pt x="5" y="73"/>
                </a:lnTo>
                <a:lnTo>
                  <a:pt x="5" y="74"/>
                </a:lnTo>
                <a:lnTo>
                  <a:pt x="6" y="74"/>
                </a:lnTo>
                <a:lnTo>
                  <a:pt x="7" y="75"/>
                </a:lnTo>
                <a:lnTo>
                  <a:pt x="6" y="75"/>
                </a:lnTo>
                <a:lnTo>
                  <a:pt x="7" y="77"/>
                </a:lnTo>
                <a:lnTo>
                  <a:pt x="6" y="77"/>
                </a:lnTo>
                <a:lnTo>
                  <a:pt x="6" y="79"/>
                </a:lnTo>
                <a:lnTo>
                  <a:pt x="4" y="80"/>
                </a:lnTo>
                <a:lnTo>
                  <a:pt x="4" y="81"/>
                </a:lnTo>
                <a:lnTo>
                  <a:pt x="5" y="82"/>
                </a:lnTo>
                <a:lnTo>
                  <a:pt x="5" y="82"/>
                </a:lnTo>
                <a:lnTo>
                  <a:pt x="5" y="83"/>
                </a:lnTo>
                <a:lnTo>
                  <a:pt x="5" y="83"/>
                </a:lnTo>
                <a:lnTo>
                  <a:pt x="3" y="87"/>
                </a:lnTo>
                <a:lnTo>
                  <a:pt x="3" y="87"/>
                </a:lnTo>
                <a:lnTo>
                  <a:pt x="1" y="89"/>
                </a:lnTo>
                <a:lnTo>
                  <a:pt x="1" y="90"/>
                </a:lnTo>
                <a:lnTo>
                  <a:pt x="0" y="89"/>
                </a:lnTo>
                <a:lnTo>
                  <a:pt x="0" y="90"/>
                </a:lnTo>
                <a:lnTo>
                  <a:pt x="1" y="91"/>
                </a:lnTo>
                <a:lnTo>
                  <a:pt x="1" y="92"/>
                </a:lnTo>
                <a:lnTo>
                  <a:pt x="0" y="93"/>
                </a:lnTo>
                <a:lnTo>
                  <a:pt x="1" y="93"/>
                </a:lnTo>
                <a:lnTo>
                  <a:pt x="1" y="95"/>
                </a:lnTo>
                <a:lnTo>
                  <a:pt x="2" y="96"/>
                </a:lnTo>
                <a:lnTo>
                  <a:pt x="2" y="97"/>
                </a:lnTo>
                <a:lnTo>
                  <a:pt x="1" y="97"/>
                </a:lnTo>
                <a:lnTo>
                  <a:pt x="1" y="97"/>
                </a:lnTo>
                <a:lnTo>
                  <a:pt x="3" y="99"/>
                </a:lnTo>
                <a:lnTo>
                  <a:pt x="3" y="102"/>
                </a:lnTo>
                <a:lnTo>
                  <a:pt x="2" y="102"/>
                </a:lnTo>
                <a:lnTo>
                  <a:pt x="3" y="103"/>
                </a:lnTo>
                <a:lnTo>
                  <a:pt x="2" y="105"/>
                </a:lnTo>
                <a:lnTo>
                  <a:pt x="3" y="107"/>
                </a:lnTo>
                <a:lnTo>
                  <a:pt x="2" y="109"/>
                </a:lnTo>
                <a:lnTo>
                  <a:pt x="3" y="113"/>
                </a:lnTo>
                <a:lnTo>
                  <a:pt x="4" y="113"/>
                </a:lnTo>
                <a:lnTo>
                  <a:pt x="4" y="114"/>
                </a:lnTo>
                <a:lnTo>
                  <a:pt x="4" y="115"/>
                </a:lnTo>
                <a:lnTo>
                  <a:pt x="5" y="115"/>
                </a:lnTo>
                <a:lnTo>
                  <a:pt x="5" y="119"/>
                </a:lnTo>
                <a:lnTo>
                  <a:pt x="6" y="121"/>
                </a:lnTo>
                <a:lnTo>
                  <a:pt x="4" y="126"/>
                </a:lnTo>
                <a:lnTo>
                  <a:pt x="3" y="128"/>
                </a:lnTo>
                <a:lnTo>
                  <a:pt x="2" y="130"/>
                </a:lnTo>
                <a:lnTo>
                  <a:pt x="2" y="132"/>
                </a:lnTo>
                <a:lnTo>
                  <a:pt x="1" y="135"/>
                </a:lnTo>
                <a:lnTo>
                  <a:pt x="0" y="138"/>
                </a:lnTo>
                <a:lnTo>
                  <a:pt x="0" y="140"/>
                </a:lnTo>
                <a:lnTo>
                  <a:pt x="0" y="143"/>
                </a:lnTo>
                <a:lnTo>
                  <a:pt x="1" y="145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3106598" y="1390010"/>
            <a:ext cx="2783242" cy="2411288"/>
          </a:xfrm>
          <a:custGeom>
            <a:avLst/>
            <a:gdLst/>
            <a:ahLst/>
            <a:cxnLst/>
            <a:rect l="l" t="t" r="r" b="b"/>
            <a:pathLst>
              <a:path w="434" h="376">
                <a:moveTo>
                  <a:pt x="0" y="248"/>
                </a:moveTo>
                <a:lnTo>
                  <a:pt x="9" y="275"/>
                </a:lnTo>
                <a:lnTo>
                  <a:pt x="5" y="279"/>
                </a:lnTo>
                <a:lnTo>
                  <a:pt x="5" y="280"/>
                </a:lnTo>
                <a:lnTo>
                  <a:pt x="10" y="288"/>
                </a:lnTo>
                <a:lnTo>
                  <a:pt x="15" y="292"/>
                </a:lnTo>
                <a:lnTo>
                  <a:pt x="16" y="292"/>
                </a:lnTo>
                <a:lnTo>
                  <a:pt x="16" y="300"/>
                </a:lnTo>
                <a:lnTo>
                  <a:pt x="21" y="298"/>
                </a:lnTo>
                <a:lnTo>
                  <a:pt x="20" y="297"/>
                </a:lnTo>
                <a:lnTo>
                  <a:pt x="21" y="296"/>
                </a:lnTo>
                <a:lnTo>
                  <a:pt x="22" y="298"/>
                </a:lnTo>
                <a:lnTo>
                  <a:pt x="23" y="300"/>
                </a:lnTo>
                <a:lnTo>
                  <a:pt x="23" y="298"/>
                </a:lnTo>
                <a:lnTo>
                  <a:pt x="27" y="296"/>
                </a:lnTo>
                <a:lnTo>
                  <a:pt x="28" y="298"/>
                </a:lnTo>
                <a:lnTo>
                  <a:pt x="29" y="299"/>
                </a:lnTo>
                <a:lnTo>
                  <a:pt x="30" y="297"/>
                </a:lnTo>
                <a:lnTo>
                  <a:pt x="30" y="295"/>
                </a:lnTo>
                <a:lnTo>
                  <a:pt x="37" y="295"/>
                </a:lnTo>
                <a:lnTo>
                  <a:pt x="39" y="293"/>
                </a:lnTo>
                <a:lnTo>
                  <a:pt x="45" y="294"/>
                </a:lnTo>
                <a:lnTo>
                  <a:pt x="46" y="295"/>
                </a:lnTo>
                <a:lnTo>
                  <a:pt x="48" y="299"/>
                </a:lnTo>
                <a:lnTo>
                  <a:pt x="48" y="301"/>
                </a:lnTo>
                <a:lnTo>
                  <a:pt x="46" y="303"/>
                </a:lnTo>
                <a:lnTo>
                  <a:pt x="46" y="309"/>
                </a:lnTo>
                <a:lnTo>
                  <a:pt x="43" y="310"/>
                </a:lnTo>
                <a:lnTo>
                  <a:pt x="42" y="311"/>
                </a:lnTo>
                <a:lnTo>
                  <a:pt x="42" y="313"/>
                </a:lnTo>
                <a:lnTo>
                  <a:pt x="40" y="315"/>
                </a:lnTo>
                <a:lnTo>
                  <a:pt x="39" y="315"/>
                </a:lnTo>
                <a:lnTo>
                  <a:pt x="38" y="315"/>
                </a:lnTo>
                <a:lnTo>
                  <a:pt x="35" y="317"/>
                </a:lnTo>
                <a:lnTo>
                  <a:pt x="33" y="317"/>
                </a:lnTo>
                <a:lnTo>
                  <a:pt x="37" y="317"/>
                </a:lnTo>
                <a:lnTo>
                  <a:pt x="40" y="318"/>
                </a:lnTo>
                <a:lnTo>
                  <a:pt x="41" y="320"/>
                </a:lnTo>
                <a:lnTo>
                  <a:pt x="43" y="321"/>
                </a:lnTo>
                <a:lnTo>
                  <a:pt x="45" y="322"/>
                </a:lnTo>
                <a:lnTo>
                  <a:pt x="47" y="322"/>
                </a:lnTo>
                <a:lnTo>
                  <a:pt x="48" y="324"/>
                </a:lnTo>
                <a:lnTo>
                  <a:pt x="48" y="325"/>
                </a:lnTo>
                <a:lnTo>
                  <a:pt x="48" y="326"/>
                </a:lnTo>
                <a:lnTo>
                  <a:pt x="51" y="327"/>
                </a:lnTo>
                <a:lnTo>
                  <a:pt x="51" y="329"/>
                </a:lnTo>
                <a:lnTo>
                  <a:pt x="53" y="329"/>
                </a:lnTo>
                <a:lnTo>
                  <a:pt x="57" y="329"/>
                </a:lnTo>
                <a:lnTo>
                  <a:pt x="57" y="334"/>
                </a:lnTo>
                <a:lnTo>
                  <a:pt x="57" y="336"/>
                </a:lnTo>
                <a:lnTo>
                  <a:pt x="56" y="337"/>
                </a:lnTo>
                <a:lnTo>
                  <a:pt x="56" y="338"/>
                </a:lnTo>
                <a:lnTo>
                  <a:pt x="57" y="338"/>
                </a:lnTo>
                <a:lnTo>
                  <a:pt x="57" y="338"/>
                </a:lnTo>
                <a:lnTo>
                  <a:pt x="58" y="338"/>
                </a:lnTo>
                <a:lnTo>
                  <a:pt x="59" y="340"/>
                </a:lnTo>
                <a:lnTo>
                  <a:pt x="61" y="339"/>
                </a:lnTo>
                <a:lnTo>
                  <a:pt x="63" y="338"/>
                </a:lnTo>
                <a:lnTo>
                  <a:pt x="63" y="340"/>
                </a:lnTo>
                <a:lnTo>
                  <a:pt x="63" y="341"/>
                </a:lnTo>
                <a:lnTo>
                  <a:pt x="63" y="342"/>
                </a:lnTo>
                <a:lnTo>
                  <a:pt x="65" y="342"/>
                </a:lnTo>
                <a:lnTo>
                  <a:pt x="65" y="343"/>
                </a:lnTo>
                <a:lnTo>
                  <a:pt x="64" y="343"/>
                </a:lnTo>
                <a:lnTo>
                  <a:pt x="65" y="344"/>
                </a:lnTo>
                <a:lnTo>
                  <a:pt x="69" y="345"/>
                </a:lnTo>
                <a:lnTo>
                  <a:pt x="69" y="347"/>
                </a:lnTo>
                <a:lnTo>
                  <a:pt x="71" y="346"/>
                </a:lnTo>
                <a:lnTo>
                  <a:pt x="72" y="347"/>
                </a:lnTo>
                <a:lnTo>
                  <a:pt x="75" y="343"/>
                </a:lnTo>
                <a:lnTo>
                  <a:pt x="78" y="342"/>
                </a:lnTo>
                <a:lnTo>
                  <a:pt x="74" y="337"/>
                </a:lnTo>
                <a:lnTo>
                  <a:pt x="75" y="337"/>
                </a:lnTo>
                <a:lnTo>
                  <a:pt x="81" y="335"/>
                </a:lnTo>
                <a:lnTo>
                  <a:pt x="83" y="334"/>
                </a:lnTo>
                <a:lnTo>
                  <a:pt x="84" y="334"/>
                </a:lnTo>
                <a:lnTo>
                  <a:pt x="87" y="336"/>
                </a:lnTo>
                <a:lnTo>
                  <a:pt x="94" y="337"/>
                </a:lnTo>
                <a:lnTo>
                  <a:pt x="100" y="332"/>
                </a:lnTo>
                <a:lnTo>
                  <a:pt x="109" y="329"/>
                </a:lnTo>
                <a:lnTo>
                  <a:pt x="110" y="329"/>
                </a:lnTo>
                <a:lnTo>
                  <a:pt x="113" y="330"/>
                </a:lnTo>
                <a:lnTo>
                  <a:pt x="112" y="333"/>
                </a:lnTo>
                <a:lnTo>
                  <a:pt x="114" y="336"/>
                </a:lnTo>
                <a:lnTo>
                  <a:pt x="115" y="338"/>
                </a:lnTo>
                <a:lnTo>
                  <a:pt x="114" y="340"/>
                </a:lnTo>
                <a:lnTo>
                  <a:pt x="114" y="341"/>
                </a:lnTo>
                <a:lnTo>
                  <a:pt x="112" y="342"/>
                </a:lnTo>
                <a:lnTo>
                  <a:pt x="109" y="348"/>
                </a:lnTo>
                <a:lnTo>
                  <a:pt x="101" y="353"/>
                </a:lnTo>
                <a:lnTo>
                  <a:pt x="102" y="356"/>
                </a:lnTo>
                <a:lnTo>
                  <a:pt x="103" y="359"/>
                </a:lnTo>
                <a:lnTo>
                  <a:pt x="100" y="360"/>
                </a:lnTo>
                <a:lnTo>
                  <a:pt x="100" y="362"/>
                </a:lnTo>
                <a:lnTo>
                  <a:pt x="100" y="366"/>
                </a:lnTo>
                <a:lnTo>
                  <a:pt x="105" y="368"/>
                </a:lnTo>
                <a:lnTo>
                  <a:pt x="109" y="372"/>
                </a:lnTo>
                <a:lnTo>
                  <a:pt x="114" y="376"/>
                </a:lnTo>
                <a:lnTo>
                  <a:pt x="118" y="375"/>
                </a:lnTo>
                <a:lnTo>
                  <a:pt x="118" y="374"/>
                </a:lnTo>
                <a:lnTo>
                  <a:pt x="125" y="373"/>
                </a:lnTo>
                <a:lnTo>
                  <a:pt x="126" y="373"/>
                </a:lnTo>
                <a:lnTo>
                  <a:pt x="129" y="372"/>
                </a:lnTo>
                <a:lnTo>
                  <a:pt x="130" y="371"/>
                </a:lnTo>
                <a:lnTo>
                  <a:pt x="134" y="370"/>
                </a:lnTo>
                <a:lnTo>
                  <a:pt x="139" y="370"/>
                </a:lnTo>
                <a:lnTo>
                  <a:pt x="139" y="368"/>
                </a:lnTo>
                <a:lnTo>
                  <a:pt x="140" y="368"/>
                </a:lnTo>
                <a:lnTo>
                  <a:pt x="142" y="367"/>
                </a:lnTo>
                <a:lnTo>
                  <a:pt x="143" y="366"/>
                </a:lnTo>
                <a:lnTo>
                  <a:pt x="142" y="364"/>
                </a:lnTo>
                <a:lnTo>
                  <a:pt x="143" y="363"/>
                </a:lnTo>
                <a:lnTo>
                  <a:pt x="142" y="360"/>
                </a:lnTo>
                <a:lnTo>
                  <a:pt x="142" y="358"/>
                </a:lnTo>
                <a:lnTo>
                  <a:pt x="143" y="357"/>
                </a:lnTo>
                <a:lnTo>
                  <a:pt x="144" y="356"/>
                </a:lnTo>
                <a:lnTo>
                  <a:pt x="143" y="354"/>
                </a:lnTo>
                <a:lnTo>
                  <a:pt x="143" y="354"/>
                </a:lnTo>
                <a:lnTo>
                  <a:pt x="143" y="353"/>
                </a:lnTo>
                <a:lnTo>
                  <a:pt x="143" y="353"/>
                </a:lnTo>
                <a:lnTo>
                  <a:pt x="143" y="352"/>
                </a:lnTo>
                <a:lnTo>
                  <a:pt x="143" y="350"/>
                </a:lnTo>
                <a:lnTo>
                  <a:pt x="143" y="350"/>
                </a:lnTo>
                <a:lnTo>
                  <a:pt x="144" y="349"/>
                </a:lnTo>
                <a:lnTo>
                  <a:pt x="143" y="348"/>
                </a:lnTo>
                <a:lnTo>
                  <a:pt x="144" y="347"/>
                </a:lnTo>
                <a:lnTo>
                  <a:pt x="144" y="345"/>
                </a:lnTo>
                <a:lnTo>
                  <a:pt x="146" y="343"/>
                </a:lnTo>
                <a:lnTo>
                  <a:pt x="145" y="342"/>
                </a:lnTo>
                <a:lnTo>
                  <a:pt x="147" y="341"/>
                </a:lnTo>
                <a:lnTo>
                  <a:pt x="147" y="340"/>
                </a:lnTo>
                <a:lnTo>
                  <a:pt x="147" y="338"/>
                </a:lnTo>
                <a:lnTo>
                  <a:pt x="148" y="336"/>
                </a:lnTo>
                <a:lnTo>
                  <a:pt x="149" y="336"/>
                </a:lnTo>
                <a:lnTo>
                  <a:pt x="150" y="337"/>
                </a:lnTo>
                <a:lnTo>
                  <a:pt x="151" y="336"/>
                </a:lnTo>
                <a:lnTo>
                  <a:pt x="151" y="334"/>
                </a:lnTo>
                <a:lnTo>
                  <a:pt x="153" y="333"/>
                </a:lnTo>
                <a:lnTo>
                  <a:pt x="155" y="334"/>
                </a:lnTo>
                <a:lnTo>
                  <a:pt x="155" y="333"/>
                </a:lnTo>
                <a:lnTo>
                  <a:pt x="156" y="331"/>
                </a:lnTo>
                <a:lnTo>
                  <a:pt x="157" y="332"/>
                </a:lnTo>
                <a:lnTo>
                  <a:pt x="159" y="331"/>
                </a:lnTo>
                <a:lnTo>
                  <a:pt x="159" y="331"/>
                </a:lnTo>
                <a:lnTo>
                  <a:pt x="160" y="332"/>
                </a:lnTo>
                <a:lnTo>
                  <a:pt x="159" y="335"/>
                </a:lnTo>
                <a:lnTo>
                  <a:pt x="160" y="335"/>
                </a:lnTo>
                <a:lnTo>
                  <a:pt x="161" y="337"/>
                </a:lnTo>
                <a:lnTo>
                  <a:pt x="162" y="338"/>
                </a:lnTo>
                <a:lnTo>
                  <a:pt x="163" y="339"/>
                </a:lnTo>
                <a:lnTo>
                  <a:pt x="162" y="341"/>
                </a:lnTo>
                <a:lnTo>
                  <a:pt x="158" y="346"/>
                </a:lnTo>
                <a:lnTo>
                  <a:pt x="157" y="349"/>
                </a:lnTo>
                <a:lnTo>
                  <a:pt x="157" y="352"/>
                </a:lnTo>
                <a:lnTo>
                  <a:pt x="156" y="354"/>
                </a:lnTo>
                <a:lnTo>
                  <a:pt x="154" y="355"/>
                </a:lnTo>
                <a:lnTo>
                  <a:pt x="157" y="357"/>
                </a:lnTo>
                <a:lnTo>
                  <a:pt x="162" y="359"/>
                </a:lnTo>
                <a:lnTo>
                  <a:pt x="164" y="360"/>
                </a:lnTo>
                <a:lnTo>
                  <a:pt x="165" y="359"/>
                </a:lnTo>
                <a:lnTo>
                  <a:pt x="166" y="359"/>
                </a:lnTo>
                <a:lnTo>
                  <a:pt x="166" y="359"/>
                </a:lnTo>
                <a:lnTo>
                  <a:pt x="167" y="359"/>
                </a:lnTo>
                <a:lnTo>
                  <a:pt x="168" y="360"/>
                </a:lnTo>
                <a:lnTo>
                  <a:pt x="169" y="360"/>
                </a:lnTo>
                <a:lnTo>
                  <a:pt x="170" y="362"/>
                </a:lnTo>
                <a:lnTo>
                  <a:pt x="171" y="362"/>
                </a:lnTo>
                <a:lnTo>
                  <a:pt x="171" y="363"/>
                </a:lnTo>
                <a:lnTo>
                  <a:pt x="171" y="364"/>
                </a:lnTo>
                <a:lnTo>
                  <a:pt x="172" y="363"/>
                </a:lnTo>
                <a:lnTo>
                  <a:pt x="173" y="365"/>
                </a:lnTo>
                <a:lnTo>
                  <a:pt x="175" y="365"/>
                </a:lnTo>
                <a:lnTo>
                  <a:pt x="176" y="365"/>
                </a:lnTo>
                <a:lnTo>
                  <a:pt x="176" y="366"/>
                </a:lnTo>
                <a:lnTo>
                  <a:pt x="181" y="367"/>
                </a:lnTo>
                <a:lnTo>
                  <a:pt x="181" y="368"/>
                </a:lnTo>
                <a:lnTo>
                  <a:pt x="182" y="369"/>
                </a:lnTo>
                <a:lnTo>
                  <a:pt x="182" y="369"/>
                </a:lnTo>
                <a:lnTo>
                  <a:pt x="182" y="370"/>
                </a:lnTo>
                <a:lnTo>
                  <a:pt x="184" y="370"/>
                </a:lnTo>
                <a:lnTo>
                  <a:pt x="186" y="369"/>
                </a:lnTo>
                <a:lnTo>
                  <a:pt x="187" y="370"/>
                </a:lnTo>
                <a:lnTo>
                  <a:pt x="189" y="370"/>
                </a:lnTo>
                <a:lnTo>
                  <a:pt x="191" y="369"/>
                </a:lnTo>
                <a:lnTo>
                  <a:pt x="192" y="370"/>
                </a:lnTo>
                <a:lnTo>
                  <a:pt x="195" y="369"/>
                </a:lnTo>
                <a:lnTo>
                  <a:pt x="195" y="366"/>
                </a:lnTo>
                <a:lnTo>
                  <a:pt x="195" y="363"/>
                </a:lnTo>
                <a:lnTo>
                  <a:pt x="196" y="362"/>
                </a:lnTo>
                <a:lnTo>
                  <a:pt x="195" y="360"/>
                </a:lnTo>
                <a:lnTo>
                  <a:pt x="196" y="360"/>
                </a:lnTo>
                <a:lnTo>
                  <a:pt x="197" y="361"/>
                </a:lnTo>
                <a:lnTo>
                  <a:pt x="198" y="363"/>
                </a:lnTo>
                <a:lnTo>
                  <a:pt x="199" y="362"/>
                </a:lnTo>
                <a:lnTo>
                  <a:pt x="199" y="361"/>
                </a:lnTo>
                <a:lnTo>
                  <a:pt x="200" y="361"/>
                </a:lnTo>
                <a:lnTo>
                  <a:pt x="199" y="360"/>
                </a:lnTo>
                <a:lnTo>
                  <a:pt x="200" y="359"/>
                </a:lnTo>
                <a:lnTo>
                  <a:pt x="198" y="358"/>
                </a:lnTo>
                <a:lnTo>
                  <a:pt x="197" y="357"/>
                </a:lnTo>
                <a:lnTo>
                  <a:pt x="198" y="356"/>
                </a:lnTo>
                <a:lnTo>
                  <a:pt x="198" y="355"/>
                </a:lnTo>
                <a:lnTo>
                  <a:pt x="198" y="353"/>
                </a:lnTo>
                <a:lnTo>
                  <a:pt x="199" y="352"/>
                </a:lnTo>
                <a:lnTo>
                  <a:pt x="199" y="351"/>
                </a:lnTo>
                <a:lnTo>
                  <a:pt x="201" y="349"/>
                </a:lnTo>
                <a:lnTo>
                  <a:pt x="203" y="347"/>
                </a:lnTo>
                <a:lnTo>
                  <a:pt x="204" y="347"/>
                </a:lnTo>
                <a:lnTo>
                  <a:pt x="204" y="347"/>
                </a:lnTo>
                <a:lnTo>
                  <a:pt x="204" y="346"/>
                </a:lnTo>
                <a:lnTo>
                  <a:pt x="204" y="345"/>
                </a:lnTo>
                <a:lnTo>
                  <a:pt x="205" y="345"/>
                </a:lnTo>
                <a:lnTo>
                  <a:pt x="206" y="343"/>
                </a:lnTo>
                <a:lnTo>
                  <a:pt x="207" y="342"/>
                </a:lnTo>
                <a:lnTo>
                  <a:pt x="207" y="343"/>
                </a:lnTo>
                <a:lnTo>
                  <a:pt x="209" y="341"/>
                </a:lnTo>
                <a:lnTo>
                  <a:pt x="209" y="340"/>
                </a:lnTo>
                <a:lnTo>
                  <a:pt x="210" y="339"/>
                </a:lnTo>
                <a:lnTo>
                  <a:pt x="209" y="338"/>
                </a:lnTo>
                <a:lnTo>
                  <a:pt x="211" y="337"/>
                </a:lnTo>
                <a:lnTo>
                  <a:pt x="212" y="335"/>
                </a:lnTo>
                <a:lnTo>
                  <a:pt x="214" y="335"/>
                </a:lnTo>
                <a:lnTo>
                  <a:pt x="213" y="335"/>
                </a:lnTo>
                <a:lnTo>
                  <a:pt x="214" y="333"/>
                </a:lnTo>
                <a:lnTo>
                  <a:pt x="213" y="332"/>
                </a:lnTo>
                <a:lnTo>
                  <a:pt x="213" y="332"/>
                </a:lnTo>
                <a:lnTo>
                  <a:pt x="214" y="333"/>
                </a:lnTo>
                <a:lnTo>
                  <a:pt x="215" y="333"/>
                </a:lnTo>
                <a:lnTo>
                  <a:pt x="218" y="331"/>
                </a:lnTo>
                <a:lnTo>
                  <a:pt x="217" y="329"/>
                </a:lnTo>
                <a:lnTo>
                  <a:pt x="217" y="329"/>
                </a:lnTo>
                <a:lnTo>
                  <a:pt x="217" y="328"/>
                </a:lnTo>
                <a:lnTo>
                  <a:pt x="217" y="327"/>
                </a:lnTo>
                <a:lnTo>
                  <a:pt x="219" y="328"/>
                </a:lnTo>
                <a:lnTo>
                  <a:pt x="221" y="330"/>
                </a:lnTo>
                <a:lnTo>
                  <a:pt x="222" y="330"/>
                </a:lnTo>
                <a:lnTo>
                  <a:pt x="222" y="329"/>
                </a:lnTo>
                <a:lnTo>
                  <a:pt x="223" y="329"/>
                </a:lnTo>
                <a:lnTo>
                  <a:pt x="224" y="329"/>
                </a:lnTo>
                <a:lnTo>
                  <a:pt x="225" y="331"/>
                </a:lnTo>
                <a:lnTo>
                  <a:pt x="227" y="331"/>
                </a:lnTo>
                <a:lnTo>
                  <a:pt x="227" y="329"/>
                </a:lnTo>
                <a:lnTo>
                  <a:pt x="230" y="325"/>
                </a:lnTo>
                <a:lnTo>
                  <a:pt x="231" y="325"/>
                </a:lnTo>
                <a:lnTo>
                  <a:pt x="232" y="324"/>
                </a:lnTo>
                <a:lnTo>
                  <a:pt x="233" y="324"/>
                </a:lnTo>
                <a:lnTo>
                  <a:pt x="234" y="323"/>
                </a:lnTo>
                <a:lnTo>
                  <a:pt x="234" y="324"/>
                </a:lnTo>
                <a:lnTo>
                  <a:pt x="234" y="325"/>
                </a:lnTo>
                <a:lnTo>
                  <a:pt x="233" y="325"/>
                </a:lnTo>
                <a:lnTo>
                  <a:pt x="233" y="326"/>
                </a:lnTo>
                <a:lnTo>
                  <a:pt x="233" y="327"/>
                </a:lnTo>
                <a:lnTo>
                  <a:pt x="233" y="328"/>
                </a:lnTo>
                <a:lnTo>
                  <a:pt x="233" y="328"/>
                </a:lnTo>
                <a:lnTo>
                  <a:pt x="233" y="328"/>
                </a:lnTo>
                <a:lnTo>
                  <a:pt x="234" y="328"/>
                </a:lnTo>
                <a:lnTo>
                  <a:pt x="234" y="327"/>
                </a:lnTo>
                <a:lnTo>
                  <a:pt x="235" y="327"/>
                </a:lnTo>
                <a:lnTo>
                  <a:pt x="238" y="327"/>
                </a:lnTo>
                <a:lnTo>
                  <a:pt x="238" y="327"/>
                </a:lnTo>
                <a:lnTo>
                  <a:pt x="238" y="325"/>
                </a:lnTo>
                <a:lnTo>
                  <a:pt x="239" y="325"/>
                </a:lnTo>
                <a:lnTo>
                  <a:pt x="239" y="324"/>
                </a:lnTo>
                <a:lnTo>
                  <a:pt x="239" y="323"/>
                </a:lnTo>
                <a:lnTo>
                  <a:pt x="239" y="322"/>
                </a:lnTo>
                <a:lnTo>
                  <a:pt x="239" y="322"/>
                </a:lnTo>
                <a:lnTo>
                  <a:pt x="240" y="321"/>
                </a:lnTo>
                <a:lnTo>
                  <a:pt x="243" y="321"/>
                </a:lnTo>
                <a:lnTo>
                  <a:pt x="245" y="322"/>
                </a:lnTo>
                <a:lnTo>
                  <a:pt x="246" y="322"/>
                </a:lnTo>
                <a:lnTo>
                  <a:pt x="247" y="322"/>
                </a:lnTo>
                <a:lnTo>
                  <a:pt x="248" y="322"/>
                </a:lnTo>
                <a:lnTo>
                  <a:pt x="247" y="321"/>
                </a:lnTo>
                <a:lnTo>
                  <a:pt x="248" y="320"/>
                </a:lnTo>
                <a:lnTo>
                  <a:pt x="248" y="318"/>
                </a:lnTo>
                <a:lnTo>
                  <a:pt x="248" y="317"/>
                </a:lnTo>
                <a:lnTo>
                  <a:pt x="250" y="312"/>
                </a:lnTo>
                <a:lnTo>
                  <a:pt x="251" y="311"/>
                </a:lnTo>
                <a:lnTo>
                  <a:pt x="252" y="310"/>
                </a:lnTo>
                <a:lnTo>
                  <a:pt x="252" y="309"/>
                </a:lnTo>
                <a:lnTo>
                  <a:pt x="253" y="308"/>
                </a:lnTo>
                <a:lnTo>
                  <a:pt x="253" y="307"/>
                </a:lnTo>
                <a:lnTo>
                  <a:pt x="255" y="305"/>
                </a:lnTo>
                <a:lnTo>
                  <a:pt x="258" y="307"/>
                </a:lnTo>
                <a:lnTo>
                  <a:pt x="260" y="308"/>
                </a:lnTo>
                <a:lnTo>
                  <a:pt x="262" y="307"/>
                </a:lnTo>
                <a:lnTo>
                  <a:pt x="263" y="304"/>
                </a:lnTo>
                <a:lnTo>
                  <a:pt x="265" y="303"/>
                </a:lnTo>
                <a:lnTo>
                  <a:pt x="269" y="302"/>
                </a:lnTo>
                <a:lnTo>
                  <a:pt x="270" y="304"/>
                </a:lnTo>
                <a:lnTo>
                  <a:pt x="273" y="303"/>
                </a:lnTo>
                <a:lnTo>
                  <a:pt x="274" y="303"/>
                </a:lnTo>
                <a:lnTo>
                  <a:pt x="276" y="300"/>
                </a:lnTo>
                <a:lnTo>
                  <a:pt x="277" y="300"/>
                </a:lnTo>
                <a:lnTo>
                  <a:pt x="278" y="299"/>
                </a:lnTo>
                <a:lnTo>
                  <a:pt x="279" y="300"/>
                </a:lnTo>
                <a:lnTo>
                  <a:pt x="279" y="300"/>
                </a:lnTo>
                <a:lnTo>
                  <a:pt x="280" y="299"/>
                </a:lnTo>
                <a:lnTo>
                  <a:pt x="282" y="298"/>
                </a:lnTo>
                <a:lnTo>
                  <a:pt x="282" y="297"/>
                </a:lnTo>
                <a:lnTo>
                  <a:pt x="281" y="296"/>
                </a:lnTo>
                <a:lnTo>
                  <a:pt x="282" y="295"/>
                </a:lnTo>
                <a:lnTo>
                  <a:pt x="282" y="294"/>
                </a:lnTo>
                <a:lnTo>
                  <a:pt x="282" y="293"/>
                </a:lnTo>
                <a:lnTo>
                  <a:pt x="283" y="293"/>
                </a:lnTo>
                <a:lnTo>
                  <a:pt x="282" y="292"/>
                </a:lnTo>
                <a:lnTo>
                  <a:pt x="282" y="292"/>
                </a:lnTo>
                <a:lnTo>
                  <a:pt x="282" y="292"/>
                </a:lnTo>
                <a:lnTo>
                  <a:pt x="281" y="291"/>
                </a:lnTo>
                <a:lnTo>
                  <a:pt x="282" y="291"/>
                </a:lnTo>
                <a:lnTo>
                  <a:pt x="281" y="289"/>
                </a:lnTo>
                <a:lnTo>
                  <a:pt x="281" y="289"/>
                </a:lnTo>
                <a:lnTo>
                  <a:pt x="280" y="289"/>
                </a:lnTo>
                <a:lnTo>
                  <a:pt x="280" y="288"/>
                </a:lnTo>
                <a:lnTo>
                  <a:pt x="277" y="285"/>
                </a:lnTo>
                <a:lnTo>
                  <a:pt x="278" y="285"/>
                </a:lnTo>
                <a:lnTo>
                  <a:pt x="278" y="284"/>
                </a:lnTo>
                <a:lnTo>
                  <a:pt x="280" y="283"/>
                </a:lnTo>
                <a:lnTo>
                  <a:pt x="280" y="282"/>
                </a:lnTo>
                <a:lnTo>
                  <a:pt x="279" y="281"/>
                </a:lnTo>
                <a:lnTo>
                  <a:pt x="279" y="282"/>
                </a:lnTo>
                <a:lnTo>
                  <a:pt x="279" y="281"/>
                </a:lnTo>
                <a:lnTo>
                  <a:pt x="278" y="280"/>
                </a:lnTo>
                <a:lnTo>
                  <a:pt x="278" y="280"/>
                </a:lnTo>
                <a:lnTo>
                  <a:pt x="278" y="279"/>
                </a:lnTo>
                <a:lnTo>
                  <a:pt x="277" y="278"/>
                </a:lnTo>
                <a:lnTo>
                  <a:pt x="278" y="276"/>
                </a:lnTo>
                <a:lnTo>
                  <a:pt x="279" y="275"/>
                </a:lnTo>
                <a:lnTo>
                  <a:pt x="281" y="275"/>
                </a:lnTo>
                <a:lnTo>
                  <a:pt x="283" y="275"/>
                </a:lnTo>
                <a:lnTo>
                  <a:pt x="282" y="273"/>
                </a:lnTo>
                <a:lnTo>
                  <a:pt x="283" y="273"/>
                </a:lnTo>
                <a:lnTo>
                  <a:pt x="282" y="272"/>
                </a:lnTo>
                <a:lnTo>
                  <a:pt x="282" y="271"/>
                </a:lnTo>
                <a:lnTo>
                  <a:pt x="282" y="270"/>
                </a:lnTo>
                <a:lnTo>
                  <a:pt x="282" y="269"/>
                </a:lnTo>
                <a:lnTo>
                  <a:pt x="284" y="265"/>
                </a:lnTo>
                <a:lnTo>
                  <a:pt x="286" y="265"/>
                </a:lnTo>
                <a:lnTo>
                  <a:pt x="286" y="264"/>
                </a:lnTo>
                <a:lnTo>
                  <a:pt x="286" y="263"/>
                </a:lnTo>
                <a:lnTo>
                  <a:pt x="286" y="263"/>
                </a:lnTo>
                <a:lnTo>
                  <a:pt x="286" y="262"/>
                </a:lnTo>
                <a:lnTo>
                  <a:pt x="286" y="261"/>
                </a:lnTo>
                <a:lnTo>
                  <a:pt x="287" y="261"/>
                </a:lnTo>
                <a:lnTo>
                  <a:pt x="288" y="261"/>
                </a:lnTo>
                <a:lnTo>
                  <a:pt x="290" y="261"/>
                </a:lnTo>
                <a:lnTo>
                  <a:pt x="291" y="260"/>
                </a:lnTo>
                <a:lnTo>
                  <a:pt x="292" y="261"/>
                </a:lnTo>
                <a:lnTo>
                  <a:pt x="292" y="262"/>
                </a:lnTo>
                <a:lnTo>
                  <a:pt x="293" y="263"/>
                </a:lnTo>
                <a:lnTo>
                  <a:pt x="294" y="267"/>
                </a:lnTo>
                <a:lnTo>
                  <a:pt x="294" y="267"/>
                </a:lnTo>
                <a:lnTo>
                  <a:pt x="293" y="268"/>
                </a:lnTo>
                <a:lnTo>
                  <a:pt x="293" y="269"/>
                </a:lnTo>
                <a:lnTo>
                  <a:pt x="294" y="270"/>
                </a:lnTo>
                <a:lnTo>
                  <a:pt x="294" y="272"/>
                </a:lnTo>
                <a:lnTo>
                  <a:pt x="293" y="272"/>
                </a:lnTo>
                <a:lnTo>
                  <a:pt x="296" y="272"/>
                </a:lnTo>
                <a:lnTo>
                  <a:pt x="296" y="272"/>
                </a:lnTo>
                <a:lnTo>
                  <a:pt x="297" y="272"/>
                </a:lnTo>
                <a:lnTo>
                  <a:pt x="299" y="272"/>
                </a:lnTo>
                <a:lnTo>
                  <a:pt x="299" y="273"/>
                </a:lnTo>
                <a:lnTo>
                  <a:pt x="300" y="272"/>
                </a:lnTo>
                <a:lnTo>
                  <a:pt x="300" y="271"/>
                </a:lnTo>
                <a:lnTo>
                  <a:pt x="300" y="271"/>
                </a:lnTo>
                <a:lnTo>
                  <a:pt x="301" y="272"/>
                </a:lnTo>
                <a:lnTo>
                  <a:pt x="302" y="272"/>
                </a:lnTo>
                <a:lnTo>
                  <a:pt x="301" y="271"/>
                </a:lnTo>
                <a:lnTo>
                  <a:pt x="301" y="270"/>
                </a:lnTo>
                <a:lnTo>
                  <a:pt x="300" y="270"/>
                </a:lnTo>
                <a:lnTo>
                  <a:pt x="301" y="269"/>
                </a:lnTo>
                <a:lnTo>
                  <a:pt x="302" y="269"/>
                </a:lnTo>
                <a:lnTo>
                  <a:pt x="306" y="266"/>
                </a:lnTo>
                <a:lnTo>
                  <a:pt x="306" y="265"/>
                </a:lnTo>
                <a:lnTo>
                  <a:pt x="307" y="265"/>
                </a:lnTo>
                <a:lnTo>
                  <a:pt x="308" y="263"/>
                </a:lnTo>
                <a:lnTo>
                  <a:pt x="309" y="263"/>
                </a:lnTo>
                <a:lnTo>
                  <a:pt x="310" y="263"/>
                </a:lnTo>
                <a:lnTo>
                  <a:pt x="312" y="266"/>
                </a:lnTo>
                <a:lnTo>
                  <a:pt x="313" y="266"/>
                </a:lnTo>
                <a:lnTo>
                  <a:pt x="314" y="266"/>
                </a:lnTo>
                <a:lnTo>
                  <a:pt x="313" y="265"/>
                </a:lnTo>
                <a:lnTo>
                  <a:pt x="313" y="264"/>
                </a:lnTo>
                <a:lnTo>
                  <a:pt x="315" y="264"/>
                </a:lnTo>
                <a:lnTo>
                  <a:pt x="315" y="263"/>
                </a:lnTo>
                <a:lnTo>
                  <a:pt x="316" y="262"/>
                </a:lnTo>
                <a:lnTo>
                  <a:pt x="316" y="261"/>
                </a:lnTo>
                <a:lnTo>
                  <a:pt x="317" y="260"/>
                </a:lnTo>
                <a:lnTo>
                  <a:pt x="318" y="261"/>
                </a:lnTo>
                <a:lnTo>
                  <a:pt x="318" y="262"/>
                </a:lnTo>
                <a:lnTo>
                  <a:pt x="319" y="262"/>
                </a:lnTo>
                <a:lnTo>
                  <a:pt x="319" y="261"/>
                </a:lnTo>
                <a:lnTo>
                  <a:pt x="320" y="261"/>
                </a:lnTo>
                <a:lnTo>
                  <a:pt x="320" y="262"/>
                </a:lnTo>
                <a:lnTo>
                  <a:pt x="322" y="262"/>
                </a:lnTo>
                <a:lnTo>
                  <a:pt x="323" y="261"/>
                </a:lnTo>
                <a:lnTo>
                  <a:pt x="323" y="260"/>
                </a:lnTo>
                <a:lnTo>
                  <a:pt x="324" y="260"/>
                </a:lnTo>
                <a:lnTo>
                  <a:pt x="326" y="259"/>
                </a:lnTo>
                <a:lnTo>
                  <a:pt x="325" y="258"/>
                </a:lnTo>
                <a:lnTo>
                  <a:pt x="325" y="256"/>
                </a:lnTo>
                <a:lnTo>
                  <a:pt x="324" y="256"/>
                </a:lnTo>
                <a:lnTo>
                  <a:pt x="324" y="255"/>
                </a:lnTo>
                <a:lnTo>
                  <a:pt x="325" y="255"/>
                </a:lnTo>
                <a:lnTo>
                  <a:pt x="326" y="254"/>
                </a:lnTo>
                <a:lnTo>
                  <a:pt x="325" y="251"/>
                </a:lnTo>
                <a:lnTo>
                  <a:pt x="325" y="251"/>
                </a:lnTo>
                <a:lnTo>
                  <a:pt x="328" y="248"/>
                </a:lnTo>
                <a:lnTo>
                  <a:pt x="333" y="248"/>
                </a:lnTo>
                <a:lnTo>
                  <a:pt x="333" y="248"/>
                </a:lnTo>
                <a:lnTo>
                  <a:pt x="333" y="247"/>
                </a:lnTo>
                <a:lnTo>
                  <a:pt x="332" y="247"/>
                </a:lnTo>
                <a:lnTo>
                  <a:pt x="333" y="246"/>
                </a:lnTo>
                <a:lnTo>
                  <a:pt x="333" y="245"/>
                </a:lnTo>
                <a:lnTo>
                  <a:pt x="334" y="245"/>
                </a:lnTo>
                <a:lnTo>
                  <a:pt x="335" y="245"/>
                </a:lnTo>
                <a:lnTo>
                  <a:pt x="336" y="245"/>
                </a:lnTo>
                <a:lnTo>
                  <a:pt x="337" y="245"/>
                </a:lnTo>
                <a:lnTo>
                  <a:pt x="339" y="244"/>
                </a:lnTo>
                <a:lnTo>
                  <a:pt x="339" y="244"/>
                </a:lnTo>
                <a:lnTo>
                  <a:pt x="339" y="245"/>
                </a:lnTo>
                <a:lnTo>
                  <a:pt x="340" y="246"/>
                </a:lnTo>
                <a:lnTo>
                  <a:pt x="343" y="249"/>
                </a:lnTo>
                <a:lnTo>
                  <a:pt x="343" y="250"/>
                </a:lnTo>
                <a:lnTo>
                  <a:pt x="344" y="251"/>
                </a:lnTo>
                <a:lnTo>
                  <a:pt x="343" y="252"/>
                </a:lnTo>
                <a:lnTo>
                  <a:pt x="343" y="252"/>
                </a:lnTo>
                <a:lnTo>
                  <a:pt x="345" y="253"/>
                </a:lnTo>
                <a:lnTo>
                  <a:pt x="345" y="255"/>
                </a:lnTo>
                <a:lnTo>
                  <a:pt x="346" y="255"/>
                </a:lnTo>
                <a:lnTo>
                  <a:pt x="346" y="256"/>
                </a:lnTo>
                <a:lnTo>
                  <a:pt x="347" y="256"/>
                </a:lnTo>
                <a:lnTo>
                  <a:pt x="347" y="256"/>
                </a:lnTo>
                <a:lnTo>
                  <a:pt x="347" y="255"/>
                </a:lnTo>
                <a:lnTo>
                  <a:pt x="348" y="255"/>
                </a:lnTo>
                <a:lnTo>
                  <a:pt x="349" y="255"/>
                </a:lnTo>
                <a:lnTo>
                  <a:pt x="349" y="256"/>
                </a:lnTo>
                <a:lnTo>
                  <a:pt x="348" y="256"/>
                </a:lnTo>
                <a:lnTo>
                  <a:pt x="349" y="257"/>
                </a:lnTo>
                <a:lnTo>
                  <a:pt x="349" y="258"/>
                </a:lnTo>
                <a:lnTo>
                  <a:pt x="349" y="258"/>
                </a:lnTo>
                <a:lnTo>
                  <a:pt x="350" y="260"/>
                </a:lnTo>
                <a:lnTo>
                  <a:pt x="350" y="260"/>
                </a:lnTo>
                <a:lnTo>
                  <a:pt x="350" y="262"/>
                </a:lnTo>
                <a:lnTo>
                  <a:pt x="349" y="262"/>
                </a:lnTo>
                <a:lnTo>
                  <a:pt x="349" y="261"/>
                </a:lnTo>
                <a:lnTo>
                  <a:pt x="348" y="261"/>
                </a:lnTo>
                <a:lnTo>
                  <a:pt x="347" y="262"/>
                </a:lnTo>
                <a:lnTo>
                  <a:pt x="347" y="263"/>
                </a:lnTo>
                <a:lnTo>
                  <a:pt x="347" y="264"/>
                </a:lnTo>
                <a:lnTo>
                  <a:pt x="348" y="264"/>
                </a:lnTo>
                <a:lnTo>
                  <a:pt x="349" y="265"/>
                </a:lnTo>
                <a:lnTo>
                  <a:pt x="349" y="266"/>
                </a:lnTo>
                <a:lnTo>
                  <a:pt x="350" y="267"/>
                </a:lnTo>
                <a:lnTo>
                  <a:pt x="351" y="268"/>
                </a:lnTo>
                <a:lnTo>
                  <a:pt x="350" y="269"/>
                </a:lnTo>
                <a:lnTo>
                  <a:pt x="352" y="269"/>
                </a:lnTo>
                <a:lnTo>
                  <a:pt x="352" y="270"/>
                </a:lnTo>
                <a:lnTo>
                  <a:pt x="352" y="271"/>
                </a:lnTo>
                <a:lnTo>
                  <a:pt x="352" y="272"/>
                </a:lnTo>
                <a:lnTo>
                  <a:pt x="355" y="271"/>
                </a:lnTo>
                <a:lnTo>
                  <a:pt x="357" y="270"/>
                </a:lnTo>
                <a:lnTo>
                  <a:pt x="358" y="271"/>
                </a:lnTo>
                <a:lnTo>
                  <a:pt x="359" y="270"/>
                </a:lnTo>
                <a:lnTo>
                  <a:pt x="360" y="270"/>
                </a:lnTo>
                <a:lnTo>
                  <a:pt x="360" y="270"/>
                </a:lnTo>
                <a:lnTo>
                  <a:pt x="361" y="271"/>
                </a:lnTo>
                <a:lnTo>
                  <a:pt x="362" y="271"/>
                </a:lnTo>
                <a:lnTo>
                  <a:pt x="366" y="271"/>
                </a:lnTo>
                <a:lnTo>
                  <a:pt x="366" y="270"/>
                </a:lnTo>
                <a:lnTo>
                  <a:pt x="368" y="270"/>
                </a:lnTo>
                <a:lnTo>
                  <a:pt x="368" y="268"/>
                </a:lnTo>
                <a:lnTo>
                  <a:pt x="368" y="268"/>
                </a:lnTo>
                <a:lnTo>
                  <a:pt x="369" y="267"/>
                </a:lnTo>
                <a:lnTo>
                  <a:pt x="369" y="265"/>
                </a:lnTo>
                <a:lnTo>
                  <a:pt x="368" y="264"/>
                </a:lnTo>
                <a:lnTo>
                  <a:pt x="368" y="264"/>
                </a:lnTo>
                <a:lnTo>
                  <a:pt x="369" y="264"/>
                </a:lnTo>
                <a:lnTo>
                  <a:pt x="369" y="263"/>
                </a:lnTo>
                <a:lnTo>
                  <a:pt x="367" y="263"/>
                </a:lnTo>
                <a:lnTo>
                  <a:pt x="367" y="262"/>
                </a:lnTo>
                <a:lnTo>
                  <a:pt x="366" y="261"/>
                </a:lnTo>
                <a:lnTo>
                  <a:pt x="367" y="260"/>
                </a:lnTo>
                <a:lnTo>
                  <a:pt x="366" y="259"/>
                </a:lnTo>
                <a:lnTo>
                  <a:pt x="366" y="257"/>
                </a:lnTo>
                <a:lnTo>
                  <a:pt x="366" y="255"/>
                </a:lnTo>
                <a:lnTo>
                  <a:pt x="367" y="254"/>
                </a:lnTo>
                <a:lnTo>
                  <a:pt x="367" y="252"/>
                </a:lnTo>
                <a:lnTo>
                  <a:pt x="366" y="252"/>
                </a:lnTo>
                <a:lnTo>
                  <a:pt x="365" y="252"/>
                </a:lnTo>
                <a:lnTo>
                  <a:pt x="364" y="250"/>
                </a:lnTo>
                <a:lnTo>
                  <a:pt x="364" y="250"/>
                </a:lnTo>
                <a:lnTo>
                  <a:pt x="364" y="249"/>
                </a:lnTo>
                <a:lnTo>
                  <a:pt x="365" y="248"/>
                </a:lnTo>
                <a:lnTo>
                  <a:pt x="367" y="247"/>
                </a:lnTo>
                <a:lnTo>
                  <a:pt x="367" y="246"/>
                </a:lnTo>
                <a:lnTo>
                  <a:pt x="367" y="245"/>
                </a:lnTo>
                <a:lnTo>
                  <a:pt x="369" y="246"/>
                </a:lnTo>
                <a:lnTo>
                  <a:pt x="368" y="247"/>
                </a:lnTo>
                <a:lnTo>
                  <a:pt x="370" y="247"/>
                </a:lnTo>
                <a:lnTo>
                  <a:pt x="370" y="248"/>
                </a:lnTo>
                <a:lnTo>
                  <a:pt x="372" y="249"/>
                </a:lnTo>
                <a:lnTo>
                  <a:pt x="374" y="248"/>
                </a:lnTo>
                <a:lnTo>
                  <a:pt x="374" y="251"/>
                </a:lnTo>
                <a:lnTo>
                  <a:pt x="376" y="253"/>
                </a:lnTo>
                <a:lnTo>
                  <a:pt x="376" y="255"/>
                </a:lnTo>
                <a:lnTo>
                  <a:pt x="377" y="255"/>
                </a:lnTo>
                <a:lnTo>
                  <a:pt x="378" y="257"/>
                </a:lnTo>
                <a:lnTo>
                  <a:pt x="378" y="257"/>
                </a:lnTo>
                <a:lnTo>
                  <a:pt x="379" y="258"/>
                </a:lnTo>
                <a:lnTo>
                  <a:pt x="378" y="259"/>
                </a:lnTo>
                <a:lnTo>
                  <a:pt x="379" y="259"/>
                </a:lnTo>
                <a:lnTo>
                  <a:pt x="380" y="259"/>
                </a:lnTo>
                <a:lnTo>
                  <a:pt x="380" y="258"/>
                </a:lnTo>
                <a:lnTo>
                  <a:pt x="380" y="257"/>
                </a:lnTo>
                <a:lnTo>
                  <a:pt x="381" y="256"/>
                </a:lnTo>
                <a:lnTo>
                  <a:pt x="382" y="255"/>
                </a:lnTo>
                <a:lnTo>
                  <a:pt x="382" y="255"/>
                </a:lnTo>
                <a:lnTo>
                  <a:pt x="382" y="254"/>
                </a:lnTo>
                <a:lnTo>
                  <a:pt x="382" y="254"/>
                </a:lnTo>
                <a:lnTo>
                  <a:pt x="382" y="254"/>
                </a:lnTo>
                <a:lnTo>
                  <a:pt x="382" y="253"/>
                </a:lnTo>
                <a:lnTo>
                  <a:pt x="382" y="253"/>
                </a:lnTo>
                <a:lnTo>
                  <a:pt x="383" y="252"/>
                </a:lnTo>
                <a:lnTo>
                  <a:pt x="384" y="252"/>
                </a:lnTo>
                <a:lnTo>
                  <a:pt x="384" y="251"/>
                </a:lnTo>
                <a:lnTo>
                  <a:pt x="384" y="250"/>
                </a:lnTo>
                <a:lnTo>
                  <a:pt x="385" y="250"/>
                </a:lnTo>
                <a:lnTo>
                  <a:pt x="384" y="249"/>
                </a:lnTo>
                <a:lnTo>
                  <a:pt x="386" y="247"/>
                </a:lnTo>
                <a:lnTo>
                  <a:pt x="387" y="248"/>
                </a:lnTo>
                <a:lnTo>
                  <a:pt x="388" y="246"/>
                </a:lnTo>
                <a:lnTo>
                  <a:pt x="390" y="245"/>
                </a:lnTo>
                <a:lnTo>
                  <a:pt x="390" y="245"/>
                </a:lnTo>
                <a:lnTo>
                  <a:pt x="391" y="245"/>
                </a:lnTo>
                <a:lnTo>
                  <a:pt x="391" y="244"/>
                </a:lnTo>
                <a:lnTo>
                  <a:pt x="391" y="244"/>
                </a:lnTo>
                <a:lnTo>
                  <a:pt x="393" y="245"/>
                </a:lnTo>
                <a:lnTo>
                  <a:pt x="394" y="244"/>
                </a:lnTo>
                <a:lnTo>
                  <a:pt x="396" y="241"/>
                </a:lnTo>
                <a:lnTo>
                  <a:pt x="397" y="241"/>
                </a:lnTo>
                <a:lnTo>
                  <a:pt x="397" y="239"/>
                </a:lnTo>
                <a:lnTo>
                  <a:pt x="398" y="238"/>
                </a:lnTo>
                <a:lnTo>
                  <a:pt x="399" y="238"/>
                </a:lnTo>
                <a:lnTo>
                  <a:pt x="401" y="238"/>
                </a:lnTo>
                <a:lnTo>
                  <a:pt x="401" y="237"/>
                </a:lnTo>
                <a:lnTo>
                  <a:pt x="401" y="237"/>
                </a:lnTo>
                <a:lnTo>
                  <a:pt x="403" y="238"/>
                </a:lnTo>
                <a:lnTo>
                  <a:pt x="403" y="238"/>
                </a:lnTo>
                <a:lnTo>
                  <a:pt x="404" y="237"/>
                </a:lnTo>
                <a:lnTo>
                  <a:pt x="405" y="236"/>
                </a:lnTo>
                <a:lnTo>
                  <a:pt x="405" y="237"/>
                </a:lnTo>
                <a:lnTo>
                  <a:pt x="405" y="236"/>
                </a:lnTo>
                <a:lnTo>
                  <a:pt x="405" y="236"/>
                </a:lnTo>
                <a:lnTo>
                  <a:pt x="406" y="235"/>
                </a:lnTo>
                <a:lnTo>
                  <a:pt x="406" y="234"/>
                </a:lnTo>
                <a:lnTo>
                  <a:pt x="406" y="233"/>
                </a:lnTo>
                <a:lnTo>
                  <a:pt x="406" y="233"/>
                </a:lnTo>
                <a:lnTo>
                  <a:pt x="406" y="232"/>
                </a:lnTo>
                <a:lnTo>
                  <a:pt x="408" y="231"/>
                </a:lnTo>
                <a:lnTo>
                  <a:pt x="410" y="231"/>
                </a:lnTo>
                <a:lnTo>
                  <a:pt x="410" y="230"/>
                </a:lnTo>
                <a:lnTo>
                  <a:pt x="413" y="231"/>
                </a:lnTo>
                <a:lnTo>
                  <a:pt x="414" y="231"/>
                </a:lnTo>
                <a:lnTo>
                  <a:pt x="413" y="230"/>
                </a:lnTo>
                <a:lnTo>
                  <a:pt x="414" y="229"/>
                </a:lnTo>
                <a:lnTo>
                  <a:pt x="413" y="229"/>
                </a:lnTo>
                <a:lnTo>
                  <a:pt x="412" y="228"/>
                </a:lnTo>
                <a:lnTo>
                  <a:pt x="414" y="227"/>
                </a:lnTo>
                <a:lnTo>
                  <a:pt x="416" y="227"/>
                </a:lnTo>
                <a:lnTo>
                  <a:pt x="416" y="227"/>
                </a:lnTo>
                <a:lnTo>
                  <a:pt x="416" y="228"/>
                </a:lnTo>
                <a:lnTo>
                  <a:pt x="417" y="228"/>
                </a:lnTo>
                <a:lnTo>
                  <a:pt x="419" y="228"/>
                </a:lnTo>
                <a:lnTo>
                  <a:pt x="421" y="229"/>
                </a:lnTo>
                <a:lnTo>
                  <a:pt x="421" y="228"/>
                </a:lnTo>
                <a:lnTo>
                  <a:pt x="422" y="227"/>
                </a:lnTo>
                <a:lnTo>
                  <a:pt x="422" y="228"/>
                </a:lnTo>
                <a:lnTo>
                  <a:pt x="423" y="227"/>
                </a:lnTo>
                <a:lnTo>
                  <a:pt x="424" y="227"/>
                </a:lnTo>
                <a:lnTo>
                  <a:pt x="426" y="225"/>
                </a:lnTo>
                <a:lnTo>
                  <a:pt x="425" y="225"/>
                </a:lnTo>
                <a:lnTo>
                  <a:pt x="425" y="223"/>
                </a:lnTo>
                <a:lnTo>
                  <a:pt x="426" y="221"/>
                </a:lnTo>
                <a:lnTo>
                  <a:pt x="430" y="220"/>
                </a:lnTo>
                <a:lnTo>
                  <a:pt x="431" y="220"/>
                </a:lnTo>
                <a:lnTo>
                  <a:pt x="432" y="216"/>
                </a:lnTo>
                <a:lnTo>
                  <a:pt x="432" y="215"/>
                </a:lnTo>
                <a:lnTo>
                  <a:pt x="432" y="215"/>
                </a:lnTo>
                <a:lnTo>
                  <a:pt x="432" y="214"/>
                </a:lnTo>
                <a:lnTo>
                  <a:pt x="432" y="214"/>
                </a:lnTo>
                <a:lnTo>
                  <a:pt x="432" y="212"/>
                </a:lnTo>
                <a:lnTo>
                  <a:pt x="430" y="212"/>
                </a:lnTo>
                <a:lnTo>
                  <a:pt x="429" y="211"/>
                </a:lnTo>
                <a:lnTo>
                  <a:pt x="429" y="212"/>
                </a:lnTo>
                <a:lnTo>
                  <a:pt x="428" y="211"/>
                </a:lnTo>
                <a:lnTo>
                  <a:pt x="427" y="211"/>
                </a:lnTo>
                <a:lnTo>
                  <a:pt x="427" y="212"/>
                </a:lnTo>
                <a:lnTo>
                  <a:pt x="426" y="210"/>
                </a:lnTo>
                <a:lnTo>
                  <a:pt x="425" y="210"/>
                </a:lnTo>
                <a:lnTo>
                  <a:pt x="425" y="210"/>
                </a:lnTo>
                <a:lnTo>
                  <a:pt x="425" y="209"/>
                </a:lnTo>
                <a:lnTo>
                  <a:pt x="425" y="208"/>
                </a:lnTo>
                <a:lnTo>
                  <a:pt x="427" y="209"/>
                </a:lnTo>
                <a:lnTo>
                  <a:pt x="427" y="208"/>
                </a:lnTo>
                <a:lnTo>
                  <a:pt x="426" y="207"/>
                </a:lnTo>
                <a:lnTo>
                  <a:pt x="428" y="207"/>
                </a:lnTo>
                <a:lnTo>
                  <a:pt x="428" y="207"/>
                </a:lnTo>
                <a:lnTo>
                  <a:pt x="428" y="206"/>
                </a:lnTo>
                <a:lnTo>
                  <a:pt x="427" y="205"/>
                </a:lnTo>
                <a:lnTo>
                  <a:pt x="427" y="204"/>
                </a:lnTo>
                <a:lnTo>
                  <a:pt x="427" y="203"/>
                </a:lnTo>
                <a:lnTo>
                  <a:pt x="426" y="202"/>
                </a:lnTo>
                <a:lnTo>
                  <a:pt x="426" y="202"/>
                </a:lnTo>
                <a:lnTo>
                  <a:pt x="424" y="199"/>
                </a:lnTo>
                <a:lnTo>
                  <a:pt x="424" y="199"/>
                </a:lnTo>
                <a:lnTo>
                  <a:pt x="423" y="198"/>
                </a:lnTo>
                <a:lnTo>
                  <a:pt x="423" y="197"/>
                </a:lnTo>
                <a:lnTo>
                  <a:pt x="423" y="197"/>
                </a:lnTo>
                <a:lnTo>
                  <a:pt x="423" y="195"/>
                </a:lnTo>
                <a:lnTo>
                  <a:pt x="422" y="194"/>
                </a:lnTo>
                <a:lnTo>
                  <a:pt x="421" y="193"/>
                </a:lnTo>
                <a:lnTo>
                  <a:pt x="420" y="192"/>
                </a:lnTo>
                <a:lnTo>
                  <a:pt x="418" y="191"/>
                </a:lnTo>
                <a:lnTo>
                  <a:pt x="418" y="191"/>
                </a:lnTo>
                <a:lnTo>
                  <a:pt x="418" y="190"/>
                </a:lnTo>
                <a:lnTo>
                  <a:pt x="418" y="188"/>
                </a:lnTo>
                <a:lnTo>
                  <a:pt x="416" y="189"/>
                </a:lnTo>
                <a:lnTo>
                  <a:pt x="414" y="191"/>
                </a:lnTo>
                <a:lnTo>
                  <a:pt x="413" y="192"/>
                </a:lnTo>
                <a:lnTo>
                  <a:pt x="412" y="194"/>
                </a:lnTo>
                <a:lnTo>
                  <a:pt x="409" y="196"/>
                </a:lnTo>
                <a:lnTo>
                  <a:pt x="406" y="197"/>
                </a:lnTo>
                <a:lnTo>
                  <a:pt x="405" y="196"/>
                </a:lnTo>
                <a:lnTo>
                  <a:pt x="405" y="195"/>
                </a:lnTo>
                <a:lnTo>
                  <a:pt x="405" y="191"/>
                </a:lnTo>
                <a:lnTo>
                  <a:pt x="404" y="191"/>
                </a:lnTo>
                <a:lnTo>
                  <a:pt x="404" y="190"/>
                </a:lnTo>
                <a:lnTo>
                  <a:pt x="403" y="190"/>
                </a:lnTo>
                <a:lnTo>
                  <a:pt x="402" y="189"/>
                </a:lnTo>
                <a:lnTo>
                  <a:pt x="401" y="187"/>
                </a:lnTo>
                <a:lnTo>
                  <a:pt x="402" y="186"/>
                </a:lnTo>
                <a:lnTo>
                  <a:pt x="402" y="186"/>
                </a:lnTo>
                <a:lnTo>
                  <a:pt x="401" y="186"/>
                </a:lnTo>
                <a:lnTo>
                  <a:pt x="401" y="185"/>
                </a:lnTo>
                <a:lnTo>
                  <a:pt x="401" y="185"/>
                </a:lnTo>
                <a:lnTo>
                  <a:pt x="402" y="185"/>
                </a:lnTo>
                <a:lnTo>
                  <a:pt x="401" y="185"/>
                </a:lnTo>
                <a:lnTo>
                  <a:pt x="399" y="182"/>
                </a:lnTo>
                <a:lnTo>
                  <a:pt x="400" y="182"/>
                </a:lnTo>
                <a:lnTo>
                  <a:pt x="399" y="180"/>
                </a:lnTo>
                <a:lnTo>
                  <a:pt x="400" y="179"/>
                </a:lnTo>
                <a:lnTo>
                  <a:pt x="399" y="177"/>
                </a:lnTo>
                <a:lnTo>
                  <a:pt x="400" y="176"/>
                </a:lnTo>
                <a:lnTo>
                  <a:pt x="400" y="176"/>
                </a:lnTo>
                <a:lnTo>
                  <a:pt x="401" y="175"/>
                </a:lnTo>
                <a:lnTo>
                  <a:pt x="401" y="174"/>
                </a:lnTo>
                <a:lnTo>
                  <a:pt x="399" y="173"/>
                </a:lnTo>
                <a:lnTo>
                  <a:pt x="399" y="172"/>
                </a:lnTo>
                <a:lnTo>
                  <a:pt x="399" y="171"/>
                </a:lnTo>
                <a:lnTo>
                  <a:pt x="399" y="170"/>
                </a:lnTo>
                <a:lnTo>
                  <a:pt x="396" y="169"/>
                </a:lnTo>
                <a:lnTo>
                  <a:pt x="395" y="167"/>
                </a:lnTo>
                <a:lnTo>
                  <a:pt x="396" y="167"/>
                </a:lnTo>
                <a:lnTo>
                  <a:pt x="396" y="167"/>
                </a:lnTo>
                <a:lnTo>
                  <a:pt x="395" y="165"/>
                </a:lnTo>
                <a:lnTo>
                  <a:pt x="393" y="165"/>
                </a:lnTo>
                <a:lnTo>
                  <a:pt x="393" y="165"/>
                </a:lnTo>
                <a:lnTo>
                  <a:pt x="393" y="166"/>
                </a:lnTo>
                <a:lnTo>
                  <a:pt x="391" y="166"/>
                </a:lnTo>
                <a:lnTo>
                  <a:pt x="390" y="165"/>
                </a:lnTo>
                <a:lnTo>
                  <a:pt x="390" y="164"/>
                </a:lnTo>
                <a:lnTo>
                  <a:pt x="391" y="164"/>
                </a:lnTo>
                <a:lnTo>
                  <a:pt x="391" y="163"/>
                </a:lnTo>
                <a:lnTo>
                  <a:pt x="391" y="162"/>
                </a:lnTo>
                <a:lnTo>
                  <a:pt x="392" y="161"/>
                </a:lnTo>
                <a:lnTo>
                  <a:pt x="391" y="160"/>
                </a:lnTo>
                <a:lnTo>
                  <a:pt x="391" y="159"/>
                </a:lnTo>
                <a:lnTo>
                  <a:pt x="392" y="158"/>
                </a:lnTo>
                <a:lnTo>
                  <a:pt x="392" y="159"/>
                </a:lnTo>
                <a:lnTo>
                  <a:pt x="393" y="158"/>
                </a:lnTo>
                <a:lnTo>
                  <a:pt x="393" y="159"/>
                </a:lnTo>
                <a:lnTo>
                  <a:pt x="395" y="159"/>
                </a:lnTo>
                <a:lnTo>
                  <a:pt x="396" y="161"/>
                </a:lnTo>
                <a:lnTo>
                  <a:pt x="398" y="161"/>
                </a:lnTo>
                <a:lnTo>
                  <a:pt x="399" y="162"/>
                </a:lnTo>
                <a:lnTo>
                  <a:pt x="400" y="162"/>
                </a:lnTo>
                <a:lnTo>
                  <a:pt x="400" y="160"/>
                </a:lnTo>
                <a:lnTo>
                  <a:pt x="401" y="160"/>
                </a:lnTo>
                <a:lnTo>
                  <a:pt x="400" y="159"/>
                </a:lnTo>
                <a:lnTo>
                  <a:pt x="402" y="159"/>
                </a:lnTo>
                <a:lnTo>
                  <a:pt x="403" y="160"/>
                </a:lnTo>
                <a:lnTo>
                  <a:pt x="403" y="162"/>
                </a:lnTo>
                <a:lnTo>
                  <a:pt x="404" y="161"/>
                </a:lnTo>
                <a:lnTo>
                  <a:pt x="405" y="161"/>
                </a:lnTo>
                <a:lnTo>
                  <a:pt x="405" y="162"/>
                </a:lnTo>
                <a:lnTo>
                  <a:pt x="406" y="163"/>
                </a:lnTo>
                <a:lnTo>
                  <a:pt x="407" y="163"/>
                </a:lnTo>
                <a:lnTo>
                  <a:pt x="407" y="162"/>
                </a:lnTo>
                <a:lnTo>
                  <a:pt x="408" y="161"/>
                </a:lnTo>
                <a:lnTo>
                  <a:pt x="407" y="160"/>
                </a:lnTo>
                <a:lnTo>
                  <a:pt x="407" y="159"/>
                </a:lnTo>
                <a:lnTo>
                  <a:pt x="407" y="158"/>
                </a:lnTo>
                <a:lnTo>
                  <a:pt x="406" y="154"/>
                </a:lnTo>
                <a:lnTo>
                  <a:pt x="410" y="153"/>
                </a:lnTo>
                <a:lnTo>
                  <a:pt x="411" y="152"/>
                </a:lnTo>
                <a:lnTo>
                  <a:pt x="411" y="151"/>
                </a:lnTo>
                <a:lnTo>
                  <a:pt x="411" y="151"/>
                </a:lnTo>
                <a:lnTo>
                  <a:pt x="411" y="150"/>
                </a:lnTo>
                <a:lnTo>
                  <a:pt x="412" y="149"/>
                </a:lnTo>
                <a:lnTo>
                  <a:pt x="408" y="146"/>
                </a:lnTo>
                <a:lnTo>
                  <a:pt x="407" y="143"/>
                </a:lnTo>
                <a:lnTo>
                  <a:pt x="408" y="142"/>
                </a:lnTo>
                <a:lnTo>
                  <a:pt x="408" y="142"/>
                </a:lnTo>
                <a:lnTo>
                  <a:pt x="408" y="141"/>
                </a:lnTo>
                <a:lnTo>
                  <a:pt x="409" y="142"/>
                </a:lnTo>
                <a:lnTo>
                  <a:pt x="410" y="141"/>
                </a:lnTo>
                <a:lnTo>
                  <a:pt x="411" y="142"/>
                </a:lnTo>
                <a:lnTo>
                  <a:pt x="412" y="141"/>
                </a:lnTo>
                <a:lnTo>
                  <a:pt x="411" y="140"/>
                </a:lnTo>
                <a:lnTo>
                  <a:pt x="416" y="138"/>
                </a:lnTo>
                <a:lnTo>
                  <a:pt x="416" y="138"/>
                </a:lnTo>
                <a:lnTo>
                  <a:pt x="416" y="136"/>
                </a:lnTo>
                <a:lnTo>
                  <a:pt x="415" y="136"/>
                </a:lnTo>
                <a:lnTo>
                  <a:pt x="416" y="135"/>
                </a:lnTo>
                <a:lnTo>
                  <a:pt x="415" y="135"/>
                </a:lnTo>
                <a:lnTo>
                  <a:pt x="415" y="134"/>
                </a:lnTo>
                <a:lnTo>
                  <a:pt x="415" y="134"/>
                </a:lnTo>
                <a:lnTo>
                  <a:pt x="415" y="136"/>
                </a:lnTo>
                <a:lnTo>
                  <a:pt x="414" y="136"/>
                </a:lnTo>
                <a:lnTo>
                  <a:pt x="414" y="135"/>
                </a:lnTo>
                <a:lnTo>
                  <a:pt x="414" y="133"/>
                </a:lnTo>
                <a:lnTo>
                  <a:pt x="413" y="133"/>
                </a:lnTo>
                <a:lnTo>
                  <a:pt x="412" y="134"/>
                </a:lnTo>
                <a:lnTo>
                  <a:pt x="410" y="133"/>
                </a:lnTo>
                <a:lnTo>
                  <a:pt x="410" y="133"/>
                </a:lnTo>
                <a:lnTo>
                  <a:pt x="411" y="133"/>
                </a:lnTo>
                <a:lnTo>
                  <a:pt x="412" y="134"/>
                </a:lnTo>
                <a:lnTo>
                  <a:pt x="412" y="136"/>
                </a:lnTo>
                <a:lnTo>
                  <a:pt x="412" y="136"/>
                </a:lnTo>
                <a:lnTo>
                  <a:pt x="411" y="136"/>
                </a:lnTo>
                <a:lnTo>
                  <a:pt x="410" y="136"/>
                </a:lnTo>
                <a:lnTo>
                  <a:pt x="410" y="137"/>
                </a:lnTo>
                <a:lnTo>
                  <a:pt x="409" y="139"/>
                </a:lnTo>
                <a:lnTo>
                  <a:pt x="408" y="139"/>
                </a:lnTo>
                <a:lnTo>
                  <a:pt x="407" y="139"/>
                </a:lnTo>
                <a:lnTo>
                  <a:pt x="407" y="139"/>
                </a:lnTo>
                <a:lnTo>
                  <a:pt x="407" y="139"/>
                </a:lnTo>
                <a:lnTo>
                  <a:pt x="405" y="138"/>
                </a:lnTo>
                <a:lnTo>
                  <a:pt x="404" y="135"/>
                </a:lnTo>
                <a:lnTo>
                  <a:pt x="404" y="135"/>
                </a:lnTo>
                <a:lnTo>
                  <a:pt x="403" y="135"/>
                </a:lnTo>
                <a:lnTo>
                  <a:pt x="403" y="135"/>
                </a:lnTo>
                <a:lnTo>
                  <a:pt x="402" y="135"/>
                </a:lnTo>
                <a:lnTo>
                  <a:pt x="402" y="134"/>
                </a:lnTo>
                <a:lnTo>
                  <a:pt x="403" y="133"/>
                </a:lnTo>
                <a:lnTo>
                  <a:pt x="403" y="132"/>
                </a:lnTo>
                <a:lnTo>
                  <a:pt x="400" y="132"/>
                </a:lnTo>
                <a:lnTo>
                  <a:pt x="399" y="132"/>
                </a:lnTo>
                <a:lnTo>
                  <a:pt x="398" y="130"/>
                </a:lnTo>
                <a:lnTo>
                  <a:pt x="395" y="127"/>
                </a:lnTo>
                <a:lnTo>
                  <a:pt x="397" y="126"/>
                </a:lnTo>
                <a:lnTo>
                  <a:pt x="397" y="124"/>
                </a:lnTo>
                <a:lnTo>
                  <a:pt x="397" y="122"/>
                </a:lnTo>
                <a:lnTo>
                  <a:pt x="400" y="121"/>
                </a:lnTo>
                <a:lnTo>
                  <a:pt x="401" y="119"/>
                </a:lnTo>
                <a:lnTo>
                  <a:pt x="405" y="116"/>
                </a:lnTo>
                <a:lnTo>
                  <a:pt x="406" y="115"/>
                </a:lnTo>
                <a:lnTo>
                  <a:pt x="406" y="112"/>
                </a:lnTo>
                <a:lnTo>
                  <a:pt x="410" y="109"/>
                </a:lnTo>
                <a:lnTo>
                  <a:pt x="412" y="105"/>
                </a:lnTo>
                <a:lnTo>
                  <a:pt x="416" y="99"/>
                </a:lnTo>
                <a:lnTo>
                  <a:pt x="418" y="96"/>
                </a:lnTo>
                <a:lnTo>
                  <a:pt x="419" y="97"/>
                </a:lnTo>
                <a:lnTo>
                  <a:pt x="419" y="98"/>
                </a:lnTo>
                <a:lnTo>
                  <a:pt x="420" y="98"/>
                </a:lnTo>
                <a:lnTo>
                  <a:pt x="420" y="99"/>
                </a:lnTo>
                <a:lnTo>
                  <a:pt x="420" y="99"/>
                </a:lnTo>
                <a:lnTo>
                  <a:pt x="420" y="100"/>
                </a:lnTo>
                <a:lnTo>
                  <a:pt x="421" y="101"/>
                </a:lnTo>
                <a:lnTo>
                  <a:pt x="422" y="102"/>
                </a:lnTo>
                <a:lnTo>
                  <a:pt x="422" y="103"/>
                </a:lnTo>
                <a:lnTo>
                  <a:pt x="423" y="103"/>
                </a:lnTo>
                <a:lnTo>
                  <a:pt x="423" y="104"/>
                </a:lnTo>
                <a:lnTo>
                  <a:pt x="423" y="105"/>
                </a:lnTo>
                <a:lnTo>
                  <a:pt x="422" y="105"/>
                </a:lnTo>
                <a:lnTo>
                  <a:pt x="423" y="105"/>
                </a:lnTo>
                <a:lnTo>
                  <a:pt x="423" y="104"/>
                </a:lnTo>
                <a:lnTo>
                  <a:pt x="424" y="104"/>
                </a:lnTo>
                <a:lnTo>
                  <a:pt x="424" y="103"/>
                </a:lnTo>
                <a:lnTo>
                  <a:pt x="424" y="101"/>
                </a:lnTo>
                <a:lnTo>
                  <a:pt x="424" y="101"/>
                </a:lnTo>
                <a:lnTo>
                  <a:pt x="424" y="100"/>
                </a:lnTo>
                <a:lnTo>
                  <a:pt x="423" y="99"/>
                </a:lnTo>
                <a:lnTo>
                  <a:pt x="423" y="98"/>
                </a:lnTo>
                <a:lnTo>
                  <a:pt x="422" y="97"/>
                </a:lnTo>
                <a:lnTo>
                  <a:pt x="423" y="97"/>
                </a:lnTo>
                <a:lnTo>
                  <a:pt x="422" y="96"/>
                </a:lnTo>
                <a:lnTo>
                  <a:pt x="423" y="95"/>
                </a:lnTo>
                <a:lnTo>
                  <a:pt x="422" y="95"/>
                </a:lnTo>
                <a:lnTo>
                  <a:pt x="423" y="93"/>
                </a:lnTo>
                <a:lnTo>
                  <a:pt x="423" y="91"/>
                </a:lnTo>
                <a:lnTo>
                  <a:pt x="423" y="90"/>
                </a:lnTo>
                <a:lnTo>
                  <a:pt x="423" y="90"/>
                </a:lnTo>
                <a:lnTo>
                  <a:pt x="423" y="88"/>
                </a:lnTo>
                <a:lnTo>
                  <a:pt x="423" y="88"/>
                </a:lnTo>
                <a:lnTo>
                  <a:pt x="423" y="86"/>
                </a:lnTo>
                <a:lnTo>
                  <a:pt x="424" y="86"/>
                </a:lnTo>
                <a:lnTo>
                  <a:pt x="424" y="85"/>
                </a:lnTo>
                <a:lnTo>
                  <a:pt x="424" y="84"/>
                </a:lnTo>
                <a:lnTo>
                  <a:pt x="424" y="83"/>
                </a:lnTo>
                <a:lnTo>
                  <a:pt x="424" y="82"/>
                </a:lnTo>
                <a:lnTo>
                  <a:pt x="424" y="81"/>
                </a:lnTo>
                <a:lnTo>
                  <a:pt x="424" y="81"/>
                </a:lnTo>
                <a:lnTo>
                  <a:pt x="425" y="80"/>
                </a:lnTo>
                <a:lnTo>
                  <a:pt x="426" y="80"/>
                </a:lnTo>
                <a:lnTo>
                  <a:pt x="427" y="80"/>
                </a:lnTo>
                <a:lnTo>
                  <a:pt x="427" y="80"/>
                </a:lnTo>
                <a:lnTo>
                  <a:pt x="428" y="81"/>
                </a:lnTo>
                <a:lnTo>
                  <a:pt x="429" y="80"/>
                </a:lnTo>
                <a:lnTo>
                  <a:pt x="429" y="79"/>
                </a:lnTo>
                <a:lnTo>
                  <a:pt x="430" y="79"/>
                </a:lnTo>
                <a:lnTo>
                  <a:pt x="429" y="77"/>
                </a:lnTo>
                <a:lnTo>
                  <a:pt x="430" y="76"/>
                </a:lnTo>
                <a:lnTo>
                  <a:pt x="429" y="75"/>
                </a:lnTo>
                <a:lnTo>
                  <a:pt x="430" y="75"/>
                </a:lnTo>
                <a:lnTo>
                  <a:pt x="429" y="74"/>
                </a:lnTo>
                <a:lnTo>
                  <a:pt x="429" y="74"/>
                </a:lnTo>
                <a:lnTo>
                  <a:pt x="429" y="73"/>
                </a:lnTo>
                <a:lnTo>
                  <a:pt x="428" y="73"/>
                </a:lnTo>
                <a:lnTo>
                  <a:pt x="428" y="71"/>
                </a:lnTo>
                <a:lnTo>
                  <a:pt x="428" y="71"/>
                </a:lnTo>
                <a:lnTo>
                  <a:pt x="428" y="70"/>
                </a:lnTo>
                <a:lnTo>
                  <a:pt x="427" y="70"/>
                </a:lnTo>
                <a:lnTo>
                  <a:pt x="427" y="70"/>
                </a:lnTo>
                <a:lnTo>
                  <a:pt x="427" y="70"/>
                </a:lnTo>
                <a:lnTo>
                  <a:pt x="426" y="69"/>
                </a:lnTo>
                <a:lnTo>
                  <a:pt x="426" y="69"/>
                </a:lnTo>
                <a:lnTo>
                  <a:pt x="427" y="69"/>
                </a:lnTo>
                <a:lnTo>
                  <a:pt x="427" y="69"/>
                </a:lnTo>
                <a:lnTo>
                  <a:pt x="427" y="69"/>
                </a:lnTo>
                <a:lnTo>
                  <a:pt x="427" y="69"/>
                </a:lnTo>
                <a:lnTo>
                  <a:pt x="427" y="67"/>
                </a:lnTo>
                <a:lnTo>
                  <a:pt x="427" y="67"/>
                </a:lnTo>
                <a:lnTo>
                  <a:pt x="427" y="66"/>
                </a:lnTo>
                <a:lnTo>
                  <a:pt x="426" y="65"/>
                </a:lnTo>
                <a:lnTo>
                  <a:pt x="427" y="65"/>
                </a:lnTo>
                <a:lnTo>
                  <a:pt x="427" y="64"/>
                </a:lnTo>
                <a:lnTo>
                  <a:pt x="427" y="64"/>
                </a:lnTo>
                <a:lnTo>
                  <a:pt x="426" y="62"/>
                </a:lnTo>
                <a:lnTo>
                  <a:pt x="426" y="62"/>
                </a:lnTo>
                <a:lnTo>
                  <a:pt x="426" y="62"/>
                </a:lnTo>
                <a:lnTo>
                  <a:pt x="427" y="61"/>
                </a:lnTo>
                <a:lnTo>
                  <a:pt x="426" y="60"/>
                </a:lnTo>
                <a:lnTo>
                  <a:pt x="427" y="60"/>
                </a:lnTo>
                <a:lnTo>
                  <a:pt x="427" y="60"/>
                </a:lnTo>
                <a:lnTo>
                  <a:pt x="427" y="60"/>
                </a:lnTo>
                <a:lnTo>
                  <a:pt x="426" y="60"/>
                </a:lnTo>
                <a:lnTo>
                  <a:pt x="426" y="59"/>
                </a:lnTo>
                <a:lnTo>
                  <a:pt x="426" y="59"/>
                </a:lnTo>
                <a:lnTo>
                  <a:pt x="427" y="58"/>
                </a:lnTo>
                <a:lnTo>
                  <a:pt x="428" y="58"/>
                </a:lnTo>
                <a:lnTo>
                  <a:pt x="427" y="58"/>
                </a:lnTo>
                <a:lnTo>
                  <a:pt x="428" y="56"/>
                </a:lnTo>
                <a:lnTo>
                  <a:pt x="428" y="55"/>
                </a:lnTo>
                <a:lnTo>
                  <a:pt x="428" y="55"/>
                </a:lnTo>
                <a:lnTo>
                  <a:pt x="428" y="54"/>
                </a:lnTo>
                <a:lnTo>
                  <a:pt x="429" y="53"/>
                </a:lnTo>
                <a:lnTo>
                  <a:pt x="429" y="53"/>
                </a:lnTo>
                <a:lnTo>
                  <a:pt x="429" y="53"/>
                </a:lnTo>
                <a:lnTo>
                  <a:pt x="428" y="52"/>
                </a:lnTo>
                <a:lnTo>
                  <a:pt x="429" y="51"/>
                </a:lnTo>
                <a:lnTo>
                  <a:pt x="429" y="52"/>
                </a:lnTo>
                <a:lnTo>
                  <a:pt x="429" y="51"/>
                </a:lnTo>
                <a:lnTo>
                  <a:pt x="429" y="51"/>
                </a:lnTo>
                <a:lnTo>
                  <a:pt x="430" y="51"/>
                </a:lnTo>
                <a:lnTo>
                  <a:pt x="432" y="47"/>
                </a:lnTo>
                <a:lnTo>
                  <a:pt x="431" y="45"/>
                </a:lnTo>
                <a:lnTo>
                  <a:pt x="431" y="44"/>
                </a:lnTo>
                <a:lnTo>
                  <a:pt x="431" y="44"/>
                </a:lnTo>
                <a:lnTo>
                  <a:pt x="431" y="44"/>
                </a:lnTo>
                <a:lnTo>
                  <a:pt x="430" y="44"/>
                </a:lnTo>
                <a:lnTo>
                  <a:pt x="431" y="43"/>
                </a:lnTo>
                <a:lnTo>
                  <a:pt x="431" y="43"/>
                </a:lnTo>
                <a:lnTo>
                  <a:pt x="431" y="43"/>
                </a:lnTo>
                <a:lnTo>
                  <a:pt x="431" y="42"/>
                </a:lnTo>
                <a:lnTo>
                  <a:pt x="432" y="42"/>
                </a:lnTo>
                <a:lnTo>
                  <a:pt x="432" y="42"/>
                </a:lnTo>
                <a:lnTo>
                  <a:pt x="432" y="42"/>
                </a:lnTo>
                <a:lnTo>
                  <a:pt x="432" y="40"/>
                </a:lnTo>
                <a:lnTo>
                  <a:pt x="433" y="40"/>
                </a:lnTo>
                <a:lnTo>
                  <a:pt x="433" y="40"/>
                </a:lnTo>
                <a:lnTo>
                  <a:pt x="433" y="39"/>
                </a:lnTo>
                <a:lnTo>
                  <a:pt x="434" y="38"/>
                </a:lnTo>
                <a:lnTo>
                  <a:pt x="433" y="37"/>
                </a:lnTo>
                <a:lnTo>
                  <a:pt x="433" y="36"/>
                </a:lnTo>
                <a:lnTo>
                  <a:pt x="432" y="36"/>
                </a:lnTo>
                <a:lnTo>
                  <a:pt x="432" y="35"/>
                </a:lnTo>
                <a:lnTo>
                  <a:pt x="431" y="35"/>
                </a:lnTo>
                <a:lnTo>
                  <a:pt x="431" y="35"/>
                </a:lnTo>
                <a:lnTo>
                  <a:pt x="430" y="35"/>
                </a:lnTo>
                <a:lnTo>
                  <a:pt x="429" y="33"/>
                </a:lnTo>
                <a:lnTo>
                  <a:pt x="428" y="33"/>
                </a:lnTo>
                <a:lnTo>
                  <a:pt x="428" y="33"/>
                </a:lnTo>
                <a:lnTo>
                  <a:pt x="427" y="31"/>
                </a:lnTo>
                <a:lnTo>
                  <a:pt x="420" y="26"/>
                </a:lnTo>
                <a:lnTo>
                  <a:pt x="420" y="27"/>
                </a:lnTo>
                <a:lnTo>
                  <a:pt x="420" y="26"/>
                </a:lnTo>
                <a:lnTo>
                  <a:pt x="417" y="27"/>
                </a:lnTo>
                <a:lnTo>
                  <a:pt x="417" y="26"/>
                </a:lnTo>
                <a:lnTo>
                  <a:pt x="417" y="26"/>
                </a:lnTo>
                <a:lnTo>
                  <a:pt x="416" y="28"/>
                </a:lnTo>
                <a:lnTo>
                  <a:pt x="417" y="28"/>
                </a:lnTo>
                <a:lnTo>
                  <a:pt x="417" y="29"/>
                </a:lnTo>
                <a:lnTo>
                  <a:pt x="415" y="30"/>
                </a:lnTo>
                <a:lnTo>
                  <a:pt x="415" y="31"/>
                </a:lnTo>
                <a:lnTo>
                  <a:pt x="415" y="31"/>
                </a:lnTo>
                <a:lnTo>
                  <a:pt x="415" y="33"/>
                </a:lnTo>
                <a:lnTo>
                  <a:pt x="413" y="33"/>
                </a:lnTo>
                <a:lnTo>
                  <a:pt x="412" y="34"/>
                </a:lnTo>
                <a:lnTo>
                  <a:pt x="412" y="35"/>
                </a:lnTo>
                <a:lnTo>
                  <a:pt x="411" y="34"/>
                </a:lnTo>
                <a:lnTo>
                  <a:pt x="409" y="34"/>
                </a:lnTo>
                <a:lnTo>
                  <a:pt x="409" y="34"/>
                </a:lnTo>
                <a:lnTo>
                  <a:pt x="409" y="36"/>
                </a:lnTo>
                <a:lnTo>
                  <a:pt x="407" y="36"/>
                </a:lnTo>
                <a:lnTo>
                  <a:pt x="406" y="35"/>
                </a:lnTo>
                <a:lnTo>
                  <a:pt x="404" y="36"/>
                </a:lnTo>
                <a:lnTo>
                  <a:pt x="404" y="36"/>
                </a:lnTo>
                <a:lnTo>
                  <a:pt x="403" y="36"/>
                </a:lnTo>
                <a:lnTo>
                  <a:pt x="402" y="37"/>
                </a:lnTo>
                <a:lnTo>
                  <a:pt x="400" y="36"/>
                </a:lnTo>
                <a:lnTo>
                  <a:pt x="400" y="36"/>
                </a:lnTo>
                <a:lnTo>
                  <a:pt x="398" y="36"/>
                </a:lnTo>
                <a:lnTo>
                  <a:pt x="398" y="37"/>
                </a:lnTo>
                <a:lnTo>
                  <a:pt x="398" y="37"/>
                </a:lnTo>
                <a:lnTo>
                  <a:pt x="395" y="39"/>
                </a:lnTo>
                <a:lnTo>
                  <a:pt x="393" y="39"/>
                </a:lnTo>
                <a:lnTo>
                  <a:pt x="393" y="40"/>
                </a:lnTo>
                <a:lnTo>
                  <a:pt x="389" y="39"/>
                </a:lnTo>
                <a:lnTo>
                  <a:pt x="388" y="39"/>
                </a:lnTo>
                <a:lnTo>
                  <a:pt x="388" y="39"/>
                </a:lnTo>
                <a:lnTo>
                  <a:pt x="388" y="38"/>
                </a:lnTo>
                <a:lnTo>
                  <a:pt x="387" y="37"/>
                </a:lnTo>
                <a:lnTo>
                  <a:pt x="386" y="37"/>
                </a:lnTo>
                <a:lnTo>
                  <a:pt x="386" y="36"/>
                </a:lnTo>
                <a:lnTo>
                  <a:pt x="386" y="35"/>
                </a:lnTo>
                <a:lnTo>
                  <a:pt x="386" y="35"/>
                </a:lnTo>
                <a:lnTo>
                  <a:pt x="386" y="35"/>
                </a:lnTo>
                <a:lnTo>
                  <a:pt x="386" y="34"/>
                </a:lnTo>
                <a:lnTo>
                  <a:pt x="385" y="34"/>
                </a:lnTo>
                <a:lnTo>
                  <a:pt x="385" y="33"/>
                </a:lnTo>
                <a:lnTo>
                  <a:pt x="385" y="33"/>
                </a:lnTo>
                <a:lnTo>
                  <a:pt x="383" y="31"/>
                </a:lnTo>
                <a:lnTo>
                  <a:pt x="383" y="30"/>
                </a:lnTo>
                <a:lnTo>
                  <a:pt x="382" y="28"/>
                </a:lnTo>
                <a:lnTo>
                  <a:pt x="382" y="27"/>
                </a:lnTo>
                <a:lnTo>
                  <a:pt x="382" y="26"/>
                </a:lnTo>
                <a:lnTo>
                  <a:pt x="381" y="26"/>
                </a:lnTo>
                <a:lnTo>
                  <a:pt x="380" y="24"/>
                </a:lnTo>
                <a:lnTo>
                  <a:pt x="380" y="24"/>
                </a:lnTo>
                <a:lnTo>
                  <a:pt x="380" y="23"/>
                </a:lnTo>
                <a:lnTo>
                  <a:pt x="380" y="23"/>
                </a:lnTo>
                <a:lnTo>
                  <a:pt x="381" y="22"/>
                </a:lnTo>
                <a:lnTo>
                  <a:pt x="382" y="21"/>
                </a:lnTo>
                <a:lnTo>
                  <a:pt x="381" y="20"/>
                </a:lnTo>
                <a:lnTo>
                  <a:pt x="382" y="20"/>
                </a:lnTo>
                <a:lnTo>
                  <a:pt x="381" y="20"/>
                </a:lnTo>
                <a:lnTo>
                  <a:pt x="381" y="20"/>
                </a:lnTo>
                <a:lnTo>
                  <a:pt x="380" y="20"/>
                </a:lnTo>
                <a:lnTo>
                  <a:pt x="379" y="20"/>
                </a:lnTo>
                <a:lnTo>
                  <a:pt x="377" y="20"/>
                </a:lnTo>
                <a:lnTo>
                  <a:pt x="377" y="19"/>
                </a:lnTo>
                <a:lnTo>
                  <a:pt x="376" y="18"/>
                </a:lnTo>
                <a:lnTo>
                  <a:pt x="376" y="18"/>
                </a:lnTo>
                <a:lnTo>
                  <a:pt x="375" y="17"/>
                </a:lnTo>
                <a:lnTo>
                  <a:pt x="374" y="16"/>
                </a:lnTo>
                <a:lnTo>
                  <a:pt x="373" y="17"/>
                </a:lnTo>
                <a:lnTo>
                  <a:pt x="372" y="16"/>
                </a:lnTo>
                <a:lnTo>
                  <a:pt x="372" y="16"/>
                </a:lnTo>
                <a:lnTo>
                  <a:pt x="371" y="17"/>
                </a:lnTo>
                <a:lnTo>
                  <a:pt x="371" y="18"/>
                </a:lnTo>
                <a:lnTo>
                  <a:pt x="371" y="18"/>
                </a:lnTo>
                <a:lnTo>
                  <a:pt x="371" y="18"/>
                </a:lnTo>
                <a:lnTo>
                  <a:pt x="371" y="19"/>
                </a:lnTo>
                <a:lnTo>
                  <a:pt x="370" y="20"/>
                </a:lnTo>
                <a:lnTo>
                  <a:pt x="370" y="21"/>
                </a:lnTo>
                <a:lnTo>
                  <a:pt x="368" y="21"/>
                </a:lnTo>
                <a:lnTo>
                  <a:pt x="366" y="21"/>
                </a:lnTo>
                <a:lnTo>
                  <a:pt x="366" y="21"/>
                </a:lnTo>
                <a:lnTo>
                  <a:pt x="365" y="20"/>
                </a:lnTo>
                <a:lnTo>
                  <a:pt x="365" y="19"/>
                </a:lnTo>
                <a:lnTo>
                  <a:pt x="365" y="19"/>
                </a:lnTo>
                <a:lnTo>
                  <a:pt x="363" y="19"/>
                </a:lnTo>
                <a:lnTo>
                  <a:pt x="363" y="18"/>
                </a:lnTo>
                <a:lnTo>
                  <a:pt x="361" y="18"/>
                </a:lnTo>
                <a:lnTo>
                  <a:pt x="361" y="17"/>
                </a:lnTo>
                <a:lnTo>
                  <a:pt x="360" y="17"/>
                </a:lnTo>
                <a:lnTo>
                  <a:pt x="360" y="16"/>
                </a:lnTo>
                <a:lnTo>
                  <a:pt x="358" y="17"/>
                </a:lnTo>
                <a:lnTo>
                  <a:pt x="358" y="16"/>
                </a:lnTo>
                <a:lnTo>
                  <a:pt x="359" y="14"/>
                </a:lnTo>
                <a:lnTo>
                  <a:pt x="360" y="14"/>
                </a:lnTo>
                <a:lnTo>
                  <a:pt x="361" y="13"/>
                </a:lnTo>
                <a:lnTo>
                  <a:pt x="361" y="12"/>
                </a:lnTo>
                <a:lnTo>
                  <a:pt x="363" y="10"/>
                </a:lnTo>
                <a:lnTo>
                  <a:pt x="363" y="10"/>
                </a:lnTo>
                <a:lnTo>
                  <a:pt x="363" y="9"/>
                </a:lnTo>
                <a:lnTo>
                  <a:pt x="363" y="8"/>
                </a:lnTo>
                <a:lnTo>
                  <a:pt x="364" y="7"/>
                </a:lnTo>
                <a:lnTo>
                  <a:pt x="365" y="6"/>
                </a:lnTo>
                <a:lnTo>
                  <a:pt x="365" y="5"/>
                </a:lnTo>
                <a:lnTo>
                  <a:pt x="364" y="4"/>
                </a:lnTo>
                <a:lnTo>
                  <a:pt x="364" y="4"/>
                </a:lnTo>
                <a:lnTo>
                  <a:pt x="364" y="3"/>
                </a:lnTo>
                <a:lnTo>
                  <a:pt x="362" y="3"/>
                </a:lnTo>
                <a:lnTo>
                  <a:pt x="362" y="1"/>
                </a:lnTo>
                <a:lnTo>
                  <a:pt x="361" y="1"/>
                </a:lnTo>
                <a:lnTo>
                  <a:pt x="360" y="0"/>
                </a:lnTo>
                <a:lnTo>
                  <a:pt x="357" y="0"/>
                </a:lnTo>
                <a:lnTo>
                  <a:pt x="356" y="2"/>
                </a:lnTo>
                <a:lnTo>
                  <a:pt x="355" y="2"/>
                </a:lnTo>
                <a:lnTo>
                  <a:pt x="354" y="1"/>
                </a:lnTo>
                <a:lnTo>
                  <a:pt x="354" y="2"/>
                </a:lnTo>
                <a:lnTo>
                  <a:pt x="351" y="2"/>
                </a:lnTo>
                <a:lnTo>
                  <a:pt x="350" y="3"/>
                </a:lnTo>
                <a:lnTo>
                  <a:pt x="351" y="3"/>
                </a:lnTo>
                <a:lnTo>
                  <a:pt x="349" y="5"/>
                </a:lnTo>
                <a:lnTo>
                  <a:pt x="349" y="6"/>
                </a:lnTo>
                <a:lnTo>
                  <a:pt x="349" y="6"/>
                </a:lnTo>
                <a:lnTo>
                  <a:pt x="348" y="7"/>
                </a:lnTo>
                <a:lnTo>
                  <a:pt x="347" y="7"/>
                </a:lnTo>
                <a:lnTo>
                  <a:pt x="347" y="8"/>
                </a:lnTo>
                <a:lnTo>
                  <a:pt x="346" y="9"/>
                </a:lnTo>
                <a:lnTo>
                  <a:pt x="346" y="10"/>
                </a:lnTo>
                <a:lnTo>
                  <a:pt x="345" y="11"/>
                </a:lnTo>
                <a:lnTo>
                  <a:pt x="345" y="12"/>
                </a:lnTo>
                <a:lnTo>
                  <a:pt x="344" y="12"/>
                </a:lnTo>
                <a:lnTo>
                  <a:pt x="344" y="12"/>
                </a:lnTo>
                <a:lnTo>
                  <a:pt x="343" y="14"/>
                </a:lnTo>
                <a:lnTo>
                  <a:pt x="342" y="14"/>
                </a:lnTo>
                <a:lnTo>
                  <a:pt x="341" y="15"/>
                </a:lnTo>
                <a:lnTo>
                  <a:pt x="342" y="16"/>
                </a:lnTo>
                <a:lnTo>
                  <a:pt x="342" y="18"/>
                </a:lnTo>
                <a:lnTo>
                  <a:pt x="342" y="19"/>
                </a:lnTo>
                <a:lnTo>
                  <a:pt x="342" y="19"/>
                </a:lnTo>
                <a:lnTo>
                  <a:pt x="344" y="19"/>
                </a:lnTo>
                <a:lnTo>
                  <a:pt x="345" y="18"/>
                </a:lnTo>
                <a:lnTo>
                  <a:pt x="347" y="18"/>
                </a:lnTo>
                <a:lnTo>
                  <a:pt x="348" y="17"/>
                </a:lnTo>
                <a:lnTo>
                  <a:pt x="352" y="19"/>
                </a:lnTo>
                <a:lnTo>
                  <a:pt x="351" y="19"/>
                </a:lnTo>
                <a:lnTo>
                  <a:pt x="351" y="20"/>
                </a:lnTo>
                <a:lnTo>
                  <a:pt x="351" y="20"/>
                </a:lnTo>
                <a:lnTo>
                  <a:pt x="351" y="21"/>
                </a:lnTo>
                <a:lnTo>
                  <a:pt x="351" y="22"/>
                </a:lnTo>
                <a:lnTo>
                  <a:pt x="351" y="22"/>
                </a:lnTo>
                <a:lnTo>
                  <a:pt x="351" y="23"/>
                </a:lnTo>
                <a:lnTo>
                  <a:pt x="351" y="23"/>
                </a:lnTo>
                <a:lnTo>
                  <a:pt x="352" y="25"/>
                </a:lnTo>
                <a:lnTo>
                  <a:pt x="353" y="25"/>
                </a:lnTo>
                <a:lnTo>
                  <a:pt x="353" y="26"/>
                </a:lnTo>
                <a:lnTo>
                  <a:pt x="354" y="27"/>
                </a:lnTo>
                <a:lnTo>
                  <a:pt x="353" y="27"/>
                </a:lnTo>
                <a:lnTo>
                  <a:pt x="354" y="28"/>
                </a:lnTo>
                <a:lnTo>
                  <a:pt x="353" y="29"/>
                </a:lnTo>
                <a:lnTo>
                  <a:pt x="353" y="30"/>
                </a:lnTo>
                <a:lnTo>
                  <a:pt x="353" y="30"/>
                </a:lnTo>
                <a:lnTo>
                  <a:pt x="353" y="31"/>
                </a:lnTo>
                <a:lnTo>
                  <a:pt x="353" y="31"/>
                </a:lnTo>
                <a:lnTo>
                  <a:pt x="353" y="32"/>
                </a:lnTo>
                <a:lnTo>
                  <a:pt x="351" y="33"/>
                </a:lnTo>
                <a:lnTo>
                  <a:pt x="351" y="33"/>
                </a:lnTo>
                <a:lnTo>
                  <a:pt x="350" y="33"/>
                </a:lnTo>
                <a:lnTo>
                  <a:pt x="350" y="34"/>
                </a:lnTo>
                <a:lnTo>
                  <a:pt x="349" y="35"/>
                </a:lnTo>
                <a:lnTo>
                  <a:pt x="350" y="35"/>
                </a:lnTo>
                <a:lnTo>
                  <a:pt x="348" y="36"/>
                </a:lnTo>
                <a:lnTo>
                  <a:pt x="348" y="36"/>
                </a:lnTo>
                <a:lnTo>
                  <a:pt x="347" y="38"/>
                </a:lnTo>
                <a:lnTo>
                  <a:pt x="345" y="39"/>
                </a:lnTo>
                <a:lnTo>
                  <a:pt x="346" y="39"/>
                </a:lnTo>
                <a:lnTo>
                  <a:pt x="345" y="40"/>
                </a:lnTo>
                <a:lnTo>
                  <a:pt x="345" y="41"/>
                </a:lnTo>
                <a:lnTo>
                  <a:pt x="345" y="41"/>
                </a:lnTo>
                <a:lnTo>
                  <a:pt x="345" y="43"/>
                </a:lnTo>
                <a:lnTo>
                  <a:pt x="345" y="43"/>
                </a:lnTo>
                <a:lnTo>
                  <a:pt x="345" y="45"/>
                </a:lnTo>
                <a:lnTo>
                  <a:pt x="344" y="45"/>
                </a:lnTo>
                <a:lnTo>
                  <a:pt x="344" y="46"/>
                </a:lnTo>
                <a:lnTo>
                  <a:pt x="344" y="46"/>
                </a:lnTo>
                <a:lnTo>
                  <a:pt x="344" y="47"/>
                </a:lnTo>
                <a:lnTo>
                  <a:pt x="343" y="48"/>
                </a:lnTo>
                <a:lnTo>
                  <a:pt x="343" y="48"/>
                </a:lnTo>
                <a:lnTo>
                  <a:pt x="343" y="49"/>
                </a:lnTo>
                <a:lnTo>
                  <a:pt x="343" y="49"/>
                </a:lnTo>
                <a:lnTo>
                  <a:pt x="343" y="49"/>
                </a:lnTo>
                <a:lnTo>
                  <a:pt x="342" y="49"/>
                </a:lnTo>
                <a:lnTo>
                  <a:pt x="343" y="50"/>
                </a:lnTo>
                <a:lnTo>
                  <a:pt x="343" y="51"/>
                </a:lnTo>
                <a:lnTo>
                  <a:pt x="342" y="51"/>
                </a:lnTo>
                <a:lnTo>
                  <a:pt x="343" y="52"/>
                </a:lnTo>
                <a:lnTo>
                  <a:pt x="342" y="52"/>
                </a:lnTo>
                <a:lnTo>
                  <a:pt x="342" y="53"/>
                </a:lnTo>
                <a:lnTo>
                  <a:pt x="342" y="54"/>
                </a:lnTo>
                <a:lnTo>
                  <a:pt x="341" y="55"/>
                </a:lnTo>
                <a:lnTo>
                  <a:pt x="340" y="56"/>
                </a:lnTo>
                <a:lnTo>
                  <a:pt x="340" y="57"/>
                </a:lnTo>
                <a:lnTo>
                  <a:pt x="340" y="59"/>
                </a:lnTo>
                <a:lnTo>
                  <a:pt x="340" y="60"/>
                </a:lnTo>
                <a:lnTo>
                  <a:pt x="339" y="61"/>
                </a:lnTo>
                <a:lnTo>
                  <a:pt x="339" y="62"/>
                </a:lnTo>
                <a:lnTo>
                  <a:pt x="339" y="62"/>
                </a:lnTo>
                <a:lnTo>
                  <a:pt x="338" y="63"/>
                </a:lnTo>
                <a:lnTo>
                  <a:pt x="337" y="64"/>
                </a:lnTo>
                <a:lnTo>
                  <a:pt x="338" y="64"/>
                </a:lnTo>
                <a:lnTo>
                  <a:pt x="337" y="65"/>
                </a:lnTo>
                <a:lnTo>
                  <a:pt x="337" y="67"/>
                </a:lnTo>
                <a:lnTo>
                  <a:pt x="337" y="67"/>
                </a:lnTo>
                <a:lnTo>
                  <a:pt x="337" y="68"/>
                </a:lnTo>
                <a:lnTo>
                  <a:pt x="336" y="68"/>
                </a:lnTo>
                <a:lnTo>
                  <a:pt x="336" y="69"/>
                </a:lnTo>
                <a:lnTo>
                  <a:pt x="337" y="69"/>
                </a:lnTo>
                <a:lnTo>
                  <a:pt x="336" y="69"/>
                </a:lnTo>
                <a:lnTo>
                  <a:pt x="337" y="69"/>
                </a:lnTo>
                <a:lnTo>
                  <a:pt x="337" y="69"/>
                </a:lnTo>
                <a:lnTo>
                  <a:pt x="338" y="69"/>
                </a:lnTo>
                <a:lnTo>
                  <a:pt x="338" y="69"/>
                </a:lnTo>
                <a:lnTo>
                  <a:pt x="339" y="69"/>
                </a:lnTo>
                <a:lnTo>
                  <a:pt x="340" y="69"/>
                </a:lnTo>
                <a:lnTo>
                  <a:pt x="339" y="70"/>
                </a:lnTo>
                <a:lnTo>
                  <a:pt x="339" y="72"/>
                </a:lnTo>
                <a:lnTo>
                  <a:pt x="340" y="72"/>
                </a:lnTo>
                <a:lnTo>
                  <a:pt x="339" y="72"/>
                </a:lnTo>
                <a:lnTo>
                  <a:pt x="340" y="73"/>
                </a:lnTo>
                <a:lnTo>
                  <a:pt x="339" y="73"/>
                </a:lnTo>
                <a:lnTo>
                  <a:pt x="338" y="75"/>
                </a:lnTo>
                <a:lnTo>
                  <a:pt x="338" y="75"/>
                </a:lnTo>
                <a:lnTo>
                  <a:pt x="337" y="76"/>
                </a:lnTo>
                <a:lnTo>
                  <a:pt x="336" y="77"/>
                </a:lnTo>
                <a:lnTo>
                  <a:pt x="335" y="78"/>
                </a:lnTo>
                <a:lnTo>
                  <a:pt x="329" y="80"/>
                </a:lnTo>
                <a:lnTo>
                  <a:pt x="328" y="81"/>
                </a:lnTo>
                <a:lnTo>
                  <a:pt x="328" y="82"/>
                </a:lnTo>
                <a:lnTo>
                  <a:pt x="327" y="82"/>
                </a:lnTo>
                <a:lnTo>
                  <a:pt x="327" y="83"/>
                </a:lnTo>
                <a:lnTo>
                  <a:pt x="327" y="83"/>
                </a:lnTo>
                <a:lnTo>
                  <a:pt x="324" y="85"/>
                </a:lnTo>
                <a:lnTo>
                  <a:pt x="324" y="86"/>
                </a:lnTo>
                <a:lnTo>
                  <a:pt x="324" y="86"/>
                </a:lnTo>
                <a:lnTo>
                  <a:pt x="323" y="86"/>
                </a:lnTo>
                <a:lnTo>
                  <a:pt x="323" y="88"/>
                </a:lnTo>
                <a:lnTo>
                  <a:pt x="321" y="88"/>
                </a:lnTo>
                <a:lnTo>
                  <a:pt x="321" y="88"/>
                </a:lnTo>
                <a:lnTo>
                  <a:pt x="320" y="89"/>
                </a:lnTo>
                <a:lnTo>
                  <a:pt x="320" y="89"/>
                </a:lnTo>
                <a:lnTo>
                  <a:pt x="319" y="90"/>
                </a:lnTo>
                <a:lnTo>
                  <a:pt x="314" y="88"/>
                </a:lnTo>
                <a:lnTo>
                  <a:pt x="311" y="89"/>
                </a:lnTo>
                <a:lnTo>
                  <a:pt x="308" y="88"/>
                </a:lnTo>
                <a:lnTo>
                  <a:pt x="302" y="85"/>
                </a:lnTo>
                <a:lnTo>
                  <a:pt x="295" y="108"/>
                </a:lnTo>
                <a:lnTo>
                  <a:pt x="295" y="109"/>
                </a:lnTo>
                <a:lnTo>
                  <a:pt x="292" y="116"/>
                </a:lnTo>
                <a:lnTo>
                  <a:pt x="293" y="122"/>
                </a:lnTo>
                <a:lnTo>
                  <a:pt x="288" y="124"/>
                </a:lnTo>
                <a:lnTo>
                  <a:pt x="290" y="129"/>
                </a:lnTo>
                <a:lnTo>
                  <a:pt x="296" y="134"/>
                </a:lnTo>
                <a:lnTo>
                  <a:pt x="298" y="131"/>
                </a:lnTo>
                <a:lnTo>
                  <a:pt x="300" y="129"/>
                </a:lnTo>
                <a:lnTo>
                  <a:pt x="303" y="130"/>
                </a:lnTo>
                <a:lnTo>
                  <a:pt x="306" y="128"/>
                </a:lnTo>
                <a:lnTo>
                  <a:pt x="308" y="128"/>
                </a:lnTo>
                <a:lnTo>
                  <a:pt x="310" y="128"/>
                </a:lnTo>
                <a:lnTo>
                  <a:pt x="313" y="129"/>
                </a:lnTo>
                <a:lnTo>
                  <a:pt x="318" y="132"/>
                </a:lnTo>
                <a:lnTo>
                  <a:pt x="319" y="130"/>
                </a:lnTo>
                <a:lnTo>
                  <a:pt x="320" y="130"/>
                </a:lnTo>
                <a:lnTo>
                  <a:pt x="323" y="123"/>
                </a:lnTo>
                <a:lnTo>
                  <a:pt x="327" y="123"/>
                </a:lnTo>
                <a:lnTo>
                  <a:pt x="328" y="122"/>
                </a:lnTo>
                <a:lnTo>
                  <a:pt x="330" y="122"/>
                </a:lnTo>
                <a:lnTo>
                  <a:pt x="331" y="123"/>
                </a:lnTo>
                <a:lnTo>
                  <a:pt x="333" y="122"/>
                </a:lnTo>
                <a:lnTo>
                  <a:pt x="333" y="123"/>
                </a:lnTo>
                <a:lnTo>
                  <a:pt x="335" y="122"/>
                </a:lnTo>
                <a:lnTo>
                  <a:pt x="339" y="127"/>
                </a:lnTo>
                <a:lnTo>
                  <a:pt x="344" y="128"/>
                </a:lnTo>
                <a:lnTo>
                  <a:pt x="345" y="131"/>
                </a:lnTo>
                <a:lnTo>
                  <a:pt x="349" y="132"/>
                </a:lnTo>
                <a:lnTo>
                  <a:pt x="348" y="133"/>
                </a:lnTo>
                <a:lnTo>
                  <a:pt x="349" y="133"/>
                </a:lnTo>
                <a:lnTo>
                  <a:pt x="350" y="135"/>
                </a:lnTo>
                <a:lnTo>
                  <a:pt x="352" y="135"/>
                </a:lnTo>
                <a:lnTo>
                  <a:pt x="352" y="137"/>
                </a:lnTo>
                <a:lnTo>
                  <a:pt x="353" y="136"/>
                </a:lnTo>
                <a:lnTo>
                  <a:pt x="355" y="137"/>
                </a:lnTo>
                <a:lnTo>
                  <a:pt x="357" y="140"/>
                </a:lnTo>
                <a:lnTo>
                  <a:pt x="357" y="141"/>
                </a:lnTo>
                <a:lnTo>
                  <a:pt x="357" y="141"/>
                </a:lnTo>
                <a:lnTo>
                  <a:pt x="358" y="142"/>
                </a:lnTo>
                <a:lnTo>
                  <a:pt x="358" y="143"/>
                </a:lnTo>
                <a:lnTo>
                  <a:pt x="359" y="143"/>
                </a:lnTo>
                <a:lnTo>
                  <a:pt x="360" y="146"/>
                </a:lnTo>
                <a:lnTo>
                  <a:pt x="359" y="147"/>
                </a:lnTo>
                <a:lnTo>
                  <a:pt x="360" y="148"/>
                </a:lnTo>
                <a:lnTo>
                  <a:pt x="360" y="149"/>
                </a:lnTo>
                <a:lnTo>
                  <a:pt x="358" y="149"/>
                </a:lnTo>
                <a:lnTo>
                  <a:pt x="358" y="149"/>
                </a:lnTo>
                <a:lnTo>
                  <a:pt x="358" y="150"/>
                </a:lnTo>
                <a:lnTo>
                  <a:pt x="356" y="151"/>
                </a:lnTo>
                <a:lnTo>
                  <a:pt x="356" y="151"/>
                </a:lnTo>
                <a:lnTo>
                  <a:pt x="356" y="150"/>
                </a:lnTo>
                <a:lnTo>
                  <a:pt x="355" y="150"/>
                </a:lnTo>
                <a:lnTo>
                  <a:pt x="354" y="150"/>
                </a:lnTo>
                <a:lnTo>
                  <a:pt x="352" y="150"/>
                </a:lnTo>
                <a:lnTo>
                  <a:pt x="352" y="151"/>
                </a:lnTo>
                <a:lnTo>
                  <a:pt x="351" y="151"/>
                </a:lnTo>
                <a:lnTo>
                  <a:pt x="351" y="151"/>
                </a:lnTo>
                <a:lnTo>
                  <a:pt x="350" y="151"/>
                </a:lnTo>
                <a:lnTo>
                  <a:pt x="348" y="151"/>
                </a:lnTo>
                <a:lnTo>
                  <a:pt x="348" y="151"/>
                </a:lnTo>
                <a:lnTo>
                  <a:pt x="346" y="149"/>
                </a:lnTo>
                <a:lnTo>
                  <a:pt x="345" y="150"/>
                </a:lnTo>
                <a:lnTo>
                  <a:pt x="344" y="149"/>
                </a:lnTo>
                <a:lnTo>
                  <a:pt x="344" y="149"/>
                </a:lnTo>
                <a:lnTo>
                  <a:pt x="343" y="149"/>
                </a:lnTo>
                <a:lnTo>
                  <a:pt x="342" y="150"/>
                </a:lnTo>
                <a:lnTo>
                  <a:pt x="342" y="151"/>
                </a:lnTo>
                <a:lnTo>
                  <a:pt x="341" y="151"/>
                </a:lnTo>
                <a:lnTo>
                  <a:pt x="340" y="150"/>
                </a:lnTo>
                <a:lnTo>
                  <a:pt x="339" y="151"/>
                </a:lnTo>
                <a:lnTo>
                  <a:pt x="337" y="151"/>
                </a:lnTo>
                <a:lnTo>
                  <a:pt x="336" y="151"/>
                </a:lnTo>
                <a:lnTo>
                  <a:pt x="335" y="151"/>
                </a:lnTo>
                <a:lnTo>
                  <a:pt x="333" y="152"/>
                </a:lnTo>
                <a:lnTo>
                  <a:pt x="332" y="152"/>
                </a:lnTo>
                <a:lnTo>
                  <a:pt x="331" y="154"/>
                </a:lnTo>
                <a:lnTo>
                  <a:pt x="329" y="154"/>
                </a:lnTo>
                <a:lnTo>
                  <a:pt x="328" y="155"/>
                </a:lnTo>
                <a:lnTo>
                  <a:pt x="329" y="156"/>
                </a:lnTo>
                <a:lnTo>
                  <a:pt x="327" y="157"/>
                </a:lnTo>
                <a:lnTo>
                  <a:pt x="326" y="157"/>
                </a:lnTo>
                <a:lnTo>
                  <a:pt x="324" y="155"/>
                </a:lnTo>
                <a:lnTo>
                  <a:pt x="321" y="156"/>
                </a:lnTo>
                <a:lnTo>
                  <a:pt x="322" y="157"/>
                </a:lnTo>
                <a:lnTo>
                  <a:pt x="321" y="159"/>
                </a:lnTo>
                <a:lnTo>
                  <a:pt x="321" y="161"/>
                </a:lnTo>
                <a:lnTo>
                  <a:pt x="317" y="162"/>
                </a:lnTo>
                <a:lnTo>
                  <a:pt x="313" y="161"/>
                </a:lnTo>
                <a:lnTo>
                  <a:pt x="313" y="162"/>
                </a:lnTo>
                <a:lnTo>
                  <a:pt x="312" y="163"/>
                </a:lnTo>
                <a:lnTo>
                  <a:pt x="311" y="163"/>
                </a:lnTo>
                <a:lnTo>
                  <a:pt x="309" y="164"/>
                </a:lnTo>
                <a:lnTo>
                  <a:pt x="309" y="165"/>
                </a:lnTo>
                <a:lnTo>
                  <a:pt x="307" y="168"/>
                </a:lnTo>
                <a:lnTo>
                  <a:pt x="307" y="168"/>
                </a:lnTo>
                <a:lnTo>
                  <a:pt x="305" y="172"/>
                </a:lnTo>
                <a:lnTo>
                  <a:pt x="305" y="174"/>
                </a:lnTo>
                <a:lnTo>
                  <a:pt x="306" y="175"/>
                </a:lnTo>
                <a:lnTo>
                  <a:pt x="306" y="176"/>
                </a:lnTo>
                <a:lnTo>
                  <a:pt x="305" y="177"/>
                </a:lnTo>
                <a:lnTo>
                  <a:pt x="304" y="178"/>
                </a:lnTo>
                <a:lnTo>
                  <a:pt x="302" y="179"/>
                </a:lnTo>
                <a:lnTo>
                  <a:pt x="302" y="179"/>
                </a:lnTo>
                <a:lnTo>
                  <a:pt x="301" y="180"/>
                </a:lnTo>
                <a:lnTo>
                  <a:pt x="298" y="184"/>
                </a:lnTo>
                <a:lnTo>
                  <a:pt x="292" y="186"/>
                </a:lnTo>
                <a:lnTo>
                  <a:pt x="286" y="187"/>
                </a:lnTo>
                <a:lnTo>
                  <a:pt x="283" y="186"/>
                </a:lnTo>
                <a:lnTo>
                  <a:pt x="280" y="188"/>
                </a:lnTo>
                <a:lnTo>
                  <a:pt x="279" y="190"/>
                </a:lnTo>
                <a:lnTo>
                  <a:pt x="279" y="192"/>
                </a:lnTo>
                <a:lnTo>
                  <a:pt x="277" y="194"/>
                </a:lnTo>
                <a:lnTo>
                  <a:pt x="275" y="196"/>
                </a:lnTo>
                <a:lnTo>
                  <a:pt x="274" y="198"/>
                </a:lnTo>
                <a:lnTo>
                  <a:pt x="273" y="199"/>
                </a:lnTo>
                <a:lnTo>
                  <a:pt x="270" y="199"/>
                </a:lnTo>
                <a:lnTo>
                  <a:pt x="270" y="200"/>
                </a:lnTo>
                <a:lnTo>
                  <a:pt x="269" y="201"/>
                </a:lnTo>
                <a:lnTo>
                  <a:pt x="266" y="203"/>
                </a:lnTo>
                <a:lnTo>
                  <a:pt x="264" y="203"/>
                </a:lnTo>
                <a:lnTo>
                  <a:pt x="258" y="203"/>
                </a:lnTo>
                <a:lnTo>
                  <a:pt x="255" y="202"/>
                </a:lnTo>
                <a:lnTo>
                  <a:pt x="254" y="202"/>
                </a:lnTo>
                <a:lnTo>
                  <a:pt x="250" y="201"/>
                </a:lnTo>
                <a:lnTo>
                  <a:pt x="249" y="199"/>
                </a:lnTo>
                <a:lnTo>
                  <a:pt x="247" y="198"/>
                </a:lnTo>
                <a:lnTo>
                  <a:pt x="242" y="198"/>
                </a:lnTo>
                <a:lnTo>
                  <a:pt x="241" y="197"/>
                </a:lnTo>
                <a:lnTo>
                  <a:pt x="240" y="198"/>
                </a:lnTo>
                <a:lnTo>
                  <a:pt x="236" y="201"/>
                </a:lnTo>
                <a:lnTo>
                  <a:pt x="234" y="205"/>
                </a:lnTo>
                <a:lnTo>
                  <a:pt x="233" y="208"/>
                </a:lnTo>
                <a:lnTo>
                  <a:pt x="234" y="210"/>
                </a:lnTo>
                <a:lnTo>
                  <a:pt x="232" y="212"/>
                </a:lnTo>
                <a:lnTo>
                  <a:pt x="232" y="215"/>
                </a:lnTo>
                <a:lnTo>
                  <a:pt x="232" y="216"/>
                </a:lnTo>
                <a:lnTo>
                  <a:pt x="233" y="216"/>
                </a:lnTo>
                <a:lnTo>
                  <a:pt x="234" y="217"/>
                </a:lnTo>
                <a:lnTo>
                  <a:pt x="234" y="219"/>
                </a:lnTo>
                <a:lnTo>
                  <a:pt x="236" y="221"/>
                </a:lnTo>
                <a:lnTo>
                  <a:pt x="240" y="224"/>
                </a:lnTo>
                <a:lnTo>
                  <a:pt x="241" y="226"/>
                </a:lnTo>
                <a:lnTo>
                  <a:pt x="241" y="228"/>
                </a:lnTo>
                <a:lnTo>
                  <a:pt x="241" y="229"/>
                </a:lnTo>
                <a:lnTo>
                  <a:pt x="239" y="230"/>
                </a:lnTo>
                <a:lnTo>
                  <a:pt x="235" y="234"/>
                </a:lnTo>
                <a:lnTo>
                  <a:pt x="234" y="234"/>
                </a:lnTo>
                <a:lnTo>
                  <a:pt x="232" y="236"/>
                </a:lnTo>
                <a:lnTo>
                  <a:pt x="229" y="237"/>
                </a:lnTo>
                <a:lnTo>
                  <a:pt x="227" y="238"/>
                </a:lnTo>
                <a:lnTo>
                  <a:pt x="223" y="244"/>
                </a:lnTo>
                <a:lnTo>
                  <a:pt x="222" y="244"/>
                </a:lnTo>
                <a:lnTo>
                  <a:pt x="221" y="248"/>
                </a:lnTo>
                <a:lnTo>
                  <a:pt x="218" y="250"/>
                </a:lnTo>
                <a:lnTo>
                  <a:pt x="218" y="251"/>
                </a:lnTo>
                <a:lnTo>
                  <a:pt x="213" y="254"/>
                </a:lnTo>
                <a:lnTo>
                  <a:pt x="213" y="255"/>
                </a:lnTo>
                <a:lnTo>
                  <a:pt x="209" y="255"/>
                </a:lnTo>
                <a:lnTo>
                  <a:pt x="206" y="257"/>
                </a:lnTo>
                <a:lnTo>
                  <a:pt x="203" y="259"/>
                </a:lnTo>
                <a:lnTo>
                  <a:pt x="199" y="260"/>
                </a:lnTo>
                <a:lnTo>
                  <a:pt x="195" y="260"/>
                </a:lnTo>
                <a:lnTo>
                  <a:pt x="192" y="261"/>
                </a:lnTo>
                <a:lnTo>
                  <a:pt x="191" y="261"/>
                </a:lnTo>
                <a:lnTo>
                  <a:pt x="187" y="261"/>
                </a:lnTo>
                <a:lnTo>
                  <a:pt x="183" y="261"/>
                </a:lnTo>
                <a:lnTo>
                  <a:pt x="182" y="260"/>
                </a:lnTo>
                <a:lnTo>
                  <a:pt x="178" y="261"/>
                </a:lnTo>
                <a:lnTo>
                  <a:pt x="177" y="262"/>
                </a:lnTo>
                <a:lnTo>
                  <a:pt x="171" y="262"/>
                </a:lnTo>
                <a:lnTo>
                  <a:pt x="169" y="261"/>
                </a:lnTo>
                <a:lnTo>
                  <a:pt x="167" y="262"/>
                </a:lnTo>
                <a:lnTo>
                  <a:pt x="166" y="263"/>
                </a:lnTo>
                <a:lnTo>
                  <a:pt x="158" y="265"/>
                </a:lnTo>
                <a:lnTo>
                  <a:pt x="141" y="273"/>
                </a:lnTo>
                <a:lnTo>
                  <a:pt x="133" y="277"/>
                </a:lnTo>
                <a:lnTo>
                  <a:pt x="132" y="277"/>
                </a:lnTo>
                <a:lnTo>
                  <a:pt x="129" y="281"/>
                </a:lnTo>
                <a:lnTo>
                  <a:pt x="127" y="279"/>
                </a:lnTo>
                <a:lnTo>
                  <a:pt x="123" y="280"/>
                </a:lnTo>
                <a:lnTo>
                  <a:pt x="120" y="279"/>
                </a:lnTo>
                <a:lnTo>
                  <a:pt x="121" y="274"/>
                </a:lnTo>
                <a:lnTo>
                  <a:pt x="113" y="276"/>
                </a:lnTo>
                <a:lnTo>
                  <a:pt x="110" y="276"/>
                </a:lnTo>
                <a:lnTo>
                  <a:pt x="102" y="274"/>
                </a:lnTo>
                <a:lnTo>
                  <a:pt x="90" y="268"/>
                </a:lnTo>
                <a:lnTo>
                  <a:pt x="88" y="267"/>
                </a:lnTo>
                <a:lnTo>
                  <a:pt x="86" y="268"/>
                </a:lnTo>
                <a:lnTo>
                  <a:pt x="80" y="266"/>
                </a:lnTo>
                <a:lnTo>
                  <a:pt x="76" y="259"/>
                </a:lnTo>
                <a:lnTo>
                  <a:pt x="72" y="259"/>
                </a:lnTo>
                <a:lnTo>
                  <a:pt x="60" y="255"/>
                </a:lnTo>
                <a:lnTo>
                  <a:pt x="51" y="254"/>
                </a:lnTo>
                <a:lnTo>
                  <a:pt x="50" y="255"/>
                </a:lnTo>
                <a:lnTo>
                  <a:pt x="46" y="255"/>
                </a:lnTo>
                <a:lnTo>
                  <a:pt x="38" y="256"/>
                </a:lnTo>
                <a:lnTo>
                  <a:pt x="16" y="253"/>
                </a:lnTo>
                <a:lnTo>
                  <a:pt x="2" y="249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5428104" y="2730327"/>
            <a:ext cx="731082" cy="731082"/>
          </a:xfrm>
          <a:custGeom>
            <a:avLst/>
            <a:gdLst/>
            <a:ahLst/>
            <a:cxnLst/>
            <a:rect l="l" t="t" r="r" b="b"/>
            <a:pathLst>
              <a:path w="114" h="114">
                <a:moveTo>
                  <a:pt x="82" y="83"/>
                </a:moveTo>
                <a:lnTo>
                  <a:pt x="83" y="84"/>
                </a:lnTo>
                <a:lnTo>
                  <a:pt x="83" y="83"/>
                </a:lnTo>
                <a:lnTo>
                  <a:pt x="84" y="83"/>
                </a:lnTo>
                <a:lnTo>
                  <a:pt x="84" y="83"/>
                </a:lnTo>
                <a:lnTo>
                  <a:pt x="84" y="82"/>
                </a:lnTo>
                <a:lnTo>
                  <a:pt x="85" y="82"/>
                </a:lnTo>
                <a:lnTo>
                  <a:pt x="85" y="82"/>
                </a:lnTo>
                <a:lnTo>
                  <a:pt x="87" y="81"/>
                </a:lnTo>
                <a:lnTo>
                  <a:pt x="90" y="81"/>
                </a:lnTo>
                <a:lnTo>
                  <a:pt x="92" y="81"/>
                </a:lnTo>
                <a:lnTo>
                  <a:pt x="92" y="82"/>
                </a:lnTo>
                <a:lnTo>
                  <a:pt x="93" y="82"/>
                </a:lnTo>
                <a:lnTo>
                  <a:pt x="93" y="80"/>
                </a:lnTo>
                <a:lnTo>
                  <a:pt x="93" y="79"/>
                </a:lnTo>
                <a:lnTo>
                  <a:pt x="94" y="78"/>
                </a:lnTo>
                <a:lnTo>
                  <a:pt x="94" y="78"/>
                </a:lnTo>
                <a:lnTo>
                  <a:pt x="94" y="77"/>
                </a:lnTo>
                <a:lnTo>
                  <a:pt x="95" y="76"/>
                </a:lnTo>
                <a:lnTo>
                  <a:pt x="95" y="75"/>
                </a:lnTo>
                <a:lnTo>
                  <a:pt x="95" y="75"/>
                </a:lnTo>
                <a:lnTo>
                  <a:pt x="95" y="74"/>
                </a:lnTo>
                <a:lnTo>
                  <a:pt x="97" y="70"/>
                </a:lnTo>
                <a:lnTo>
                  <a:pt x="98" y="68"/>
                </a:lnTo>
                <a:lnTo>
                  <a:pt x="100" y="67"/>
                </a:lnTo>
                <a:lnTo>
                  <a:pt x="100" y="66"/>
                </a:lnTo>
                <a:lnTo>
                  <a:pt x="102" y="63"/>
                </a:lnTo>
                <a:lnTo>
                  <a:pt x="103" y="64"/>
                </a:lnTo>
                <a:lnTo>
                  <a:pt x="104" y="63"/>
                </a:lnTo>
                <a:lnTo>
                  <a:pt x="105" y="63"/>
                </a:lnTo>
                <a:lnTo>
                  <a:pt x="104" y="63"/>
                </a:lnTo>
                <a:lnTo>
                  <a:pt x="104" y="63"/>
                </a:lnTo>
                <a:lnTo>
                  <a:pt x="104" y="62"/>
                </a:lnTo>
                <a:lnTo>
                  <a:pt x="106" y="59"/>
                </a:lnTo>
                <a:lnTo>
                  <a:pt x="108" y="59"/>
                </a:lnTo>
                <a:lnTo>
                  <a:pt x="108" y="58"/>
                </a:lnTo>
                <a:lnTo>
                  <a:pt x="109" y="58"/>
                </a:lnTo>
                <a:lnTo>
                  <a:pt x="109" y="58"/>
                </a:lnTo>
                <a:lnTo>
                  <a:pt x="110" y="58"/>
                </a:lnTo>
                <a:lnTo>
                  <a:pt x="110" y="57"/>
                </a:lnTo>
                <a:lnTo>
                  <a:pt x="110" y="57"/>
                </a:lnTo>
                <a:lnTo>
                  <a:pt x="110" y="56"/>
                </a:lnTo>
                <a:lnTo>
                  <a:pt x="111" y="56"/>
                </a:lnTo>
                <a:lnTo>
                  <a:pt x="112" y="55"/>
                </a:lnTo>
                <a:lnTo>
                  <a:pt x="112" y="55"/>
                </a:lnTo>
                <a:lnTo>
                  <a:pt x="112" y="54"/>
                </a:lnTo>
                <a:lnTo>
                  <a:pt x="113" y="54"/>
                </a:lnTo>
                <a:lnTo>
                  <a:pt x="114" y="54"/>
                </a:lnTo>
                <a:lnTo>
                  <a:pt x="113" y="54"/>
                </a:lnTo>
                <a:lnTo>
                  <a:pt x="113" y="53"/>
                </a:lnTo>
                <a:lnTo>
                  <a:pt x="114" y="52"/>
                </a:lnTo>
                <a:lnTo>
                  <a:pt x="113" y="51"/>
                </a:lnTo>
                <a:lnTo>
                  <a:pt x="112" y="52"/>
                </a:lnTo>
                <a:lnTo>
                  <a:pt x="111" y="51"/>
                </a:lnTo>
                <a:lnTo>
                  <a:pt x="113" y="50"/>
                </a:lnTo>
                <a:lnTo>
                  <a:pt x="113" y="48"/>
                </a:lnTo>
                <a:lnTo>
                  <a:pt x="113" y="47"/>
                </a:lnTo>
                <a:lnTo>
                  <a:pt x="113" y="47"/>
                </a:lnTo>
                <a:lnTo>
                  <a:pt x="114" y="45"/>
                </a:lnTo>
                <a:lnTo>
                  <a:pt x="113" y="45"/>
                </a:lnTo>
                <a:lnTo>
                  <a:pt x="113" y="43"/>
                </a:lnTo>
                <a:lnTo>
                  <a:pt x="112" y="43"/>
                </a:lnTo>
                <a:lnTo>
                  <a:pt x="111" y="43"/>
                </a:lnTo>
                <a:lnTo>
                  <a:pt x="111" y="43"/>
                </a:lnTo>
                <a:lnTo>
                  <a:pt x="110" y="42"/>
                </a:lnTo>
                <a:lnTo>
                  <a:pt x="110" y="41"/>
                </a:lnTo>
                <a:lnTo>
                  <a:pt x="109" y="41"/>
                </a:lnTo>
                <a:lnTo>
                  <a:pt x="109" y="40"/>
                </a:lnTo>
                <a:lnTo>
                  <a:pt x="109" y="40"/>
                </a:lnTo>
                <a:lnTo>
                  <a:pt x="108" y="39"/>
                </a:lnTo>
                <a:lnTo>
                  <a:pt x="107" y="38"/>
                </a:lnTo>
                <a:lnTo>
                  <a:pt x="107" y="38"/>
                </a:lnTo>
                <a:lnTo>
                  <a:pt x="107" y="38"/>
                </a:lnTo>
                <a:lnTo>
                  <a:pt x="106" y="36"/>
                </a:lnTo>
                <a:lnTo>
                  <a:pt x="106" y="35"/>
                </a:lnTo>
                <a:lnTo>
                  <a:pt x="106" y="35"/>
                </a:lnTo>
                <a:lnTo>
                  <a:pt x="105" y="34"/>
                </a:lnTo>
                <a:lnTo>
                  <a:pt x="103" y="35"/>
                </a:lnTo>
                <a:lnTo>
                  <a:pt x="103" y="33"/>
                </a:lnTo>
                <a:lnTo>
                  <a:pt x="102" y="32"/>
                </a:lnTo>
                <a:lnTo>
                  <a:pt x="102" y="30"/>
                </a:lnTo>
                <a:lnTo>
                  <a:pt x="103" y="29"/>
                </a:lnTo>
                <a:lnTo>
                  <a:pt x="102" y="29"/>
                </a:lnTo>
                <a:lnTo>
                  <a:pt x="102" y="29"/>
                </a:lnTo>
                <a:lnTo>
                  <a:pt x="103" y="28"/>
                </a:lnTo>
                <a:lnTo>
                  <a:pt x="103" y="27"/>
                </a:lnTo>
                <a:lnTo>
                  <a:pt x="103" y="26"/>
                </a:lnTo>
                <a:lnTo>
                  <a:pt x="103" y="25"/>
                </a:lnTo>
                <a:lnTo>
                  <a:pt x="104" y="25"/>
                </a:lnTo>
                <a:lnTo>
                  <a:pt x="104" y="24"/>
                </a:lnTo>
                <a:lnTo>
                  <a:pt x="102" y="24"/>
                </a:lnTo>
                <a:lnTo>
                  <a:pt x="102" y="25"/>
                </a:lnTo>
                <a:lnTo>
                  <a:pt x="101" y="25"/>
                </a:lnTo>
                <a:lnTo>
                  <a:pt x="101" y="24"/>
                </a:lnTo>
                <a:lnTo>
                  <a:pt x="101" y="24"/>
                </a:lnTo>
                <a:lnTo>
                  <a:pt x="101" y="23"/>
                </a:lnTo>
                <a:lnTo>
                  <a:pt x="100" y="23"/>
                </a:lnTo>
                <a:lnTo>
                  <a:pt x="100" y="22"/>
                </a:lnTo>
                <a:lnTo>
                  <a:pt x="100" y="22"/>
                </a:lnTo>
                <a:lnTo>
                  <a:pt x="100" y="21"/>
                </a:lnTo>
                <a:lnTo>
                  <a:pt x="98" y="22"/>
                </a:lnTo>
                <a:lnTo>
                  <a:pt x="98" y="21"/>
                </a:lnTo>
                <a:lnTo>
                  <a:pt x="98" y="20"/>
                </a:lnTo>
                <a:lnTo>
                  <a:pt x="98" y="20"/>
                </a:lnTo>
                <a:lnTo>
                  <a:pt x="98" y="19"/>
                </a:lnTo>
                <a:lnTo>
                  <a:pt x="96" y="18"/>
                </a:lnTo>
                <a:lnTo>
                  <a:pt x="96" y="17"/>
                </a:lnTo>
                <a:lnTo>
                  <a:pt x="95" y="17"/>
                </a:lnTo>
                <a:lnTo>
                  <a:pt x="96" y="15"/>
                </a:lnTo>
                <a:lnTo>
                  <a:pt x="95" y="15"/>
                </a:lnTo>
                <a:lnTo>
                  <a:pt x="94" y="15"/>
                </a:lnTo>
                <a:lnTo>
                  <a:pt x="94" y="14"/>
                </a:lnTo>
                <a:lnTo>
                  <a:pt x="93" y="13"/>
                </a:lnTo>
                <a:lnTo>
                  <a:pt x="93" y="12"/>
                </a:lnTo>
                <a:lnTo>
                  <a:pt x="93" y="11"/>
                </a:lnTo>
                <a:lnTo>
                  <a:pt x="92" y="11"/>
                </a:lnTo>
                <a:lnTo>
                  <a:pt x="92" y="12"/>
                </a:lnTo>
                <a:lnTo>
                  <a:pt x="91" y="12"/>
                </a:lnTo>
                <a:lnTo>
                  <a:pt x="90" y="10"/>
                </a:lnTo>
                <a:lnTo>
                  <a:pt x="90" y="7"/>
                </a:lnTo>
                <a:lnTo>
                  <a:pt x="90" y="7"/>
                </a:lnTo>
                <a:lnTo>
                  <a:pt x="90" y="5"/>
                </a:lnTo>
                <a:lnTo>
                  <a:pt x="90" y="4"/>
                </a:lnTo>
                <a:lnTo>
                  <a:pt x="88" y="5"/>
                </a:lnTo>
                <a:lnTo>
                  <a:pt x="88" y="6"/>
                </a:lnTo>
                <a:lnTo>
                  <a:pt x="87" y="7"/>
                </a:lnTo>
                <a:lnTo>
                  <a:pt x="87" y="8"/>
                </a:lnTo>
                <a:lnTo>
                  <a:pt x="87" y="9"/>
                </a:lnTo>
                <a:lnTo>
                  <a:pt x="86" y="10"/>
                </a:lnTo>
                <a:lnTo>
                  <a:pt x="84" y="12"/>
                </a:lnTo>
                <a:lnTo>
                  <a:pt x="84" y="11"/>
                </a:lnTo>
                <a:lnTo>
                  <a:pt x="83" y="11"/>
                </a:lnTo>
                <a:lnTo>
                  <a:pt x="83" y="11"/>
                </a:lnTo>
                <a:lnTo>
                  <a:pt x="83" y="10"/>
                </a:lnTo>
                <a:lnTo>
                  <a:pt x="83" y="10"/>
                </a:lnTo>
                <a:lnTo>
                  <a:pt x="82" y="9"/>
                </a:lnTo>
                <a:lnTo>
                  <a:pt x="83" y="7"/>
                </a:lnTo>
                <a:lnTo>
                  <a:pt x="80" y="5"/>
                </a:lnTo>
                <a:lnTo>
                  <a:pt x="80" y="4"/>
                </a:lnTo>
                <a:lnTo>
                  <a:pt x="80" y="4"/>
                </a:lnTo>
                <a:lnTo>
                  <a:pt x="79" y="4"/>
                </a:lnTo>
                <a:lnTo>
                  <a:pt x="79" y="4"/>
                </a:lnTo>
                <a:lnTo>
                  <a:pt x="77" y="4"/>
                </a:lnTo>
                <a:lnTo>
                  <a:pt x="77" y="3"/>
                </a:lnTo>
                <a:lnTo>
                  <a:pt x="76" y="3"/>
                </a:lnTo>
                <a:lnTo>
                  <a:pt x="75" y="4"/>
                </a:lnTo>
                <a:lnTo>
                  <a:pt x="74" y="3"/>
                </a:lnTo>
                <a:lnTo>
                  <a:pt x="73" y="2"/>
                </a:lnTo>
                <a:lnTo>
                  <a:pt x="72" y="1"/>
                </a:lnTo>
                <a:lnTo>
                  <a:pt x="72" y="0"/>
                </a:lnTo>
                <a:lnTo>
                  <a:pt x="71" y="0"/>
                </a:lnTo>
                <a:lnTo>
                  <a:pt x="70" y="0"/>
                </a:lnTo>
                <a:lnTo>
                  <a:pt x="70" y="1"/>
                </a:lnTo>
                <a:lnTo>
                  <a:pt x="70" y="2"/>
                </a:lnTo>
                <a:lnTo>
                  <a:pt x="70" y="5"/>
                </a:lnTo>
                <a:lnTo>
                  <a:pt x="70" y="5"/>
                </a:lnTo>
                <a:lnTo>
                  <a:pt x="70" y="6"/>
                </a:lnTo>
                <a:lnTo>
                  <a:pt x="70" y="6"/>
                </a:lnTo>
                <a:lnTo>
                  <a:pt x="70" y="7"/>
                </a:lnTo>
                <a:lnTo>
                  <a:pt x="69" y="11"/>
                </a:lnTo>
                <a:lnTo>
                  <a:pt x="68" y="11"/>
                </a:lnTo>
                <a:lnTo>
                  <a:pt x="64" y="12"/>
                </a:lnTo>
                <a:lnTo>
                  <a:pt x="63" y="14"/>
                </a:lnTo>
                <a:lnTo>
                  <a:pt x="63" y="16"/>
                </a:lnTo>
                <a:lnTo>
                  <a:pt x="64" y="16"/>
                </a:lnTo>
                <a:lnTo>
                  <a:pt x="62" y="18"/>
                </a:lnTo>
                <a:lnTo>
                  <a:pt x="61" y="18"/>
                </a:lnTo>
                <a:lnTo>
                  <a:pt x="60" y="19"/>
                </a:lnTo>
                <a:lnTo>
                  <a:pt x="60" y="18"/>
                </a:lnTo>
                <a:lnTo>
                  <a:pt x="59" y="19"/>
                </a:lnTo>
                <a:lnTo>
                  <a:pt x="59" y="20"/>
                </a:lnTo>
                <a:lnTo>
                  <a:pt x="57" y="19"/>
                </a:lnTo>
                <a:lnTo>
                  <a:pt x="55" y="19"/>
                </a:lnTo>
                <a:lnTo>
                  <a:pt x="54" y="19"/>
                </a:lnTo>
                <a:lnTo>
                  <a:pt x="54" y="18"/>
                </a:lnTo>
                <a:lnTo>
                  <a:pt x="54" y="18"/>
                </a:lnTo>
                <a:lnTo>
                  <a:pt x="52" y="18"/>
                </a:lnTo>
                <a:lnTo>
                  <a:pt x="50" y="19"/>
                </a:lnTo>
                <a:lnTo>
                  <a:pt x="51" y="20"/>
                </a:lnTo>
                <a:lnTo>
                  <a:pt x="52" y="20"/>
                </a:lnTo>
                <a:lnTo>
                  <a:pt x="51" y="21"/>
                </a:lnTo>
                <a:lnTo>
                  <a:pt x="52" y="22"/>
                </a:lnTo>
                <a:lnTo>
                  <a:pt x="51" y="22"/>
                </a:lnTo>
                <a:lnTo>
                  <a:pt x="48" y="21"/>
                </a:lnTo>
                <a:lnTo>
                  <a:pt x="48" y="22"/>
                </a:lnTo>
                <a:lnTo>
                  <a:pt x="46" y="22"/>
                </a:lnTo>
                <a:lnTo>
                  <a:pt x="44" y="23"/>
                </a:lnTo>
                <a:lnTo>
                  <a:pt x="44" y="24"/>
                </a:lnTo>
                <a:lnTo>
                  <a:pt x="44" y="24"/>
                </a:lnTo>
                <a:lnTo>
                  <a:pt x="44" y="25"/>
                </a:lnTo>
                <a:lnTo>
                  <a:pt x="44" y="26"/>
                </a:lnTo>
                <a:lnTo>
                  <a:pt x="43" y="27"/>
                </a:lnTo>
                <a:lnTo>
                  <a:pt x="43" y="27"/>
                </a:lnTo>
                <a:lnTo>
                  <a:pt x="43" y="28"/>
                </a:lnTo>
                <a:lnTo>
                  <a:pt x="43" y="27"/>
                </a:lnTo>
                <a:lnTo>
                  <a:pt x="42" y="28"/>
                </a:lnTo>
                <a:lnTo>
                  <a:pt x="41" y="29"/>
                </a:lnTo>
                <a:lnTo>
                  <a:pt x="41" y="29"/>
                </a:lnTo>
                <a:lnTo>
                  <a:pt x="39" y="28"/>
                </a:lnTo>
                <a:lnTo>
                  <a:pt x="39" y="28"/>
                </a:lnTo>
                <a:lnTo>
                  <a:pt x="39" y="29"/>
                </a:lnTo>
                <a:lnTo>
                  <a:pt x="37" y="29"/>
                </a:lnTo>
                <a:lnTo>
                  <a:pt x="36" y="29"/>
                </a:lnTo>
                <a:lnTo>
                  <a:pt x="35" y="30"/>
                </a:lnTo>
                <a:lnTo>
                  <a:pt x="35" y="32"/>
                </a:lnTo>
                <a:lnTo>
                  <a:pt x="34" y="32"/>
                </a:lnTo>
                <a:lnTo>
                  <a:pt x="32" y="35"/>
                </a:lnTo>
                <a:lnTo>
                  <a:pt x="31" y="36"/>
                </a:lnTo>
                <a:lnTo>
                  <a:pt x="29" y="35"/>
                </a:lnTo>
                <a:lnTo>
                  <a:pt x="29" y="35"/>
                </a:lnTo>
                <a:lnTo>
                  <a:pt x="29" y="36"/>
                </a:lnTo>
                <a:lnTo>
                  <a:pt x="28" y="36"/>
                </a:lnTo>
                <a:lnTo>
                  <a:pt x="28" y="36"/>
                </a:lnTo>
                <a:lnTo>
                  <a:pt x="26" y="37"/>
                </a:lnTo>
                <a:lnTo>
                  <a:pt x="25" y="39"/>
                </a:lnTo>
                <a:lnTo>
                  <a:pt x="24" y="38"/>
                </a:lnTo>
                <a:lnTo>
                  <a:pt x="22" y="40"/>
                </a:lnTo>
                <a:lnTo>
                  <a:pt x="23" y="41"/>
                </a:lnTo>
                <a:lnTo>
                  <a:pt x="22" y="41"/>
                </a:lnTo>
                <a:lnTo>
                  <a:pt x="22" y="42"/>
                </a:lnTo>
                <a:lnTo>
                  <a:pt x="22" y="43"/>
                </a:lnTo>
                <a:lnTo>
                  <a:pt x="21" y="43"/>
                </a:lnTo>
                <a:lnTo>
                  <a:pt x="20" y="44"/>
                </a:lnTo>
                <a:lnTo>
                  <a:pt x="20" y="44"/>
                </a:lnTo>
                <a:lnTo>
                  <a:pt x="20" y="45"/>
                </a:lnTo>
                <a:lnTo>
                  <a:pt x="20" y="45"/>
                </a:lnTo>
                <a:lnTo>
                  <a:pt x="20" y="45"/>
                </a:lnTo>
                <a:lnTo>
                  <a:pt x="20" y="46"/>
                </a:lnTo>
                <a:lnTo>
                  <a:pt x="20" y="46"/>
                </a:lnTo>
                <a:lnTo>
                  <a:pt x="19" y="47"/>
                </a:lnTo>
                <a:lnTo>
                  <a:pt x="18" y="48"/>
                </a:lnTo>
                <a:lnTo>
                  <a:pt x="18" y="49"/>
                </a:lnTo>
                <a:lnTo>
                  <a:pt x="18" y="50"/>
                </a:lnTo>
                <a:lnTo>
                  <a:pt x="17" y="50"/>
                </a:lnTo>
                <a:lnTo>
                  <a:pt x="16" y="50"/>
                </a:lnTo>
                <a:lnTo>
                  <a:pt x="17" y="49"/>
                </a:lnTo>
                <a:lnTo>
                  <a:pt x="16" y="48"/>
                </a:lnTo>
                <a:lnTo>
                  <a:pt x="16" y="48"/>
                </a:lnTo>
                <a:lnTo>
                  <a:pt x="15" y="46"/>
                </a:lnTo>
                <a:lnTo>
                  <a:pt x="14" y="46"/>
                </a:lnTo>
                <a:lnTo>
                  <a:pt x="14" y="44"/>
                </a:lnTo>
                <a:lnTo>
                  <a:pt x="12" y="42"/>
                </a:lnTo>
                <a:lnTo>
                  <a:pt x="12" y="39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6" y="38"/>
                </a:lnTo>
                <a:lnTo>
                  <a:pt x="7" y="37"/>
                </a:lnTo>
                <a:lnTo>
                  <a:pt x="5" y="36"/>
                </a:lnTo>
                <a:lnTo>
                  <a:pt x="5" y="37"/>
                </a:lnTo>
                <a:lnTo>
                  <a:pt x="5" y="38"/>
                </a:lnTo>
                <a:lnTo>
                  <a:pt x="3" y="39"/>
                </a:lnTo>
                <a:lnTo>
                  <a:pt x="2" y="40"/>
                </a:lnTo>
                <a:lnTo>
                  <a:pt x="2" y="41"/>
                </a:lnTo>
                <a:lnTo>
                  <a:pt x="2" y="41"/>
                </a:lnTo>
                <a:lnTo>
                  <a:pt x="3" y="43"/>
                </a:lnTo>
                <a:lnTo>
                  <a:pt x="4" y="43"/>
                </a:lnTo>
                <a:lnTo>
                  <a:pt x="5" y="43"/>
                </a:lnTo>
                <a:lnTo>
                  <a:pt x="5" y="45"/>
                </a:lnTo>
                <a:lnTo>
                  <a:pt x="4" y="46"/>
                </a:lnTo>
                <a:lnTo>
                  <a:pt x="4" y="48"/>
                </a:lnTo>
                <a:lnTo>
                  <a:pt x="4" y="50"/>
                </a:lnTo>
                <a:lnTo>
                  <a:pt x="5" y="51"/>
                </a:lnTo>
                <a:lnTo>
                  <a:pt x="4" y="52"/>
                </a:lnTo>
                <a:lnTo>
                  <a:pt x="5" y="53"/>
                </a:lnTo>
                <a:lnTo>
                  <a:pt x="5" y="54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6" y="55"/>
                </a:lnTo>
                <a:lnTo>
                  <a:pt x="7" y="56"/>
                </a:lnTo>
                <a:lnTo>
                  <a:pt x="7" y="57"/>
                </a:lnTo>
                <a:lnTo>
                  <a:pt x="7" y="57"/>
                </a:lnTo>
                <a:lnTo>
                  <a:pt x="7" y="58"/>
                </a:lnTo>
                <a:lnTo>
                  <a:pt x="6" y="59"/>
                </a:lnTo>
                <a:lnTo>
                  <a:pt x="6" y="59"/>
                </a:lnTo>
                <a:lnTo>
                  <a:pt x="6" y="61"/>
                </a:lnTo>
                <a:lnTo>
                  <a:pt x="5" y="61"/>
                </a:lnTo>
                <a:lnTo>
                  <a:pt x="5" y="62"/>
                </a:lnTo>
                <a:lnTo>
                  <a:pt x="4" y="63"/>
                </a:lnTo>
                <a:lnTo>
                  <a:pt x="4" y="63"/>
                </a:lnTo>
                <a:lnTo>
                  <a:pt x="4" y="64"/>
                </a:lnTo>
                <a:lnTo>
                  <a:pt x="3" y="65"/>
                </a:lnTo>
                <a:lnTo>
                  <a:pt x="3" y="65"/>
                </a:lnTo>
                <a:lnTo>
                  <a:pt x="3" y="66"/>
                </a:lnTo>
                <a:lnTo>
                  <a:pt x="2" y="67"/>
                </a:lnTo>
                <a:lnTo>
                  <a:pt x="1" y="67"/>
                </a:lnTo>
                <a:lnTo>
                  <a:pt x="1" y="68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lnTo>
                  <a:pt x="0" y="70"/>
                </a:lnTo>
                <a:lnTo>
                  <a:pt x="0" y="72"/>
                </a:lnTo>
                <a:lnTo>
                  <a:pt x="0" y="73"/>
                </a:lnTo>
                <a:lnTo>
                  <a:pt x="1" y="74"/>
                </a:lnTo>
                <a:lnTo>
                  <a:pt x="1" y="74"/>
                </a:lnTo>
                <a:lnTo>
                  <a:pt x="2" y="74"/>
                </a:lnTo>
                <a:lnTo>
                  <a:pt x="2" y="75"/>
                </a:lnTo>
                <a:lnTo>
                  <a:pt x="4" y="76"/>
                </a:lnTo>
                <a:lnTo>
                  <a:pt x="5" y="76"/>
                </a:lnTo>
                <a:lnTo>
                  <a:pt x="5" y="75"/>
                </a:lnTo>
                <a:lnTo>
                  <a:pt x="6" y="75"/>
                </a:lnTo>
                <a:lnTo>
                  <a:pt x="5" y="77"/>
                </a:lnTo>
                <a:lnTo>
                  <a:pt x="6" y="77"/>
                </a:lnTo>
                <a:lnTo>
                  <a:pt x="7" y="77"/>
                </a:lnTo>
                <a:lnTo>
                  <a:pt x="7" y="78"/>
                </a:lnTo>
                <a:lnTo>
                  <a:pt x="8" y="78"/>
                </a:lnTo>
                <a:lnTo>
                  <a:pt x="8" y="78"/>
                </a:lnTo>
                <a:lnTo>
                  <a:pt x="13" y="77"/>
                </a:lnTo>
                <a:lnTo>
                  <a:pt x="13" y="78"/>
                </a:lnTo>
                <a:lnTo>
                  <a:pt x="13" y="78"/>
                </a:lnTo>
                <a:lnTo>
                  <a:pt x="14" y="79"/>
                </a:lnTo>
                <a:lnTo>
                  <a:pt x="14" y="81"/>
                </a:lnTo>
                <a:lnTo>
                  <a:pt x="14" y="82"/>
                </a:lnTo>
                <a:lnTo>
                  <a:pt x="15" y="83"/>
                </a:lnTo>
                <a:lnTo>
                  <a:pt x="15" y="84"/>
                </a:lnTo>
                <a:lnTo>
                  <a:pt x="16" y="84"/>
                </a:lnTo>
                <a:lnTo>
                  <a:pt x="16" y="85"/>
                </a:lnTo>
                <a:lnTo>
                  <a:pt x="17" y="85"/>
                </a:lnTo>
                <a:lnTo>
                  <a:pt x="17" y="86"/>
                </a:lnTo>
                <a:lnTo>
                  <a:pt x="17" y="87"/>
                </a:lnTo>
                <a:lnTo>
                  <a:pt x="18" y="87"/>
                </a:lnTo>
                <a:lnTo>
                  <a:pt x="18" y="88"/>
                </a:lnTo>
                <a:lnTo>
                  <a:pt x="19" y="88"/>
                </a:lnTo>
                <a:lnTo>
                  <a:pt x="19" y="88"/>
                </a:lnTo>
                <a:lnTo>
                  <a:pt x="19" y="89"/>
                </a:lnTo>
                <a:lnTo>
                  <a:pt x="21" y="89"/>
                </a:lnTo>
                <a:lnTo>
                  <a:pt x="21" y="88"/>
                </a:lnTo>
                <a:lnTo>
                  <a:pt x="24" y="87"/>
                </a:lnTo>
                <a:lnTo>
                  <a:pt x="28" y="84"/>
                </a:lnTo>
                <a:lnTo>
                  <a:pt x="29" y="83"/>
                </a:lnTo>
                <a:lnTo>
                  <a:pt x="29" y="83"/>
                </a:lnTo>
                <a:lnTo>
                  <a:pt x="30" y="82"/>
                </a:lnTo>
                <a:lnTo>
                  <a:pt x="30" y="80"/>
                </a:lnTo>
                <a:lnTo>
                  <a:pt x="31" y="79"/>
                </a:lnTo>
                <a:lnTo>
                  <a:pt x="31" y="78"/>
                </a:lnTo>
                <a:lnTo>
                  <a:pt x="31" y="78"/>
                </a:lnTo>
                <a:lnTo>
                  <a:pt x="31" y="77"/>
                </a:lnTo>
                <a:lnTo>
                  <a:pt x="31" y="76"/>
                </a:lnTo>
                <a:lnTo>
                  <a:pt x="32" y="75"/>
                </a:lnTo>
                <a:lnTo>
                  <a:pt x="34" y="73"/>
                </a:lnTo>
                <a:lnTo>
                  <a:pt x="33" y="71"/>
                </a:lnTo>
                <a:lnTo>
                  <a:pt x="35" y="71"/>
                </a:lnTo>
                <a:lnTo>
                  <a:pt x="36" y="70"/>
                </a:lnTo>
                <a:lnTo>
                  <a:pt x="37" y="70"/>
                </a:lnTo>
                <a:lnTo>
                  <a:pt x="36" y="69"/>
                </a:lnTo>
                <a:lnTo>
                  <a:pt x="36" y="69"/>
                </a:lnTo>
                <a:lnTo>
                  <a:pt x="36" y="69"/>
                </a:lnTo>
                <a:lnTo>
                  <a:pt x="36" y="68"/>
                </a:lnTo>
                <a:lnTo>
                  <a:pt x="35" y="68"/>
                </a:lnTo>
                <a:lnTo>
                  <a:pt x="36" y="68"/>
                </a:lnTo>
                <a:lnTo>
                  <a:pt x="36" y="68"/>
                </a:lnTo>
                <a:lnTo>
                  <a:pt x="37" y="68"/>
                </a:lnTo>
                <a:lnTo>
                  <a:pt x="37" y="67"/>
                </a:lnTo>
                <a:lnTo>
                  <a:pt x="38" y="66"/>
                </a:lnTo>
                <a:lnTo>
                  <a:pt x="43" y="66"/>
                </a:lnTo>
                <a:lnTo>
                  <a:pt x="43" y="65"/>
                </a:lnTo>
                <a:lnTo>
                  <a:pt x="44" y="65"/>
                </a:lnTo>
                <a:lnTo>
                  <a:pt x="45" y="65"/>
                </a:lnTo>
                <a:lnTo>
                  <a:pt x="45" y="66"/>
                </a:lnTo>
                <a:lnTo>
                  <a:pt x="46" y="65"/>
                </a:lnTo>
                <a:lnTo>
                  <a:pt x="47" y="65"/>
                </a:lnTo>
                <a:lnTo>
                  <a:pt x="49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8"/>
                </a:lnTo>
                <a:lnTo>
                  <a:pt x="53" y="68"/>
                </a:lnTo>
                <a:lnTo>
                  <a:pt x="54" y="68"/>
                </a:lnTo>
                <a:lnTo>
                  <a:pt x="55" y="68"/>
                </a:lnTo>
                <a:lnTo>
                  <a:pt x="55" y="69"/>
                </a:lnTo>
                <a:lnTo>
                  <a:pt x="58" y="71"/>
                </a:lnTo>
                <a:lnTo>
                  <a:pt x="57" y="71"/>
                </a:lnTo>
                <a:lnTo>
                  <a:pt x="58" y="72"/>
                </a:lnTo>
                <a:lnTo>
                  <a:pt x="57" y="72"/>
                </a:lnTo>
                <a:lnTo>
                  <a:pt x="58" y="72"/>
                </a:lnTo>
                <a:lnTo>
                  <a:pt x="58" y="73"/>
                </a:lnTo>
                <a:lnTo>
                  <a:pt x="57" y="73"/>
                </a:lnTo>
                <a:lnTo>
                  <a:pt x="57" y="74"/>
                </a:lnTo>
                <a:lnTo>
                  <a:pt x="57" y="75"/>
                </a:lnTo>
                <a:lnTo>
                  <a:pt x="56" y="74"/>
                </a:lnTo>
                <a:lnTo>
                  <a:pt x="56" y="75"/>
                </a:lnTo>
                <a:lnTo>
                  <a:pt x="57" y="75"/>
                </a:lnTo>
                <a:lnTo>
                  <a:pt x="56" y="76"/>
                </a:lnTo>
                <a:lnTo>
                  <a:pt x="56" y="75"/>
                </a:lnTo>
                <a:lnTo>
                  <a:pt x="55" y="76"/>
                </a:lnTo>
                <a:lnTo>
                  <a:pt x="55" y="78"/>
                </a:lnTo>
                <a:lnTo>
                  <a:pt x="54" y="78"/>
                </a:lnTo>
                <a:lnTo>
                  <a:pt x="54" y="79"/>
                </a:lnTo>
                <a:lnTo>
                  <a:pt x="55" y="79"/>
                </a:lnTo>
                <a:lnTo>
                  <a:pt x="55" y="80"/>
                </a:lnTo>
                <a:lnTo>
                  <a:pt x="54" y="80"/>
                </a:lnTo>
                <a:lnTo>
                  <a:pt x="54" y="82"/>
                </a:lnTo>
                <a:lnTo>
                  <a:pt x="53" y="83"/>
                </a:lnTo>
                <a:lnTo>
                  <a:pt x="52" y="85"/>
                </a:lnTo>
                <a:lnTo>
                  <a:pt x="51" y="85"/>
                </a:lnTo>
                <a:lnTo>
                  <a:pt x="50" y="87"/>
                </a:lnTo>
                <a:lnTo>
                  <a:pt x="49" y="87"/>
                </a:lnTo>
                <a:lnTo>
                  <a:pt x="48" y="87"/>
                </a:lnTo>
                <a:lnTo>
                  <a:pt x="47" y="89"/>
                </a:lnTo>
                <a:lnTo>
                  <a:pt x="48" y="90"/>
                </a:lnTo>
                <a:lnTo>
                  <a:pt x="47" y="90"/>
                </a:lnTo>
                <a:lnTo>
                  <a:pt x="48" y="91"/>
                </a:lnTo>
                <a:lnTo>
                  <a:pt x="48" y="92"/>
                </a:lnTo>
                <a:lnTo>
                  <a:pt x="48" y="92"/>
                </a:lnTo>
                <a:lnTo>
                  <a:pt x="48" y="93"/>
                </a:lnTo>
                <a:lnTo>
                  <a:pt x="45" y="94"/>
                </a:lnTo>
                <a:lnTo>
                  <a:pt x="44" y="95"/>
                </a:lnTo>
                <a:lnTo>
                  <a:pt x="44" y="96"/>
                </a:lnTo>
                <a:lnTo>
                  <a:pt x="45" y="97"/>
                </a:lnTo>
                <a:lnTo>
                  <a:pt x="45" y="96"/>
                </a:lnTo>
                <a:lnTo>
                  <a:pt x="46" y="97"/>
                </a:lnTo>
                <a:lnTo>
                  <a:pt x="45" y="98"/>
                </a:lnTo>
                <a:lnTo>
                  <a:pt x="45" y="98"/>
                </a:lnTo>
                <a:lnTo>
                  <a:pt x="45" y="98"/>
                </a:lnTo>
                <a:lnTo>
                  <a:pt x="45" y="99"/>
                </a:lnTo>
                <a:lnTo>
                  <a:pt x="46" y="99"/>
                </a:lnTo>
                <a:lnTo>
                  <a:pt x="46" y="99"/>
                </a:lnTo>
                <a:lnTo>
                  <a:pt x="47" y="99"/>
                </a:lnTo>
                <a:lnTo>
                  <a:pt x="48" y="99"/>
                </a:lnTo>
                <a:lnTo>
                  <a:pt x="49" y="100"/>
                </a:lnTo>
                <a:lnTo>
                  <a:pt x="49" y="100"/>
                </a:lnTo>
                <a:lnTo>
                  <a:pt x="49" y="100"/>
                </a:lnTo>
                <a:lnTo>
                  <a:pt x="50" y="101"/>
                </a:lnTo>
                <a:lnTo>
                  <a:pt x="51" y="100"/>
                </a:lnTo>
                <a:lnTo>
                  <a:pt x="53" y="98"/>
                </a:lnTo>
                <a:lnTo>
                  <a:pt x="53" y="99"/>
                </a:lnTo>
                <a:lnTo>
                  <a:pt x="53" y="100"/>
                </a:lnTo>
                <a:lnTo>
                  <a:pt x="53" y="100"/>
                </a:lnTo>
                <a:lnTo>
                  <a:pt x="52" y="100"/>
                </a:lnTo>
                <a:lnTo>
                  <a:pt x="51" y="101"/>
                </a:lnTo>
                <a:lnTo>
                  <a:pt x="52" y="102"/>
                </a:lnTo>
                <a:lnTo>
                  <a:pt x="52" y="102"/>
                </a:lnTo>
                <a:lnTo>
                  <a:pt x="52" y="103"/>
                </a:lnTo>
                <a:lnTo>
                  <a:pt x="53" y="103"/>
                </a:lnTo>
                <a:lnTo>
                  <a:pt x="54" y="104"/>
                </a:lnTo>
                <a:lnTo>
                  <a:pt x="53" y="105"/>
                </a:lnTo>
                <a:lnTo>
                  <a:pt x="52" y="105"/>
                </a:lnTo>
                <a:lnTo>
                  <a:pt x="53" y="104"/>
                </a:lnTo>
                <a:lnTo>
                  <a:pt x="52" y="103"/>
                </a:lnTo>
                <a:lnTo>
                  <a:pt x="52" y="104"/>
                </a:lnTo>
                <a:lnTo>
                  <a:pt x="52" y="105"/>
                </a:lnTo>
                <a:lnTo>
                  <a:pt x="51" y="106"/>
                </a:lnTo>
                <a:lnTo>
                  <a:pt x="50" y="107"/>
                </a:lnTo>
                <a:lnTo>
                  <a:pt x="49" y="106"/>
                </a:lnTo>
                <a:lnTo>
                  <a:pt x="48" y="107"/>
                </a:lnTo>
                <a:lnTo>
                  <a:pt x="48" y="108"/>
                </a:lnTo>
                <a:lnTo>
                  <a:pt x="46" y="109"/>
                </a:lnTo>
                <a:lnTo>
                  <a:pt x="46" y="109"/>
                </a:lnTo>
                <a:lnTo>
                  <a:pt x="45" y="109"/>
                </a:lnTo>
                <a:lnTo>
                  <a:pt x="44" y="110"/>
                </a:lnTo>
                <a:lnTo>
                  <a:pt x="44" y="111"/>
                </a:lnTo>
                <a:lnTo>
                  <a:pt x="45" y="111"/>
                </a:lnTo>
                <a:lnTo>
                  <a:pt x="45" y="111"/>
                </a:lnTo>
                <a:lnTo>
                  <a:pt x="45" y="113"/>
                </a:lnTo>
                <a:lnTo>
                  <a:pt x="45" y="113"/>
                </a:lnTo>
                <a:lnTo>
                  <a:pt x="46" y="114"/>
                </a:lnTo>
                <a:lnTo>
                  <a:pt x="47" y="114"/>
                </a:lnTo>
                <a:lnTo>
                  <a:pt x="48" y="113"/>
                </a:lnTo>
                <a:lnTo>
                  <a:pt x="49" y="111"/>
                </a:lnTo>
                <a:lnTo>
                  <a:pt x="52" y="111"/>
                </a:lnTo>
                <a:lnTo>
                  <a:pt x="53" y="110"/>
                </a:lnTo>
                <a:lnTo>
                  <a:pt x="55" y="109"/>
                </a:lnTo>
                <a:lnTo>
                  <a:pt x="55" y="108"/>
                </a:lnTo>
                <a:lnTo>
                  <a:pt x="53" y="108"/>
                </a:lnTo>
                <a:lnTo>
                  <a:pt x="54" y="107"/>
                </a:lnTo>
                <a:lnTo>
                  <a:pt x="54" y="106"/>
                </a:lnTo>
                <a:lnTo>
                  <a:pt x="55" y="106"/>
                </a:lnTo>
                <a:lnTo>
                  <a:pt x="55" y="106"/>
                </a:lnTo>
                <a:lnTo>
                  <a:pt x="56" y="106"/>
                </a:lnTo>
                <a:lnTo>
                  <a:pt x="56" y="107"/>
                </a:lnTo>
                <a:lnTo>
                  <a:pt x="57" y="107"/>
                </a:lnTo>
                <a:lnTo>
                  <a:pt x="58" y="107"/>
                </a:lnTo>
                <a:lnTo>
                  <a:pt x="57" y="105"/>
                </a:lnTo>
                <a:lnTo>
                  <a:pt x="58" y="105"/>
                </a:lnTo>
                <a:lnTo>
                  <a:pt x="58" y="105"/>
                </a:lnTo>
                <a:lnTo>
                  <a:pt x="59" y="105"/>
                </a:lnTo>
                <a:lnTo>
                  <a:pt x="59" y="104"/>
                </a:lnTo>
                <a:lnTo>
                  <a:pt x="60" y="104"/>
                </a:lnTo>
                <a:lnTo>
                  <a:pt x="60" y="104"/>
                </a:lnTo>
                <a:lnTo>
                  <a:pt x="60" y="103"/>
                </a:lnTo>
                <a:lnTo>
                  <a:pt x="62" y="102"/>
                </a:lnTo>
                <a:lnTo>
                  <a:pt x="61" y="101"/>
                </a:lnTo>
                <a:lnTo>
                  <a:pt x="61" y="100"/>
                </a:lnTo>
                <a:lnTo>
                  <a:pt x="63" y="99"/>
                </a:lnTo>
                <a:lnTo>
                  <a:pt x="63" y="98"/>
                </a:lnTo>
                <a:lnTo>
                  <a:pt x="65" y="95"/>
                </a:lnTo>
                <a:lnTo>
                  <a:pt x="66" y="95"/>
                </a:lnTo>
                <a:lnTo>
                  <a:pt x="67" y="95"/>
                </a:lnTo>
                <a:lnTo>
                  <a:pt x="68" y="93"/>
                </a:lnTo>
                <a:lnTo>
                  <a:pt x="68" y="92"/>
                </a:lnTo>
                <a:lnTo>
                  <a:pt x="71" y="91"/>
                </a:lnTo>
                <a:lnTo>
                  <a:pt x="72" y="89"/>
                </a:lnTo>
                <a:lnTo>
                  <a:pt x="74" y="89"/>
                </a:lnTo>
                <a:lnTo>
                  <a:pt x="74" y="88"/>
                </a:lnTo>
                <a:lnTo>
                  <a:pt x="74" y="88"/>
                </a:lnTo>
                <a:lnTo>
                  <a:pt x="76" y="87"/>
                </a:lnTo>
                <a:lnTo>
                  <a:pt x="76" y="88"/>
                </a:lnTo>
                <a:lnTo>
                  <a:pt x="77" y="87"/>
                </a:lnTo>
                <a:lnTo>
                  <a:pt x="77" y="87"/>
                </a:lnTo>
                <a:lnTo>
                  <a:pt x="77" y="86"/>
                </a:lnTo>
                <a:lnTo>
                  <a:pt x="78" y="86"/>
                </a:lnTo>
                <a:lnTo>
                  <a:pt x="78" y="86"/>
                </a:lnTo>
                <a:lnTo>
                  <a:pt x="78" y="85"/>
                </a:lnTo>
                <a:lnTo>
                  <a:pt x="80" y="85"/>
                </a:lnTo>
                <a:lnTo>
                  <a:pt x="80" y="85"/>
                </a:lnTo>
                <a:lnTo>
                  <a:pt x="82" y="84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5607668" y="2326308"/>
            <a:ext cx="1045319" cy="737495"/>
          </a:xfrm>
          <a:custGeom>
            <a:avLst/>
            <a:gdLst/>
            <a:ahLst/>
            <a:cxnLst/>
            <a:rect l="l" t="t" r="r" b="b"/>
            <a:pathLst>
              <a:path w="163" h="115">
                <a:moveTo>
                  <a:pt x="141" y="66"/>
                </a:moveTo>
                <a:lnTo>
                  <a:pt x="141" y="65"/>
                </a:lnTo>
                <a:lnTo>
                  <a:pt x="141" y="65"/>
                </a:lnTo>
                <a:lnTo>
                  <a:pt x="142" y="65"/>
                </a:lnTo>
                <a:lnTo>
                  <a:pt x="143" y="65"/>
                </a:lnTo>
                <a:lnTo>
                  <a:pt x="143" y="64"/>
                </a:lnTo>
                <a:lnTo>
                  <a:pt x="142" y="61"/>
                </a:lnTo>
                <a:lnTo>
                  <a:pt x="143" y="61"/>
                </a:lnTo>
                <a:lnTo>
                  <a:pt x="142" y="60"/>
                </a:lnTo>
                <a:lnTo>
                  <a:pt x="143" y="59"/>
                </a:lnTo>
                <a:lnTo>
                  <a:pt x="142" y="59"/>
                </a:lnTo>
                <a:lnTo>
                  <a:pt x="142" y="54"/>
                </a:lnTo>
                <a:lnTo>
                  <a:pt x="143" y="53"/>
                </a:lnTo>
                <a:lnTo>
                  <a:pt x="142" y="53"/>
                </a:lnTo>
                <a:lnTo>
                  <a:pt x="142" y="52"/>
                </a:lnTo>
                <a:lnTo>
                  <a:pt x="143" y="52"/>
                </a:lnTo>
                <a:lnTo>
                  <a:pt x="143" y="52"/>
                </a:lnTo>
                <a:lnTo>
                  <a:pt x="143" y="51"/>
                </a:lnTo>
                <a:lnTo>
                  <a:pt x="144" y="52"/>
                </a:lnTo>
                <a:lnTo>
                  <a:pt x="145" y="52"/>
                </a:lnTo>
                <a:lnTo>
                  <a:pt x="146" y="51"/>
                </a:lnTo>
                <a:lnTo>
                  <a:pt x="147" y="51"/>
                </a:lnTo>
                <a:lnTo>
                  <a:pt x="146" y="52"/>
                </a:lnTo>
                <a:lnTo>
                  <a:pt x="147" y="52"/>
                </a:lnTo>
                <a:lnTo>
                  <a:pt x="146" y="53"/>
                </a:lnTo>
                <a:lnTo>
                  <a:pt x="147" y="53"/>
                </a:lnTo>
                <a:lnTo>
                  <a:pt x="149" y="52"/>
                </a:lnTo>
                <a:lnTo>
                  <a:pt x="149" y="52"/>
                </a:lnTo>
                <a:lnTo>
                  <a:pt x="149" y="55"/>
                </a:lnTo>
                <a:lnTo>
                  <a:pt x="150" y="57"/>
                </a:lnTo>
                <a:lnTo>
                  <a:pt x="150" y="57"/>
                </a:lnTo>
                <a:lnTo>
                  <a:pt x="153" y="58"/>
                </a:lnTo>
                <a:lnTo>
                  <a:pt x="154" y="58"/>
                </a:lnTo>
                <a:lnTo>
                  <a:pt x="153" y="59"/>
                </a:lnTo>
                <a:lnTo>
                  <a:pt x="154" y="59"/>
                </a:lnTo>
                <a:lnTo>
                  <a:pt x="154" y="59"/>
                </a:lnTo>
                <a:lnTo>
                  <a:pt x="154" y="58"/>
                </a:lnTo>
                <a:lnTo>
                  <a:pt x="154" y="57"/>
                </a:lnTo>
                <a:lnTo>
                  <a:pt x="155" y="57"/>
                </a:lnTo>
                <a:lnTo>
                  <a:pt x="156" y="60"/>
                </a:lnTo>
                <a:lnTo>
                  <a:pt x="156" y="60"/>
                </a:lnTo>
                <a:lnTo>
                  <a:pt x="157" y="61"/>
                </a:lnTo>
                <a:lnTo>
                  <a:pt x="158" y="61"/>
                </a:lnTo>
                <a:lnTo>
                  <a:pt x="157" y="61"/>
                </a:lnTo>
                <a:lnTo>
                  <a:pt x="157" y="60"/>
                </a:lnTo>
                <a:lnTo>
                  <a:pt x="156" y="60"/>
                </a:lnTo>
                <a:lnTo>
                  <a:pt x="156" y="59"/>
                </a:lnTo>
                <a:lnTo>
                  <a:pt x="157" y="58"/>
                </a:lnTo>
                <a:lnTo>
                  <a:pt x="157" y="57"/>
                </a:lnTo>
                <a:lnTo>
                  <a:pt x="155" y="56"/>
                </a:lnTo>
                <a:lnTo>
                  <a:pt x="154" y="56"/>
                </a:lnTo>
                <a:lnTo>
                  <a:pt x="153" y="56"/>
                </a:lnTo>
                <a:lnTo>
                  <a:pt x="152" y="55"/>
                </a:lnTo>
                <a:lnTo>
                  <a:pt x="153" y="54"/>
                </a:lnTo>
                <a:lnTo>
                  <a:pt x="156" y="52"/>
                </a:lnTo>
                <a:lnTo>
                  <a:pt x="157" y="52"/>
                </a:lnTo>
                <a:lnTo>
                  <a:pt x="158" y="51"/>
                </a:lnTo>
                <a:lnTo>
                  <a:pt x="158" y="51"/>
                </a:lnTo>
                <a:lnTo>
                  <a:pt x="158" y="50"/>
                </a:lnTo>
                <a:lnTo>
                  <a:pt x="159" y="51"/>
                </a:lnTo>
                <a:lnTo>
                  <a:pt x="160" y="50"/>
                </a:lnTo>
                <a:lnTo>
                  <a:pt x="161" y="50"/>
                </a:lnTo>
                <a:lnTo>
                  <a:pt x="162" y="50"/>
                </a:lnTo>
                <a:lnTo>
                  <a:pt x="161" y="49"/>
                </a:lnTo>
                <a:lnTo>
                  <a:pt x="161" y="48"/>
                </a:lnTo>
                <a:lnTo>
                  <a:pt x="162" y="48"/>
                </a:lnTo>
                <a:lnTo>
                  <a:pt x="163" y="48"/>
                </a:lnTo>
                <a:lnTo>
                  <a:pt x="163" y="47"/>
                </a:lnTo>
                <a:lnTo>
                  <a:pt x="162" y="47"/>
                </a:lnTo>
                <a:lnTo>
                  <a:pt x="162" y="46"/>
                </a:lnTo>
                <a:lnTo>
                  <a:pt x="162" y="45"/>
                </a:lnTo>
                <a:lnTo>
                  <a:pt x="162" y="45"/>
                </a:lnTo>
                <a:lnTo>
                  <a:pt x="162" y="44"/>
                </a:lnTo>
                <a:lnTo>
                  <a:pt x="163" y="43"/>
                </a:lnTo>
                <a:lnTo>
                  <a:pt x="162" y="42"/>
                </a:lnTo>
                <a:lnTo>
                  <a:pt x="162" y="42"/>
                </a:lnTo>
                <a:lnTo>
                  <a:pt x="162" y="41"/>
                </a:lnTo>
                <a:lnTo>
                  <a:pt x="162" y="40"/>
                </a:lnTo>
                <a:lnTo>
                  <a:pt x="162" y="38"/>
                </a:lnTo>
                <a:lnTo>
                  <a:pt x="163" y="37"/>
                </a:lnTo>
                <a:lnTo>
                  <a:pt x="162" y="36"/>
                </a:lnTo>
                <a:lnTo>
                  <a:pt x="162" y="35"/>
                </a:lnTo>
                <a:lnTo>
                  <a:pt x="162" y="35"/>
                </a:lnTo>
                <a:lnTo>
                  <a:pt x="162" y="36"/>
                </a:lnTo>
                <a:lnTo>
                  <a:pt x="161" y="36"/>
                </a:lnTo>
                <a:lnTo>
                  <a:pt x="161" y="37"/>
                </a:lnTo>
                <a:lnTo>
                  <a:pt x="160" y="37"/>
                </a:lnTo>
                <a:lnTo>
                  <a:pt x="157" y="36"/>
                </a:lnTo>
                <a:lnTo>
                  <a:pt x="157" y="37"/>
                </a:lnTo>
                <a:lnTo>
                  <a:pt x="156" y="38"/>
                </a:lnTo>
                <a:lnTo>
                  <a:pt x="155" y="38"/>
                </a:lnTo>
                <a:lnTo>
                  <a:pt x="154" y="37"/>
                </a:lnTo>
                <a:lnTo>
                  <a:pt x="152" y="36"/>
                </a:lnTo>
                <a:lnTo>
                  <a:pt x="151" y="36"/>
                </a:lnTo>
                <a:lnTo>
                  <a:pt x="151" y="35"/>
                </a:lnTo>
                <a:lnTo>
                  <a:pt x="148" y="35"/>
                </a:lnTo>
                <a:lnTo>
                  <a:pt x="148" y="35"/>
                </a:lnTo>
                <a:lnTo>
                  <a:pt x="147" y="35"/>
                </a:lnTo>
                <a:lnTo>
                  <a:pt x="146" y="34"/>
                </a:lnTo>
                <a:lnTo>
                  <a:pt x="147" y="33"/>
                </a:lnTo>
                <a:lnTo>
                  <a:pt x="146" y="33"/>
                </a:lnTo>
                <a:lnTo>
                  <a:pt x="145" y="31"/>
                </a:lnTo>
                <a:lnTo>
                  <a:pt x="145" y="31"/>
                </a:lnTo>
                <a:lnTo>
                  <a:pt x="145" y="30"/>
                </a:lnTo>
                <a:lnTo>
                  <a:pt x="145" y="30"/>
                </a:lnTo>
                <a:lnTo>
                  <a:pt x="144" y="29"/>
                </a:lnTo>
                <a:lnTo>
                  <a:pt x="144" y="28"/>
                </a:lnTo>
                <a:lnTo>
                  <a:pt x="144" y="27"/>
                </a:lnTo>
                <a:lnTo>
                  <a:pt x="143" y="27"/>
                </a:lnTo>
                <a:lnTo>
                  <a:pt x="143" y="29"/>
                </a:lnTo>
                <a:lnTo>
                  <a:pt x="142" y="30"/>
                </a:lnTo>
                <a:lnTo>
                  <a:pt x="141" y="31"/>
                </a:lnTo>
                <a:lnTo>
                  <a:pt x="141" y="31"/>
                </a:lnTo>
                <a:lnTo>
                  <a:pt x="141" y="32"/>
                </a:lnTo>
                <a:lnTo>
                  <a:pt x="141" y="32"/>
                </a:lnTo>
                <a:lnTo>
                  <a:pt x="141" y="33"/>
                </a:lnTo>
                <a:lnTo>
                  <a:pt x="140" y="32"/>
                </a:lnTo>
                <a:lnTo>
                  <a:pt x="139" y="32"/>
                </a:lnTo>
                <a:lnTo>
                  <a:pt x="139" y="30"/>
                </a:lnTo>
                <a:lnTo>
                  <a:pt x="138" y="29"/>
                </a:lnTo>
                <a:lnTo>
                  <a:pt x="137" y="29"/>
                </a:lnTo>
                <a:lnTo>
                  <a:pt x="137" y="30"/>
                </a:lnTo>
                <a:lnTo>
                  <a:pt x="136" y="30"/>
                </a:lnTo>
                <a:lnTo>
                  <a:pt x="136" y="31"/>
                </a:lnTo>
                <a:lnTo>
                  <a:pt x="136" y="33"/>
                </a:lnTo>
                <a:lnTo>
                  <a:pt x="135" y="33"/>
                </a:lnTo>
                <a:lnTo>
                  <a:pt x="135" y="33"/>
                </a:lnTo>
                <a:lnTo>
                  <a:pt x="131" y="34"/>
                </a:lnTo>
                <a:lnTo>
                  <a:pt x="130" y="36"/>
                </a:lnTo>
                <a:lnTo>
                  <a:pt x="129" y="36"/>
                </a:lnTo>
                <a:lnTo>
                  <a:pt x="129" y="36"/>
                </a:lnTo>
                <a:lnTo>
                  <a:pt x="128" y="37"/>
                </a:lnTo>
                <a:lnTo>
                  <a:pt x="128" y="36"/>
                </a:lnTo>
                <a:lnTo>
                  <a:pt x="127" y="37"/>
                </a:lnTo>
                <a:lnTo>
                  <a:pt x="128" y="39"/>
                </a:lnTo>
                <a:lnTo>
                  <a:pt x="128" y="39"/>
                </a:lnTo>
                <a:lnTo>
                  <a:pt x="129" y="41"/>
                </a:lnTo>
                <a:lnTo>
                  <a:pt x="126" y="44"/>
                </a:lnTo>
                <a:lnTo>
                  <a:pt x="124" y="43"/>
                </a:lnTo>
                <a:lnTo>
                  <a:pt x="123" y="44"/>
                </a:lnTo>
                <a:lnTo>
                  <a:pt x="122" y="43"/>
                </a:lnTo>
                <a:lnTo>
                  <a:pt x="121" y="40"/>
                </a:lnTo>
                <a:lnTo>
                  <a:pt x="120" y="40"/>
                </a:lnTo>
                <a:lnTo>
                  <a:pt x="120" y="40"/>
                </a:lnTo>
                <a:lnTo>
                  <a:pt x="119" y="38"/>
                </a:lnTo>
                <a:lnTo>
                  <a:pt x="120" y="37"/>
                </a:lnTo>
                <a:lnTo>
                  <a:pt x="119" y="37"/>
                </a:lnTo>
                <a:lnTo>
                  <a:pt x="118" y="37"/>
                </a:lnTo>
                <a:lnTo>
                  <a:pt x="117" y="36"/>
                </a:lnTo>
                <a:lnTo>
                  <a:pt x="116" y="35"/>
                </a:lnTo>
                <a:lnTo>
                  <a:pt x="116" y="34"/>
                </a:lnTo>
                <a:lnTo>
                  <a:pt x="114" y="32"/>
                </a:lnTo>
                <a:lnTo>
                  <a:pt x="113" y="31"/>
                </a:lnTo>
                <a:lnTo>
                  <a:pt x="113" y="30"/>
                </a:lnTo>
                <a:lnTo>
                  <a:pt x="113" y="30"/>
                </a:lnTo>
                <a:lnTo>
                  <a:pt x="113" y="28"/>
                </a:lnTo>
                <a:lnTo>
                  <a:pt x="112" y="28"/>
                </a:lnTo>
                <a:lnTo>
                  <a:pt x="113" y="28"/>
                </a:lnTo>
                <a:lnTo>
                  <a:pt x="113" y="27"/>
                </a:lnTo>
                <a:lnTo>
                  <a:pt x="112" y="26"/>
                </a:lnTo>
                <a:lnTo>
                  <a:pt x="112" y="26"/>
                </a:lnTo>
                <a:lnTo>
                  <a:pt x="110" y="24"/>
                </a:lnTo>
                <a:lnTo>
                  <a:pt x="108" y="27"/>
                </a:lnTo>
                <a:lnTo>
                  <a:pt x="108" y="29"/>
                </a:lnTo>
                <a:lnTo>
                  <a:pt x="106" y="29"/>
                </a:lnTo>
                <a:lnTo>
                  <a:pt x="106" y="29"/>
                </a:lnTo>
                <a:lnTo>
                  <a:pt x="107" y="30"/>
                </a:lnTo>
                <a:lnTo>
                  <a:pt x="107" y="30"/>
                </a:lnTo>
                <a:lnTo>
                  <a:pt x="107" y="31"/>
                </a:lnTo>
                <a:lnTo>
                  <a:pt x="108" y="32"/>
                </a:lnTo>
                <a:lnTo>
                  <a:pt x="108" y="33"/>
                </a:lnTo>
                <a:lnTo>
                  <a:pt x="107" y="33"/>
                </a:lnTo>
                <a:lnTo>
                  <a:pt x="108" y="33"/>
                </a:lnTo>
                <a:lnTo>
                  <a:pt x="108" y="34"/>
                </a:lnTo>
                <a:lnTo>
                  <a:pt x="105" y="36"/>
                </a:lnTo>
                <a:lnTo>
                  <a:pt x="104" y="36"/>
                </a:lnTo>
                <a:lnTo>
                  <a:pt x="103" y="36"/>
                </a:lnTo>
                <a:lnTo>
                  <a:pt x="102" y="36"/>
                </a:lnTo>
                <a:lnTo>
                  <a:pt x="102" y="34"/>
                </a:lnTo>
                <a:lnTo>
                  <a:pt x="101" y="35"/>
                </a:lnTo>
                <a:lnTo>
                  <a:pt x="100" y="34"/>
                </a:lnTo>
                <a:lnTo>
                  <a:pt x="99" y="34"/>
                </a:lnTo>
                <a:lnTo>
                  <a:pt x="100" y="32"/>
                </a:lnTo>
                <a:lnTo>
                  <a:pt x="97" y="30"/>
                </a:lnTo>
                <a:lnTo>
                  <a:pt x="97" y="29"/>
                </a:lnTo>
                <a:lnTo>
                  <a:pt x="96" y="28"/>
                </a:lnTo>
                <a:lnTo>
                  <a:pt x="96" y="28"/>
                </a:lnTo>
                <a:lnTo>
                  <a:pt x="97" y="27"/>
                </a:lnTo>
                <a:lnTo>
                  <a:pt x="97" y="27"/>
                </a:lnTo>
                <a:lnTo>
                  <a:pt x="97" y="26"/>
                </a:lnTo>
                <a:lnTo>
                  <a:pt x="94" y="25"/>
                </a:lnTo>
                <a:lnTo>
                  <a:pt x="92" y="26"/>
                </a:lnTo>
                <a:lnTo>
                  <a:pt x="92" y="26"/>
                </a:lnTo>
                <a:lnTo>
                  <a:pt x="92" y="26"/>
                </a:lnTo>
                <a:lnTo>
                  <a:pt x="92" y="26"/>
                </a:lnTo>
                <a:lnTo>
                  <a:pt x="91" y="26"/>
                </a:lnTo>
                <a:lnTo>
                  <a:pt x="90" y="27"/>
                </a:lnTo>
                <a:lnTo>
                  <a:pt x="90" y="27"/>
                </a:lnTo>
                <a:lnTo>
                  <a:pt x="89" y="28"/>
                </a:lnTo>
                <a:lnTo>
                  <a:pt x="88" y="26"/>
                </a:lnTo>
                <a:lnTo>
                  <a:pt x="88" y="25"/>
                </a:lnTo>
                <a:lnTo>
                  <a:pt x="87" y="24"/>
                </a:lnTo>
                <a:lnTo>
                  <a:pt x="87" y="23"/>
                </a:lnTo>
                <a:lnTo>
                  <a:pt x="87" y="22"/>
                </a:lnTo>
                <a:lnTo>
                  <a:pt x="87" y="21"/>
                </a:lnTo>
                <a:lnTo>
                  <a:pt x="88" y="21"/>
                </a:lnTo>
                <a:lnTo>
                  <a:pt x="88" y="20"/>
                </a:lnTo>
                <a:lnTo>
                  <a:pt x="86" y="17"/>
                </a:lnTo>
                <a:lnTo>
                  <a:pt x="85" y="16"/>
                </a:lnTo>
                <a:lnTo>
                  <a:pt x="82" y="16"/>
                </a:lnTo>
                <a:lnTo>
                  <a:pt x="82" y="16"/>
                </a:lnTo>
                <a:lnTo>
                  <a:pt x="81" y="16"/>
                </a:lnTo>
                <a:lnTo>
                  <a:pt x="81" y="16"/>
                </a:lnTo>
                <a:lnTo>
                  <a:pt x="80" y="15"/>
                </a:lnTo>
                <a:lnTo>
                  <a:pt x="78" y="15"/>
                </a:lnTo>
                <a:lnTo>
                  <a:pt x="76" y="16"/>
                </a:lnTo>
                <a:lnTo>
                  <a:pt x="75" y="17"/>
                </a:lnTo>
                <a:lnTo>
                  <a:pt x="74" y="17"/>
                </a:lnTo>
                <a:lnTo>
                  <a:pt x="74" y="18"/>
                </a:lnTo>
                <a:lnTo>
                  <a:pt x="74" y="18"/>
                </a:lnTo>
                <a:lnTo>
                  <a:pt x="73" y="19"/>
                </a:lnTo>
                <a:lnTo>
                  <a:pt x="71" y="18"/>
                </a:lnTo>
                <a:lnTo>
                  <a:pt x="70" y="19"/>
                </a:lnTo>
                <a:lnTo>
                  <a:pt x="70" y="18"/>
                </a:lnTo>
                <a:lnTo>
                  <a:pt x="69" y="18"/>
                </a:lnTo>
                <a:lnTo>
                  <a:pt x="67" y="18"/>
                </a:lnTo>
                <a:lnTo>
                  <a:pt x="67" y="17"/>
                </a:lnTo>
                <a:lnTo>
                  <a:pt x="64" y="15"/>
                </a:lnTo>
                <a:lnTo>
                  <a:pt x="64" y="15"/>
                </a:lnTo>
                <a:lnTo>
                  <a:pt x="64" y="13"/>
                </a:lnTo>
                <a:lnTo>
                  <a:pt x="63" y="12"/>
                </a:lnTo>
                <a:lnTo>
                  <a:pt x="62" y="12"/>
                </a:lnTo>
                <a:lnTo>
                  <a:pt x="61" y="14"/>
                </a:lnTo>
                <a:lnTo>
                  <a:pt x="60" y="13"/>
                </a:lnTo>
                <a:lnTo>
                  <a:pt x="60" y="13"/>
                </a:lnTo>
                <a:lnTo>
                  <a:pt x="60" y="14"/>
                </a:lnTo>
                <a:lnTo>
                  <a:pt x="59" y="16"/>
                </a:lnTo>
                <a:lnTo>
                  <a:pt x="58" y="15"/>
                </a:lnTo>
                <a:lnTo>
                  <a:pt x="58" y="16"/>
                </a:lnTo>
                <a:lnTo>
                  <a:pt x="57" y="15"/>
                </a:lnTo>
                <a:lnTo>
                  <a:pt x="56" y="16"/>
                </a:lnTo>
                <a:lnTo>
                  <a:pt x="55" y="16"/>
                </a:lnTo>
                <a:lnTo>
                  <a:pt x="55" y="17"/>
                </a:lnTo>
                <a:lnTo>
                  <a:pt x="54" y="16"/>
                </a:lnTo>
                <a:lnTo>
                  <a:pt x="55" y="16"/>
                </a:lnTo>
                <a:lnTo>
                  <a:pt x="54" y="16"/>
                </a:lnTo>
                <a:lnTo>
                  <a:pt x="53" y="15"/>
                </a:lnTo>
                <a:lnTo>
                  <a:pt x="52" y="15"/>
                </a:lnTo>
                <a:lnTo>
                  <a:pt x="52" y="14"/>
                </a:lnTo>
                <a:lnTo>
                  <a:pt x="51" y="14"/>
                </a:lnTo>
                <a:lnTo>
                  <a:pt x="51" y="15"/>
                </a:lnTo>
                <a:lnTo>
                  <a:pt x="51" y="16"/>
                </a:lnTo>
                <a:lnTo>
                  <a:pt x="51" y="16"/>
                </a:lnTo>
                <a:lnTo>
                  <a:pt x="50" y="16"/>
                </a:lnTo>
                <a:lnTo>
                  <a:pt x="50" y="16"/>
                </a:lnTo>
                <a:lnTo>
                  <a:pt x="49" y="17"/>
                </a:lnTo>
                <a:lnTo>
                  <a:pt x="47" y="17"/>
                </a:lnTo>
                <a:lnTo>
                  <a:pt x="47" y="17"/>
                </a:lnTo>
                <a:lnTo>
                  <a:pt x="46" y="18"/>
                </a:lnTo>
                <a:lnTo>
                  <a:pt x="45" y="17"/>
                </a:lnTo>
                <a:lnTo>
                  <a:pt x="44" y="18"/>
                </a:lnTo>
                <a:lnTo>
                  <a:pt x="43" y="17"/>
                </a:lnTo>
                <a:lnTo>
                  <a:pt x="43" y="16"/>
                </a:lnTo>
                <a:lnTo>
                  <a:pt x="43" y="15"/>
                </a:lnTo>
                <a:lnTo>
                  <a:pt x="42" y="16"/>
                </a:lnTo>
                <a:lnTo>
                  <a:pt x="41" y="16"/>
                </a:lnTo>
                <a:lnTo>
                  <a:pt x="41" y="15"/>
                </a:lnTo>
                <a:lnTo>
                  <a:pt x="41" y="15"/>
                </a:lnTo>
                <a:lnTo>
                  <a:pt x="40" y="14"/>
                </a:lnTo>
                <a:lnTo>
                  <a:pt x="39" y="14"/>
                </a:lnTo>
                <a:lnTo>
                  <a:pt x="39" y="14"/>
                </a:lnTo>
                <a:lnTo>
                  <a:pt x="39" y="13"/>
                </a:lnTo>
                <a:lnTo>
                  <a:pt x="39" y="13"/>
                </a:lnTo>
                <a:lnTo>
                  <a:pt x="39" y="13"/>
                </a:lnTo>
                <a:lnTo>
                  <a:pt x="36" y="12"/>
                </a:lnTo>
                <a:lnTo>
                  <a:pt x="37" y="11"/>
                </a:lnTo>
                <a:lnTo>
                  <a:pt x="36" y="10"/>
                </a:lnTo>
                <a:lnTo>
                  <a:pt x="37" y="10"/>
                </a:lnTo>
                <a:lnTo>
                  <a:pt x="37" y="9"/>
                </a:lnTo>
                <a:lnTo>
                  <a:pt x="36" y="9"/>
                </a:lnTo>
                <a:lnTo>
                  <a:pt x="35" y="8"/>
                </a:lnTo>
                <a:lnTo>
                  <a:pt x="35" y="7"/>
                </a:lnTo>
                <a:lnTo>
                  <a:pt x="35" y="7"/>
                </a:lnTo>
                <a:lnTo>
                  <a:pt x="35" y="6"/>
                </a:lnTo>
                <a:lnTo>
                  <a:pt x="36" y="6"/>
                </a:lnTo>
                <a:lnTo>
                  <a:pt x="35" y="5"/>
                </a:lnTo>
                <a:lnTo>
                  <a:pt x="35" y="5"/>
                </a:lnTo>
                <a:lnTo>
                  <a:pt x="35" y="4"/>
                </a:lnTo>
                <a:lnTo>
                  <a:pt x="35" y="4"/>
                </a:lnTo>
                <a:lnTo>
                  <a:pt x="34" y="3"/>
                </a:lnTo>
                <a:lnTo>
                  <a:pt x="35" y="3"/>
                </a:lnTo>
                <a:lnTo>
                  <a:pt x="34" y="3"/>
                </a:lnTo>
                <a:lnTo>
                  <a:pt x="34" y="2"/>
                </a:lnTo>
                <a:lnTo>
                  <a:pt x="34" y="2"/>
                </a:lnTo>
                <a:lnTo>
                  <a:pt x="33" y="1"/>
                </a:lnTo>
                <a:lnTo>
                  <a:pt x="33" y="0"/>
                </a:lnTo>
                <a:lnTo>
                  <a:pt x="33" y="0"/>
                </a:lnTo>
                <a:lnTo>
                  <a:pt x="33" y="1"/>
                </a:lnTo>
                <a:lnTo>
                  <a:pt x="32" y="0"/>
                </a:lnTo>
                <a:lnTo>
                  <a:pt x="32" y="0"/>
                </a:lnTo>
                <a:lnTo>
                  <a:pt x="31" y="1"/>
                </a:lnTo>
                <a:lnTo>
                  <a:pt x="28" y="2"/>
                </a:lnTo>
                <a:lnTo>
                  <a:pt x="28" y="3"/>
                </a:lnTo>
                <a:lnTo>
                  <a:pt x="26" y="2"/>
                </a:lnTo>
                <a:lnTo>
                  <a:pt x="26" y="3"/>
                </a:lnTo>
                <a:lnTo>
                  <a:pt x="24" y="3"/>
                </a:lnTo>
                <a:lnTo>
                  <a:pt x="22" y="3"/>
                </a:lnTo>
                <a:lnTo>
                  <a:pt x="21" y="4"/>
                </a:lnTo>
                <a:lnTo>
                  <a:pt x="21" y="5"/>
                </a:lnTo>
                <a:lnTo>
                  <a:pt x="21" y="5"/>
                </a:lnTo>
                <a:lnTo>
                  <a:pt x="21" y="6"/>
                </a:lnTo>
                <a:lnTo>
                  <a:pt x="20" y="7"/>
                </a:lnTo>
                <a:lnTo>
                  <a:pt x="16" y="8"/>
                </a:lnTo>
                <a:lnTo>
                  <a:pt x="17" y="12"/>
                </a:lnTo>
                <a:lnTo>
                  <a:pt x="17" y="13"/>
                </a:lnTo>
                <a:lnTo>
                  <a:pt x="17" y="14"/>
                </a:lnTo>
                <a:lnTo>
                  <a:pt x="18" y="15"/>
                </a:lnTo>
                <a:lnTo>
                  <a:pt x="17" y="16"/>
                </a:lnTo>
                <a:lnTo>
                  <a:pt x="17" y="17"/>
                </a:lnTo>
                <a:lnTo>
                  <a:pt x="16" y="17"/>
                </a:lnTo>
                <a:lnTo>
                  <a:pt x="15" y="16"/>
                </a:lnTo>
                <a:lnTo>
                  <a:pt x="15" y="15"/>
                </a:lnTo>
                <a:lnTo>
                  <a:pt x="14" y="15"/>
                </a:lnTo>
                <a:lnTo>
                  <a:pt x="13" y="16"/>
                </a:lnTo>
                <a:lnTo>
                  <a:pt x="13" y="14"/>
                </a:lnTo>
                <a:lnTo>
                  <a:pt x="12" y="13"/>
                </a:lnTo>
                <a:lnTo>
                  <a:pt x="10" y="13"/>
                </a:lnTo>
                <a:lnTo>
                  <a:pt x="11" y="14"/>
                </a:lnTo>
                <a:lnTo>
                  <a:pt x="10" y="14"/>
                </a:lnTo>
                <a:lnTo>
                  <a:pt x="10" y="16"/>
                </a:lnTo>
                <a:lnTo>
                  <a:pt x="9" y="16"/>
                </a:lnTo>
                <a:lnTo>
                  <a:pt x="8" y="15"/>
                </a:lnTo>
                <a:lnTo>
                  <a:pt x="6" y="15"/>
                </a:lnTo>
                <a:lnTo>
                  <a:pt x="5" y="13"/>
                </a:lnTo>
                <a:lnTo>
                  <a:pt x="3" y="13"/>
                </a:lnTo>
                <a:lnTo>
                  <a:pt x="3" y="12"/>
                </a:lnTo>
                <a:lnTo>
                  <a:pt x="2" y="13"/>
                </a:lnTo>
                <a:lnTo>
                  <a:pt x="2" y="12"/>
                </a:lnTo>
                <a:lnTo>
                  <a:pt x="1" y="13"/>
                </a:lnTo>
                <a:lnTo>
                  <a:pt x="1" y="14"/>
                </a:lnTo>
                <a:lnTo>
                  <a:pt x="2" y="15"/>
                </a:lnTo>
                <a:lnTo>
                  <a:pt x="1" y="16"/>
                </a:lnTo>
                <a:lnTo>
                  <a:pt x="1" y="17"/>
                </a:lnTo>
                <a:lnTo>
                  <a:pt x="1" y="18"/>
                </a:lnTo>
                <a:lnTo>
                  <a:pt x="0" y="18"/>
                </a:lnTo>
                <a:lnTo>
                  <a:pt x="0" y="19"/>
                </a:lnTo>
                <a:lnTo>
                  <a:pt x="1" y="20"/>
                </a:lnTo>
                <a:lnTo>
                  <a:pt x="3" y="20"/>
                </a:lnTo>
                <a:lnTo>
                  <a:pt x="3" y="19"/>
                </a:lnTo>
                <a:lnTo>
                  <a:pt x="3" y="19"/>
                </a:lnTo>
                <a:lnTo>
                  <a:pt x="5" y="19"/>
                </a:lnTo>
                <a:lnTo>
                  <a:pt x="6" y="21"/>
                </a:lnTo>
                <a:lnTo>
                  <a:pt x="6" y="21"/>
                </a:lnTo>
                <a:lnTo>
                  <a:pt x="5" y="21"/>
                </a:lnTo>
                <a:lnTo>
                  <a:pt x="6" y="23"/>
                </a:lnTo>
                <a:lnTo>
                  <a:pt x="9" y="24"/>
                </a:lnTo>
                <a:lnTo>
                  <a:pt x="9" y="25"/>
                </a:lnTo>
                <a:lnTo>
                  <a:pt x="9" y="26"/>
                </a:lnTo>
                <a:lnTo>
                  <a:pt x="9" y="27"/>
                </a:lnTo>
                <a:lnTo>
                  <a:pt x="11" y="28"/>
                </a:lnTo>
                <a:lnTo>
                  <a:pt x="11" y="29"/>
                </a:lnTo>
                <a:lnTo>
                  <a:pt x="10" y="30"/>
                </a:lnTo>
                <a:lnTo>
                  <a:pt x="10" y="30"/>
                </a:lnTo>
                <a:lnTo>
                  <a:pt x="9" y="31"/>
                </a:lnTo>
                <a:lnTo>
                  <a:pt x="10" y="33"/>
                </a:lnTo>
                <a:lnTo>
                  <a:pt x="9" y="34"/>
                </a:lnTo>
                <a:lnTo>
                  <a:pt x="10" y="36"/>
                </a:lnTo>
                <a:lnTo>
                  <a:pt x="9" y="36"/>
                </a:lnTo>
                <a:lnTo>
                  <a:pt x="11" y="39"/>
                </a:lnTo>
                <a:lnTo>
                  <a:pt x="12" y="39"/>
                </a:lnTo>
                <a:lnTo>
                  <a:pt x="11" y="39"/>
                </a:lnTo>
                <a:lnTo>
                  <a:pt x="11" y="39"/>
                </a:lnTo>
                <a:lnTo>
                  <a:pt x="11" y="40"/>
                </a:lnTo>
                <a:lnTo>
                  <a:pt x="12" y="40"/>
                </a:lnTo>
                <a:lnTo>
                  <a:pt x="12" y="40"/>
                </a:lnTo>
                <a:lnTo>
                  <a:pt x="11" y="41"/>
                </a:lnTo>
                <a:lnTo>
                  <a:pt x="12" y="43"/>
                </a:lnTo>
                <a:lnTo>
                  <a:pt x="13" y="44"/>
                </a:lnTo>
                <a:lnTo>
                  <a:pt x="14" y="44"/>
                </a:lnTo>
                <a:lnTo>
                  <a:pt x="14" y="45"/>
                </a:lnTo>
                <a:lnTo>
                  <a:pt x="15" y="45"/>
                </a:lnTo>
                <a:lnTo>
                  <a:pt x="15" y="49"/>
                </a:lnTo>
                <a:lnTo>
                  <a:pt x="15" y="50"/>
                </a:lnTo>
                <a:lnTo>
                  <a:pt x="16" y="51"/>
                </a:lnTo>
                <a:lnTo>
                  <a:pt x="19" y="50"/>
                </a:lnTo>
                <a:lnTo>
                  <a:pt x="22" y="48"/>
                </a:lnTo>
                <a:lnTo>
                  <a:pt x="23" y="46"/>
                </a:lnTo>
                <a:lnTo>
                  <a:pt x="24" y="45"/>
                </a:lnTo>
                <a:lnTo>
                  <a:pt x="26" y="43"/>
                </a:lnTo>
                <a:lnTo>
                  <a:pt x="28" y="42"/>
                </a:lnTo>
                <a:lnTo>
                  <a:pt x="28" y="44"/>
                </a:lnTo>
                <a:lnTo>
                  <a:pt x="28" y="45"/>
                </a:lnTo>
                <a:lnTo>
                  <a:pt x="28" y="45"/>
                </a:lnTo>
                <a:lnTo>
                  <a:pt x="30" y="46"/>
                </a:lnTo>
                <a:lnTo>
                  <a:pt x="31" y="47"/>
                </a:lnTo>
                <a:lnTo>
                  <a:pt x="32" y="48"/>
                </a:lnTo>
                <a:lnTo>
                  <a:pt x="33" y="49"/>
                </a:lnTo>
                <a:lnTo>
                  <a:pt x="33" y="51"/>
                </a:lnTo>
                <a:lnTo>
                  <a:pt x="33" y="51"/>
                </a:lnTo>
                <a:lnTo>
                  <a:pt x="33" y="52"/>
                </a:lnTo>
                <a:lnTo>
                  <a:pt x="34" y="53"/>
                </a:lnTo>
                <a:lnTo>
                  <a:pt x="34" y="53"/>
                </a:lnTo>
                <a:lnTo>
                  <a:pt x="36" y="56"/>
                </a:lnTo>
                <a:lnTo>
                  <a:pt x="36" y="56"/>
                </a:lnTo>
                <a:lnTo>
                  <a:pt x="37" y="57"/>
                </a:lnTo>
                <a:lnTo>
                  <a:pt x="37" y="58"/>
                </a:lnTo>
                <a:lnTo>
                  <a:pt x="37" y="59"/>
                </a:lnTo>
                <a:lnTo>
                  <a:pt x="38" y="60"/>
                </a:lnTo>
                <a:lnTo>
                  <a:pt x="38" y="61"/>
                </a:lnTo>
                <a:lnTo>
                  <a:pt x="38" y="61"/>
                </a:lnTo>
                <a:lnTo>
                  <a:pt x="36" y="61"/>
                </a:lnTo>
                <a:lnTo>
                  <a:pt x="37" y="62"/>
                </a:lnTo>
                <a:lnTo>
                  <a:pt x="37" y="63"/>
                </a:lnTo>
                <a:lnTo>
                  <a:pt x="35" y="62"/>
                </a:lnTo>
                <a:lnTo>
                  <a:pt x="35" y="63"/>
                </a:lnTo>
                <a:lnTo>
                  <a:pt x="35" y="64"/>
                </a:lnTo>
                <a:lnTo>
                  <a:pt x="35" y="64"/>
                </a:lnTo>
                <a:lnTo>
                  <a:pt x="36" y="64"/>
                </a:lnTo>
                <a:lnTo>
                  <a:pt x="37" y="66"/>
                </a:lnTo>
                <a:lnTo>
                  <a:pt x="37" y="65"/>
                </a:lnTo>
                <a:lnTo>
                  <a:pt x="38" y="65"/>
                </a:lnTo>
                <a:lnTo>
                  <a:pt x="39" y="66"/>
                </a:lnTo>
                <a:lnTo>
                  <a:pt x="39" y="65"/>
                </a:lnTo>
                <a:lnTo>
                  <a:pt x="40" y="66"/>
                </a:lnTo>
                <a:lnTo>
                  <a:pt x="42" y="66"/>
                </a:lnTo>
                <a:lnTo>
                  <a:pt x="42" y="65"/>
                </a:lnTo>
                <a:lnTo>
                  <a:pt x="42" y="64"/>
                </a:lnTo>
                <a:lnTo>
                  <a:pt x="42" y="63"/>
                </a:lnTo>
                <a:lnTo>
                  <a:pt x="43" y="63"/>
                </a:lnTo>
                <a:lnTo>
                  <a:pt x="44" y="63"/>
                </a:lnTo>
                <a:lnTo>
                  <a:pt x="44" y="64"/>
                </a:lnTo>
                <a:lnTo>
                  <a:pt x="45" y="65"/>
                </a:lnTo>
                <a:lnTo>
                  <a:pt x="46" y="66"/>
                </a:lnTo>
                <a:lnTo>
                  <a:pt x="47" y="67"/>
                </a:lnTo>
                <a:lnTo>
                  <a:pt x="48" y="66"/>
                </a:lnTo>
                <a:lnTo>
                  <a:pt x="49" y="66"/>
                </a:lnTo>
                <a:lnTo>
                  <a:pt x="49" y="67"/>
                </a:lnTo>
                <a:lnTo>
                  <a:pt x="51" y="67"/>
                </a:lnTo>
                <a:lnTo>
                  <a:pt x="51" y="67"/>
                </a:lnTo>
                <a:lnTo>
                  <a:pt x="52" y="67"/>
                </a:lnTo>
                <a:lnTo>
                  <a:pt x="52" y="67"/>
                </a:lnTo>
                <a:lnTo>
                  <a:pt x="52" y="68"/>
                </a:lnTo>
                <a:lnTo>
                  <a:pt x="55" y="70"/>
                </a:lnTo>
                <a:lnTo>
                  <a:pt x="54" y="72"/>
                </a:lnTo>
                <a:lnTo>
                  <a:pt x="55" y="73"/>
                </a:lnTo>
                <a:lnTo>
                  <a:pt x="55" y="73"/>
                </a:lnTo>
                <a:lnTo>
                  <a:pt x="55" y="74"/>
                </a:lnTo>
                <a:lnTo>
                  <a:pt x="55" y="74"/>
                </a:lnTo>
                <a:lnTo>
                  <a:pt x="56" y="74"/>
                </a:lnTo>
                <a:lnTo>
                  <a:pt x="56" y="75"/>
                </a:lnTo>
                <a:lnTo>
                  <a:pt x="58" y="73"/>
                </a:lnTo>
                <a:lnTo>
                  <a:pt x="59" y="72"/>
                </a:lnTo>
                <a:lnTo>
                  <a:pt x="59" y="71"/>
                </a:lnTo>
                <a:lnTo>
                  <a:pt x="59" y="70"/>
                </a:lnTo>
                <a:lnTo>
                  <a:pt x="60" y="69"/>
                </a:lnTo>
                <a:lnTo>
                  <a:pt x="60" y="68"/>
                </a:lnTo>
                <a:lnTo>
                  <a:pt x="62" y="67"/>
                </a:lnTo>
                <a:lnTo>
                  <a:pt x="62" y="68"/>
                </a:lnTo>
                <a:lnTo>
                  <a:pt x="62" y="70"/>
                </a:lnTo>
                <a:lnTo>
                  <a:pt x="62" y="70"/>
                </a:lnTo>
                <a:lnTo>
                  <a:pt x="62" y="73"/>
                </a:lnTo>
                <a:lnTo>
                  <a:pt x="63" y="75"/>
                </a:lnTo>
                <a:lnTo>
                  <a:pt x="64" y="75"/>
                </a:lnTo>
                <a:lnTo>
                  <a:pt x="64" y="74"/>
                </a:lnTo>
                <a:lnTo>
                  <a:pt x="65" y="74"/>
                </a:lnTo>
                <a:lnTo>
                  <a:pt x="65" y="75"/>
                </a:lnTo>
                <a:lnTo>
                  <a:pt x="65" y="76"/>
                </a:lnTo>
                <a:lnTo>
                  <a:pt x="66" y="77"/>
                </a:lnTo>
                <a:lnTo>
                  <a:pt x="66" y="78"/>
                </a:lnTo>
                <a:lnTo>
                  <a:pt x="67" y="78"/>
                </a:lnTo>
                <a:lnTo>
                  <a:pt x="68" y="78"/>
                </a:lnTo>
                <a:lnTo>
                  <a:pt x="67" y="80"/>
                </a:lnTo>
                <a:lnTo>
                  <a:pt x="68" y="80"/>
                </a:lnTo>
                <a:lnTo>
                  <a:pt x="68" y="81"/>
                </a:lnTo>
                <a:lnTo>
                  <a:pt x="70" y="82"/>
                </a:lnTo>
                <a:lnTo>
                  <a:pt x="70" y="83"/>
                </a:lnTo>
                <a:lnTo>
                  <a:pt x="70" y="83"/>
                </a:lnTo>
                <a:lnTo>
                  <a:pt x="70" y="84"/>
                </a:lnTo>
                <a:lnTo>
                  <a:pt x="70" y="85"/>
                </a:lnTo>
                <a:lnTo>
                  <a:pt x="72" y="84"/>
                </a:lnTo>
                <a:lnTo>
                  <a:pt x="72" y="85"/>
                </a:lnTo>
                <a:lnTo>
                  <a:pt x="72" y="85"/>
                </a:lnTo>
                <a:lnTo>
                  <a:pt x="72" y="86"/>
                </a:lnTo>
                <a:lnTo>
                  <a:pt x="73" y="86"/>
                </a:lnTo>
                <a:lnTo>
                  <a:pt x="73" y="87"/>
                </a:lnTo>
                <a:lnTo>
                  <a:pt x="73" y="87"/>
                </a:lnTo>
                <a:lnTo>
                  <a:pt x="73" y="88"/>
                </a:lnTo>
                <a:lnTo>
                  <a:pt x="74" y="88"/>
                </a:lnTo>
                <a:lnTo>
                  <a:pt x="74" y="87"/>
                </a:lnTo>
                <a:lnTo>
                  <a:pt x="76" y="87"/>
                </a:lnTo>
                <a:lnTo>
                  <a:pt x="76" y="88"/>
                </a:lnTo>
                <a:lnTo>
                  <a:pt x="75" y="88"/>
                </a:lnTo>
                <a:lnTo>
                  <a:pt x="75" y="89"/>
                </a:lnTo>
                <a:lnTo>
                  <a:pt x="75" y="90"/>
                </a:lnTo>
                <a:lnTo>
                  <a:pt x="75" y="91"/>
                </a:lnTo>
                <a:lnTo>
                  <a:pt x="74" y="92"/>
                </a:lnTo>
                <a:lnTo>
                  <a:pt x="75" y="92"/>
                </a:lnTo>
                <a:lnTo>
                  <a:pt x="74" y="93"/>
                </a:lnTo>
                <a:lnTo>
                  <a:pt x="74" y="95"/>
                </a:lnTo>
                <a:lnTo>
                  <a:pt x="75" y="96"/>
                </a:lnTo>
                <a:lnTo>
                  <a:pt x="75" y="98"/>
                </a:lnTo>
                <a:lnTo>
                  <a:pt x="77" y="97"/>
                </a:lnTo>
                <a:lnTo>
                  <a:pt x="78" y="98"/>
                </a:lnTo>
                <a:lnTo>
                  <a:pt x="78" y="98"/>
                </a:lnTo>
                <a:lnTo>
                  <a:pt x="78" y="99"/>
                </a:lnTo>
                <a:lnTo>
                  <a:pt x="79" y="101"/>
                </a:lnTo>
                <a:lnTo>
                  <a:pt x="79" y="101"/>
                </a:lnTo>
                <a:lnTo>
                  <a:pt x="79" y="101"/>
                </a:lnTo>
                <a:lnTo>
                  <a:pt x="80" y="102"/>
                </a:lnTo>
                <a:lnTo>
                  <a:pt x="81" y="103"/>
                </a:lnTo>
                <a:lnTo>
                  <a:pt x="81" y="103"/>
                </a:lnTo>
                <a:lnTo>
                  <a:pt x="81" y="104"/>
                </a:lnTo>
                <a:lnTo>
                  <a:pt x="82" y="104"/>
                </a:lnTo>
                <a:lnTo>
                  <a:pt x="82" y="105"/>
                </a:lnTo>
                <a:lnTo>
                  <a:pt x="83" y="106"/>
                </a:lnTo>
                <a:lnTo>
                  <a:pt x="83" y="106"/>
                </a:lnTo>
                <a:lnTo>
                  <a:pt x="84" y="106"/>
                </a:lnTo>
                <a:lnTo>
                  <a:pt x="85" y="106"/>
                </a:lnTo>
                <a:lnTo>
                  <a:pt x="85" y="108"/>
                </a:lnTo>
                <a:lnTo>
                  <a:pt x="86" y="108"/>
                </a:lnTo>
                <a:lnTo>
                  <a:pt x="85" y="110"/>
                </a:lnTo>
                <a:lnTo>
                  <a:pt x="85" y="110"/>
                </a:lnTo>
                <a:lnTo>
                  <a:pt x="85" y="111"/>
                </a:lnTo>
                <a:lnTo>
                  <a:pt x="85" y="113"/>
                </a:lnTo>
                <a:lnTo>
                  <a:pt x="83" y="114"/>
                </a:lnTo>
                <a:lnTo>
                  <a:pt x="84" y="115"/>
                </a:lnTo>
                <a:lnTo>
                  <a:pt x="85" y="114"/>
                </a:lnTo>
                <a:lnTo>
                  <a:pt x="86" y="115"/>
                </a:lnTo>
                <a:lnTo>
                  <a:pt x="87" y="114"/>
                </a:lnTo>
                <a:lnTo>
                  <a:pt x="88" y="114"/>
                </a:lnTo>
                <a:lnTo>
                  <a:pt x="88" y="113"/>
                </a:lnTo>
                <a:lnTo>
                  <a:pt x="90" y="114"/>
                </a:lnTo>
                <a:lnTo>
                  <a:pt x="90" y="112"/>
                </a:lnTo>
                <a:lnTo>
                  <a:pt x="91" y="112"/>
                </a:lnTo>
                <a:lnTo>
                  <a:pt x="91" y="111"/>
                </a:lnTo>
                <a:lnTo>
                  <a:pt x="91" y="111"/>
                </a:lnTo>
                <a:lnTo>
                  <a:pt x="91" y="111"/>
                </a:lnTo>
                <a:lnTo>
                  <a:pt x="92" y="110"/>
                </a:lnTo>
                <a:lnTo>
                  <a:pt x="91" y="110"/>
                </a:lnTo>
                <a:lnTo>
                  <a:pt x="92" y="109"/>
                </a:lnTo>
                <a:lnTo>
                  <a:pt x="92" y="108"/>
                </a:lnTo>
                <a:lnTo>
                  <a:pt x="92" y="108"/>
                </a:lnTo>
                <a:lnTo>
                  <a:pt x="94" y="106"/>
                </a:lnTo>
                <a:lnTo>
                  <a:pt x="95" y="101"/>
                </a:lnTo>
                <a:lnTo>
                  <a:pt x="96" y="101"/>
                </a:lnTo>
                <a:lnTo>
                  <a:pt x="97" y="101"/>
                </a:lnTo>
                <a:lnTo>
                  <a:pt x="97" y="101"/>
                </a:lnTo>
                <a:lnTo>
                  <a:pt x="96" y="100"/>
                </a:lnTo>
                <a:lnTo>
                  <a:pt x="96" y="97"/>
                </a:lnTo>
                <a:lnTo>
                  <a:pt x="97" y="96"/>
                </a:lnTo>
                <a:lnTo>
                  <a:pt x="96" y="95"/>
                </a:lnTo>
                <a:lnTo>
                  <a:pt x="97" y="95"/>
                </a:lnTo>
                <a:lnTo>
                  <a:pt x="97" y="94"/>
                </a:lnTo>
                <a:lnTo>
                  <a:pt x="98" y="93"/>
                </a:lnTo>
                <a:lnTo>
                  <a:pt x="98" y="92"/>
                </a:lnTo>
                <a:lnTo>
                  <a:pt x="98" y="92"/>
                </a:lnTo>
                <a:lnTo>
                  <a:pt x="98" y="92"/>
                </a:lnTo>
                <a:lnTo>
                  <a:pt x="98" y="91"/>
                </a:lnTo>
                <a:lnTo>
                  <a:pt x="100" y="92"/>
                </a:lnTo>
                <a:lnTo>
                  <a:pt x="100" y="91"/>
                </a:lnTo>
                <a:lnTo>
                  <a:pt x="100" y="91"/>
                </a:lnTo>
                <a:lnTo>
                  <a:pt x="101" y="90"/>
                </a:lnTo>
                <a:lnTo>
                  <a:pt x="101" y="89"/>
                </a:lnTo>
                <a:lnTo>
                  <a:pt x="102" y="89"/>
                </a:lnTo>
                <a:lnTo>
                  <a:pt x="102" y="90"/>
                </a:lnTo>
                <a:lnTo>
                  <a:pt x="102" y="90"/>
                </a:lnTo>
                <a:lnTo>
                  <a:pt x="103" y="91"/>
                </a:lnTo>
                <a:lnTo>
                  <a:pt x="103" y="90"/>
                </a:lnTo>
                <a:lnTo>
                  <a:pt x="104" y="91"/>
                </a:lnTo>
                <a:lnTo>
                  <a:pt x="104" y="92"/>
                </a:lnTo>
                <a:lnTo>
                  <a:pt x="105" y="92"/>
                </a:lnTo>
                <a:lnTo>
                  <a:pt x="105" y="93"/>
                </a:lnTo>
                <a:lnTo>
                  <a:pt x="105" y="93"/>
                </a:lnTo>
                <a:lnTo>
                  <a:pt x="106" y="93"/>
                </a:lnTo>
                <a:lnTo>
                  <a:pt x="106" y="93"/>
                </a:lnTo>
                <a:lnTo>
                  <a:pt x="106" y="94"/>
                </a:lnTo>
                <a:lnTo>
                  <a:pt x="106" y="95"/>
                </a:lnTo>
                <a:lnTo>
                  <a:pt x="108" y="95"/>
                </a:lnTo>
                <a:lnTo>
                  <a:pt x="109" y="95"/>
                </a:lnTo>
                <a:lnTo>
                  <a:pt x="108" y="95"/>
                </a:lnTo>
                <a:lnTo>
                  <a:pt x="110" y="95"/>
                </a:lnTo>
                <a:lnTo>
                  <a:pt x="110" y="95"/>
                </a:lnTo>
                <a:lnTo>
                  <a:pt x="111" y="95"/>
                </a:lnTo>
                <a:lnTo>
                  <a:pt x="111" y="95"/>
                </a:lnTo>
                <a:lnTo>
                  <a:pt x="112" y="95"/>
                </a:lnTo>
                <a:lnTo>
                  <a:pt x="112" y="95"/>
                </a:lnTo>
                <a:lnTo>
                  <a:pt x="113" y="95"/>
                </a:lnTo>
                <a:lnTo>
                  <a:pt x="113" y="95"/>
                </a:lnTo>
                <a:lnTo>
                  <a:pt x="114" y="95"/>
                </a:lnTo>
                <a:lnTo>
                  <a:pt x="115" y="96"/>
                </a:lnTo>
                <a:lnTo>
                  <a:pt x="117" y="95"/>
                </a:lnTo>
                <a:lnTo>
                  <a:pt x="118" y="95"/>
                </a:lnTo>
                <a:lnTo>
                  <a:pt x="119" y="95"/>
                </a:lnTo>
                <a:lnTo>
                  <a:pt x="119" y="94"/>
                </a:lnTo>
                <a:lnTo>
                  <a:pt x="120" y="94"/>
                </a:lnTo>
                <a:lnTo>
                  <a:pt x="120" y="94"/>
                </a:lnTo>
                <a:lnTo>
                  <a:pt x="121" y="94"/>
                </a:lnTo>
                <a:lnTo>
                  <a:pt x="123" y="94"/>
                </a:lnTo>
                <a:lnTo>
                  <a:pt x="122" y="95"/>
                </a:lnTo>
                <a:lnTo>
                  <a:pt x="123" y="95"/>
                </a:lnTo>
                <a:lnTo>
                  <a:pt x="124" y="93"/>
                </a:lnTo>
                <a:lnTo>
                  <a:pt x="124" y="92"/>
                </a:lnTo>
                <a:lnTo>
                  <a:pt x="124" y="91"/>
                </a:lnTo>
                <a:lnTo>
                  <a:pt x="125" y="90"/>
                </a:lnTo>
                <a:lnTo>
                  <a:pt x="125" y="89"/>
                </a:lnTo>
                <a:lnTo>
                  <a:pt x="124" y="88"/>
                </a:lnTo>
                <a:lnTo>
                  <a:pt x="123" y="87"/>
                </a:lnTo>
                <a:lnTo>
                  <a:pt x="122" y="87"/>
                </a:lnTo>
                <a:lnTo>
                  <a:pt x="121" y="85"/>
                </a:lnTo>
                <a:lnTo>
                  <a:pt x="120" y="85"/>
                </a:lnTo>
                <a:lnTo>
                  <a:pt x="120" y="82"/>
                </a:lnTo>
                <a:lnTo>
                  <a:pt x="118" y="81"/>
                </a:lnTo>
                <a:lnTo>
                  <a:pt x="119" y="80"/>
                </a:lnTo>
                <a:lnTo>
                  <a:pt x="122" y="80"/>
                </a:lnTo>
                <a:lnTo>
                  <a:pt x="125" y="79"/>
                </a:lnTo>
                <a:lnTo>
                  <a:pt x="126" y="79"/>
                </a:lnTo>
                <a:lnTo>
                  <a:pt x="127" y="79"/>
                </a:lnTo>
                <a:lnTo>
                  <a:pt x="127" y="78"/>
                </a:lnTo>
                <a:lnTo>
                  <a:pt x="129" y="78"/>
                </a:lnTo>
                <a:lnTo>
                  <a:pt x="129" y="77"/>
                </a:lnTo>
                <a:lnTo>
                  <a:pt x="132" y="77"/>
                </a:lnTo>
                <a:lnTo>
                  <a:pt x="133" y="77"/>
                </a:lnTo>
                <a:lnTo>
                  <a:pt x="133" y="76"/>
                </a:lnTo>
                <a:lnTo>
                  <a:pt x="133" y="75"/>
                </a:lnTo>
                <a:lnTo>
                  <a:pt x="133" y="75"/>
                </a:lnTo>
                <a:lnTo>
                  <a:pt x="134" y="75"/>
                </a:lnTo>
                <a:lnTo>
                  <a:pt x="134" y="74"/>
                </a:lnTo>
                <a:lnTo>
                  <a:pt x="135" y="74"/>
                </a:lnTo>
                <a:lnTo>
                  <a:pt x="136" y="72"/>
                </a:lnTo>
                <a:lnTo>
                  <a:pt x="135" y="71"/>
                </a:lnTo>
                <a:lnTo>
                  <a:pt x="136" y="71"/>
                </a:lnTo>
                <a:lnTo>
                  <a:pt x="136" y="70"/>
                </a:lnTo>
                <a:lnTo>
                  <a:pt x="135" y="70"/>
                </a:lnTo>
                <a:lnTo>
                  <a:pt x="136" y="69"/>
                </a:lnTo>
                <a:lnTo>
                  <a:pt x="135" y="69"/>
                </a:lnTo>
                <a:lnTo>
                  <a:pt x="136" y="68"/>
                </a:lnTo>
                <a:lnTo>
                  <a:pt x="137" y="67"/>
                </a:lnTo>
                <a:lnTo>
                  <a:pt x="136" y="67"/>
                </a:lnTo>
                <a:lnTo>
                  <a:pt x="137" y="67"/>
                </a:lnTo>
                <a:lnTo>
                  <a:pt x="137" y="66"/>
                </a:lnTo>
                <a:lnTo>
                  <a:pt x="137" y="66"/>
                </a:lnTo>
                <a:lnTo>
                  <a:pt x="137" y="66"/>
                </a:lnTo>
                <a:lnTo>
                  <a:pt x="137" y="66"/>
                </a:lnTo>
                <a:lnTo>
                  <a:pt x="138" y="66"/>
                </a:lnTo>
                <a:lnTo>
                  <a:pt x="138" y="66"/>
                </a:lnTo>
                <a:lnTo>
                  <a:pt x="139" y="66"/>
                </a:lnTo>
                <a:lnTo>
                  <a:pt x="141" y="67"/>
                </a:lnTo>
                <a:lnTo>
                  <a:pt x="141" y="67"/>
                </a:lnTo>
                <a:lnTo>
                  <a:pt x="141" y="66"/>
                </a:lnTo>
                <a:close/>
              </a:path>
            </a:pathLst>
          </a:custGeom>
          <a:solidFill>
            <a:srgbClr val="4A80C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5402452" y="1325880"/>
            <a:ext cx="1410860" cy="1282600"/>
          </a:xfrm>
          <a:custGeom>
            <a:avLst/>
            <a:gdLst/>
            <a:ahLst/>
            <a:cxnLst/>
            <a:rect l="l" t="t" r="r" b="b"/>
            <a:pathLst>
              <a:path w="220" h="200">
                <a:moveTo>
                  <a:pt x="60" y="159"/>
                </a:moveTo>
                <a:lnTo>
                  <a:pt x="60" y="158"/>
                </a:lnTo>
                <a:lnTo>
                  <a:pt x="63" y="157"/>
                </a:lnTo>
                <a:lnTo>
                  <a:pt x="64" y="156"/>
                </a:lnTo>
                <a:lnTo>
                  <a:pt x="64" y="156"/>
                </a:lnTo>
                <a:lnTo>
                  <a:pt x="65" y="157"/>
                </a:lnTo>
                <a:lnTo>
                  <a:pt x="65" y="156"/>
                </a:lnTo>
                <a:lnTo>
                  <a:pt x="65" y="156"/>
                </a:lnTo>
                <a:lnTo>
                  <a:pt x="65" y="157"/>
                </a:lnTo>
                <a:lnTo>
                  <a:pt x="66" y="158"/>
                </a:lnTo>
                <a:lnTo>
                  <a:pt x="66" y="158"/>
                </a:lnTo>
                <a:lnTo>
                  <a:pt x="66" y="159"/>
                </a:lnTo>
                <a:lnTo>
                  <a:pt x="67" y="159"/>
                </a:lnTo>
                <a:lnTo>
                  <a:pt x="66" y="159"/>
                </a:lnTo>
                <a:lnTo>
                  <a:pt x="67" y="160"/>
                </a:lnTo>
                <a:lnTo>
                  <a:pt x="67" y="160"/>
                </a:lnTo>
                <a:lnTo>
                  <a:pt x="67" y="161"/>
                </a:lnTo>
                <a:lnTo>
                  <a:pt x="67" y="161"/>
                </a:lnTo>
                <a:lnTo>
                  <a:pt x="68" y="162"/>
                </a:lnTo>
                <a:lnTo>
                  <a:pt x="67" y="162"/>
                </a:lnTo>
                <a:lnTo>
                  <a:pt x="67" y="163"/>
                </a:lnTo>
                <a:lnTo>
                  <a:pt x="67" y="163"/>
                </a:lnTo>
                <a:lnTo>
                  <a:pt x="67" y="164"/>
                </a:lnTo>
                <a:lnTo>
                  <a:pt x="68" y="165"/>
                </a:lnTo>
                <a:lnTo>
                  <a:pt x="69" y="165"/>
                </a:lnTo>
                <a:lnTo>
                  <a:pt x="69" y="166"/>
                </a:lnTo>
                <a:lnTo>
                  <a:pt x="68" y="166"/>
                </a:lnTo>
                <a:lnTo>
                  <a:pt x="69" y="167"/>
                </a:lnTo>
                <a:lnTo>
                  <a:pt x="68" y="168"/>
                </a:lnTo>
                <a:lnTo>
                  <a:pt x="71" y="169"/>
                </a:lnTo>
                <a:lnTo>
                  <a:pt x="71" y="169"/>
                </a:lnTo>
                <a:lnTo>
                  <a:pt x="71" y="169"/>
                </a:lnTo>
                <a:lnTo>
                  <a:pt x="71" y="170"/>
                </a:lnTo>
                <a:lnTo>
                  <a:pt x="71" y="170"/>
                </a:lnTo>
                <a:lnTo>
                  <a:pt x="72" y="170"/>
                </a:lnTo>
                <a:lnTo>
                  <a:pt x="73" y="171"/>
                </a:lnTo>
                <a:lnTo>
                  <a:pt x="73" y="171"/>
                </a:lnTo>
                <a:lnTo>
                  <a:pt x="73" y="172"/>
                </a:lnTo>
                <a:lnTo>
                  <a:pt x="74" y="172"/>
                </a:lnTo>
                <a:lnTo>
                  <a:pt x="75" y="171"/>
                </a:lnTo>
                <a:lnTo>
                  <a:pt x="75" y="172"/>
                </a:lnTo>
                <a:lnTo>
                  <a:pt x="75" y="173"/>
                </a:lnTo>
                <a:lnTo>
                  <a:pt x="76" y="174"/>
                </a:lnTo>
                <a:lnTo>
                  <a:pt x="77" y="173"/>
                </a:lnTo>
                <a:lnTo>
                  <a:pt x="78" y="174"/>
                </a:lnTo>
                <a:lnTo>
                  <a:pt x="79" y="173"/>
                </a:lnTo>
                <a:lnTo>
                  <a:pt x="79" y="173"/>
                </a:lnTo>
                <a:lnTo>
                  <a:pt x="81" y="173"/>
                </a:lnTo>
                <a:lnTo>
                  <a:pt x="82" y="172"/>
                </a:lnTo>
                <a:lnTo>
                  <a:pt x="82" y="172"/>
                </a:lnTo>
                <a:lnTo>
                  <a:pt x="83" y="172"/>
                </a:lnTo>
                <a:lnTo>
                  <a:pt x="83" y="172"/>
                </a:lnTo>
                <a:lnTo>
                  <a:pt x="83" y="171"/>
                </a:lnTo>
                <a:lnTo>
                  <a:pt x="83" y="170"/>
                </a:lnTo>
                <a:lnTo>
                  <a:pt x="84" y="170"/>
                </a:lnTo>
                <a:lnTo>
                  <a:pt x="84" y="171"/>
                </a:lnTo>
                <a:lnTo>
                  <a:pt x="85" y="171"/>
                </a:lnTo>
                <a:lnTo>
                  <a:pt x="86" y="172"/>
                </a:lnTo>
                <a:lnTo>
                  <a:pt x="87" y="172"/>
                </a:lnTo>
                <a:lnTo>
                  <a:pt x="86" y="172"/>
                </a:lnTo>
                <a:lnTo>
                  <a:pt x="87" y="173"/>
                </a:lnTo>
                <a:lnTo>
                  <a:pt x="87" y="172"/>
                </a:lnTo>
                <a:lnTo>
                  <a:pt x="88" y="172"/>
                </a:lnTo>
                <a:lnTo>
                  <a:pt x="89" y="171"/>
                </a:lnTo>
                <a:lnTo>
                  <a:pt x="90" y="172"/>
                </a:lnTo>
                <a:lnTo>
                  <a:pt x="90" y="171"/>
                </a:lnTo>
                <a:lnTo>
                  <a:pt x="91" y="172"/>
                </a:lnTo>
                <a:lnTo>
                  <a:pt x="92" y="170"/>
                </a:lnTo>
                <a:lnTo>
                  <a:pt x="92" y="169"/>
                </a:lnTo>
                <a:lnTo>
                  <a:pt x="92" y="169"/>
                </a:lnTo>
                <a:lnTo>
                  <a:pt x="93" y="170"/>
                </a:lnTo>
                <a:lnTo>
                  <a:pt x="94" y="168"/>
                </a:lnTo>
                <a:lnTo>
                  <a:pt x="95" y="168"/>
                </a:lnTo>
                <a:lnTo>
                  <a:pt x="96" y="169"/>
                </a:lnTo>
                <a:lnTo>
                  <a:pt x="96" y="171"/>
                </a:lnTo>
                <a:lnTo>
                  <a:pt x="96" y="171"/>
                </a:lnTo>
                <a:lnTo>
                  <a:pt x="99" y="173"/>
                </a:lnTo>
                <a:lnTo>
                  <a:pt x="99" y="174"/>
                </a:lnTo>
                <a:lnTo>
                  <a:pt x="101" y="174"/>
                </a:lnTo>
                <a:lnTo>
                  <a:pt x="102" y="174"/>
                </a:lnTo>
                <a:lnTo>
                  <a:pt x="102" y="175"/>
                </a:lnTo>
                <a:lnTo>
                  <a:pt x="103" y="174"/>
                </a:lnTo>
                <a:lnTo>
                  <a:pt x="105" y="175"/>
                </a:lnTo>
                <a:lnTo>
                  <a:pt x="106" y="174"/>
                </a:lnTo>
                <a:lnTo>
                  <a:pt x="106" y="174"/>
                </a:lnTo>
                <a:lnTo>
                  <a:pt x="106" y="173"/>
                </a:lnTo>
                <a:lnTo>
                  <a:pt x="107" y="173"/>
                </a:lnTo>
                <a:lnTo>
                  <a:pt x="108" y="172"/>
                </a:lnTo>
                <a:lnTo>
                  <a:pt x="110" y="171"/>
                </a:lnTo>
                <a:lnTo>
                  <a:pt x="112" y="171"/>
                </a:lnTo>
                <a:lnTo>
                  <a:pt x="113" y="172"/>
                </a:lnTo>
                <a:lnTo>
                  <a:pt x="113" y="172"/>
                </a:lnTo>
                <a:lnTo>
                  <a:pt x="114" y="172"/>
                </a:lnTo>
                <a:lnTo>
                  <a:pt x="114" y="172"/>
                </a:lnTo>
                <a:lnTo>
                  <a:pt x="117" y="172"/>
                </a:lnTo>
                <a:lnTo>
                  <a:pt x="118" y="173"/>
                </a:lnTo>
                <a:lnTo>
                  <a:pt x="120" y="176"/>
                </a:lnTo>
                <a:lnTo>
                  <a:pt x="120" y="177"/>
                </a:lnTo>
                <a:lnTo>
                  <a:pt x="119" y="177"/>
                </a:lnTo>
                <a:lnTo>
                  <a:pt x="119" y="178"/>
                </a:lnTo>
                <a:lnTo>
                  <a:pt x="119" y="179"/>
                </a:lnTo>
                <a:lnTo>
                  <a:pt x="119" y="180"/>
                </a:lnTo>
                <a:lnTo>
                  <a:pt x="120" y="181"/>
                </a:lnTo>
                <a:lnTo>
                  <a:pt x="120" y="182"/>
                </a:lnTo>
                <a:lnTo>
                  <a:pt x="121" y="184"/>
                </a:lnTo>
                <a:lnTo>
                  <a:pt x="122" y="183"/>
                </a:lnTo>
                <a:lnTo>
                  <a:pt x="122" y="183"/>
                </a:lnTo>
                <a:lnTo>
                  <a:pt x="123" y="182"/>
                </a:lnTo>
                <a:lnTo>
                  <a:pt x="124" y="182"/>
                </a:lnTo>
                <a:lnTo>
                  <a:pt x="124" y="182"/>
                </a:lnTo>
                <a:lnTo>
                  <a:pt x="124" y="182"/>
                </a:lnTo>
                <a:lnTo>
                  <a:pt x="124" y="182"/>
                </a:lnTo>
                <a:lnTo>
                  <a:pt x="126" y="181"/>
                </a:lnTo>
                <a:lnTo>
                  <a:pt x="129" y="182"/>
                </a:lnTo>
                <a:lnTo>
                  <a:pt x="129" y="183"/>
                </a:lnTo>
                <a:lnTo>
                  <a:pt x="129" y="183"/>
                </a:lnTo>
                <a:lnTo>
                  <a:pt x="128" y="184"/>
                </a:lnTo>
                <a:lnTo>
                  <a:pt x="128" y="184"/>
                </a:lnTo>
                <a:lnTo>
                  <a:pt x="129" y="185"/>
                </a:lnTo>
                <a:lnTo>
                  <a:pt x="129" y="186"/>
                </a:lnTo>
                <a:lnTo>
                  <a:pt x="132" y="188"/>
                </a:lnTo>
                <a:lnTo>
                  <a:pt x="131" y="190"/>
                </a:lnTo>
                <a:lnTo>
                  <a:pt x="132" y="190"/>
                </a:lnTo>
                <a:lnTo>
                  <a:pt x="133" y="191"/>
                </a:lnTo>
                <a:lnTo>
                  <a:pt x="134" y="190"/>
                </a:lnTo>
                <a:lnTo>
                  <a:pt x="134" y="192"/>
                </a:lnTo>
                <a:lnTo>
                  <a:pt x="135" y="192"/>
                </a:lnTo>
                <a:lnTo>
                  <a:pt x="136" y="192"/>
                </a:lnTo>
                <a:lnTo>
                  <a:pt x="137" y="192"/>
                </a:lnTo>
                <a:lnTo>
                  <a:pt x="140" y="190"/>
                </a:lnTo>
                <a:lnTo>
                  <a:pt x="140" y="189"/>
                </a:lnTo>
                <a:lnTo>
                  <a:pt x="139" y="189"/>
                </a:lnTo>
                <a:lnTo>
                  <a:pt x="140" y="189"/>
                </a:lnTo>
                <a:lnTo>
                  <a:pt x="140" y="188"/>
                </a:lnTo>
                <a:lnTo>
                  <a:pt x="139" y="187"/>
                </a:lnTo>
                <a:lnTo>
                  <a:pt x="139" y="186"/>
                </a:lnTo>
                <a:lnTo>
                  <a:pt x="139" y="186"/>
                </a:lnTo>
                <a:lnTo>
                  <a:pt x="138" y="185"/>
                </a:lnTo>
                <a:lnTo>
                  <a:pt x="138" y="185"/>
                </a:lnTo>
                <a:lnTo>
                  <a:pt x="140" y="185"/>
                </a:lnTo>
                <a:lnTo>
                  <a:pt x="140" y="183"/>
                </a:lnTo>
                <a:lnTo>
                  <a:pt x="142" y="180"/>
                </a:lnTo>
                <a:lnTo>
                  <a:pt x="144" y="182"/>
                </a:lnTo>
                <a:lnTo>
                  <a:pt x="144" y="182"/>
                </a:lnTo>
                <a:lnTo>
                  <a:pt x="145" y="183"/>
                </a:lnTo>
                <a:lnTo>
                  <a:pt x="145" y="184"/>
                </a:lnTo>
                <a:lnTo>
                  <a:pt x="144" y="184"/>
                </a:lnTo>
                <a:lnTo>
                  <a:pt x="145" y="184"/>
                </a:lnTo>
                <a:lnTo>
                  <a:pt x="145" y="186"/>
                </a:lnTo>
                <a:lnTo>
                  <a:pt x="145" y="186"/>
                </a:lnTo>
                <a:lnTo>
                  <a:pt x="145" y="187"/>
                </a:lnTo>
                <a:lnTo>
                  <a:pt x="146" y="188"/>
                </a:lnTo>
                <a:lnTo>
                  <a:pt x="148" y="190"/>
                </a:lnTo>
                <a:lnTo>
                  <a:pt x="148" y="191"/>
                </a:lnTo>
                <a:lnTo>
                  <a:pt x="149" y="192"/>
                </a:lnTo>
                <a:lnTo>
                  <a:pt x="150" y="193"/>
                </a:lnTo>
                <a:lnTo>
                  <a:pt x="151" y="193"/>
                </a:lnTo>
                <a:lnTo>
                  <a:pt x="152" y="193"/>
                </a:lnTo>
                <a:lnTo>
                  <a:pt x="151" y="194"/>
                </a:lnTo>
                <a:lnTo>
                  <a:pt x="152" y="196"/>
                </a:lnTo>
                <a:lnTo>
                  <a:pt x="152" y="196"/>
                </a:lnTo>
                <a:lnTo>
                  <a:pt x="153" y="196"/>
                </a:lnTo>
                <a:lnTo>
                  <a:pt x="154" y="199"/>
                </a:lnTo>
                <a:lnTo>
                  <a:pt x="155" y="200"/>
                </a:lnTo>
                <a:lnTo>
                  <a:pt x="156" y="199"/>
                </a:lnTo>
                <a:lnTo>
                  <a:pt x="158" y="200"/>
                </a:lnTo>
                <a:lnTo>
                  <a:pt x="161" y="197"/>
                </a:lnTo>
                <a:lnTo>
                  <a:pt x="160" y="195"/>
                </a:lnTo>
                <a:lnTo>
                  <a:pt x="160" y="195"/>
                </a:lnTo>
                <a:lnTo>
                  <a:pt x="159" y="193"/>
                </a:lnTo>
                <a:lnTo>
                  <a:pt x="160" y="192"/>
                </a:lnTo>
                <a:lnTo>
                  <a:pt x="160" y="193"/>
                </a:lnTo>
                <a:lnTo>
                  <a:pt x="161" y="192"/>
                </a:lnTo>
                <a:lnTo>
                  <a:pt x="161" y="192"/>
                </a:lnTo>
                <a:lnTo>
                  <a:pt x="162" y="192"/>
                </a:lnTo>
                <a:lnTo>
                  <a:pt x="163" y="190"/>
                </a:lnTo>
                <a:lnTo>
                  <a:pt x="167" y="189"/>
                </a:lnTo>
                <a:lnTo>
                  <a:pt x="167" y="189"/>
                </a:lnTo>
                <a:lnTo>
                  <a:pt x="168" y="189"/>
                </a:lnTo>
                <a:lnTo>
                  <a:pt x="168" y="187"/>
                </a:lnTo>
                <a:lnTo>
                  <a:pt x="168" y="186"/>
                </a:lnTo>
                <a:lnTo>
                  <a:pt x="169" y="186"/>
                </a:lnTo>
                <a:lnTo>
                  <a:pt x="169" y="185"/>
                </a:lnTo>
                <a:lnTo>
                  <a:pt x="170" y="185"/>
                </a:lnTo>
                <a:lnTo>
                  <a:pt x="171" y="186"/>
                </a:lnTo>
                <a:lnTo>
                  <a:pt x="171" y="188"/>
                </a:lnTo>
                <a:lnTo>
                  <a:pt x="172" y="188"/>
                </a:lnTo>
                <a:lnTo>
                  <a:pt x="173" y="189"/>
                </a:lnTo>
                <a:lnTo>
                  <a:pt x="173" y="188"/>
                </a:lnTo>
                <a:lnTo>
                  <a:pt x="173" y="188"/>
                </a:lnTo>
                <a:lnTo>
                  <a:pt x="173" y="187"/>
                </a:lnTo>
                <a:lnTo>
                  <a:pt x="173" y="187"/>
                </a:lnTo>
                <a:lnTo>
                  <a:pt x="174" y="186"/>
                </a:lnTo>
                <a:lnTo>
                  <a:pt x="175" y="185"/>
                </a:lnTo>
                <a:lnTo>
                  <a:pt x="175" y="183"/>
                </a:lnTo>
                <a:lnTo>
                  <a:pt x="176" y="183"/>
                </a:lnTo>
                <a:lnTo>
                  <a:pt x="176" y="184"/>
                </a:lnTo>
                <a:lnTo>
                  <a:pt x="176" y="185"/>
                </a:lnTo>
                <a:lnTo>
                  <a:pt x="177" y="186"/>
                </a:lnTo>
                <a:lnTo>
                  <a:pt x="177" y="186"/>
                </a:lnTo>
                <a:lnTo>
                  <a:pt x="177" y="187"/>
                </a:lnTo>
                <a:lnTo>
                  <a:pt x="177" y="187"/>
                </a:lnTo>
                <a:lnTo>
                  <a:pt x="178" y="189"/>
                </a:lnTo>
                <a:lnTo>
                  <a:pt x="179" y="189"/>
                </a:lnTo>
                <a:lnTo>
                  <a:pt x="178" y="190"/>
                </a:lnTo>
                <a:lnTo>
                  <a:pt x="179" y="191"/>
                </a:lnTo>
                <a:lnTo>
                  <a:pt x="180" y="191"/>
                </a:lnTo>
                <a:lnTo>
                  <a:pt x="180" y="191"/>
                </a:lnTo>
                <a:lnTo>
                  <a:pt x="183" y="191"/>
                </a:lnTo>
                <a:lnTo>
                  <a:pt x="183" y="192"/>
                </a:lnTo>
                <a:lnTo>
                  <a:pt x="184" y="192"/>
                </a:lnTo>
                <a:lnTo>
                  <a:pt x="186" y="193"/>
                </a:lnTo>
                <a:lnTo>
                  <a:pt x="187" y="194"/>
                </a:lnTo>
                <a:lnTo>
                  <a:pt x="188" y="194"/>
                </a:lnTo>
                <a:lnTo>
                  <a:pt x="189" y="193"/>
                </a:lnTo>
                <a:lnTo>
                  <a:pt x="189" y="192"/>
                </a:lnTo>
                <a:lnTo>
                  <a:pt x="192" y="193"/>
                </a:lnTo>
                <a:lnTo>
                  <a:pt x="193" y="193"/>
                </a:lnTo>
                <a:lnTo>
                  <a:pt x="193" y="192"/>
                </a:lnTo>
                <a:lnTo>
                  <a:pt x="194" y="192"/>
                </a:lnTo>
                <a:lnTo>
                  <a:pt x="194" y="191"/>
                </a:lnTo>
                <a:lnTo>
                  <a:pt x="193" y="191"/>
                </a:lnTo>
                <a:lnTo>
                  <a:pt x="192" y="191"/>
                </a:lnTo>
                <a:lnTo>
                  <a:pt x="192" y="187"/>
                </a:lnTo>
                <a:lnTo>
                  <a:pt x="191" y="187"/>
                </a:lnTo>
                <a:lnTo>
                  <a:pt x="191" y="186"/>
                </a:lnTo>
                <a:lnTo>
                  <a:pt x="191" y="186"/>
                </a:lnTo>
                <a:lnTo>
                  <a:pt x="190" y="184"/>
                </a:lnTo>
                <a:lnTo>
                  <a:pt x="191" y="182"/>
                </a:lnTo>
                <a:lnTo>
                  <a:pt x="191" y="181"/>
                </a:lnTo>
                <a:lnTo>
                  <a:pt x="190" y="181"/>
                </a:lnTo>
                <a:lnTo>
                  <a:pt x="190" y="179"/>
                </a:lnTo>
                <a:lnTo>
                  <a:pt x="191" y="179"/>
                </a:lnTo>
                <a:lnTo>
                  <a:pt x="184" y="165"/>
                </a:lnTo>
                <a:lnTo>
                  <a:pt x="183" y="165"/>
                </a:lnTo>
                <a:lnTo>
                  <a:pt x="183" y="165"/>
                </a:lnTo>
                <a:lnTo>
                  <a:pt x="182" y="164"/>
                </a:lnTo>
                <a:lnTo>
                  <a:pt x="182" y="164"/>
                </a:lnTo>
                <a:lnTo>
                  <a:pt x="182" y="163"/>
                </a:lnTo>
                <a:lnTo>
                  <a:pt x="181" y="163"/>
                </a:lnTo>
                <a:lnTo>
                  <a:pt x="181" y="163"/>
                </a:lnTo>
                <a:lnTo>
                  <a:pt x="182" y="162"/>
                </a:lnTo>
                <a:lnTo>
                  <a:pt x="182" y="161"/>
                </a:lnTo>
                <a:lnTo>
                  <a:pt x="182" y="161"/>
                </a:lnTo>
                <a:lnTo>
                  <a:pt x="183" y="160"/>
                </a:lnTo>
                <a:lnTo>
                  <a:pt x="184" y="160"/>
                </a:lnTo>
                <a:lnTo>
                  <a:pt x="184" y="160"/>
                </a:lnTo>
                <a:lnTo>
                  <a:pt x="185" y="160"/>
                </a:lnTo>
                <a:lnTo>
                  <a:pt x="186" y="158"/>
                </a:lnTo>
                <a:lnTo>
                  <a:pt x="188" y="158"/>
                </a:lnTo>
                <a:lnTo>
                  <a:pt x="188" y="158"/>
                </a:lnTo>
                <a:lnTo>
                  <a:pt x="188" y="157"/>
                </a:lnTo>
                <a:lnTo>
                  <a:pt x="190" y="155"/>
                </a:lnTo>
                <a:lnTo>
                  <a:pt x="190" y="154"/>
                </a:lnTo>
                <a:lnTo>
                  <a:pt x="189" y="153"/>
                </a:lnTo>
                <a:lnTo>
                  <a:pt x="189" y="152"/>
                </a:lnTo>
                <a:lnTo>
                  <a:pt x="190" y="151"/>
                </a:lnTo>
                <a:lnTo>
                  <a:pt x="191" y="151"/>
                </a:lnTo>
                <a:lnTo>
                  <a:pt x="191" y="151"/>
                </a:lnTo>
                <a:lnTo>
                  <a:pt x="191" y="149"/>
                </a:lnTo>
                <a:lnTo>
                  <a:pt x="192" y="148"/>
                </a:lnTo>
                <a:lnTo>
                  <a:pt x="192" y="148"/>
                </a:lnTo>
                <a:lnTo>
                  <a:pt x="193" y="149"/>
                </a:lnTo>
                <a:lnTo>
                  <a:pt x="194" y="150"/>
                </a:lnTo>
                <a:lnTo>
                  <a:pt x="209" y="150"/>
                </a:lnTo>
                <a:lnTo>
                  <a:pt x="210" y="150"/>
                </a:lnTo>
                <a:lnTo>
                  <a:pt x="211" y="149"/>
                </a:lnTo>
                <a:lnTo>
                  <a:pt x="212" y="148"/>
                </a:lnTo>
                <a:lnTo>
                  <a:pt x="212" y="147"/>
                </a:lnTo>
                <a:lnTo>
                  <a:pt x="212" y="146"/>
                </a:lnTo>
                <a:lnTo>
                  <a:pt x="211" y="145"/>
                </a:lnTo>
                <a:lnTo>
                  <a:pt x="211" y="143"/>
                </a:lnTo>
                <a:lnTo>
                  <a:pt x="211" y="143"/>
                </a:lnTo>
                <a:lnTo>
                  <a:pt x="211" y="142"/>
                </a:lnTo>
                <a:lnTo>
                  <a:pt x="210" y="141"/>
                </a:lnTo>
                <a:lnTo>
                  <a:pt x="211" y="141"/>
                </a:lnTo>
                <a:lnTo>
                  <a:pt x="211" y="139"/>
                </a:lnTo>
                <a:lnTo>
                  <a:pt x="214" y="136"/>
                </a:lnTo>
                <a:lnTo>
                  <a:pt x="213" y="136"/>
                </a:lnTo>
                <a:lnTo>
                  <a:pt x="214" y="135"/>
                </a:lnTo>
                <a:lnTo>
                  <a:pt x="214" y="135"/>
                </a:lnTo>
                <a:lnTo>
                  <a:pt x="214" y="134"/>
                </a:lnTo>
                <a:lnTo>
                  <a:pt x="214" y="134"/>
                </a:lnTo>
                <a:lnTo>
                  <a:pt x="213" y="134"/>
                </a:lnTo>
                <a:lnTo>
                  <a:pt x="213" y="133"/>
                </a:lnTo>
                <a:lnTo>
                  <a:pt x="214" y="133"/>
                </a:lnTo>
                <a:lnTo>
                  <a:pt x="213" y="132"/>
                </a:lnTo>
                <a:lnTo>
                  <a:pt x="214" y="132"/>
                </a:lnTo>
                <a:lnTo>
                  <a:pt x="213" y="131"/>
                </a:lnTo>
                <a:lnTo>
                  <a:pt x="213" y="131"/>
                </a:lnTo>
                <a:lnTo>
                  <a:pt x="213" y="130"/>
                </a:lnTo>
                <a:lnTo>
                  <a:pt x="213" y="129"/>
                </a:lnTo>
                <a:lnTo>
                  <a:pt x="214" y="129"/>
                </a:lnTo>
                <a:lnTo>
                  <a:pt x="214" y="129"/>
                </a:lnTo>
                <a:lnTo>
                  <a:pt x="215" y="128"/>
                </a:lnTo>
                <a:lnTo>
                  <a:pt x="214" y="128"/>
                </a:lnTo>
                <a:lnTo>
                  <a:pt x="215" y="127"/>
                </a:lnTo>
                <a:lnTo>
                  <a:pt x="215" y="126"/>
                </a:lnTo>
                <a:lnTo>
                  <a:pt x="215" y="124"/>
                </a:lnTo>
                <a:lnTo>
                  <a:pt x="214" y="123"/>
                </a:lnTo>
                <a:lnTo>
                  <a:pt x="214" y="122"/>
                </a:lnTo>
                <a:lnTo>
                  <a:pt x="215" y="122"/>
                </a:lnTo>
                <a:lnTo>
                  <a:pt x="215" y="121"/>
                </a:lnTo>
                <a:lnTo>
                  <a:pt x="216" y="121"/>
                </a:lnTo>
                <a:lnTo>
                  <a:pt x="216" y="120"/>
                </a:lnTo>
                <a:lnTo>
                  <a:pt x="216" y="120"/>
                </a:lnTo>
                <a:lnTo>
                  <a:pt x="217" y="120"/>
                </a:lnTo>
                <a:lnTo>
                  <a:pt x="216" y="118"/>
                </a:lnTo>
                <a:lnTo>
                  <a:pt x="216" y="118"/>
                </a:lnTo>
                <a:lnTo>
                  <a:pt x="216" y="117"/>
                </a:lnTo>
                <a:lnTo>
                  <a:pt x="216" y="117"/>
                </a:lnTo>
                <a:lnTo>
                  <a:pt x="216" y="116"/>
                </a:lnTo>
                <a:lnTo>
                  <a:pt x="215" y="116"/>
                </a:lnTo>
                <a:lnTo>
                  <a:pt x="215" y="116"/>
                </a:lnTo>
                <a:lnTo>
                  <a:pt x="214" y="115"/>
                </a:lnTo>
                <a:lnTo>
                  <a:pt x="215" y="112"/>
                </a:lnTo>
                <a:lnTo>
                  <a:pt x="216" y="111"/>
                </a:lnTo>
                <a:lnTo>
                  <a:pt x="215" y="108"/>
                </a:lnTo>
                <a:lnTo>
                  <a:pt x="215" y="108"/>
                </a:lnTo>
                <a:lnTo>
                  <a:pt x="215" y="107"/>
                </a:lnTo>
                <a:lnTo>
                  <a:pt x="215" y="105"/>
                </a:lnTo>
                <a:lnTo>
                  <a:pt x="215" y="104"/>
                </a:lnTo>
                <a:lnTo>
                  <a:pt x="214" y="103"/>
                </a:lnTo>
                <a:lnTo>
                  <a:pt x="215" y="103"/>
                </a:lnTo>
                <a:lnTo>
                  <a:pt x="215" y="101"/>
                </a:lnTo>
                <a:lnTo>
                  <a:pt x="216" y="100"/>
                </a:lnTo>
                <a:lnTo>
                  <a:pt x="215" y="98"/>
                </a:lnTo>
                <a:lnTo>
                  <a:pt x="214" y="97"/>
                </a:lnTo>
                <a:lnTo>
                  <a:pt x="214" y="95"/>
                </a:lnTo>
                <a:lnTo>
                  <a:pt x="215" y="94"/>
                </a:lnTo>
                <a:lnTo>
                  <a:pt x="215" y="93"/>
                </a:lnTo>
                <a:lnTo>
                  <a:pt x="218" y="91"/>
                </a:lnTo>
                <a:lnTo>
                  <a:pt x="218" y="90"/>
                </a:lnTo>
                <a:lnTo>
                  <a:pt x="218" y="89"/>
                </a:lnTo>
                <a:lnTo>
                  <a:pt x="219" y="88"/>
                </a:lnTo>
                <a:lnTo>
                  <a:pt x="219" y="86"/>
                </a:lnTo>
                <a:lnTo>
                  <a:pt x="220" y="84"/>
                </a:lnTo>
                <a:lnTo>
                  <a:pt x="220" y="83"/>
                </a:lnTo>
                <a:lnTo>
                  <a:pt x="218" y="83"/>
                </a:lnTo>
                <a:lnTo>
                  <a:pt x="217" y="81"/>
                </a:lnTo>
                <a:lnTo>
                  <a:pt x="216" y="81"/>
                </a:lnTo>
                <a:lnTo>
                  <a:pt x="216" y="80"/>
                </a:lnTo>
                <a:lnTo>
                  <a:pt x="215" y="80"/>
                </a:lnTo>
                <a:lnTo>
                  <a:pt x="215" y="79"/>
                </a:lnTo>
                <a:lnTo>
                  <a:pt x="215" y="77"/>
                </a:lnTo>
                <a:lnTo>
                  <a:pt x="215" y="75"/>
                </a:lnTo>
                <a:lnTo>
                  <a:pt x="215" y="73"/>
                </a:lnTo>
                <a:lnTo>
                  <a:pt x="220" y="68"/>
                </a:lnTo>
                <a:lnTo>
                  <a:pt x="220" y="68"/>
                </a:lnTo>
                <a:lnTo>
                  <a:pt x="219" y="67"/>
                </a:lnTo>
                <a:lnTo>
                  <a:pt x="219" y="68"/>
                </a:lnTo>
                <a:lnTo>
                  <a:pt x="217" y="68"/>
                </a:lnTo>
                <a:lnTo>
                  <a:pt x="217" y="69"/>
                </a:lnTo>
                <a:lnTo>
                  <a:pt x="216" y="70"/>
                </a:lnTo>
                <a:lnTo>
                  <a:pt x="215" y="71"/>
                </a:lnTo>
                <a:lnTo>
                  <a:pt x="214" y="70"/>
                </a:lnTo>
                <a:lnTo>
                  <a:pt x="211" y="71"/>
                </a:lnTo>
                <a:lnTo>
                  <a:pt x="210" y="72"/>
                </a:lnTo>
                <a:lnTo>
                  <a:pt x="207" y="73"/>
                </a:lnTo>
                <a:lnTo>
                  <a:pt x="206" y="74"/>
                </a:lnTo>
                <a:lnTo>
                  <a:pt x="206" y="74"/>
                </a:lnTo>
                <a:lnTo>
                  <a:pt x="205" y="75"/>
                </a:lnTo>
                <a:lnTo>
                  <a:pt x="201" y="78"/>
                </a:lnTo>
                <a:lnTo>
                  <a:pt x="201" y="79"/>
                </a:lnTo>
                <a:lnTo>
                  <a:pt x="199" y="80"/>
                </a:lnTo>
                <a:lnTo>
                  <a:pt x="199" y="81"/>
                </a:lnTo>
                <a:lnTo>
                  <a:pt x="197" y="82"/>
                </a:lnTo>
                <a:lnTo>
                  <a:pt x="196" y="83"/>
                </a:lnTo>
                <a:lnTo>
                  <a:pt x="193" y="83"/>
                </a:lnTo>
                <a:lnTo>
                  <a:pt x="192" y="84"/>
                </a:lnTo>
                <a:lnTo>
                  <a:pt x="192" y="85"/>
                </a:lnTo>
                <a:lnTo>
                  <a:pt x="190" y="87"/>
                </a:lnTo>
                <a:lnTo>
                  <a:pt x="190" y="88"/>
                </a:lnTo>
                <a:lnTo>
                  <a:pt x="188" y="88"/>
                </a:lnTo>
                <a:lnTo>
                  <a:pt x="187" y="89"/>
                </a:lnTo>
                <a:lnTo>
                  <a:pt x="188" y="90"/>
                </a:lnTo>
                <a:lnTo>
                  <a:pt x="188" y="92"/>
                </a:lnTo>
                <a:lnTo>
                  <a:pt x="188" y="93"/>
                </a:lnTo>
                <a:lnTo>
                  <a:pt x="187" y="94"/>
                </a:lnTo>
                <a:lnTo>
                  <a:pt x="186" y="94"/>
                </a:lnTo>
                <a:lnTo>
                  <a:pt x="184" y="94"/>
                </a:lnTo>
                <a:lnTo>
                  <a:pt x="184" y="94"/>
                </a:lnTo>
                <a:lnTo>
                  <a:pt x="183" y="96"/>
                </a:lnTo>
                <a:lnTo>
                  <a:pt x="179" y="97"/>
                </a:lnTo>
                <a:lnTo>
                  <a:pt x="179" y="97"/>
                </a:lnTo>
                <a:lnTo>
                  <a:pt x="177" y="98"/>
                </a:lnTo>
                <a:lnTo>
                  <a:pt x="175" y="98"/>
                </a:lnTo>
                <a:lnTo>
                  <a:pt x="174" y="99"/>
                </a:lnTo>
                <a:lnTo>
                  <a:pt x="173" y="99"/>
                </a:lnTo>
                <a:lnTo>
                  <a:pt x="172" y="98"/>
                </a:lnTo>
                <a:lnTo>
                  <a:pt x="171" y="98"/>
                </a:lnTo>
                <a:lnTo>
                  <a:pt x="168" y="99"/>
                </a:lnTo>
                <a:lnTo>
                  <a:pt x="166" y="101"/>
                </a:lnTo>
                <a:lnTo>
                  <a:pt x="165" y="101"/>
                </a:lnTo>
                <a:lnTo>
                  <a:pt x="164" y="100"/>
                </a:lnTo>
                <a:lnTo>
                  <a:pt x="163" y="98"/>
                </a:lnTo>
                <a:lnTo>
                  <a:pt x="162" y="96"/>
                </a:lnTo>
                <a:lnTo>
                  <a:pt x="158" y="95"/>
                </a:lnTo>
                <a:lnTo>
                  <a:pt x="157" y="93"/>
                </a:lnTo>
                <a:lnTo>
                  <a:pt x="157" y="93"/>
                </a:lnTo>
                <a:lnTo>
                  <a:pt x="158" y="91"/>
                </a:lnTo>
                <a:lnTo>
                  <a:pt x="158" y="90"/>
                </a:lnTo>
                <a:lnTo>
                  <a:pt x="159" y="89"/>
                </a:lnTo>
                <a:lnTo>
                  <a:pt x="157" y="87"/>
                </a:lnTo>
                <a:lnTo>
                  <a:pt x="156" y="86"/>
                </a:lnTo>
                <a:lnTo>
                  <a:pt x="157" y="85"/>
                </a:lnTo>
                <a:lnTo>
                  <a:pt x="156" y="84"/>
                </a:lnTo>
                <a:lnTo>
                  <a:pt x="156" y="85"/>
                </a:lnTo>
                <a:lnTo>
                  <a:pt x="155" y="85"/>
                </a:lnTo>
                <a:lnTo>
                  <a:pt x="154" y="85"/>
                </a:lnTo>
                <a:lnTo>
                  <a:pt x="154" y="83"/>
                </a:lnTo>
                <a:lnTo>
                  <a:pt x="152" y="83"/>
                </a:lnTo>
                <a:lnTo>
                  <a:pt x="153" y="79"/>
                </a:lnTo>
                <a:lnTo>
                  <a:pt x="153" y="77"/>
                </a:lnTo>
                <a:lnTo>
                  <a:pt x="153" y="77"/>
                </a:lnTo>
                <a:lnTo>
                  <a:pt x="150" y="78"/>
                </a:lnTo>
                <a:lnTo>
                  <a:pt x="150" y="77"/>
                </a:lnTo>
                <a:lnTo>
                  <a:pt x="149" y="77"/>
                </a:lnTo>
                <a:lnTo>
                  <a:pt x="147" y="79"/>
                </a:lnTo>
                <a:lnTo>
                  <a:pt x="146" y="78"/>
                </a:lnTo>
                <a:lnTo>
                  <a:pt x="143" y="77"/>
                </a:lnTo>
                <a:lnTo>
                  <a:pt x="143" y="76"/>
                </a:lnTo>
                <a:lnTo>
                  <a:pt x="141" y="76"/>
                </a:lnTo>
                <a:lnTo>
                  <a:pt x="141" y="75"/>
                </a:lnTo>
                <a:lnTo>
                  <a:pt x="140" y="75"/>
                </a:lnTo>
                <a:lnTo>
                  <a:pt x="139" y="73"/>
                </a:lnTo>
                <a:lnTo>
                  <a:pt x="138" y="74"/>
                </a:lnTo>
                <a:lnTo>
                  <a:pt x="138" y="73"/>
                </a:lnTo>
                <a:lnTo>
                  <a:pt x="137" y="72"/>
                </a:lnTo>
                <a:lnTo>
                  <a:pt x="137" y="72"/>
                </a:lnTo>
                <a:lnTo>
                  <a:pt x="136" y="72"/>
                </a:lnTo>
                <a:lnTo>
                  <a:pt x="135" y="72"/>
                </a:lnTo>
                <a:lnTo>
                  <a:pt x="134" y="72"/>
                </a:lnTo>
                <a:lnTo>
                  <a:pt x="134" y="70"/>
                </a:lnTo>
                <a:lnTo>
                  <a:pt x="133" y="69"/>
                </a:lnTo>
                <a:lnTo>
                  <a:pt x="132" y="69"/>
                </a:lnTo>
                <a:lnTo>
                  <a:pt x="131" y="70"/>
                </a:lnTo>
                <a:lnTo>
                  <a:pt x="131" y="70"/>
                </a:lnTo>
                <a:lnTo>
                  <a:pt x="131" y="71"/>
                </a:lnTo>
                <a:lnTo>
                  <a:pt x="131" y="72"/>
                </a:lnTo>
                <a:lnTo>
                  <a:pt x="129" y="71"/>
                </a:lnTo>
                <a:lnTo>
                  <a:pt x="128" y="72"/>
                </a:lnTo>
                <a:lnTo>
                  <a:pt x="127" y="72"/>
                </a:lnTo>
                <a:lnTo>
                  <a:pt x="126" y="71"/>
                </a:lnTo>
                <a:lnTo>
                  <a:pt x="123" y="70"/>
                </a:lnTo>
                <a:lnTo>
                  <a:pt x="122" y="71"/>
                </a:lnTo>
                <a:lnTo>
                  <a:pt x="122" y="70"/>
                </a:lnTo>
                <a:lnTo>
                  <a:pt x="122" y="69"/>
                </a:lnTo>
                <a:lnTo>
                  <a:pt x="122" y="69"/>
                </a:lnTo>
                <a:lnTo>
                  <a:pt x="121" y="69"/>
                </a:lnTo>
                <a:lnTo>
                  <a:pt x="121" y="69"/>
                </a:lnTo>
                <a:lnTo>
                  <a:pt x="118" y="69"/>
                </a:lnTo>
                <a:lnTo>
                  <a:pt x="116" y="70"/>
                </a:lnTo>
                <a:lnTo>
                  <a:pt x="115" y="71"/>
                </a:lnTo>
                <a:lnTo>
                  <a:pt x="114" y="71"/>
                </a:lnTo>
                <a:lnTo>
                  <a:pt x="113" y="72"/>
                </a:lnTo>
                <a:lnTo>
                  <a:pt x="111" y="72"/>
                </a:lnTo>
                <a:lnTo>
                  <a:pt x="110" y="71"/>
                </a:lnTo>
                <a:lnTo>
                  <a:pt x="109" y="72"/>
                </a:lnTo>
                <a:lnTo>
                  <a:pt x="107" y="72"/>
                </a:lnTo>
                <a:lnTo>
                  <a:pt x="105" y="70"/>
                </a:lnTo>
                <a:lnTo>
                  <a:pt x="105" y="69"/>
                </a:lnTo>
                <a:lnTo>
                  <a:pt x="103" y="69"/>
                </a:lnTo>
                <a:lnTo>
                  <a:pt x="102" y="68"/>
                </a:lnTo>
                <a:lnTo>
                  <a:pt x="102" y="66"/>
                </a:lnTo>
                <a:lnTo>
                  <a:pt x="101" y="64"/>
                </a:lnTo>
                <a:lnTo>
                  <a:pt x="101" y="63"/>
                </a:lnTo>
                <a:lnTo>
                  <a:pt x="101" y="61"/>
                </a:lnTo>
                <a:lnTo>
                  <a:pt x="102" y="60"/>
                </a:lnTo>
                <a:lnTo>
                  <a:pt x="101" y="59"/>
                </a:lnTo>
                <a:lnTo>
                  <a:pt x="98" y="58"/>
                </a:lnTo>
                <a:lnTo>
                  <a:pt x="97" y="57"/>
                </a:lnTo>
                <a:lnTo>
                  <a:pt x="97" y="56"/>
                </a:lnTo>
                <a:lnTo>
                  <a:pt x="97" y="55"/>
                </a:lnTo>
                <a:lnTo>
                  <a:pt x="96" y="55"/>
                </a:lnTo>
                <a:lnTo>
                  <a:pt x="96" y="52"/>
                </a:lnTo>
                <a:lnTo>
                  <a:pt x="95" y="51"/>
                </a:lnTo>
                <a:lnTo>
                  <a:pt x="94" y="49"/>
                </a:lnTo>
                <a:lnTo>
                  <a:pt x="93" y="48"/>
                </a:lnTo>
                <a:lnTo>
                  <a:pt x="91" y="45"/>
                </a:lnTo>
                <a:lnTo>
                  <a:pt x="90" y="45"/>
                </a:lnTo>
                <a:lnTo>
                  <a:pt x="88" y="44"/>
                </a:lnTo>
                <a:lnTo>
                  <a:pt x="87" y="43"/>
                </a:lnTo>
                <a:lnTo>
                  <a:pt x="86" y="40"/>
                </a:lnTo>
                <a:lnTo>
                  <a:pt x="87" y="38"/>
                </a:lnTo>
                <a:lnTo>
                  <a:pt x="87" y="37"/>
                </a:lnTo>
                <a:lnTo>
                  <a:pt x="86" y="38"/>
                </a:lnTo>
                <a:lnTo>
                  <a:pt x="86" y="38"/>
                </a:lnTo>
                <a:lnTo>
                  <a:pt x="86" y="39"/>
                </a:lnTo>
                <a:lnTo>
                  <a:pt x="86" y="39"/>
                </a:lnTo>
                <a:lnTo>
                  <a:pt x="86" y="40"/>
                </a:lnTo>
                <a:lnTo>
                  <a:pt x="85" y="39"/>
                </a:lnTo>
                <a:lnTo>
                  <a:pt x="85" y="38"/>
                </a:lnTo>
                <a:lnTo>
                  <a:pt x="85" y="38"/>
                </a:lnTo>
                <a:lnTo>
                  <a:pt x="86" y="37"/>
                </a:lnTo>
                <a:lnTo>
                  <a:pt x="86" y="37"/>
                </a:lnTo>
                <a:lnTo>
                  <a:pt x="86" y="36"/>
                </a:lnTo>
                <a:lnTo>
                  <a:pt x="84" y="36"/>
                </a:lnTo>
                <a:lnTo>
                  <a:pt x="84" y="36"/>
                </a:lnTo>
                <a:lnTo>
                  <a:pt x="84" y="34"/>
                </a:lnTo>
                <a:lnTo>
                  <a:pt x="84" y="33"/>
                </a:lnTo>
                <a:lnTo>
                  <a:pt x="82" y="33"/>
                </a:lnTo>
                <a:lnTo>
                  <a:pt x="81" y="33"/>
                </a:lnTo>
                <a:lnTo>
                  <a:pt x="82" y="31"/>
                </a:lnTo>
                <a:lnTo>
                  <a:pt x="82" y="31"/>
                </a:lnTo>
                <a:lnTo>
                  <a:pt x="82" y="30"/>
                </a:lnTo>
                <a:lnTo>
                  <a:pt x="81" y="30"/>
                </a:lnTo>
                <a:lnTo>
                  <a:pt x="77" y="26"/>
                </a:lnTo>
                <a:lnTo>
                  <a:pt x="77" y="26"/>
                </a:lnTo>
                <a:lnTo>
                  <a:pt x="76" y="24"/>
                </a:lnTo>
                <a:lnTo>
                  <a:pt x="77" y="24"/>
                </a:lnTo>
                <a:lnTo>
                  <a:pt x="77" y="22"/>
                </a:lnTo>
                <a:lnTo>
                  <a:pt x="77" y="22"/>
                </a:lnTo>
                <a:lnTo>
                  <a:pt x="73" y="21"/>
                </a:lnTo>
                <a:lnTo>
                  <a:pt x="73" y="20"/>
                </a:lnTo>
                <a:lnTo>
                  <a:pt x="74" y="19"/>
                </a:lnTo>
                <a:lnTo>
                  <a:pt x="75" y="19"/>
                </a:lnTo>
                <a:lnTo>
                  <a:pt x="75" y="18"/>
                </a:lnTo>
                <a:lnTo>
                  <a:pt x="73" y="19"/>
                </a:lnTo>
                <a:lnTo>
                  <a:pt x="73" y="18"/>
                </a:lnTo>
                <a:lnTo>
                  <a:pt x="73" y="17"/>
                </a:lnTo>
                <a:lnTo>
                  <a:pt x="73" y="17"/>
                </a:lnTo>
                <a:lnTo>
                  <a:pt x="71" y="15"/>
                </a:lnTo>
                <a:lnTo>
                  <a:pt x="71" y="16"/>
                </a:lnTo>
                <a:lnTo>
                  <a:pt x="70" y="15"/>
                </a:lnTo>
                <a:lnTo>
                  <a:pt x="70" y="14"/>
                </a:lnTo>
                <a:lnTo>
                  <a:pt x="69" y="14"/>
                </a:lnTo>
                <a:lnTo>
                  <a:pt x="68" y="13"/>
                </a:lnTo>
                <a:lnTo>
                  <a:pt x="68" y="14"/>
                </a:lnTo>
                <a:lnTo>
                  <a:pt x="67" y="13"/>
                </a:lnTo>
                <a:lnTo>
                  <a:pt x="67" y="12"/>
                </a:lnTo>
                <a:lnTo>
                  <a:pt x="68" y="12"/>
                </a:lnTo>
                <a:lnTo>
                  <a:pt x="68" y="11"/>
                </a:lnTo>
                <a:lnTo>
                  <a:pt x="67" y="10"/>
                </a:lnTo>
                <a:lnTo>
                  <a:pt x="68" y="10"/>
                </a:lnTo>
                <a:lnTo>
                  <a:pt x="67" y="9"/>
                </a:lnTo>
                <a:lnTo>
                  <a:pt x="66" y="10"/>
                </a:lnTo>
                <a:lnTo>
                  <a:pt x="64" y="8"/>
                </a:lnTo>
                <a:lnTo>
                  <a:pt x="64" y="8"/>
                </a:lnTo>
                <a:lnTo>
                  <a:pt x="63" y="8"/>
                </a:lnTo>
                <a:lnTo>
                  <a:pt x="63" y="8"/>
                </a:lnTo>
                <a:lnTo>
                  <a:pt x="62" y="9"/>
                </a:lnTo>
                <a:lnTo>
                  <a:pt x="61" y="8"/>
                </a:lnTo>
                <a:lnTo>
                  <a:pt x="62" y="7"/>
                </a:lnTo>
                <a:lnTo>
                  <a:pt x="62" y="6"/>
                </a:lnTo>
                <a:lnTo>
                  <a:pt x="61" y="6"/>
                </a:lnTo>
                <a:lnTo>
                  <a:pt x="60" y="4"/>
                </a:lnTo>
                <a:lnTo>
                  <a:pt x="59" y="5"/>
                </a:lnTo>
                <a:lnTo>
                  <a:pt x="58" y="5"/>
                </a:lnTo>
                <a:lnTo>
                  <a:pt x="58" y="4"/>
                </a:lnTo>
                <a:lnTo>
                  <a:pt x="53" y="3"/>
                </a:lnTo>
                <a:lnTo>
                  <a:pt x="50" y="4"/>
                </a:lnTo>
                <a:lnTo>
                  <a:pt x="49" y="5"/>
                </a:lnTo>
                <a:lnTo>
                  <a:pt x="50" y="6"/>
                </a:lnTo>
                <a:lnTo>
                  <a:pt x="49" y="6"/>
                </a:lnTo>
                <a:lnTo>
                  <a:pt x="49" y="5"/>
                </a:lnTo>
                <a:lnTo>
                  <a:pt x="47" y="6"/>
                </a:lnTo>
                <a:lnTo>
                  <a:pt x="47" y="5"/>
                </a:lnTo>
                <a:lnTo>
                  <a:pt x="47" y="5"/>
                </a:lnTo>
                <a:lnTo>
                  <a:pt x="46" y="4"/>
                </a:lnTo>
                <a:lnTo>
                  <a:pt x="45" y="5"/>
                </a:lnTo>
                <a:lnTo>
                  <a:pt x="43" y="5"/>
                </a:lnTo>
                <a:lnTo>
                  <a:pt x="42" y="4"/>
                </a:lnTo>
                <a:lnTo>
                  <a:pt x="41" y="3"/>
                </a:lnTo>
                <a:lnTo>
                  <a:pt x="39" y="2"/>
                </a:lnTo>
                <a:lnTo>
                  <a:pt x="38" y="3"/>
                </a:lnTo>
                <a:lnTo>
                  <a:pt x="37" y="2"/>
                </a:lnTo>
                <a:lnTo>
                  <a:pt x="36" y="2"/>
                </a:lnTo>
                <a:lnTo>
                  <a:pt x="36" y="1"/>
                </a:lnTo>
                <a:lnTo>
                  <a:pt x="34" y="1"/>
                </a:lnTo>
                <a:lnTo>
                  <a:pt x="31" y="1"/>
                </a:lnTo>
                <a:lnTo>
                  <a:pt x="31" y="0"/>
                </a:lnTo>
                <a:lnTo>
                  <a:pt x="30" y="0"/>
                </a:lnTo>
                <a:lnTo>
                  <a:pt x="30" y="0"/>
                </a:lnTo>
                <a:lnTo>
                  <a:pt x="30" y="1"/>
                </a:lnTo>
                <a:lnTo>
                  <a:pt x="29" y="1"/>
                </a:lnTo>
                <a:lnTo>
                  <a:pt x="29" y="1"/>
                </a:lnTo>
                <a:lnTo>
                  <a:pt x="29" y="0"/>
                </a:lnTo>
                <a:lnTo>
                  <a:pt x="28" y="0"/>
                </a:lnTo>
                <a:lnTo>
                  <a:pt x="29" y="1"/>
                </a:lnTo>
                <a:lnTo>
                  <a:pt x="29" y="1"/>
                </a:lnTo>
                <a:lnTo>
                  <a:pt x="28" y="1"/>
                </a:lnTo>
                <a:lnTo>
                  <a:pt x="25" y="1"/>
                </a:lnTo>
                <a:lnTo>
                  <a:pt x="24" y="2"/>
                </a:lnTo>
                <a:lnTo>
                  <a:pt x="22" y="2"/>
                </a:lnTo>
                <a:lnTo>
                  <a:pt x="20" y="4"/>
                </a:lnTo>
                <a:lnTo>
                  <a:pt x="16" y="4"/>
                </a:lnTo>
                <a:lnTo>
                  <a:pt x="14" y="5"/>
                </a:lnTo>
                <a:lnTo>
                  <a:pt x="13" y="4"/>
                </a:lnTo>
                <a:lnTo>
                  <a:pt x="11" y="5"/>
                </a:lnTo>
                <a:lnTo>
                  <a:pt x="10" y="5"/>
                </a:lnTo>
                <a:lnTo>
                  <a:pt x="10" y="6"/>
                </a:lnTo>
                <a:lnTo>
                  <a:pt x="6" y="7"/>
                </a:lnTo>
                <a:lnTo>
                  <a:pt x="2" y="10"/>
                </a:lnTo>
                <a:lnTo>
                  <a:pt x="3" y="11"/>
                </a:lnTo>
                <a:lnTo>
                  <a:pt x="4" y="11"/>
                </a:lnTo>
                <a:lnTo>
                  <a:pt x="4" y="13"/>
                </a:lnTo>
                <a:lnTo>
                  <a:pt x="6" y="13"/>
                </a:lnTo>
                <a:lnTo>
                  <a:pt x="6" y="14"/>
                </a:lnTo>
                <a:lnTo>
                  <a:pt x="6" y="14"/>
                </a:lnTo>
                <a:lnTo>
                  <a:pt x="7" y="15"/>
                </a:lnTo>
                <a:lnTo>
                  <a:pt x="7" y="16"/>
                </a:lnTo>
                <a:lnTo>
                  <a:pt x="6" y="17"/>
                </a:lnTo>
                <a:lnTo>
                  <a:pt x="5" y="18"/>
                </a:lnTo>
                <a:lnTo>
                  <a:pt x="5" y="19"/>
                </a:lnTo>
                <a:lnTo>
                  <a:pt x="5" y="20"/>
                </a:lnTo>
                <a:lnTo>
                  <a:pt x="5" y="20"/>
                </a:lnTo>
                <a:lnTo>
                  <a:pt x="3" y="22"/>
                </a:lnTo>
                <a:lnTo>
                  <a:pt x="3" y="23"/>
                </a:lnTo>
                <a:lnTo>
                  <a:pt x="2" y="24"/>
                </a:lnTo>
                <a:lnTo>
                  <a:pt x="1" y="24"/>
                </a:lnTo>
                <a:lnTo>
                  <a:pt x="0" y="26"/>
                </a:lnTo>
                <a:lnTo>
                  <a:pt x="0" y="27"/>
                </a:lnTo>
                <a:lnTo>
                  <a:pt x="2" y="26"/>
                </a:lnTo>
                <a:lnTo>
                  <a:pt x="2" y="27"/>
                </a:lnTo>
                <a:lnTo>
                  <a:pt x="3" y="27"/>
                </a:lnTo>
                <a:lnTo>
                  <a:pt x="3" y="28"/>
                </a:lnTo>
                <a:lnTo>
                  <a:pt x="5" y="28"/>
                </a:lnTo>
                <a:lnTo>
                  <a:pt x="5" y="29"/>
                </a:lnTo>
                <a:lnTo>
                  <a:pt x="7" y="29"/>
                </a:lnTo>
                <a:lnTo>
                  <a:pt x="7" y="29"/>
                </a:lnTo>
                <a:lnTo>
                  <a:pt x="7" y="30"/>
                </a:lnTo>
                <a:lnTo>
                  <a:pt x="8" y="31"/>
                </a:lnTo>
                <a:lnTo>
                  <a:pt x="8" y="31"/>
                </a:lnTo>
                <a:lnTo>
                  <a:pt x="10" y="31"/>
                </a:lnTo>
                <a:lnTo>
                  <a:pt x="12" y="31"/>
                </a:lnTo>
                <a:lnTo>
                  <a:pt x="12" y="30"/>
                </a:lnTo>
                <a:lnTo>
                  <a:pt x="13" y="29"/>
                </a:lnTo>
                <a:lnTo>
                  <a:pt x="13" y="28"/>
                </a:lnTo>
                <a:lnTo>
                  <a:pt x="13" y="28"/>
                </a:lnTo>
                <a:lnTo>
                  <a:pt x="13" y="28"/>
                </a:lnTo>
                <a:lnTo>
                  <a:pt x="13" y="27"/>
                </a:lnTo>
                <a:lnTo>
                  <a:pt x="14" y="26"/>
                </a:lnTo>
                <a:lnTo>
                  <a:pt x="14" y="26"/>
                </a:lnTo>
                <a:lnTo>
                  <a:pt x="15" y="27"/>
                </a:lnTo>
                <a:lnTo>
                  <a:pt x="16" y="26"/>
                </a:lnTo>
                <a:lnTo>
                  <a:pt x="17" y="27"/>
                </a:lnTo>
                <a:lnTo>
                  <a:pt x="18" y="28"/>
                </a:lnTo>
                <a:lnTo>
                  <a:pt x="18" y="28"/>
                </a:lnTo>
                <a:lnTo>
                  <a:pt x="19" y="29"/>
                </a:lnTo>
                <a:lnTo>
                  <a:pt x="19" y="30"/>
                </a:lnTo>
                <a:lnTo>
                  <a:pt x="21" y="30"/>
                </a:lnTo>
                <a:lnTo>
                  <a:pt x="22" y="30"/>
                </a:lnTo>
                <a:lnTo>
                  <a:pt x="23" y="30"/>
                </a:lnTo>
                <a:lnTo>
                  <a:pt x="23" y="30"/>
                </a:lnTo>
                <a:lnTo>
                  <a:pt x="24" y="30"/>
                </a:lnTo>
                <a:lnTo>
                  <a:pt x="23" y="30"/>
                </a:lnTo>
                <a:lnTo>
                  <a:pt x="24" y="31"/>
                </a:lnTo>
                <a:lnTo>
                  <a:pt x="23" y="32"/>
                </a:lnTo>
                <a:lnTo>
                  <a:pt x="22" y="33"/>
                </a:lnTo>
                <a:lnTo>
                  <a:pt x="22" y="33"/>
                </a:lnTo>
                <a:lnTo>
                  <a:pt x="22" y="34"/>
                </a:lnTo>
                <a:lnTo>
                  <a:pt x="22" y="34"/>
                </a:lnTo>
                <a:lnTo>
                  <a:pt x="23" y="36"/>
                </a:lnTo>
                <a:lnTo>
                  <a:pt x="24" y="36"/>
                </a:lnTo>
                <a:lnTo>
                  <a:pt x="24" y="37"/>
                </a:lnTo>
                <a:lnTo>
                  <a:pt x="24" y="38"/>
                </a:lnTo>
                <a:lnTo>
                  <a:pt x="25" y="40"/>
                </a:lnTo>
                <a:lnTo>
                  <a:pt x="25" y="41"/>
                </a:lnTo>
                <a:lnTo>
                  <a:pt x="27" y="43"/>
                </a:lnTo>
                <a:lnTo>
                  <a:pt x="27" y="43"/>
                </a:lnTo>
                <a:lnTo>
                  <a:pt x="27" y="44"/>
                </a:lnTo>
                <a:lnTo>
                  <a:pt x="28" y="44"/>
                </a:lnTo>
                <a:lnTo>
                  <a:pt x="28" y="45"/>
                </a:lnTo>
                <a:lnTo>
                  <a:pt x="28" y="45"/>
                </a:lnTo>
                <a:lnTo>
                  <a:pt x="28" y="45"/>
                </a:lnTo>
                <a:lnTo>
                  <a:pt x="28" y="46"/>
                </a:lnTo>
                <a:lnTo>
                  <a:pt x="28" y="47"/>
                </a:lnTo>
                <a:lnTo>
                  <a:pt x="29" y="47"/>
                </a:lnTo>
                <a:lnTo>
                  <a:pt x="30" y="48"/>
                </a:lnTo>
                <a:lnTo>
                  <a:pt x="30" y="49"/>
                </a:lnTo>
                <a:lnTo>
                  <a:pt x="30" y="49"/>
                </a:lnTo>
                <a:lnTo>
                  <a:pt x="31" y="49"/>
                </a:lnTo>
                <a:lnTo>
                  <a:pt x="35" y="50"/>
                </a:lnTo>
                <a:lnTo>
                  <a:pt x="35" y="49"/>
                </a:lnTo>
                <a:lnTo>
                  <a:pt x="37" y="49"/>
                </a:lnTo>
                <a:lnTo>
                  <a:pt x="40" y="47"/>
                </a:lnTo>
                <a:lnTo>
                  <a:pt x="40" y="47"/>
                </a:lnTo>
                <a:lnTo>
                  <a:pt x="40" y="46"/>
                </a:lnTo>
                <a:lnTo>
                  <a:pt x="42" y="46"/>
                </a:lnTo>
                <a:lnTo>
                  <a:pt x="42" y="46"/>
                </a:lnTo>
                <a:lnTo>
                  <a:pt x="44" y="47"/>
                </a:lnTo>
                <a:lnTo>
                  <a:pt x="45" y="46"/>
                </a:lnTo>
                <a:lnTo>
                  <a:pt x="46" y="46"/>
                </a:lnTo>
                <a:lnTo>
                  <a:pt x="46" y="46"/>
                </a:lnTo>
                <a:lnTo>
                  <a:pt x="48" y="45"/>
                </a:lnTo>
                <a:lnTo>
                  <a:pt x="49" y="46"/>
                </a:lnTo>
                <a:lnTo>
                  <a:pt x="51" y="46"/>
                </a:lnTo>
                <a:lnTo>
                  <a:pt x="51" y="44"/>
                </a:lnTo>
                <a:lnTo>
                  <a:pt x="51" y="44"/>
                </a:lnTo>
                <a:lnTo>
                  <a:pt x="53" y="44"/>
                </a:lnTo>
                <a:lnTo>
                  <a:pt x="54" y="45"/>
                </a:lnTo>
                <a:lnTo>
                  <a:pt x="54" y="44"/>
                </a:lnTo>
                <a:lnTo>
                  <a:pt x="55" y="43"/>
                </a:lnTo>
                <a:lnTo>
                  <a:pt x="57" y="43"/>
                </a:lnTo>
                <a:lnTo>
                  <a:pt x="57" y="41"/>
                </a:lnTo>
                <a:lnTo>
                  <a:pt x="57" y="41"/>
                </a:lnTo>
                <a:lnTo>
                  <a:pt x="57" y="40"/>
                </a:lnTo>
                <a:lnTo>
                  <a:pt x="59" y="39"/>
                </a:lnTo>
                <a:lnTo>
                  <a:pt x="59" y="38"/>
                </a:lnTo>
                <a:lnTo>
                  <a:pt x="58" y="38"/>
                </a:lnTo>
                <a:lnTo>
                  <a:pt x="59" y="36"/>
                </a:lnTo>
                <a:lnTo>
                  <a:pt x="59" y="36"/>
                </a:lnTo>
                <a:lnTo>
                  <a:pt x="59" y="37"/>
                </a:lnTo>
                <a:lnTo>
                  <a:pt x="62" y="36"/>
                </a:lnTo>
                <a:lnTo>
                  <a:pt x="62" y="37"/>
                </a:lnTo>
                <a:lnTo>
                  <a:pt x="62" y="36"/>
                </a:lnTo>
                <a:lnTo>
                  <a:pt x="69" y="41"/>
                </a:lnTo>
                <a:lnTo>
                  <a:pt x="70" y="43"/>
                </a:lnTo>
                <a:lnTo>
                  <a:pt x="70" y="43"/>
                </a:lnTo>
                <a:lnTo>
                  <a:pt x="71" y="43"/>
                </a:lnTo>
                <a:lnTo>
                  <a:pt x="72" y="45"/>
                </a:lnTo>
                <a:lnTo>
                  <a:pt x="73" y="45"/>
                </a:lnTo>
                <a:lnTo>
                  <a:pt x="73" y="45"/>
                </a:lnTo>
                <a:lnTo>
                  <a:pt x="74" y="45"/>
                </a:lnTo>
                <a:lnTo>
                  <a:pt x="74" y="46"/>
                </a:lnTo>
                <a:lnTo>
                  <a:pt x="75" y="46"/>
                </a:lnTo>
                <a:lnTo>
                  <a:pt x="75" y="47"/>
                </a:lnTo>
                <a:lnTo>
                  <a:pt x="76" y="48"/>
                </a:lnTo>
                <a:lnTo>
                  <a:pt x="75" y="49"/>
                </a:lnTo>
                <a:lnTo>
                  <a:pt x="75" y="50"/>
                </a:lnTo>
                <a:lnTo>
                  <a:pt x="75" y="50"/>
                </a:lnTo>
                <a:lnTo>
                  <a:pt x="74" y="50"/>
                </a:lnTo>
                <a:lnTo>
                  <a:pt x="74" y="52"/>
                </a:lnTo>
                <a:lnTo>
                  <a:pt x="74" y="52"/>
                </a:lnTo>
                <a:lnTo>
                  <a:pt x="74" y="52"/>
                </a:lnTo>
                <a:lnTo>
                  <a:pt x="73" y="52"/>
                </a:lnTo>
                <a:lnTo>
                  <a:pt x="73" y="53"/>
                </a:lnTo>
                <a:lnTo>
                  <a:pt x="73" y="53"/>
                </a:lnTo>
                <a:lnTo>
                  <a:pt x="73" y="53"/>
                </a:lnTo>
                <a:lnTo>
                  <a:pt x="72" y="54"/>
                </a:lnTo>
                <a:lnTo>
                  <a:pt x="73" y="54"/>
                </a:lnTo>
                <a:lnTo>
                  <a:pt x="73" y="54"/>
                </a:lnTo>
                <a:lnTo>
                  <a:pt x="73" y="54"/>
                </a:lnTo>
                <a:lnTo>
                  <a:pt x="73" y="55"/>
                </a:lnTo>
                <a:lnTo>
                  <a:pt x="74" y="57"/>
                </a:lnTo>
                <a:lnTo>
                  <a:pt x="72" y="61"/>
                </a:lnTo>
                <a:lnTo>
                  <a:pt x="71" y="61"/>
                </a:lnTo>
                <a:lnTo>
                  <a:pt x="71" y="61"/>
                </a:lnTo>
                <a:lnTo>
                  <a:pt x="71" y="62"/>
                </a:lnTo>
                <a:lnTo>
                  <a:pt x="71" y="61"/>
                </a:lnTo>
                <a:lnTo>
                  <a:pt x="70" y="62"/>
                </a:lnTo>
                <a:lnTo>
                  <a:pt x="71" y="63"/>
                </a:lnTo>
                <a:lnTo>
                  <a:pt x="71" y="63"/>
                </a:lnTo>
                <a:lnTo>
                  <a:pt x="71" y="63"/>
                </a:lnTo>
                <a:lnTo>
                  <a:pt x="70" y="64"/>
                </a:lnTo>
                <a:lnTo>
                  <a:pt x="70" y="65"/>
                </a:lnTo>
                <a:lnTo>
                  <a:pt x="70" y="65"/>
                </a:lnTo>
                <a:lnTo>
                  <a:pt x="70" y="66"/>
                </a:lnTo>
                <a:lnTo>
                  <a:pt x="69" y="68"/>
                </a:lnTo>
                <a:lnTo>
                  <a:pt x="70" y="68"/>
                </a:lnTo>
                <a:lnTo>
                  <a:pt x="69" y="68"/>
                </a:lnTo>
                <a:lnTo>
                  <a:pt x="68" y="69"/>
                </a:lnTo>
                <a:lnTo>
                  <a:pt x="68" y="69"/>
                </a:lnTo>
                <a:lnTo>
                  <a:pt x="68" y="70"/>
                </a:lnTo>
                <a:lnTo>
                  <a:pt x="69" y="70"/>
                </a:lnTo>
                <a:lnTo>
                  <a:pt x="69" y="70"/>
                </a:lnTo>
                <a:lnTo>
                  <a:pt x="69" y="70"/>
                </a:lnTo>
                <a:lnTo>
                  <a:pt x="68" y="70"/>
                </a:lnTo>
                <a:lnTo>
                  <a:pt x="69" y="71"/>
                </a:lnTo>
                <a:lnTo>
                  <a:pt x="68" y="72"/>
                </a:lnTo>
                <a:lnTo>
                  <a:pt x="68" y="72"/>
                </a:lnTo>
                <a:lnTo>
                  <a:pt x="68" y="72"/>
                </a:lnTo>
                <a:lnTo>
                  <a:pt x="69" y="74"/>
                </a:lnTo>
                <a:lnTo>
                  <a:pt x="69" y="74"/>
                </a:lnTo>
                <a:lnTo>
                  <a:pt x="69" y="75"/>
                </a:lnTo>
                <a:lnTo>
                  <a:pt x="68" y="75"/>
                </a:lnTo>
                <a:lnTo>
                  <a:pt x="69" y="76"/>
                </a:lnTo>
                <a:lnTo>
                  <a:pt x="69" y="77"/>
                </a:lnTo>
                <a:lnTo>
                  <a:pt x="69" y="77"/>
                </a:lnTo>
                <a:lnTo>
                  <a:pt x="69" y="79"/>
                </a:lnTo>
                <a:lnTo>
                  <a:pt x="69" y="79"/>
                </a:lnTo>
                <a:lnTo>
                  <a:pt x="69" y="79"/>
                </a:lnTo>
                <a:lnTo>
                  <a:pt x="69" y="79"/>
                </a:lnTo>
                <a:lnTo>
                  <a:pt x="68" y="79"/>
                </a:lnTo>
                <a:lnTo>
                  <a:pt x="68" y="79"/>
                </a:lnTo>
                <a:lnTo>
                  <a:pt x="69" y="80"/>
                </a:lnTo>
                <a:lnTo>
                  <a:pt x="69" y="80"/>
                </a:lnTo>
                <a:lnTo>
                  <a:pt x="69" y="80"/>
                </a:lnTo>
                <a:lnTo>
                  <a:pt x="70" y="80"/>
                </a:lnTo>
                <a:lnTo>
                  <a:pt x="70" y="81"/>
                </a:lnTo>
                <a:lnTo>
                  <a:pt x="70" y="81"/>
                </a:lnTo>
                <a:lnTo>
                  <a:pt x="70" y="83"/>
                </a:lnTo>
                <a:lnTo>
                  <a:pt x="71" y="83"/>
                </a:lnTo>
                <a:lnTo>
                  <a:pt x="71" y="84"/>
                </a:lnTo>
                <a:lnTo>
                  <a:pt x="71" y="84"/>
                </a:lnTo>
                <a:lnTo>
                  <a:pt x="72" y="85"/>
                </a:lnTo>
                <a:lnTo>
                  <a:pt x="71" y="85"/>
                </a:lnTo>
                <a:lnTo>
                  <a:pt x="72" y="86"/>
                </a:lnTo>
                <a:lnTo>
                  <a:pt x="71" y="87"/>
                </a:lnTo>
                <a:lnTo>
                  <a:pt x="72" y="89"/>
                </a:lnTo>
                <a:lnTo>
                  <a:pt x="71" y="89"/>
                </a:lnTo>
                <a:lnTo>
                  <a:pt x="71" y="90"/>
                </a:lnTo>
                <a:lnTo>
                  <a:pt x="70" y="91"/>
                </a:lnTo>
                <a:lnTo>
                  <a:pt x="69" y="90"/>
                </a:lnTo>
                <a:lnTo>
                  <a:pt x="69" y="90"/>
                </a:lnTo>
                <a:lnTo>
                  <a:pt x="68" y="90"/>
                </a:lnTo>
                <a:lnTo>
                  <a:pt x="67" y="90"/>
                </a:lnTo>
                <a:lnTo>
                  <a:pt x="66" y="91"/>
                </a:lnTo>
                <a:lnTo>
                  <a:pt x="66" y="91"/>
                </a:lnTo>
                <a:lnTo>
                  <a:pt x="66" y="92"/>
                </a:lnTo>
                <a:lnTo>
                  <a:pt x="66" y="93"/>
                </a:lnTo>
                <a:lnTo>
                  <a:pt x="66" y="94"/>
                </a:lnTo>
                <a:lnTo>
                  <a:pt x="66" y="95"/>
                </a:lnTo>
                <a:lnTo>
                  <a:pt x="66" y="96"/>
                </a:lnTo>
                <a:lnTo>
                  <a:pt x="65" y="96"/>
                </a:lnTo>
                <a:lnTo>
                  <a:pt x="65" y="98"/>
                </a:lnTo>
                <a:lnTo>
                  <a:pt x="65" y="98"/>
                </a:lnTo>
                <a:lnTo>
                  <a:pt x="65" y="100"/>
                </a:lnTo>
                <a:lnTo>
                  <a:pt x="65" y="100"/>
                </a:lnTo>
                <a:lnTo>
                  <a:pt x="65" y="101"/>
                </a:lnTo>
                <a:lnTo>
                  <a:pt x="65" y="103"/>
                </a:lnTo>
                <a:lnTo>
                  <a:pt x="64" y="105"/>
                </a:lnTo>
                <a:lnTo>
                  <a:pt x="65" y="105"/>
                </a:lnTo>
                <a:lnTo>
                  <a:pt x="64" y="106"/>
                </a:lnTo>
                <a:lnTo>
                  <a:pt x="65" y="107"/>
                </a:lnTo>
                <a:lnTo>
                  <a:pt x="64" y="107"/>
                </a:lnTo>
                <a:lnTo>
                  <a:pt x="65" y="108"/>
                </a:lnTo>
                <a:lnTo>
                  <a:pt x="65" y="109"/>
                </a:lnTo>
                <a:lnTo>
                  <a:pt x="66" y="110"/>
                </a:lnTo>
                <a:lnTo>
                  <a:pt x="66" y="111"/>
                </a:lnTo>
                <a:lnTo>
                  <a:pt x="66" y="111"/>
                </a:lnTo>
                <a:lnTo>
                  <a:pt x="66" y="113"/>
                </a:lnTo>
                <a:lnTo>
                  <a:pt x="66" y="114"/>
                </a:lnTo>
                <a:lnTo>
                  <a:pt x="65" y="114"/>
                </a:lnTo>
                <a:lnTo>
                  <a:pt x="65" y="115"/>
                </a:lnTo>
                <a:lnTo>
                  <a:pt x="64" y="115"/>
                </a:lnTo>
                <a:lnTo>
                  <a:pt x="65" y="115"/>
                </a:lnTo>
                <a:lnTo>
                  <a:pt x="65" y="114"/>
                </a:lnTo>
                <a:lnTo>
                  <a:pt x="65" y="113"/>
                </a:lnTo>
                <a:lnTo>
                  <a:pt x="64" y="113"/>
                </a:lnTo>
                <a:lnTo>
                  <a:pt x="64" y="112"/>
                </a:lnTo>
                <a:lnTo>
                  <a:pt x="63" y="111"/>
                </a:lnTo>
                <a:lnTo>
                  <a:pt x="62" y="110"/>
                </a:lnTo>
                <a:lnTo>
                  <a:pt x="62" y="109"/>
                </a:lnTo>
                <a:lnTo>
                  <a:pt x="62" y="109"/>
                </a:lnTo>
                <a:lnTo>
                  <a:pt x="62" y="108"/>
                </a:lnTo>
                <a:lnTo>
                  <a:pt x="61" y="108"/>
                </a:lnTo>
                <a:lnTo>
                  <a:pt x="61" y="107"/>
                </a:lnTo>
                <a:lnTo>
                  <a:pt x="60" y="106"/>
                </a:lnTo>
                <a:lnTo>
                  <a:pt x="58" y="109"/>
                </a:lnTo>
                <a:lnTo>
                  <a:pt x="54" y="115"/>
                </a:lnTo>
                <a:lnTo>
                  <a:pt x="52" y="119"/>
                </a:lnTo>
                <a:lnTo>
                  <a:pt x="48" y="122"/>
                </a:lnTo>
                <a:lnTo>
                  <a:pt x="48" y="125"/>
                </a:lnTo>
                <a:lnTo>
                  <a:pt x="47" y="126"/>
                </a:lnTo>
                <a:lnTo>
                  <a:pt x="43" y="129"/>
                </a:lnTo>
                <a:lnTo>
                  <a:pt x="42" y="131"/>
                </a:lnTo>
                <a:lnTo>
                  <a:pt x="39" y="132"/>
                </a:lnTo>
                <a:lnTo>
                  <a:pt x="39" y="134"/>
                </a:lnTo>
                <a:lnTo>
                  <a:pt x="39" y="136"/>
                </a:lnTo>
                <a:lnTo>
                  <a:pt x="37" y="137"/>
                </a:lnTo>
                <a:lnTo>
                  <a:pt x="40" y="140"/>
                </a:lnTo>
                <a:lnTo>
                  <a:pt x="41" y="142"/>
                </a:lnTo>
                <a:lnTo>
                  <a:pt x="42" y="142"/>
                </a:lnTo>
                <a:lnTo>
                  <a:pt x="45" y="142"/>
                </a:lnTo>
                <a:lnTo>
                  <a:pt x="45" y="143"/>
                </a:lnTo>
                <a:lnTo>
                  <a:pt x="44" y="144"/>
                </a:lnTo>
                <a:lnTo>
                  <a:pt x="44" y="145"/>
                </a:lnTo>
                <a:lnTo>
                  <a:pt x="45" y="145"/>
                </a:lnTo>
                <a:lnTo>
                  <a:pt x="45" y="145"/>
                </a:lnTo>
                <a:lnTo>
                  <a:pt x="46" y="145"/>
                </a:lnTo>
                <a:lnTo>
                  <a:pt x="46" y="145"/>
                </a:lnTo>
                <a:lnTo>
                  <a:pt x="47" y="148"/>
                </a:lnTo>
                <a:lnTo>
                  <a:pt x="49" y="149"/>
                </a:lnTo>
                <a:lnTo>
                  <a:pt x="49" y="149"/>
                </a:lnTo>
                <a:lnTo>
                  <a:pt x="50" y="149"/>
                </a:lnTo>
                <a:lnTo>
                  <a:pt x="51" y="149"/>
                </a:lnTo>
                <a:lnTo>
                  <a:pt x="52" y="147"/>
                </a:lnTo>
                <a:lnTo>
                  <a:pt x="52" y="146"/>
                </a:lnTo>
                <a:lnTo>
                  <a:pt x="53" y="146"/>
                </a:lnTo>
                <a:lnTo>
                  <a:pt x="54" y="146"/>
                </a:lnTo>
                <a:lnTo>
                  <a:pt x="54" y="146"/>
                </a:lnTo>
                <a:lnTo>
                  <a:pt x="54" y="144"/>
                </a:lnTo>
                <a:lnTo>
                  <a:pt x="53" y="143"/>
                </a:lnTo>
                <a:lnTo>
                  <a:pt x="52" y="143"/>
                </a:lnTo>
                <a:lnTo>
                  <a:pt x="52" y="143"/>
                </a:lnTo>
                <a:lnTo>
                  <a:pt x="54" y="144"/>
                </a:lnTo>
                <a:lnTo>
                  <a:pt x="55" y="143"/>
                </a:lnTo>
                <a:lnTo>
                  <a:pt x="56" y="143"/>
                </a:lnTo>
                <a:lnTo>
                  <a:pt x="56" y="145"/>
                </a:lnTo>
                <a:lnTo>
                  <a:pt x="56" y="146"/>
                </a:lnTo>
                <a:lnTo>
                  <a:pt x="57" y="146"/>
                </a:lnTo>
                <a:lnTo>
                  <a:pt x="57" y="144"/>
                </a:lnTo>
                <a:lnTo>
                  <a:pt x="57" y="144"/>
                </a:lnTo>
                <a:lnTo>
                  <a:pt x="57" y="145"/>
                </a:lnTo>
                <a:lnTo>
                  <a:pt x="58" y="145"/>
                </a:lnTo>
                <a:lnTo>
                  <a:pt x="57" y="146"/>
                </a:lnTo>
                <a:lnTo>
                  <a:pt x="58" y="146"/>
                </a:lnTo>
                <a:lnTo>
                  <a:pt x="58" y="148"/>
                </a:lnTo>
                <a:lnTo>
                  <a:pt x="58" y="148"/>
                </a:lnTo>
                <a:lnTo>
                  <a:pt x="53" y="150"/>
                </a:lnTo>
                <a:lnTo>
                  <a:pt x="54" y="151"/>
                </a:lnTo>
                <a:lnTo>
                  <a:pt x="53" y="152"/>
                </a:lnTo>
                <a:lnTo>
                  <a:pt x="52" y="151"/>
                </a:lnTo>
                <a:lnTo>
                  <a:pt x="51" y="152"/>
                </a:lnTo>
                <a:lnTo>
                  <a:pt x="50" y="151"/>
                </a:lnTo>
                <a:lnTo>
                  <a:pt x="50" y="152"/>
                </a:lnTo>
                <a:lnTo>
                  <a:pt x="50" y="152"/>
                </a:lnTo>
                <a:lnTo>
                  <a:pt x="49" y="153"/>
                </a:lnTo>
                <a:lnTo>
                  <a:pt x="50" y="156"/>
                </a:lnTo>
                <a:lnTo>
                  <a:pt x="54" y="159"/>
                </a:lnTo>
                <a:lnTo>
                  <a:pt x="54" y="159"/>
                </a:lnTo>
                <a:lnTo>
                  <a:pt x="56" y="159"/>
                </a:lnTo>
                <a:lnTo>
                  <a:pt x="58" y="159"/>
                </a:lnTo>
                <a:lnTo>
                  <a:pt x="58" y="158"/>
                </a:lnTo>
                <a:close/>
              </a:path>
            </a:pathLst>
          </a:custGeom>
          <a:solidFill>
            <a:srgbClr val="D9E6F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5870601" y="4500315"/>
            <a:ext cx="141086" cy="121847"/>
          </a:xfrm>
          <a:custGeom>
            <a:avLst/>
            <a:gdLst/>
            <a:ahLst/>
            <a:cxnLst/>
            <a:rect l="l" t="t" r="r" b="b"/>
            <a:pathLst>
              <a:path w="22" h="19">
                <a:moveTo>
                  <a:pt x="1" y="12"/>
                </a:moveTo>
                <a:lnTo>
                  <a:pt x="2" y="13"/>
                </a:lnTo>
                <a:lnTo>
                  <a:pt x="2" y="12"/>
                </a:lnTo>
                <a:lnTo>
                  <a:pt x="3" y="12"/>
                </a:lnTo>
                <a:lnTo>
                  <a:pt x="3" y="15"/>
                </a:lnTo>
                <a:lnTo>
                  <a:pt x="4" y="15"/>
                </a:lnTo>
                <a:lnTo>
                  <a:pt x="3" y="16"/>
                </a:lnTo>
                <a:lnTo>
                  <a:pt x="4" y="17"/>
                </a:lnTo>
                <a:lnTo>
                  <a:pt x="5" y="16"/>
                </a:lnTo>
                <a:lnTo>
                  <a:pt x="5" y="15"/>
                </a:lnTo>
                <a:lnTo>
                  <a:pt x="6" y="16"/>
                </a:lnTo>
                <a:lnTo>
                  <a:pt x="6" y="17"/>
                </a:lnTo>
                <a:lnTo>
                  <a:pt x="8" y="17"/>
                </a:lnTo>
                <a:lnTo>
                  <a:pt x="9" y="18"/>
                </a:lnTo>
                <a:lnTo>
                  <a:pt x="9" y="19"/>
                </a:lnTo>
                <a:lnTo>
                  <a:pt x="11" y="19"/>
                </a:lnTo>
                <a:lnTo>
                  <a:pt x="14" y="16"/>
                </a:lnTo>
                <a:lnTo>
                  <a:pt x="16" y="14"/>
                </a:lnTo>
                <a:lnTo>
                  <a:pt x="21" y="14"/>
                </a:lnTo>
                <a:lnTo>
                  <a:pt x="22" y="15"/>
                </a:lnTo>
                <a:lnTo>
                  <a:pt x="22" y="14"/>
                </a:lnTo>
                <a:lnTo>
                  <a:pt x="22" y="13"/>
                </a:lnTo>
                <a:lnTo>
                  <a:pt x="22" y="12"/>
                </a:lnTo>
                <a:lnTo>
                  <a:pt x="22" y="10"/>
                </a:lnTo>
                <a:lnTo>
                  <a:pt x="21" y="8"/>
                </a:lnTo>
                <a:lnTo>
                  <a:pt x="15" y="3"/>
                </a:lnTo>
                <a:lnTo>
                  <a:pt x="13" y="2"/>
                </a:lnTo>
                <a:lnTo>
                  <a:pt x="11" y="2"/>
                </a:lnTo>
                <a:lnTo>
                  <a:pt x="7" y="0"/>
                </a:lnTo>
                <a:lnTo>
                  <a:pt x="6" y="1"/>
                </a:lnTo>
                <a:lnTo>
                  <a:pt x="6" y="1"/>
                </a:lnTo>
                <a:lnTo>
                  <a:pt x="5" y="2"/>
                </a:lnTo>
                <a:lnTo>
                  <a:pt x="4" y="4"/>
                </a:lnTo>
                <a:lnTo>
                  <a:pt x="5" y="6"/>
                </a:lnTo>
                <a:lnTo>
                  <a:pt x="4" y="6"/>
                </a:lnTo>
                <a:lnTo>
                  <a:pt x="3" y="7"/>
                </a:lnTo>
                <a:lnTo>
                  <a:pt x="4" y="9"/>
                </a:lnTo>
                <a:lnTo>
                  <a:pt x="3" y="9"/>
                </a:lnTo>
                <a:lnTo>
                  <a:pt x="0" y="10"/>
                </a:lnTo>
                <a:lnTo>
                  <a:pt x="0" y="11"/>
                </a:lnTo>
                <a:lnTo>
                  <a:pt x="0" y="11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5883427" y="4449011"/>
            <a:ext cx="115434" cy="51304"/>
          </a:xfrm>
          <a:custGeom>
            <a:avLst/>
            <a:gdLst/>
            <a:ahLst/>
            <a:cxnLst/>
            <a:rect l="l" t="t" r="r" b="b"/>
            <a:pathLst>
              <a:path w="18" h="8">
                <a:moveTo>
                  <a:pt x="17" y="4"/>
                </a:moveTo>
                <a:lnTo>
                  <a:pt x="10" y="3"/>
                </a:lnTo>
                <a:lnTo>
                  <a:pt x="6" y="2"/>
                </a:lnTo>
                <a:lnTo>
                  <a:pt x="5" y="1"/>
                </a:lnTo>
                <a:lnTo>
                  <a:pt x="4" y="0"/>
                </a:lnTo>
                <a:lnTo>
                  <a:pt x="2" y="1"/>
                </a:lnTo>
                <a:lnTo>
                  <a:pt x="0" y="3"/>
                </a:lnTo>
                <a:lnTo>
                  <a:pt x="1" y="3"/>
                </a:lnTo>
                <a:lnTo>
                  <a:pt x="6" y="7"/>
                </a:lnTo>
                <a:lnTo>
                  <a:pt x="6" y="6"/>
                </a:lnTo>
                <a:lnTo>
                  <a:pt x="7" y="6"/>
                </a:lnTo>
                <a:lnTo>
                  <a:pt x="11" y="7"/>
                </a:lnTo>
                <a:lnTo>
                  <a:pt x="16" y="8"/>
                </a:lnTo>
                <a:lnTo>
                  <a:pt x="18" y="7"/>
                </a:lnTo>
                <a:lnTo>
                  <a:pt x="18" y="6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5941144" y="4500315"/>
            <a:ext cx="38478" cy="19239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6" y="3"/>
                </a:moveTo>
                <a:lnTo>
                  <a:pt x="5" y="2"/>
                </a:lnTo>
                <a:lnTo>
                  <a:pt x="4" y="1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6" y="3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5973209" y="4513141"/>
            <a:ext cx="44891" cy="6413"/>
          </a:xfrm>
          <a:custGeom>
            <a:avLst/>
            <a:gdLst/>
            <a:ahLst/>
            <a:cxnLst/>
            <a:rect l="l" t="t" r="r" b="b"/>
            <a:pathLst>
              <a:path w="7" h="1">
                <a:moveTo>
                  <a:pt x="1" y="0"/>
                </a:moveTo>
                <a:lnTo>
                  <a:pt x="1" y="1"/>
                </a:lnTo>
                <a:lnTo>
                  <a:pt x="2" y="1"/>
                </a:lnTo>
                <a:lnTo>
                  <a:pt x="5" y="1"/>
                </a:lnTo>
                <a:lnTo>
                  <a:pt x="7" y="1"/>
                </a:lnTo>
                <a:lnTo>
                  <a:pt x="7" y="0"/>
                </a:lnTo>
                <a:lnTo>
                  <a:pt x="7" y="0"/>
                </a:ln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5261366" y="4019340"/>
            <a:ext cx="731082" cy="609235"/>
          </a:xfrm>
          <a:custGeom>
            <a:avLst/>
            <a:gdLst/>
            <a:ahLst/>
            <a:cxnLst/>
            <a:rect l="l" t="t" r="r" b="b"/>
            <a:pathLst>
              <a:path w="114" h="95">
                <a:moveTo>
                  <a:pt x="18" y="17"/>
                </a:moveTo>
                <a:lnTo>
                  <a:pt x="17" y="17"/>
                </a:lnTo>
                <a:lnTo>
                  <a:pt x="18" y="18"/>
                </a:lnTo>
                <a:lnTo>
                  <a:pt x="17" y="18"/>
                </a:lnTo>
                <a:lnTo>
                  <a:pt x="17" y="19"/>
                </a:lnTo>
                <a:lnTo>
                  <a:pt x="17" y="19"/>
                </a:lnTo>
                <a:lnTo>
                  <a:pt x="17" y="20"/>
                </a:lnTo>
                <a:lnTo>
                  <a:pt x="15" y="20"/>
                </a:lnTo>
                <a:lnTo>
                  <a:pt x="15" y="18"/>
                </a:lnTo>
                <a:lnTo>
                  <a:pt x="15" y="18"/>
                </a:lnTo>
                <a:lnTo>
                  <a:pt x="14" y="16"/>
                </a:lnTo>
                <a:lnTo>
                  <a:pt x="13" y="16"/>
                </a:lnTo>
                <a:lnTo>
                  <a:pt x="13" y="14"/>
                </a:lnTo>
                <a:lnTo>
                  <a:pt x="12" y="13"/>
                </a:lnTo>
                <a:lnTo>
                  <a:pt x="11" y="13"/>
                </a:lnTo>
                <a:lnTo>
                  <a:pt x="11" y="12"/>
                </a:lnTo>
                <a:lnTo>
                  <a:pt x="11" y="12"/>
                </a:lnTo>
                <a:lnTo>
                  <a:pt x="11" y="12"/>
                </a:lnTo>
                <a:lnTo>
                  <a:pt x="10" y="12"/>
                </a:lnTo>
                <a:lnTo>
                  <a:pt x="10" y="10"/>
                </a:lnTo>
                <a:lnTo>
                  <a:pt x="8" y="10"/>
                </a:lnTo>
                <a:lnTo>
                  <a:pt x="8" y="9"/>
                </a:lnTo>
                <a:lnTo>
                  <a:pt x="7" y="9"/>
                </a:lnTo>
                <a:lnTo>
                  <a:pt x="7" y="10"/>
                </a:lnTo>
                <a:lnTo>
                  <a:pt x="4" y="10"/>
                </a:lnTo>
                <a:lnTo>
                  <a:pt x="4" y="11"/>
                </a:lnTo>
                <a:lnTo>
                  <a:pt x="1" y="11"/>
                </a:lnTo>
                <a:lnTo>
                  <a:pt x="1" y="13"/>
                </a:lnTo>
                <a:lnTo>
                  <a:pt x="1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0" y="17"/>
                </a:lnTo>
                <a:lnTo>
                  <a:pt x="1" y="17"/>
                </a:lnTo>
                <a:lnTo>
                  <a:pt x="2" y="18"/>
                </a:lnTo>
                <a:lnTo>
                  <a:pt x="2" y="18"/>
                </a:lnTo>
                <a:lnTo>
                  <a:pt x="3" y="19"/>
                </a:lnTo>
                <a:lnTo>
                  <a:pt x="5" y="20"/>
                </a:lnTo>
                <a:lnTo>
                  <a:pt x="5" y="20"/>
                </a:lnTo>
                <a:lnTo>
                  <a:pt x="8" y="21"/>
                </a:lnTo>
                <a:lnTo>
                  <a:pt x="9" y="22"/>
                </a:lnTo>
                <a:lnTo>
                  <a:pt x="11" y="22"/>
                </a:lnTo>
                <a:lnTo>
                  <a:pt x="12" y="22"/>
                </a:lnTo>
                <a:lnTo>
                  <a:pt x="12" y="22"/>
                </a:lnTo>
                <a:lnTo>
                  <a:pt x="12" y="23"/>
                </a:lnTo>
                <a:lnTo>
                  <a:pt x="12" y="24"/>
                </a:lnTo>
                <a:lnTo>
                  <a:pt x="14" y="25"/>
                </a:lnTo>
                <a:lnTo>
                  <a:pt x="14" y="27"/>
                </a:lnTo>
                <a:lnTo>
                  <a:pt x="16" y="27"/>
                </a:lnTo>
                <a:lnTo>
                  <a:pt x="16" y="28"/>
                </a:lnTo>
                <a:lnTo>
                  <a:pt x="17" y="29"/>
                </a:lnTo>
                <a:lnTo>
                  <a:pt x="19" y="28"/>
                </a:lnTo>
                <a:lnTo>
                  <a:pt x="20" y="28"/>
                </a:lnTo>
                <a:lnTo>
                  <a:pt x="21" y="29"/>
                </a:lnTo>
                <a:lnTo>
                  <a:pt x="22" y="29"/>
                </a:lnTo>
                <a:lnTo>
                  <a:pt x="23" y="28"/>
                </a:lnTo>
                <a:lnTo>
                  <a:pt x="24" y="30"/>
                </a:lnTo>
                <a:lnTo>
                  <a:pt x="25" y="29"/>
                </a:lnTo>
                <a:lnTo>
                  <a:pt x="25" y="28"/>
                </a:lnTo>
                <a:lnTo>
                  <a:pt x="26" y="29"/>
                </a:lnTo>
                <a:lnTo>
                  <a:pt x="26" y="31"/>
                </a:lnTo>
                <a:lnTo>
                  <a:pt x="27" y="32"/>
                </a:lnTo>
                <a:lnTo>
                  <a:pt x="28" y="31"/>
                </a:lnTo>
                <a:lnTo>
                  <a:pt x="28" y="34"/>
                </a:lnTo>
                <a:lnTo>
                  <a:pt x="28" y="35"/>
                </a:lnTo>
                <a:lnTo>
                  <a:pt x="28" y="35"/>
                </a:lnTo>
                <a:lnTo>
                  <a:pt x="29" y="35"/>
                </a:lnTo>
                <a:lnTo>
                  <a:pt x="31" y="35"/>
                </a:lnTo>
                <a:lnTo>
                  <a:pt x="32" y="34"/>
                </a:lnTo>
                <a:lnTo>
                  <a:pt x="33" y="34"/>
                </a:lnTo>
                <a:lnTo>
                  <a:pt x="34" y="33"/>
                </a:lnTo>
                <a:lnTo>
                  <a:pt x="35" y="33"/>
                </a:lnTo>
                <a:lnTo>
                  <a:pt x="36" y="34"/>
                </a:lnTo>
                <a:lnTo>
                  <a:pt x="36" y="35"/>
                </a:lnTo>
                <a:lnTo>
                  <a:pt x="35" y="37"/>
                </a:lnTo>
                <a:lnTo>
                  <a:pt x="36" y="40"/>
                </a:lnTo>
                <a:lnTo>
                  <a:pt x="34" y="40"/>
                </a:lnTo>
                <a:lnTo>
                  <a:pt x="34" y="42"/>
                </a:lnTo>
                <a:lnTo>
                  <a:pt x="34" y="42"/>
                </a:lnTo>
                <a:lnTo>
                  <a:pt x="34" y="45"/>
                </a:lnTo>
                <a:lnTo>
                  <a:pt x="33" y="45"/>
                </a:lnTo>
                <a:lnTo>
                  <a:pt x="33" y="46"/>
                </a:lnTo>
                <a:lnTo>
                  <a:pt x="34" y="46"/>
                </a:lnTo>
                <a:lnTo>
                  <a:pt x="34" y="47"/>
                </a:lnTo>
                <a:lnTo>
                  <a:pt x="35" y="47"/>
                </a:lnTo>
                <a:lnTo>
                  <a:pt x="35" y="48"/>
                </a:lnTo>
                <a:lnTo>
                  <a:pt x="37" y="47"/>
                </a:lnTo>
                <a:lnTo>
                  <a:pt x="38" y="45"/>
                </a:lnTo>
                <a:lnTo>
                  <a:pt x="38" y="46"/>
                </a:lnTo>
                <a:lnTo>
                  <a:pt x="40" y="50"/>
                </a:lnTo>
                <a:lnTo>
                  <a:pt x="40" y="51"/>
                </a:lnTo>
                <a:lnTo>
                  <a:pt x="41" y="51"/>
                </a:lnTo>
                <a:lnTo>
                  <a:pt x="40" y="52"/>
                </a:lnTo>
                <a:lnTo>
                  <a:pt x="40" y="54"/>
                </a:lnTo>
                <a:lnTo>
                  <a:pt x="41" y="54"/>
                </a:lnTo>
                <a:lnTo>
                  <a:pt x="41" y="55"/>
                </a:lnTo>
                <a:lnTo>
                  <a:pt x="42" y="55"/>
                </a:lnTo>
                <a:lnTo>
                  <a:pt x="42" y="55"/>
                </a:lnTo>
                <a:lnTo>
                  <a:pt x="43" y="56"/>
                </a:lnTo>
                <a:lnTo>
                  <a:pt x="43" y="56"/>
                </a:lnTo>
                <a:lnTo>
                  <a:pt x="44" y="56"/>
                </a:lnTo>
                <a:lnTo>
                  <a:pt x="45" y="56"/>
                </a:lnTo>
                <a:lnTo>
                  <a:pt x="46" y="56"/>
                </a:lnTo>
                <a:lnTo>
                  <a:pt x="48" y="55"/>
                </a:lnTo>
                <a:lnTo>
                  <a:pt x="49" y="55"/>
                </a:lnTo>
                <a:lnTo>
                  <a:pt x="50" y="55"/>
                </a:lnTo>
                <a:lnTo>
                  <a:pt x="49" y="54"/>
                </a:lnTo>
                <a:lnTo>
                  <a:pt x="49" y="52"/>
                </a:lnTo>
                <a:lnTo>
                  <a:pt x="50" y="52"/>
                </a:lnTo>
                <a:lnTo>
                  <a:pt x="50" y="51"/>
                </a:lnTo>
                <a:lnTo>
                  <a:pt x="51" y="50"/>
                </a:lnTo>
                <a:lnTo>
                  <a:pt x="51" y="50"/>
                </a:lnTo>
                <a:lnTo>
                  <a:pt x="53" y="50"/>
                </a:lnTo>
                <a:lnTo>
                  <a:pt x="54" y="49"/>
                </a:lnTo>
                <a:lnTo>
                  <a:pt x="55" y="51"/>
                </a:lnTo>
                <a:lnTo>
                  <a:pt x="56" y="52"/>
                </a:lnTo>
                <a:lnTo>
                  <a:pt x="58" y="52"/>
                </a:lnTo>
                <a:lnTo>
                  <a:pt x="59" y="56"/>
                </a:lnTo>
                <a:lnTo>
                  <a:pt x="59" y="57"/>
                </a:lnTo>
                <a:lnTo>
                  <a:pt x="59" y="57"/>
                </a:lnTo>
                <a:lnTo>
                  <a:pt x="58" y="58"/>
                </a:lnTo>
                <a:lnTo>
                  <a:pt x="58" y="58"/>
                </a:lnTo>
                <a:lnTo>
                  <a:pt x="57" y="60"/>
                </a:lnTo>
                <a:lnTo>
                  <a:pt x="56" y="59"/>
                </a:lnTo>
                <a:lnTo>
                  <a:pt x="55" y="60"/>
                </a:lnTo>
                <a:lnTo>
                  <a:pt x="54" y="58"/>
                </a:lnTo>
                <a:lnTo>
                  <a:pt x="53" y="59"/>
                </a:lnTo>
                <a:lnTo>
                  <a:pt x="53" y="58"/>
                </a:lnTo>
                <a:lnTo>
                  <a:pt x="52" y="58"/>
                </a:lnTo>
                <a:lnTo>
                  <a:pt x="51" y="58"/>
                </a:lnTo>
                <a:lnTo>
                  <a:pt x="51" y="58"/>
                </a:lnTo>
                <a:lnTo>
                  <a:pt x="50" y="58"/>
                </a:lnTo>
                <a:lnTo>
                  <a:pt x="50" y="58"/>
                </a:lnTo>
                <a:lnTo>
                  <a:pt x="50" y="58"/>
                </a:lnTo>
                <a:lnTo>
                  <a:pt x="49" y="58"/>
                </a:lnTo>
                <a:lnTo>
                  <a:pt x="48" y="59"/>
                </a:lnTo>
                <a:lnTo>
                  <a:pt x="47" y="58"/>
                </a:lnTo>
                <a:lnTo>
                  <a:pt x="47" y="59"/>
                </a:lnTo>
                <a:lnTo>
                  <a:pt x="47" y="59"/>
                </a:lnTo>
                <a:lnTo>
                  <a:pt x="48" y="60"/>
                </a:lnTo>
                <a:lnTo>
                  <a:pt x="48" y="61"/>
                </a:lnTo>
                <a:lnTo>
                  <a:pt x="49" y="61"/>
                </a:lnTo>
                <a:lnTo>
                  <a:pt x="50" y="64"/>
                </a:lnTo>
                <a:lnTo>
                  <a:pt x="49" y="65"/>
                </a:lnTo>
                <a:lnTo>
                  <a:pt x="50" y="66"/>
                </a:lnTo>
                <a:lnTo>
                  <a:pt x="49" y="67"/>
                </a:lnTo>
                <a:lnTo>
                  <a:pt x="47" y="68"/>
                </a:lnTo>
                <a:lnTo>
                  <a:pt x="47" y="69"/>
                </a:lnTo>
                <a:lnTo>
                  <a:pt x="45" y="71"/>
                </a:lnTo>
                <a:lnTo>
                  <a:pt x="45" y="73"/>
                </a:lnTo>
                <a:lnTo>
                  <a:pt x="45" y="74"/>
                </a:lnTo>
                <a:lnTo>
                  <a:pt x="47" y="75"/>
                </a:lnTo>
                <a:lnTo>
                  <a:pt x="47" y="75"/>
                </a:lnTo>
                <a:lnTo>
                  <a:pt x="48" y="76"/>
                </a:lnTo>
                <a:lnTo>
                  <a:pt x="48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51" y="77"/>
                </a:lnTo>
                <a:lnTo>
                  <a:pt x="51" y="78"/>
                </a:lnTo>
                <a:lnTo>
                  <a:pt x="52" y="78"/>
                </a:lnTo>
                <a:lnTo>
                  <a:pt x="51" y="79"/>
                </a:lnTo>
                <a:lnTo>
                  <a:pt x="51" y="80"/>
                </a:lnTo>
                <a:lnTo>
                  <a:pt x="53" y="80"/>
                </a:lnTo>
                <a:lnTo>
                  <a:pt x="53" y="79"/>
                </a:lnTo>
                <a:lnTo>
                  <a:pt x="54" y="79"/>
                </a:lnTo>
                <a:lnTo>
                  <a:pt x="54" y="80"/>
                </a:lnTo>
                <a:lnTo>
                  <a:pt x="55" y="80"/>
                </a:lnTo>
                <a:lnTo>
                  <a:pt x="56" y="82"/>
                </a:lnTo>
                <a:lnTo>
                  <a:pt x="56" y="85"/>
                </a:lnTo>
                <a:lnTo>
                  <a:pt x="54" y="86"/>
                </a:lnTo>
                <a:lnTo>
                  <a:pt x="54" y="86"/>
                </a:lnTo>
                <a:lnTo>
                  <a:pt x="54" y="87"/>
                </a:lnTo>
                <a:lnTo>
                  <a:pt x="54" y="88"/>
                </a:lnTo>
                <a:lnTo>
                  <a:pt x="54" y="88"/>
                </a:lnTo>
                <a:lnTo>
                  <a:pt x="55" y="89"/>
                </a:lnTo>
                <a:lnTo>
                  <a:pt x="61" y="88"/>
                </a:lnTo>
                <a:lnTo>
                  <a:pt x="62" y="86"/>
                </a:lnTo>
                <a:lnTo>
                  <a:pt x="63" y="86"/>
                </a:lnTo>
                <a:lnTo>
                  <a:pt x="63" y="87"/>
                </a:lnTo>
                <a:lnTo>
                  <a:pt x="64" y="87"/>
                </a:lnTo>
                <a:lnTo>
                  <a:pt x="66" y="87"/>
                </a:lnTo>
                <a:lnTo>
                  <a:pt x="66" y="86"/>
                </a:lnTo>
                <a:lnTo>
                  <a:pt x="66" y="87"/>
                </a:lnTo>
                <a:lnTo>
                  <a:pt x="66" y="88"/>
                </a:lnTo>
                <a:lnTo>
                  <a:pt x="67" y="88"/>
                </a:lnTo>
                <a:lnTo>
                  <a:pt x="70" y="88"/>
                </a:lnTo>
                <a:lnTo>
                  <a:pt x="71" y="89"/>
                </a:lnTo>
                <a:lnTo>
                  <a:pt x="72" y="88"/>
                </a:lnTo>
                <a:lnTo>
                  <a:pt x="73" y="88"/>
                </a:lnTo>
                <a:lnTo>
                  <a:pt x="73" y="88"/>
                </a:lnTo>
                <a:lnTo>
                  <a:pt x="74" y="87"/>
                </a:lnTo>
                <a:lnTo>
                  <a:pt x="75" y="88"/>
                </a:lnTo>
                <a:lnTo>
                  <a:pt x="75" y="87"/>
                </a:lnTo>
                <a:lnTo>
                  <a:pt x="77" y="87"/>
                </a:lnTo>
                <a:lnTo>
                  <a:pt x="79" y="90"/>
                </a:lnTo>
                <a:lnTo>
                  <a:pt x="81" y="91"/>
                </a:lnTo>
                <a:lnTo>
                  <a:pt x="83" y="92"/>
                </a:lnTo>
                <a:lnTo>
                  <a:pt x="86" y="91"/>
                </a:lnTo>
                <a:lnTo>
                  <a:pt x="86" y="92"/>
                </a:lnTo>
                <a:lnTo>
                  <a:pt x="87" y="91"/>
                </a:lnTo>
                <a:lnTo>
                  <a:pt x="88" y="92"/>
                </a:lnTo>
                <a:lnTo>
                  <a:pt x="89" y="95"/>
                </a:lnTo>
                <a:lnTo>
                  <a:pt x="91" y="92"/>
                </a:lnTo>
                <a:lnTo>
                  <a:pt x="92" y="92"/>
                </a:lnTo>
                <a:lnTo>
                  <a:pt x="92" y="91"/>
                </a:lnTo>
                <a:lnTo>
                  <a:pt x="93" y="91"/>
                </a:lnTo>
                <a:lnTo>
                  <a:pt x="93" y="90"/>
                </a:lnTo>
                <a:lnTo>
                  <a:pt x="92" y="90"/>
                </a:lnTo>
                <a:lnTo>
                  <a:pt x="92" y="89"/>
                </a:lnTo>
                <a:lnTo>
                  <a:pt x="93" y="89"/>
                </a:lnTo>
                <a:lnTo>
                  <a:pt x="94" y="88"/>
                </a:lnTo>
                <a:lnTo>
                  <a:pt x="94" y="88"/>
                </a:lnTo>
                <a:lnTo>
                  <a:pt x="95" y="88"/>
                </a:lnTo>
                <a:lnTo>
                  <a:pt x="96" y="87"/>
                </a:lnTo>
                <a:lnTo>
                  <a:pt x="95" y="86"/>
                </a:lnTo>
                <a:lnTo>
                  <a:pt x="95" y="86"/>
                </a:lnTo>
                <a:lnTo>
                  <a:pt x="95" y="85"/>
                </a:lnTo>
                <a:lnTo>
                  <a:pt x="98" y="84"/>
                </a:lnTo>
                <a:lnTo>
                  <a:pt x="99" y="84"/>
                </a:lnTo>
                <a:lnTo>
                  <a:pt x="98" y="82"/>
                </a:lnTo>
                <a:lnTo>
                  <a:pt x="99" y="81"/>
                </a:lnTo>
                <a:lnTo>
                  <a:pt x="100" y="81"/>
                </a:lnTo>
                <a:lnTo>
                  <a:pt x="99" y="79"/>
                </a:lnTo>
                <a:lnTo>
                  <a:pt x="100" y="77"/>
                </a:lnTo>
                <a:lnTo>
                  <a:pt x="101" y="76"/>
                </a:lnTo>
                <a:lnTo>
                  <a:pt x="101" y="76"/>
                </a:lnTo>
                <a:lnTo>
                  <a:pt x="102" y="75"/>
                </a:lnTo>
                <a:lnTo>
                  <a:pt x="103" y="74"/>
                </a:lnTo>
                <a:lnTo>
                  <a:pt x="98" y="70"/>
                </a:lnTo>
                <a:lnTo>
                  <a:pt x="97" y="70"/>
                </a:lnTo>
                <a:lnTo>
                  <a:pt x="99" y="68"/>
                </a:lnTo>
                <a:lnTo>
                  <a:pt x="101" y="67"/>
                </a:lnTo>
                <a:lnTo>
                  <a:pt x="102" y="68"/>
                </a:lnTo>
                <a:lnTo>
                  <a:pt x="103" y="69"/>
                </a:lnTo>
                <a:lnTo>
                  <a:pt x="107" y="70"/>
                </a:lnTo>
                <a:lnTo>
                  <a:pt x="114" y="71"/>
                </a:lnTo>
                <a:lnTo>
                  <a:pt x="113" y="68"/>
                </a:lnTo>
                <a:lnTo>
                  <a:pt x="110" y="63"/>
                </a:lnTo>
                <a:lnTo>
                  <a:pt x="108" y="61"/>
                </a:lnTo>
                <a:lnTo>
                  <a:pt x="104" y="60"/>
                </a:lnTo>
                <a:lnTo>
                  <a:pt x="104" y="60"/>
                </a:lnTo>
                <a:lnTo>
                  <a:pt x="102" y="60"/>
                </a:lnTo>
                <a:lnTo>
                  <a:pt x="103" y="59"/>
                </a:lnTo>
                <a:lnTo>
                  <a:pt x="102" y="58"/>
                </a:lnTo>
                <a:lnTo>
                  <a:pt x="102" y="57"/>
                </a:lnTo>
                <a:lnTo>
                  <a:pt x="101" y="54"/>
                </a:lnTo>
                <a:lnTo>
                  <a:pt x="100" y="54"/>
                </a:lnTo>
                <a:lnTo>
                  <a:pt x="95" y="53"/>
                </a:lnTo>
                <a:lnTo>
                  <a:pt x="94" y="52"/>
                </a:lnTo>
                <a:lnTo>
                  <a:pt x="91" y="51"/>
                </a:lnTo>
                <a:lnTo>
                  <a:pt x="91" y="51"/>
                </a:lnTo>
                <a:lnTo>
                  <a:pt x="91" y="50"/>
                </a:lnTo>
                <a:lnTo>
                  <a:pt x="90" y="50"/>
                </a:lnTo>
                <a:lnTo>
                  <a:pt x="91" y="49"/>
                </a:lnTo>
                <a:lnTo>
                  <a:pt x="91" y="46"/>
                </a:lnTo>
                <a:lnTo>
                  <a:pt x="90" y="45"/>
                </a:lnTo>
                <a:lnTo>
                  <a:pt x="89" y="43"/>
                </a:lnTo>
                <a:lnTo>
                  <a:pt x="88" y="42"/>
                </a:lnTo>
                <a:lnTo>
                  <a:pt x="87" y="38"/>
                </a:lnTo>
                <a:lnTo>
                  <a:pt x="86" y="38"/>
                </a:lnTo>
                <a:lnTo>
                  <a:pt x="86" y="37"/>
                </a:lnTo>
                <a:lnTo>
                  <a:pt x="86" y="36"/>
                </a:lnTo>
                <a:lnTo>
                  <a:pt x="85" y="36"/>
                </a:lnTo>
                <a:lnTo>
                  <a:pt x="85" y="36"/>
                </a:lnTo>
                <a:lnTo>
                  <a:pt x="83" y="32"/>
                </a:lnTo>
                <a:lnTo>
                  <a:pt x="80" y="29"/>
                </a:lnTo>
                <a:lnTo>
                  <a:pt x="75" y="20"/>
                </a:lnTo>
                <a:lnTo>
                  <a:pt x="73" y="15"/>
                </a:lnTo>
                <a:lnTo>
                  <a:pt x="66" y="13"/>
                </a:lnTo>
                <a:lnTo>
                  <a:pt x="63" y="13"/>
                </a:lnTo>
                <a:lnTo>
                  <a:pt x="63" y="12"/>
                </a:lnTo>
                <a:lnTo>
                  <a:pt x="60" y="11"/>
                </a:lnTo>
                <a:lnTo>
                  <a:pt x="57" y="9"/>
                </a:lnTo>
                <a:lnTo>
                  <a:pt x="57" y="8"/>
                </a:lnTo>
                <a:lnTo>
                  <a:pt x="55" y="8"/>
                </a:lnTo>
                <a:lnTo>
                  <a:pt x="57" y="7"/>
                </a:lnTo>
                <a:lnTo>
                  <a:pt x="56" y="7"/>
                </a:lnTo>
                <a:lnTo>
                  <a:pt x="56" y="7"/>
                </a:lnTo>
                <a:lnTo>
                  <a:pt x="55" y="7"/>
                </a:lnTo>
                <a:lnTo>
                  <a:pt x="52" y="7"/>
                </a:lnTo>
                <a:lnTo>
                  <a:pt x="51" y="5"/>
                </a:lnTo>
                <a:lnTo>
                  <a:pt x="51" y="3"/>
                </a:lnTo>
                <a:lnTo>
                  <a:pt x="51" y="1"/>
                </a:lnTo>
                <a:lnTo>
                  <a:pt x="52" y="1"/>
                </a:lnTo>
                <a:lnTo>
                  <a:pt x="52" y="2"/>
                </a:lnTo>
                <a:lnTo>
                  <a:pt x="53" y="2"/>
                </a:lnTo>
                <a:lnTo>
                  <a:pt x="52" y="0"/>
                </a:lnTo>
                <a:lnTo>
                  <a:pt x="51" y="0"/>
                </a:lnTo>
                <a:lnTo>
                  <a:pt x="49" y="1"/>
                </a:lnTo>
                <a:lnTo>
                  <a:pt x="49" y="2"/>
                </a:lnTo>
                <a:lnTo>
                  <a:pt x="46" y="2"/>
                </a:lnTo>
                <a:lnTo>
                  <a:pt x="45" y="3"/>
                </a:lnTo>
                <a:lnTo>
                  <a:pt x="45" y="5"/>
                </a:lnTo>
                <a:lnTo>
                  <a:pt x="44" y="8"/>
                </a:lnTo>
                <a:lnTo>
                  <a:pt x="43" y="8"/>
                </a:lnTo>
                <a:lnTo>
                  <a:pt x="43" y="10"/>
                </a:lnTo>
                <a:lnTo>
                  <a:pt x="44" y="10"/>
                </a:lnTo>
                <a:lnTo>
                  <a:pt x="42" y="11"/>
                </a:lnTo>
                <a:lnTo>
                  <a:pt x="41" y="11"/>
                </a:lnTo>
                <a:lnTo>
                  <a:pt x="41" y="11"/>
                </a:lnTo>
                <a:lnTo>
                  <a:pt x="40" y="11"/>
                </a:lnTo>
                <a:lnTo>
                  <a:pt x="38" y="12"/>
                </a:lnTo>
                <a:lnTo>
                  <a:pt x="39" y="13"/>
                </a:lnTo>
                <a:lnTo>
                  <a:pt x="38" y="13"/>
                </a:lnTo>
                <a:lnTo>
                  <a:pt x="38" y="14"/>
                </a:lnTo>
                <a:lnTo>
                  <a:pt x="38" y="16"/>
                </a:lnTo>
                <a:lnTo>
                  <a:pt x="38" y="18"/>
                </a:lnTo>
                <a:lnTo>
                  <a:pt x="38" y="18"/>
                </a:lnTo>
                <a:lnTo>
                  <a:pt x="36" y="18"/>
                </a:lnTo>
                <a:lnTo>
                  <a:pt x="36" y="18"/>
                </a:lnTo>
                <a:lnTo>
                  <a:pt x="35" y="19"/>
                </a:lnTo>
                <a:lnTo>
                  <a:pt x="35" y="19"/>
                </a:lnTo>
                <a:lnTo>
                  <a:pt x="34" y="19"/>
                </a:lnTo>
                <a:lnTo>
                  <a:pt x="34" y="18"/>
                </a:lnTo>
                <a:lnTo>
                  <a:pt x="33" y="17"/>
                </a:lnTo>
                <a:lnTo>
                  <a:pt x="34" y="15"/>
                </a:lnTo>
                <a:lnTo>
                  <a:pt x="32" y="15"/>
                </a:lnTo>
                <a:lnTo>
                  <a:pt x="32" y="14"/>
                </a:lnTo>
                <a:lnTo>
                  <a:pt x="32" y="13"/>
                </a:lnTo>
                <a:lnTo>
                  <a:pt x="29" y="13"/>
                </a:lnTo>
                <a:lnTo>
                  <a:pt x="28" y="13"/>
                </a:lnTo>
                <a:lnTo>
                  <a:pt x="28" y="14"/>
                </a:lnTo>
                <a:lnTo>
                  <a:pt x="26" y="14"/>
                </a:lnTo>
                <a:lnTo>
                  <a:pt x="27" y="17"/>
                </a:lnTo>
                <a:lnTo>
                  <a:pt x="25" y="17"/>
                </a:lnTo>
                <a:lnTo>
                  <a:pt x="24" y="18"/>
                </a:lnTo>
                <a:lnTo>
                  <a:pt x="23" y="18"/>
                </a:lnTo>
                <a:lnTo>
                  <a:pt x="23" y="19"/>
                </a:lnTo>
                <a:lnTo>
                  <a:pt x="21" y="19"/>
                </a:lnTo>
                <a:lnTo>
                  <a:pt x="19" y="17"/>
                </a:lnTo>
                <a:lnTo>
                  <a:pt x="19" y="16"/>
                </a:lnTo>
                <a:lnTo>
                  <a:pt x="18" y="17"/>
                </a:lnTo>
                <a:close/>
              </a:path>
            </a:pathLst>
          </a:custGeom>
          <a:solidFill>
            <a:srgbClr val="4A80C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562777" y="4577271"/>
            <a:ext cx="493801" cy="570757"/>
          </a:xfrm>
          <a:custGeom>
            <a:avLst/>
            <a:gdLst/>
            <a:ahLst/>
            <a:cxnLst/>
            <a:rect l="l" t="t" r="r" b="b"/>
            <a:pathLst>
              <a:path w="77" h="89">
                <a:moveTo>
                  <a:pt x="11" y="69"/>
                </a:moveTo>
                <a:lnTo>
                  <a:pt x="11" y="70"/>
                </a:lnTo>
                <a:lnTo>
                  <a:pt x="12" y="70"/>
                </a:lnTo>
                <a:lnTo>
                  <a:pt x="12" y="69"/>
                </a:lnTo>
                <a:lnTo>
                  <a:pt x="14" y="69"/>
                </a:lnTo>
                <a:lnTo>
                  <a:pt x="14" y="69"/>
                </a:lnTo>
                <a:lnTo>
                  <a:pt x="15" y="69"/>
                </a:lnTo>
                <a:lnTo>
                  <a:pt x="16" y="68"/>
                </a:lnTo>
                <a:lnTo>
                  <a:pt x="16" y="67"/>
                </a:lnTo>
                <a:lnTo>
                  <a:pt x="17" y="69"/>
                </a:lnTo>
                <a:lnTo>
                  <a:pt x="18" y="69"/>
                </a:lnTo>
                <a:lnTo>
                  <a:pt x="18" y="70"/>
                </a:lnTo>
                <a:lnTo>
                  <a:pt x="17" y="70"/>
                </a:lnTo>
                <a:lnTo>
                  <a:pt x="18" y="71"/>
                </a:lnTo>
                <a:lnTo>
                  <a:pt x="18" y="72"/>
                </a:lnTo>
                <a:lnTo>
                  <a:pt x="17" y="73"/>
                </a:lnTo>
                <a:lnTo>
                  <a:pt x="17" y="75"/>
                </a:lnTo>
                <a:lnTo>
                  <a:pt x="19" y="76"/>
                </a:lnTo>
                <a:lnTo>
                  <a:pt x="21" y="81"/>
                </a:lnTo>
                <a:lnTo>
                  <a:pt x="22" y="82"/>
                </a:lnTo>
                <a:lnTo>
                  <a:pt x="22" y="84"/>
                </a:lnTo>
                <a:lnTo>
                  <a:pt x="21" y="84"/>
                </a:lnTo>
                <a:lnTo>
                  <a:pt x="22" y="86"/>
                </a:lnTo>
                <a:lnTo>
                  <a:pt x="23" y="86"/>
                </a:lnTo>
                <a:lnTo>
                  <a:pt x="24" y="85"/>
                </a:lnTo>
                <a:lnTo>
                  <a:pt x="24" y="85"/>
                </a:lnTo>
                <a:lnTo>
                  <a:pt x="25" y="85"/>
                </a:lnTo>
                <a:lnTo>
                  <a:pt x="26" y="85"/>
                </a:lnTo>
                <a:lnTo>
                  <a:pt x="27" y="85"/>
                </a:lnTo>
                <a:lnTo>
                  <a:pt x="27" y="86"/>
                </a:lnTo>
                <a:lnTo>
                  <a:pt x="27" y="86"/>
                </a:lnTo>
                <a:lnTo>
                  <a:pt x="30" y="86"/>
                </a:lnTo>
                <a:lnTo>
                  <a:pt x="31" y="83"/>
                </a:lnTo>
                <a:lnTo>
                  <a:pt x="32" y="83"/>
                </a:lnTo>
                <a:lnTo>
                  <a:pt x="33" y="83"/>
                </a:lnTo>
                <a:lnTo>
                  <a:pt x="33" y="83"/>
                </a:lnTo>
                <a:lnTo>
                  <a:pt x="34" y="80"/>
                </a:lnTo>
                <a:lnTo>
                  <a:pt x="36" y="79"/>
                </a:lnTo>
                <a:lnTo>
                  <a:pt x="36" y="79"/>
                </a:lnTo>
                <a:lnTo>
                  <a:pt x="36" y="81"/>
                </a:lnTo>
                <a:lnTo>
                  <a:pt x="37" y="81"/>
                </a:lnTo>
                <a:lnTo>
                  <a:pt x="37" y="82"/>
                </a:lnTo>
                <a:lnTo>
                  <a:pt x="38" y="83"/>
                </a:lnTo>
                <a:lnTo>
                  <a:pt x="38" y="84"/>
                </a:lnTo>
                <a:lnTo>
                  <a:pt x="38" y="84"/>
                </a:lnTo>
                <a:lnTo>
                  <a:pt x="40" y="86"/>
                </a:lnTo>
                <a:lnTo>
                  <a:pt x="40" y="87"/>
                </a:lnTo>
                <a:lnTo>
                  <a:pt x="42" y="87"/>
                </a:lnTo>
                <a:lnTo>
                  <a:pt x="43" y="86"/>
                </a:lnTo>
                <a:lnTo>
                  <a:pt x="44" y="85"/>
                </a:lnTo>
                <a:lnTo>
                  <a:pt x="45" y="85"/>
                </a:lnTo>
                <a:lnTo>
                  <a:pt x="45" y="85"/>
                </a:lnTo>
                <a:lnTo>
                  <a:pt x="46" y="85"/>
                </a:lnTo>
                <a:lnTo>
                  <a:pt x="46" y="84"/>
                </a:lnTo>
                <a:lnTo>
                  <a:pt x="47" y="84"/>
                </a:lnTo>
                <a:lnTo>
                  <a:pt x="47" y="83"/>
                </a:lnTo>
                <a:lnTo>
                  <a:pt x="49" y="83"/>
                </a:lnTo>
                <a:lnTo>
                  <a:pt x="50" y="84"/>
                </a:lnTo>
                <a:lnTo>
                  <a:pt x="51" y="83"/>
                </a:lnTo>
                <a:lnTo>
                  <a:pt x="51" y="84"/>
                </a:lnTo>
                <a:lnTo>
                  <a:pt x="53" y="86"/>
                </a:lnTo>
                <a:lnTo>
                  <a:pt x="53" y="86"/>
                </a:lnTo>
                <a:lnTo>
                  <a:pt x="53" y="87"/>
                </a:lnTo>
                <a:lnTo>
                  <a:pt x="54" y="89"/>
                </a:lnTo>
                <a:lnTo>
                  <a:pt x="56" y="88"/>
                </a:lnTo>
                <a:lnTo>
                  <a:pt x="56" y="86"/>
                </a:lnTo>
                <a:lnTo>
                  <a:pt x="56" y="86"/>
                </a:lnTo>
                <a:lnTo>
                  <a:pt x="56" y="84"/>
                </a:lnTo>
                <a:lnTo>
                  <a:pt x="58" y="83"/>
                </a:lnTo>
                <a:lnTo>
                  <a:pt x="58" y="80"/>
                </a:lnTo>
                <a:lnTo>
                  <a:pt x="56" y="78"/>
                </a:lnTo>
                <a:lnTo>
                  <a:pt x="57" y="77"/>
                </a:lnTo>
                <a:lnTo>
                  <a:pt x="57" y="76"/>
                </a:lnTo>
                <a:lnTo>
                  <a:pt x="58" y="74"/>
                </a:lnTo>
                <a:lnTo>
                  <a:pt x="58" y="73"/>
                </a:lnTo>
                <a:lnTo>
                  <a:pt x="60" y="74"/>
                </a:lnTo>
                <a:lnTo>
                  <a:pt x="61" y="70"/>
                </a:lnTo>
                <a:lnTo>
                  <a:pt x="63" y="71"/>
                </a:lnTo>
                <a:lnTo>
                  <a:pt x="66" y="71"/>
                </a:lnTo>
                <a:lnTo>
                  <a:pt x="65" y="72"/>
                </a:lnTo>
                <a:lnTo>
                  <a:pt x="66" y="71"/>
                </a:lnTo>
                <a:lnTo>
                  <a:pt x="66" y="70"/>
                </a:lnTo>
                <a:lnTo>
                  <a:pt x="65" y="70"/>
                </a:lnTo>
                <a:lnTo>
                  <a:pt x="65" y="69"/>
                </a:lnTo>
                <a:lnTo>
                  <a:pt x="63" y="70"/>
                </a:lnTo>
                <a:lnTo>
                  <a:pt x="62" y="69"/>
                </a:lnTo>
                <a:lnTo>
                  <a:pt x="63" y="65"/>
                </a:lnTo>
                <a:lnTo>
                  <a:pt x="63" y="64"/>
                </a:lnTo>
                <a:lnTo>
                  <a:pt x="65" y="67"/>
                </a:lnTo>
                <a:lnTo>
                  <a:pt x="67" y="66"/>
                </a:lnTo>
                <a:lnTo>
                  <a:pt x="67" y="65"/>
                </a:lnTo>
                <a:lnTo>
                  <a:pt x="68" y="64"/>
                </a:lnTo>
                <a:lnTo>
                  <a:pt x="69" y="64"/>
                </a:lnTo>
                <a:lnTo>
                  <a:pt x="69" y="62"/>
                </a:lnTo>
                <a:lnTo>
                  <a:pt x="70" y="59"/>
                </a:lnTo>
                <a:lnTo>
                  <a:pt x="72" y="60"/>
                </a:lnTo>
                <a:lnTo>
                  <a:pt x="72" y="60"/>
                </a:lnTo>
                <a:lnTo>
                  <a:pt x="73" y="60"/>
                </a:lnTo>
                <a:lnTo>
                  <a:pt x="74" y="58"/>
                </a:lnTo>
                <a:lnTo>
                  <a:pt x="73" y="58"/>
                </a:lnTo>
                <a:lnTo>
                  <a:pt x="73" y="58"/>
                </a:lnTo>
                <a:lnTo>
                  <a:pt x="73" y="57"/>
                </a:lnTo>
                <a:lnTo>
                  <a:pt x="74" y="56"/>
                </a:lnTo>
                <a:lnTo>
                  <a:pt x="72" y="53"/>
                </a:lnTo>
                <a:lnTo>
                  <a:pt x="71" y="53"/>
                </a:lnTo>
                <a:lnTo>
                  <a:pt x="70" y="51"/>
                </a:lnTo>
                <a:lnTo>
                  <a:pt x="72" y="50"/>
                </a:lnTo>
                <a:lnTo>
                  <a:pt x="73" y="49"/>
                </a:lnTo>
                <a:lnTo>
                  <a:pt x="73" y="47"/>
                </a:lnTo>
                <a:lnTo>
                  <a:pt x="72" y="46"/>
                </a:lnTo>
                <a:lnTo>
                  <a:pt x="74" y="46"/>
                </a:lnTo>
                <a:lnTo>
                  <a:pt x="73" y="44"/>
                </a:lnTo>
                <a:lnTo>
                  <a:pt x="72" y="43"/>
                </a:lnTo>
                <a:lnTo>
                  <a:pt x="72" y="42"/>
                </a:lnTo>
                <a:lnTo>
                  <a:pt x="71" y="42"/>
                </a:lnTo>
                <a:lnTo>
                  <a:pt x="71" y="41"/>
                </a:lnTo>
                <a:lnTo>
                  <a:pt x="70" y="40"/>
                </a:lnTo>
                <a:lnTo>
                  <a:pt x="69" y="40"/>
                </a:lnTo>
                <a:lnTo>
                  <a:pt x="72" y="40"/>
                </a:lnTo>
                <a:lnTo>
                  <a:pt x="72" y="40"/>
                </a:lnTo>
                <a:lnTo>
                  <a:pt x="72" y="39"/>
                </a:lnTo>
                <a:lnTo>
                  <a:pt x="73" y="40"/>
                </a:lnTo>
                <a:lnTo>
                  <a:pt x="75" y="41"/>
                </a:lnTo>
                <a:lnTo>
                  <a:pt x="75" y="40"/>
                </a:lnTo>
                <a:lnTo>
                  <a:pt x="77" y="41"/>
                </a:lnTo>
                <a:lnTo>
                  <a:pt x="77" y="39"/>
                </a:lnTo>
                <a:lnTo>
                  <a:pt x="76" y="38"/>
                </a:lnTo>
                <a:lnTo>
                  <a:pt x="76" y="38"/>
                </a:lnTo>
                <a:lnTo>
                  <a:pt x="76" y="37"/>
                </a:lnTo>
                <a:lnTo>
                  <a:pt x="77" y="36"/>
                </a:lnTo>
                <a:lnTo>
                  <a:pt x="76" y="36"/>
                </a:lnTo>
                <a:lnTo>
                  <a:pt x="75" y="36"/>
                </a:lnTo>
                <a:lnTo>
                  <a:pt x="75" y="35"/>
                </a:lnTo>
                <a:lnTo>
                  <a:pt x="75" y="35"/>
                </a:lnTo>
                <a:lnTo>
                  <a:pt x="75" y="34"/>
                </a:lnTo>
                <a:lnTo>
                  <a:pt x="75" y="33"/>
                </a:lnTo>
                <a:lnTo>
                  <a:pt x="76" y="32"/>
                </a:lnTo>
                <a:lnTo>
                  <a:pt x="75" y="31"/>
                </a:lnTo>
                <a:lnTo>
                  <a:pt x="75" y="29"/>
                </a:lnTo>
                <a:lnTo>
                  <a:pt x="74" y="28"/>
                </a:lnTo>
                <a:lnTo>
                  <a:pt x="73" y="28"/>
                </a:lnTo>
                <a:lnTo>
                  <a:pt x="73" y="28"/>
                </a:lnTo>
                <a:lnTo>
                  <a:pt x="72" y="28"/>
                </a:lnTo>
                <a:lnTo>
                  <a:pt x="73" y="26"/>
                </a:lnTo>
                <a:lnTo>
                  <a:pt x="75" y="25"/>
                </a:lnTo>
                <a:lnTo>
                  <a:pt x="75" y="24"/>
                </a:lnTo>
                <a:lnTo>
                  <a:pt x="77" y="22"/>
                </a:lnTo>
                <a:lnTo>
                  <a:pt x="77" y="21"/>
                </a:lnTo>
                <a:lnTo>
                  <a:pt x="74" y="22"/>
                </a:lnTo>
                <a:lnTo>
                  <a:pt x="73" y="21"/>
                </a:lnTo>
                <a:lnTo>
                  <a:pt x="72" y="22"/>
                </a:lnTo>
                <a:lnTo>
                  <a:pt x="70" y="21"/>
                </a:lnTo>
                <a:lnTo>
                  <a:pt x="68" y="21"/>
                </a:lnTo>
                <a:lnTo>
                  <a:pt x="67" y="19"/>
                </a:lnTo>
                <a:lnTo>
                  <a:pt x="66" y="19"/>
                </a:lnTo>
                <a:lnTo>
                  <a:pt x="63" y="16"/>
                </a:lnTo>
                <a:lnTo>
                  <a:pt x="60" y="13"/>
                </a:lnTo>
                <a:lnTo>
                  <a:pt x="59" y="13"/>
                </a:lnTo>
                <a:lnTo>
                  <a:pt x="57" y="13"/>
                </a:lnTo>
                <a:lnTo>
                  <a:pt x="54" y="11"/>
                </a:lnTo>
                <a:lnTo>
                  <a:pt x="54" y="10"/>
                </a:lnTo>
                <a:lnTo>
                  <a:pt x="57" y="8"/>
                </a:lnTo>
                <a:lnTo>
                  <a:pt x="57" y="7"/>
                </a:lnTo>
                <a:lnTo>
                  <a:pt x="57" y="6"/>
                </a:lnTo>
                <a:lnTo>
                  <a:pt x="56" y="5"/>
                </a:lnTo>
                <a:lnTo>
                  <a:pt x="54" y="5"/>
                </a:lnTo>
                <a:lnTo>
                  <a:pt x="54" y="4"/>
                </a:lnTo>
                <a:lnTo>
                  <a:pt x="53" y="3"/>
                </a:lnTo>
                <a:lnTo>
                  <a:pt x="53" y="4"/>
                </a:lnTo>
                <a:lnTo>
                  <a:pt x="52" y="5"/>
                </a:lnTo>
                <a:lnTo>
                  <a:pt x="51" y="4"/>
                </a:lnTo>
                <a:lnTo>
                  <a:pt x="52" y="3"/>
                </a:lnTo>
                <a:lnTo>
                  <a:pt x="51" y="3"/>
                </a:lnTo>
                <a:lnTo>
                  <a:pt x="51" y="0"/>
                </a:lnTo>
                <a:lnTo>
                  <a:pt x="50" y="0"/>
                </a:lnTo>
                <a:lnTo>
                  <a:pt x="50" y="1"/>
                </a:lnTo>
                <a:lnTo>
                  <a:pt x="49" y="0"/>
                </a:lnTo>
                <a:lnTo>
                  <a:pt x="48" y="1"/>
                </a:lnTo>
                <a:lnTo>
                  <a:pt x="47" y="1"/>
                </a:lnTo>
                <a:lnTo>
                  <a:pt x="47" y="1"/>
                </a:lnTo>
                <a:lnTo>
                  <a:pt x="46" y="2"/>
                </a:lnTo>
                <a:lnTo>
                  <a:pt x="45" y="2"/>
                </a:lnTo>
                <a:lnTo>
                  <a:pt x="45" y="3"/>
                </a:lnTo>
                <a:lnTo>
                  <a:pt x="46" y="3"/>
                </a:lnTo>
                <a:lnTo>
                  <a:pt x="46" y="4"/>
                </a:lnTo>
                <a:lnTo>
                  <a:pt x="45" y="4"/>
                </a:lnTo>
                <a:lnTo>
                  <a:pt x="45" y="5"/>
                </a:lnTo>
                <a:lnTo>
                  <a:pt x="44" y="5"/>
                </a:lnTo>
                <a:lnTo>
                  <a:pt x="42" y="8"/>
                </a:lnTo>
                <a:lnTo>
                  <a:pt x="41" y="5"/>
                </a:lnTo>
                <a:lnTo>
                  <a:pt x="40" y="4"/>
                </a:lnTo>
                <a:lnTo>
                  <a:pt x="39" y="5"/>
                </a:lnTo>
                <a:lnTo>
                  <a:pt x="39" y="4"/>
                </a:lnTo>
                <a:lnTo>
                  <a:pt x="36" y="5"/>
                </a:lnTo>
                <a:lnTo>
                  <a:pt x="34" y="4"/>
                </a:lnTo>
                <a:lnTo>
                  <a:pt x="32" y="3"/>
                </a:lnTo>
                <a:lnTo>
                  <a:pt x="30" y="0"/>
                </a:lnTo>
                <a:lnTo>
                  <a:pt x="28" y="0"/>
                </a:lnTo>
                <a:lnTo>
                  <a:pt x="28" y="1"/>
                </a:lnTo>
                <a:lnTo>
                  <a:pt x="27" y="0"/>
                </a:lnTo>
                <a:lnTo>
                  <a:pt x="26" y="1"/>
                </a:lnTo>
                <a:lnTo>
                  <a:pt x="26" y="1"/>
                </a:lnTo>
                <a:lnTo>
                  <a:pt x="25" y="1"/>
                </a:lnTo>
                <a:lnTo>
                  <a:pt x="24" y="2"/>
                </a:lnTo>
                <a:lnTo>
                  <a:pt x="25" y="2"/>
                </a:lnTo>
                <a:lnTo>
                  <a:pt x="25" y="3"/>
                </a:lnTo>
                <a:lnTo>
                  <a:pt x="25" y="4"/>
                </a:lnTo>
                <a:lnTo>
                  <a:pt x="24" y="6"/>
                </a:lnTo>
                <a:lnTo>
                  <a:pt x="24" y="6"/>
                </a:lnTo>
                <a:lnTo>
                  <a:pt x="24" y="7"/>
                </a:lnTo>
                <a:lnTo>
                  <a:pt x="24" y="8"/>
                </a:lnTo>
                <a:lnTo>
                  <a:pt x="24" y="9"/>
                </a:lnTo>
                <a:lnTo>
                  <a:pt x="24" y="9"/>
                </a:lnTo>
                <a:lnTo>
                  <a:pt x="24" y="10"/>
                </a:lnTo>
                <a:lnTo>
                  <a:pt x="23" y="10"/>
                </a:lnTo>
                <a:lnTo>
                  <a:pt x="23" y="12"/>
                </a:lnTo>
                <a:lnTo>
                  <a:pt x="23" y="13"/>
                </a:lnTo>
                <a:lnTo>
                  <a:pt x="22" y="13"/>
                </a:lnTo>
                <a:lnTo>
                  <a:pt x="21" y="12"/>
                </a:lnTo>
                <a:lnTo>
                  <a:pt x="21" y="13"/>
                </a:lnTo>
                <a:lnTo>
                  <a:pt x="20" y="14"/>
                </a:lnTo>
                <a:lnTo>
                  <a:pt x="19" y="15"/>
                </a:lnTo>
                <a:lnTo>
                  <a:pt x="19" y="15"/>
                </a:lnTo>
                <a:lnTo>
                  <a:pt x="19" y="16"/>
                </a:lnTo>
                <a:lnTo>
                  <a:pt x="20" y="17"/>
                </a:lnTo>
                <a:lnTo>
                  <a:pt x="21" y="16"/>
                </a:lnTo>
                <a:lnTo>
                  <a:pt x="21" y="18"/>
                </a:lnTo>
                <a:lnTo>
                  <a:pt x="22" y="19"/>
                </a:lnTo>
                <a:lnTo>
                  <a:pt x="23" y="19"/>
                </a:lnTo>
                <a:lnTo>
                  <a:pt x="22" y="20"/>
                </a:lnTo>
                <a:lnTo>
                  <a:pt x="21" y="20"/>
                </a:lnTo>
                <a:lnTo>
                  <a:pt x="20" y="21"/>
                </a:lnTo>
                <a:lnTo>
                  <a:pt x="20" y="22"/>
                </a:lnTo>
                <a:lnTo>
                  <a:pt x="19" y="22"/>
                </a:lnTo>
                <a:lnTo>
                  <a:pt x="17" y="21"/>
                </a:lnTo>
                <a:lnTo>
                  <a:pt x="16" y="22"/>
                </a:lnTo>
                <a:lnTo>
                  <a:pt x="14" y="21"/>
                </a:lnTo>
                <a:lnTo>
                  <a:pt x="13" y="22"/>
                </a:lnTo>
                <a:lnTo>
                  <a:pt x="14" y="24"/>
                </a:lnTo>
                <a:lnTo>
                  <a:pt x="14" y="24"/>
                </a:lnTo>
                <a:lnTo>
                  <a:pt x="13" y="26"/>
                </a:lnTo>
                <a:lnTo>
                  <a:pt x="13" y="26"/>
                </a:lnTo>
                <a:lnTo>
                  <a:pt x="14" y="26"/>
                </a:lnTo>
                <a:lnTo>
                  <a:pt x="13" y="27"/>
                </a:lnTo>
                <a:lnTo>
                  <a:pt x="14" y="28"/>
                </a:lnTo>
                <a:lnTo>
                  <a:pt x="14" y="31"/>
                </a:lnTo>
                <a:lnTo>
                  <a:pt x="13" y="31"/>
                </a:lnTo>
                <a:lnTo>
                  <a:pt x="13" y="32"/>
                </a:lnTo>
                <a:lnTo>
                  <a:pt x="12" y="34"/>
                </a:lnTo>
                <a:lnTo>
                  <a:pt x="12" y="35"/>
                </a:lnTo>
                <a:lnTo>
                  <a:pt x="11" y="38"/>
                </a:lnTo>
                <a:lnTo>
                  <a:pt x="10" y="38"/>
                </a:lnTo>
                <a:lnTo>
                  <a:pt x="9" y="38"/>
                </a:lnTo>
                <a:lnTo>
                  <a:pt x="8" y="40"/>
                </a:lnTo>
                <a:lnTo>
                  <a:pt x="8" y="41"/>
                </a:lnTo>
                <a:lnTo>
                  <a:pt x="6" y="42"/>
                </a:lnTo>
                <a:lnTo>
                  <a:pt x="5" y="42"/>
                </a:lnTo>
                <a:lnTo>
                  <a:pt x="5" y="42"/>
                </a:lnTo>
                <a:lnTo>
                  <a:pt x="4" y="42"/>
                </a:lnTo>
                <a:lnTo>
                  <a:pt x="5" y="44"/>
                </a:lnTo>
                <a:lnTo>
                  <a:pt x="3" y="44"/>
                </a:lnTo>
                <a:lnTo>
                  <a:pt x="2" y="45"/>
                </a:lnTo>
                <a:lnTo>
                  <a:pt x="3" y="46"/>
                </a:lnTo>
                <a:lnTo>
                  <a:pt x="2" y="46"/>
                </a:lnTo>
                <a:lnTo>
                  <a:pt x="3" y="47"/>
                </a:lnTo>
                <a:lnTo>
                  <a:pt x="1" y="47"/>
                </a:lnTo>
                <a:lnTo>
                  <a:pt x="1" y="49"/>
                </a:lnTo>
                <a:lnTo>
                  <a:pt x="0" y="49"/>
                </a:lnTo>
                <a:lnTo>
                  <a:pt x="0" y="50"/>
                </a:lnTo>
                <a:lnTo>
                  <a:pt x="0" y="51"/>
                </a:lnTo>
                <a:lnTo>
                  <a:pt x="0" y="52"/>
                </a:lnTo>
                <a:lnTo>
                  <a:pt x="1" y="52"/>
                </a:lnTo>
                <a:lnTo>
                  <a:pt x="1" y="53"/>
                </a:lnTo>
                <a:lnTo>
                  <a:pt x="2" y="54"/>
                </a:lnTo>
                <a:lnTo>
                  <a:pt x="2" y="53"/>
                </a:lnTo>
                <a:lnTo>
                  <a:pt x="3" y="54"/>
                </a:lnTo>
                <a:lnTo>
                  <a:pt x="3" y="54"/>
                </a:lnTo>
                <a:lnTo>
                  <a:pt x="5" y="55"/>
                </a:lnTo>
                <a:lnTo>
                  <a:pt x="4" y="56"/>
                </a:lnTo>
                <a:lnTo>
                  <a:pt x="5" y="55"/>
                </a:lnTo>
                <a:lnTo>
                  <a:pt x="6" y="57"/>
                </a:lnTo>
                <a:lnTo>
                  <a:pt x="8" y="57"/>
                </a:lnTo>
                <a:lnTo>
                  <a:pt x="9" y="60"/>
                </a:lnTo>
                <a:lnTo>
                  <a:pt x="9" y="60"/>
                </a:lnTo>
                <a:lnTo>
                  <a:pt x="9" y="63"/>
                </a:lnTo>
                <a:lnTo>
                  <a:pt x="10" y="64"/>
                </a:lnTo>
                <a:lnTo>
                  <a:pt x="10" y="64"/>
                </a:lnTo>
                <a:lnTo>
                  <a:pt x="11" y="64"/>
                </a:lnTo>
                <a:lnTo>
                  <a:pt x="10" y="66"/>
                </a:lnTo>
                <a:lnTo>
                  <a:pt x="11" y="68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6024513" y="4679879"/>
            <a:ext cx="51304" cy="25652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5" y="3"/>
                </a:moveTo>
                <a:lnTo>
                  <a:pt x="7" y="4"/>
                </a:lnTo>
                <a:lnTo>
                  <a:pt x="8" y="4"/>
                </a:lnTo>
                <a:lnTo>
                  <a:pt x="8" y="2"/>
                </a:lnTo>
                <a:lnTo>
                  <a:pt x="7" y="2"/>
                </a:lnTo>
                <a:lnTo>
                  <a:pt x="7" y="1"/>
                </a:lnTo>
                <a:lnTo>
                  <a:pt x="4" y="1"/>
                </a:ln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lnTo>
                  <a:pt x="1" y="2"/>
                </a:lnTo>
                <a:lnTo>
                  <a:pt x="1" y="3"/>
                </a:lnTo>
                <a:lnTo>
                  <a:pt x="2" y="4"/>
                </a:lnTo>
                <a:lnTo>
                  <a:pt x="4" y="3"/>
                </a:lnTo>
                <a:lnTo>
                  <a:pt x="4" y="4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6011687" y="4590097"/>
            <a:ext cx="25652" cy="25652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0" y="1"/>
                </a:moveTo>
                <a:lnTo>
                  <a:pt x="0" y="2"/>
                </a:lnTo>
                <a:lnTo>
                  <a:pt x="1" y="3"/>
                </a:lnTo>
                <a:lnTo>
                  <a:pt x="3" y="4"/>
                </a:lnTo>
                <a:lnTo>
                  <a:pt x="4" y="4"/>
                </a:lnTo>
                <a:lnTo>
                  <a:pt x="3" y="3"/>
                </a:lnTo>
                <a:lnTo>
                  <a:pt x="1" y="3"/>
                </a:lnTo>
                <a:lnTo>
                  <a:pt x="0" y="0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5113867" y="4128361"/>
            <a:ext cx="609235" cy="737495"/>
          </a:xfrm>
          <a:custGeom>
            <a:avLst/>
            <a:gdLst/>
            <a:ahLst/>
            <a:cxnLst/>
            <a:rect l="l" t="t" r="r" b="b"/>
            <a:pathLst>
              <a:path w="95" h="115">
                <a:moveTo>
                  <a:pt x="29" y="14"/>
                </a:moveTo>
                <a:lnTo>
                  <a:pt x="30" y="15"/>
                </a:lnTo>
                <a:lnTo>
                  <a:pt x="30" y="17"/>
                </a:lnTo>
                <a:lnTo>
                  <a:pt x="29" y="17"/>
                </a:lnTo>
                <a:lnTo>
                  <a:pt x="29" y="17"/>
                </a:lnTo>
                <a:lnTo>
                  <a:pt x="27" y="18"/>
                </a:lnTo>
                <a:lnTo>
                  <a:pt x="27" y="19"/>
                </a:lnTo>
                <a:lnTo>
                  <a:pt x="25" y="20"/>
                </a:lnTo>
                <a:lnTo>
                  <a:pt x="24" y="21"/>
                </a:lnTo>
                <a:lnTo>
                  <a:pt x="22" y="22"/>
                </a:lnTo>
                <a:lnTo>
                  <a:pt x="21" y="20"/>
                </a:lnTo>
                <a:lnTo>
                  <a:pt x="20" y="21"/>
                </a:lnTo>
                <a:lnTo>
                  <a:pt x="20" y="20"/>
                </a:lnTo>
                <a:lnTo>
                  <a:pt x="20" y="19"/>
                </a:lnTo>
                <a:lnTo>
                  <a:pt x="18" y="18"/>
                </a:lnTo>
                <a:lnTo>
                  <a:pt x="18" y="17"/>
                </a:lnTo>
                <a:lnTo>
                  <a:pt x="18" y="16"/>
                </a:lnTo>
                <a:lnTo>
                  <a:pt x="16" y="15"/>
                </a:lnTo>
                <a:lnTo>
                  <a:pt x="16" y="16"/>
                </a:lnTo>
                <a:lnTo>
                  <a:pt x="16" y="16"/>
                </a:lnTo>
                <a:lnTo>
                  <a:pt x="15" y="15"/>
                </a:lnTo>
                <a:lnTo>
                  <a:pt x="13" y="15"/>
                </a:lnTo>
                <a:lnTo>
                  <a:pt x="12" y="15"/>
                </a:lnTo>
                <a:lnTo>
                  <a:pt x="12" y="16"/>
                </a:lnTo>
                <a:lnTo>
                  <a:pt x="11" y="16"/>
                </a:lnTo>
                <a:lnTo>
                  <a:pt x="10" y="19"/>
                </a:lnTo>
                <a:lnTo>
                  <a:pt x="12" y="19"/>
                </a:lnTo>
                <a:lnTo>
                  <a:pt x="12" y="22"/>
                </a:lnTo>
                <a:lnTo>
                  <a:pt x="11" y="21"/>
                </a:lnTo>
                <a:lnTo>
                  <a:pt x="11" y="22"/>
                </a:lnTo>
                <a:lnTo>
                  <a:pt x="12" y="23"/>
                </a:lnTo>
                <a:lnTo>
                  <a:pt x="12" y="24"/>
                </a:lnTo>
                <a:lnTo>
                  <a:pt x="13" y="26"/>
                </a:lnTo>
                <a:lnTo>
                  <a:pt x="10" y="27"/>
                </a:lnTo>
                <a:lnTo>
                  <a:pt x="9" y="27"/>
                </a:lnTo>
                <a:lnTo>
                  <a:pt x="8" y="28"/>
                </a:lnTo>
                <a:lnTo>
                  <a:pt x="8" y="28"/>
                </a:lnTo>
                <a:lnTo>
                  <a:pt x="7" y="28"/>
                </a:lnTo>
                <a:lnTo>
                  <a:pt x="8" y="30"/>
                </a:lnTo>
                <a:lnTo>
                  <a:pt x="7" y="29"/>
                </a:lnTo>
                <a:lnTo>
                  <a:pt x="7" y="31"/>
                </a:lnTo>
                <a:lnTo>
                  <a:pt x="8" y="31"/>
                </a:lnTo>
                <a:lnTo>
                  <a:pt x="8" y="32"/>
                </a:lnTo>
                <a:lnTo>
                  <a:pt x="8" y="33"/>
                </a:lnTo>
                <a:lnTo>
                  <a:pt x="8" y="33"/>
                </a:lnTo>
                <a:lnTo>
                  <a:pt x="8" y="34"/>
                </a:lnTo>
                <a:lnTo>
                  <a:pt x="7" y="35"/>
                </a:lnTo>
                <a:lnTo>
                  <a:pt x="7" y="37"/>
                </a:lnTo>
                <a:lnTo>
                  <a:pt x="6" y="37"/>
                </a:lnTo>
                <a:lnTo>
                  <a:pt x="5" y="38"/>
                </a:lnTo>
                <a:lnTo>
                  <a:pt x="3" y="38"/>
                </a:lnTo>
                <a:lnTo>
                  <a:pt x="2" y="38"/>
                </a:lnTo>
                <a:lnTo>
                  <a:pt x="1" y="37"/>
                </a:lnTo>
                <a:lnTo>
                  <a:pt x="1" y="37"/>
                </a:lnTo>
                <a:lnTo>
                  <a:pt x="0" y="38"/>
                </a:lnTo>
                <a:lnTo>
                  <a:pt x="0" y="39"/>
                </a:lnTo>
                <a:lnTo>
                  <a:pt x="0" y="39"/>
                </a:lnTo>
                <a:lnTo>
                  <a:pt x="1" y="40"/>
                </a:lnTo>
                <a:lnTo>
                  <a:pt x="0" y="40"/>
                </a:lnTo>
                <a:lnTo>
                  <a:pt x="0" y="41"/>
                </a:lnTo>
                <a:lnTo>
                  <a:pt x="1" y="42"/>
                </a:lnTo>
                <a:lnTo>
                  <a:pt x="3" y="42"/>
                </a:lnTo>
                <a:lnTo>
                  <a:pt x="3" y="42"/>
                </a:lnTo>
                <a:lnTo>
                  <a:pt x="5" y="42"/>
                </a:lnTo>
                <a:lnTo>
                  <a:pt x="5" y="43"/>
                </a:lnTo>
                <a:lnTo>
                  <a:pt x="6" y="43"/>
                </a:lnTo>
                <a:lnTo>
                  <a:pt x="6" y="44"/>
                </a:lnTo>
                <a:lnTo>
                  <a:pt x="7" y="45"/>
                </a:lnTo>
                <a:lnTo>
                  <a:pt x="6" y="46"/>
                </a:lnTo>
                <a:lnTo>
                  <a:pt x="7" y="49"/>
                </a:lnTo>
                <a:lnTo>
                  <a:pt x="9" y="49"/>
                </a:lnTo>
                <a:lnTo>
                  <a:pt x="9" y="50"/>
                </a:lnTo>
                <a:lnTo>
                  <a:pt x="11" y="49"/>
                </a:lnTo>
                <a:lnTo>
                  <a:pt x="11" y="50"/>
                </a:lnTo>
                <a:lnTo>
                  <a:pt x="13" y="51"/>
                </a:lnTo>
                <a:lnTo>
                  <a:pt x="13" y="52"/>
                </a:lnTo>
                <a:lnTo>
                  <a:pt x="14" y="52"/>
                </a:lnTo>
                <a:lnTo>
                  <a:pt x="15" y="52"/>
                </a:lnTo>
                <a:lnTo>
                  <a:pt x="15" y="53"/>
                </a:lnTo>
                <a:lnTo>
                  <a:pt x="16" y="52"/>
                </a:lnTo>
                <a:lnTo>
                  <a:pt x="16" y="52"/>
                </a:lnTo>
                <a:lnTo>
                  <a:pt x="17" y="50"/>
                </a:lnTo>
                <a:lnTo>
                  <a:pt x="17" y="51"/>
                </a:lnTo>
                <a:lnTo>
                  <a:pt x="18" y="50"/>
                </a:lnTo>
                <a:lnTo>
                  <a:pt x="18" y="51"/>
                </a:lnTo>
                <a:lnTo>
                  <a:pt x="20" y="48"/>
                </a:lnTo>
                <a:lnTo>
                  <a:pt x="20" y="48"/>
                </a:lnTo>
                <a:lnTo>
                  <a:pt x="19" y="50"/>
                </a:lnTo>
                <a:lnTo>
                  <a:pt x="20" y="50"/>
                </a:lnTo>
                <a:lnTo>
                  <a:pt x="20" y="51"/>
                </a:lnTo>
                <a:lnTo>
                  <a:pt x="20" y="52"/>
                </a:lnTo>
                <a:lnTo>
                  <a:pt x="21" y="56"/>
                </a:lnTo>
                <a:lnTo>
                  <a:pt x="22" y="57"/>
                </a:lnTo>
                <a:lnTo>
                  <a:pt x="22" y="63"/>
                </a:lnTo>
                <a:lnTo>
                  <a:pt x="22" y="63"/>
                </a:lnTo>
                <a:lnTo>
                  <a:pt x="22" y="64"/>
                </a:lnTo>
                <a:lnTo>
                  <a:pt x="22" y="65"/>
                </a:lnTo>
                <a:lnTo>
                  <a:pt x="22" y="65"/>
                </a:lnTo>
                <a:lnTo>
                  <a:pt x="22" y="66"/>
                </a:lnTo>
                <a:lnTo>
                  <a:pt x="18" y="67"/>
                </a:lnTo>
                <a:lnTo>
                  <a:pt x="15" y="69"/>
                </a:lnTo>
                <a:lnTo>
                  <a:pt x="14" y="70"/>
                </a:lnTo>
                <a:lnTo>
                  <a:pt x="15" y="71"/>
                </a:lnTo>
                <a:lnTo>
                  <a:pt x="14" y="71"/>
                </a:lnTo>
                <a:lnTo>
                  <a:pt x="14" y="73"/>
                </a:lnTo>
                <a:lnTo>
                  <a:pt x="13" y="74"/>
                </a:lnTo>
                <a:lnTo>
                  <a:pt x="13" y="75"/>
                </a:lnTo>
                <a:lnTo>
                  <a:pt x="13" y="76"/>
                </a:lnTo>
                <a:lnTo>
                  <a:pt x="13" y="76"/>
                </a:lnTo>
                <a:lnTo>
                  <a:pt x="13" y="77"/>
                </a:lnTo>
                <a:lnTo>
                  <a:pt x="14" y="77"/>
                </a:lnTo>
                <a:lnTo>
                  <a:pt x="15" y="79"/>
                </a:lnTo>
                <a:lnTo>
                  <a:pt x="16" y="79"/>
                </a:lnTo>
                <a:lnTo>
                  <a:pt x="18" y="81"/>
                </a:lnTo>
                <a:lnTo>
                  <a:pt x="19" y="80"/>
                </a:lnTo>
                <a:lnTo>
                  <a:pt x="20" y="80"/>
                </a:lnTo>
                <a:lnTo>
                  <a:pt x="21" y="82"/>
                </a:lnTo>
                <a:lnTo>
                  <a:pt x="23" y="81"/>
                </a:lnTo>
                <a:lnTo>
                  <a:pt x="25" y="82"/>
                </a:lnTo>
                <a:lnTo>
                  <a:pt x="25" y="83"/>
                </a:lnTo>
                <a:lnTo>
                  <a:pt x="26" y="83"/>
                </a:lnTo>
                <a:lnTo>
                  <a:pt x="26" y="83"/>
                </a:lnTo>
                <a:lnTo>
                  <a:pt x="27" y="83"/>
                </a:lnTo>
                <a:lnTo>
                  <a:pt x="27" y="84"/>
                </a:lnTo>
                <a:lnTo>
                  <a:pt x="26" y="85"/>
                </a:lnTo>
                <a:lnTo>
                  <a:pt x="25" y="86"/>
                </a:lnTo>
                <a:lnTo>
                  <a:pt x="24" y="87"/>
                </a:lnTo>
                <a:lnTo>
                  <a:pt x="24" y="89"/>
                </a:lnTo>
                <a:lnTo>
                  <a:pt x="22" y="90"/>
                </a:lnTo>
                <a:lnTo>
                  <a:pt x="22" y="91"/>
                </a:lnTo>
                <a:lnTo>
                  <a:pt x="23" y="92"/>
                </a:lnTo>
                <a:lnTo>
                  <a:pt x="23" y="93"/>
                </a:lnTo>
                <a:lnTo>
                  <a:pt x="25" y="93"/>
                </a:lnTo>
                <a:lnTo>
                  <a:pt x="25" y="95"/>
                </a:lnTo>
                <a:lnTo>
                  <a:pt x="25" y="96"/>
                </a:lnTo>
                <a:lnTo>
                  <a:pt x="26" y="97"/>
                </a:lnTo>
                <a:lnTo>
                  <a:pt x="25" y="98"/>
                </a:lnTo>
                <a:lnTo>
                  <a:pt x="26" y="99"/>
                </a:lnTo>
                <a:lnTo>
                  <a:pt x="26" y="99"/>
                </a:lnTo>
                <a:lnTo>
                  <a:pt x="27" y="100"/>
                </a:lnTo>
                <a:lnTo>
                  <a:pt x="28" y="101"/>
                </a:lnTo>
                <a:lnTo>
                  <a:pt x="29" y="101"/>
                </a:lnTo>
                <a:lnTo>
                  <a:pt x="29" y="102"/>
                </a:lnTo>
                <a:lnTo>
                  <a:pt x="30" y="104"/>
                </a:lnTo>
                <a:lnTo>
                  <a:pt x="30" y="105"/>
                </a:lnTo>
                <a:lnTo>
                  <a:pt x="30" y="107"/>
                </a:lnTo>
                <a:lnTo>
                  <a:pt x="31" y="108"/>
                </a:lnTo>
                <a:lnTo>
                  <a:pt x="32" y="110"/>
                </a:lnTo>
                <a:lnTo>
                  <a:pt x="33" y="110"/>
                </a:lnTo>
                <a:lnTo>
                  <a:pt x="34" y="110"/>
                </a:lnTo>
                <a:lnTo>
                  <a:pt x="34" y="110"/>
                </a:lnTo>
                <a:lnTo>
                  <a:pt x="38" y="108"/>
                </a:lnTo>
                <a:lnTo>
                  <a:pt x="39" y="107"/>
                </a:lnTo>
                <a:lnTo>
                  <a:pt x="40" y="104"/>
                </a:lnTo>
                <a:lnTo>
                  <a:pt x="40" y="103"/>
                </a:lnTo>
                <a:lnTo>
                  <a:pt x="43" y="103"/>
                </a:lnTo>
                <a:lnTo>
                  <a:pt x="44" y="104"/>
                </a:lnTo>
                <a:lnTo>
                  <a:pt x="44" y="104"/>
                </a:lnTo>
                <a:lnTo>
                  <a:pt x="45" y="105"/>
                </a:lnTo>
                <a:lnTo>
                  <a:pt x="45" y="105"/>
                </a:lnTo>
                <a:lnTo>
                  <a:pt x="46" y="105"/>
                </a:lnTo>
                <a:lnTo>
                  <a:pt x="46" y="107"/>
                </a:lnTo>
                <a:lnTo>
                  <a:pt x="42" y="111"/>
                </a:lnTo>
                <a:lnTo>
                  <a:pt x="43" y="111"/>
                </a:lnTo>
                <a:lnTo>
                  <a:pt x="43" y="112"/>
                </a:lnTo>
                <a:lnTo>
                  <a:pt x="42" y="113"/>
                </a:lnTo>
                <a:lnTo>
                  <a:pt x="43" y="114"/>
                </a:lnTo>
                <a:lnTo>
                  <a:pt x="44" y="114"/>
                </a:lnTo>
                <a:lnTo>
                  <a:pt x="44" y="114"/>
                </a:lnTo>
                <a:lnTo>
                  <a:pt x="45" y="114"/>
                </a:lnTo>
                <a:lnTo>
                  <a:pt x="46" y="114"/>
                </a:lnTo>
                <a:lnTo>
                  <a:pt x="46" y="113"/>
                </a:lnTo>
                <a:lnTo>
                  <a:pt x="49" y="111"/>
                </a:lnTo>
                <a:lnTo>
                  <a:pt x="49" y="111"/>
                </a:lnTo>
                <a:lnTo>
                  <a:pt x="51" y="110"/>
                </a:lnTo>
                <a:lnTo>
                  <a:pt x="50" y="109"/>
                </a:lnTo>
                <a:lnTo>
                  <a:pt x="51" y="109"/>
                </a:lnTo>
                <a:lnTo>
                  <a:pt x="50" y="108"/>
                </a:lnTo>
                <a:lnTo>
                  <a:pt x="51" y="107"/>
                </a:lnTo>
                <a:lnTo>
                  <a:pt x="50" y="106"/>
                </a:lnTo>
                <a:lnTo>
                  <a:pt x="52" y="105"/>
                </a:lnTo>
                <a:lnTo>
                  <a:pt x="53" y="105"/>
                </a:lnTo>
                <a:lnTo>
                  <a:pt x="53" y="106"/>
                </a:lnTo>
                <a:lnTo>
                  <a:pt x="53" y="107"/>
                </a:lnTo>
                <a:lnTo>
                  <a:pt x="54" y="107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7"/>
                </a:lnTo>
                <a:lnTo>
                  <a:pt x="57" y="109"/>
                </a:lnTo>
                <a:lnTo>
                  <a:pt x="57" y="110"/>
                </a:lnTo>
                <a:lnTo>
                  <a:pt x="59" y="110"/>
                </a:lnTo>
                <a:lnTo>
                  <a:pt x="59" y="112"/>
                </a:lnTo>
                <a:lnTo>
                  <a:pt x="61" y="112"/>
                </a:lnTo>
                <a:lnTo>
                  <a:pt x="61" y="111"/>
                </a:lnTo>
                <a:lnTo>
                  <a:pt x="62" y="111"/>
                </a:lnTo>
                <a:lnTo>
                  <a:pt x="62" y="112"/>
                </a:lnTo>
                <a:lnTo>
                  <a:pt x="63" y="112"/>
                </a:lnTo>
                <a:lnTo>
                  <a:pt x="64" y="112"/>
                </a:lnTo>
                <a:lnTo>
                  <a:pt x="67" y="112"/>
                </a:lnTo>
                <a:lnTo>
                  <a:pt x="68" y="111"/>
                </a:lnTo>
                <a:lnTo>
                  <a:pt x="71" y="113"/>
                </a:lnTo>
                <a:lnTo>
                  <a:pt x="71" y="113"/>
                </a:lnTo>
                <a:lnTo>
                  <a:pt x="71" y="114"/>
                </a:lnTo>
                <a:lnTo>
                  <a:pt x="72" y="115"/>
                </a:lnTo>
                <a:lnTo>
                  <a:pt x="73" y="114"/>
                </a:lnTo>
                <a:lnTo>
                  <a:pt x="75" y="114"/>
                </a:lnTo>
                <a:lnTo>
                  <a:pt x="74" y="112"/>
                </a:lnTo>
                <a:lnTo>
                  <a:pt x="75" y="112"/>
                </a:lnTo>
                <a:lnTo>
                  <a:pt x="75" y="112"/>
                </a:lnTo>
                <a:lnTo>
                  <a:pt x="76" y="112"/>
                </a:lnTo>
                <a:lnTo>
                  <a:pt x="78" y="111"/>
                </a:lnTo>
                <a:lnTo>
                  <a:pt x="78" y="110"/>
                </a:lnTo>
                <a:lnTo>
                  <a:pt x="79" y="108"/>
                </a:lnTo>
                <a:lnTo>
                  <a:pt x="80" y="108"/>
                </a:lnTo>
                <a:lnTo>
                  <a:pt x="81" y="108"/>
                </a:lnTo>
                <a:lnTo>
                  <a:pt x="82" y="105"/>
                </a:lnTo>
                <a:lnTo>
                  <a:pt x="82" y="104"/>
                </a:lnTo>
                <a:lnTo>
                  <a:pt x="83" y="102"/>
                </a:lnTo>
                <a:lnTo>
                  <a:pt x="83" y="101"/>
                </a:lnTo>
                <a:lnTo>
                  <a:pt x="84" y="101"/>
                </a:lnTo>
                <a:lnTo>
                  <a:pt x="84" y="98"/>
                </a:lnTo>
                <a:lnTo>
                  <a:pt x="83" y="97"/>
                </a:lnTo>
                <a:lnTo>
                  <a:pt x="84" y="96"/>
                </a:lnTo>
                <a:lnTo>
                  <a:pt x="83" y="96"/>
                </a:lnTo>
                <a:lnTo>
                  <a:pt x="83" y="96"/>
                </a:lnTo>
                <a:lnTo>
                  <a:pt x="84" y="94"/>
                </a:lnTo>
                <a:lnTo>
                  <a:pt x="84" y="94"/>
                </a:lnTo>
                <a:lnTo>
                  <a:pt x="83" y="92"/>
                </a:lnTo>
                <a:lnTo>
                  <a:pt x="84" y="91"/>
                </a:lnTo>
                <a:lnTo>
                  <a:pt x="86" y="92"/>
                </a:lnTo>
                <a:lnTo>
                  <a:pt x="87" y="91"/>
                </a:lnTo>
                <a:lnTo>
                  <a:pt x="89" y="92"/>
                </a:lnTo>
                <a:lnTo>
                  <a:pt x="90" y="92"/>
                </a:lnTo>
                <a:lnTo>
                  <a:pt x="90" y="91"/>
                </a:lnTo>
                <a:lnTo>
                  <a:pt x="91" y="90"/>
                </a:lnTo>
                <a:lnTo>
                  <a:pt x="92" y="90"/>
                </a:lnTo>
                <a:lnTo>
                  <a:pt x="93" y="89"/>
                </a:lnTo>
                <a:lnTo>
                  <a:pt x="92" y="89"/>
                </a:lnTo>
                <a:lnTo>
                  <a:pt x="91" y="88"/>
                </a:lnTo>
                <a:lnTo>
                  <a:pt x="91" y="86"/>
                </a:lnTo>
                <a:lnTo>
                  <a:pt x="90" y="87"/>
                </a:lnTo>
                <a:lnTo>
                  <a:pt x="89" y="86"/>
                </a:lnTo>
                <a:lnTo>
                  <a:pt x="89" y="85"/>
                </a:lnTo>
                <a:lnTo>
                  <a:pt x="89" y="85"/>
                </a:lnTo>
                <a:lnTo>
                  <a:pt x="90" y="84"/>
                </a:lnTo>
                <a:lnTo>
                  <a:pt x="91" y="83"/>
                </a:lnTo>
                <a:lnTo>
                  <a:pt x="91" y="82"/>
                </a:lnTo>
                <a:lnTo>
                  <a:pt x="92" y="83"/>
                </a:lnTo>
                <a:lnTo>
                  <a:pt x="93" y="83"/>
                </a:lnTo>
                <a:lnTo>
                  <a:pt x="93" y="82"/>
                </a:lnTo>
                <a:lnTo>
                  <a:pt x="93" y="80"/>
                </a:lnTo>
                <a:lnTo>
                  <a:pt x="94" y="80"/>
                </a:lnTo>
                <a:lnTo>
                  <a:pt x="94" y="79"/>
                </a:lnTo>
                <a:lnTo>
                  <a:pt x="94" y="79"/>
                </a:lnTo>
                <a:lnTo>
                  <a:pt x="94" y="78"/>
                </a:lnTo>
                <a:lnTo>
                  <a:pt x="94" y="77"/>
                </a:lnTo>
                <a:lnTo>
                  <a:pt x="94" y="76"/>
                </a:lnTo>
                <a:lnTo>
                  <a:pt x="94" y="76"/>
                </a:lnTo>
                <a:lnTo>
                  <a:pt x="95" y="74"/>
                </a:lnTo>
                <a:lnTo>
                  <a:pt x="95" y="73"/>
                </a:lnTo>
                <a:lnTo>
                  <a:pt x="95" y="72"/>
                </a:lnTo>
                <a:lnTo>
                  <a:pt x="94" y="72"/>
                </a:lnTo>
                <a:lnTo>
                  <a:pt x="94" y="72"/>
                </a:lnTo>
                <a:lnTo>
                  <a:pt x="93" y="71"/>
                </a:lnTo>
                <a:lnTo>
                  <a:pt x="90" y="71"/>
                </a:lnTo>
                <a:lnTo>
                  <a:pt x="89" y="71"/>
                </a:lnTo>
                <a:lnTo>
                  <a:pt x="89" y="70"/>
                </a:lnTo>
                <a:lnTo>
                  <a:pt x="89" y="69"/>
                </a:lnTo>
                <a:lnTo>
                  <a:pt x="89" y="70"/>
                </a:lnTo>
                <a:lnTo>
                  <a:pt x="87" y="70"/>
                </a:lnTo>
                <a:lnTo>
                  <a:pt x="86" y="70"/>
                </a:lnTo>
                <a:lnTo>
                  <a:pt x="86" y="69"/>
                </a:lnTo>
                <a:lnTo>
                  <a:pt x="85" y="69"/>
                </a:lnTo>
                <a:lnTo>
                  <a:pt x="84" y="71"/>
                </a:lnTo>
                <a:lnTo>
                  <a:pt x="78" y="72"/>
                </a:lnTo>
                <a:lnTo>
                  <a:pt x="77" y="71"/>
                </a:lnTo>
                <a:lnTo>
                  <a:pt x="77" y="71"/>
                </a:lnTo>
                <a:lnTo>
                  <a:pt x="77" y="70"/>
                </a:lnTo>
                <a:lnTo>
                  <a:pt x="77" y="69"/>
                </a:lnTo>
                <a:lnTo>
                  <a:pt x="77" y="69"/>
                </a:lnTo>
                <a:lnTo>
                  <a:pt x="79" y="68"/>
                </a:lnTo>
                <a:lnTo>
                  <a:pt x="79" y="65"/>
                </a:lnTo>
                <a:lnTo>
                  <a:pt x="79" y="65"/>
                </a:lnTo>
                <a:lnTo>
                  <a:pt x="79" y="65"/>
                </a:lnTo>
                <a:lnTo>
                  <a:pt x="78" y="63"/>
                </a:lnTo>
                <a:lnTo>
                  <a:pt x="77" y="63"/>
                </a:lnTo>
                <a:lnTo>
                  <a:pt x="77" y="62"/>
                </a:lnTo>
                <a:lnTo>
                  <a:pt x="76" y="62"/>
                </a:lnTo>
                <a:lnTo>
                  <a:pt x="76" y="63"/>
                </a:lnTo>
                <a:lnTo>
                  <a:pt x="74" y="63"/>
                </a:lnTo>
                <a:lnTo>
                  <a:pt x="74" y="62"/>
                </a:lnTo>
                <a:lnTo>
                  <a:pt x="75" y="61"/>
                </a:lnTo>
                <a:lnTo>
                  <a:pt x="74" y="61"/>
                </a:lnTo>
                <a:lnTo>
                  <a:pt x="74" y="60"/>
                </a:lnTo>
                <a:lnTo>
                  <a:pt x="72" y="61"/>
                </a:lnTo>
                <a:lnTo>
                  <a:pt x="72" y="61"/>
                </a:lnTo>
                <a:lnTo>
                  <a:pt x="72" y="60"/>
                </a:lnTo>
                <a:lnTo>
                  <a:pt x="71" y="60"/>
                </a:lnTo>
                <a:lnTo>
                  <a:pt x="71" y="59"/>
                </a:lnTo>
                <a:lnTo>
                  <a:pt x="70" y="58"/>
                </a:lnTo>
                <a:lnTo>
                  <a:pt x="70" y="58"/>
                </a:lnTo>
                <a:lnTo>
                  <a:pt x="68" y="57"/>
                </a:lnTo>
                <a:lnTo>
                  <a:pt x="68" y="56"/>
                </a:lnTo>
                <a:lnTo>
                  <a:pt x="68" y="54"/>
                </a:lnTo>
                <a:lnTo>
                  <a:pt x="70" y="52"/>
                </a:lnTo>
                <a:lnTo>
                  <a:pt x="70" y="51"/>
                </a:lnTo>
                <a:lnTo>
                  <a:pt x="72" y="50"/>
                </a:lnTo>
                <a:lnTo>
                  <a:pt x="73" y="49"/>
                </a:lnTo>
                <a:lnTo>
                  <a:pt x="72" y="48"/>
                </a:lnTo>
                <a:lnTo>
                  <a:pt x="73" y="47"/>
                </a:lnTo>
                <a:lnTo>
                  <a:pt x="72" y="44"/>
                </a:lnTo>
                <a:lnTo>
                  <a:pt x="71" y="44"/>
                </a:lnTo>
                <a:lnTo>
                  <a:pt x="71" y="43"/>
                </a:lnTo>
                <a:lnTo>
                  <a:pt x="70" y="42"/>
                </a:lnTo>
                <a:lnTo>
                  <a:pt x="70" y="42"/>
                </a:lnTo>
                <a:lnTo>
                  <a:pt x="70" y="41"/>
                </a:lnTo>
                <a:lnTo>
                  <a:pt x="71" y="42"/>
                </a:lnTo>
                <a:lnTo>
                  <a:pt x="72" y="41"/>
                </a:lnTo>
                <a:lnTo>
                  <a:pt x="73" y="41"/>
                </a:lnTo>
                <a:lnTo>
                  <a:pt x="73" y="41"/>
                </a:lnTo>
                <a:lnTo>
                  <a:pt x="73" y="41"/>
                </a:lnTo>
                <a:lnTo>
                  <a:pt x="74" y="41"/>
                </a:lnTo>
                <a:lnTo>
                  <a:pt x="74" y="41"/>
                </a:lnTo>
                <a:lnTo>
                  <a:pt x="75" y="41"/>
                </a:lnTo>
                <a:lnTo>
                  <a:pt x="76" y="41"/>
                </a:lnTo>
                <a:lnTo>
                  <a:pt x="76" y="42"/>
                </a:lnTo>
                <a:lnTo>
                  <a:pt x="77" y="41"/>
                </a:lnTo>
                <a:lnTo>
                  <a:pt x="78" y="43"/>
                </a:lnTo>
                <a:lnTo>
                  <a:pt x="79" y="42"/>
                </a:lnTo>
                <a:lnTo>
                  <a:pt x="80" y="43"/>
                </a:lnTo>
                <a:lnTo>
                  <a:pt x="81" y="41"/>
                </a:lnTo>
                <a:lnTo>
                  <a:pt x="81" y="41"/>
                </a:lnTo>
                <a:lnTo>
                  <a:pt x="82" y="40"/>
                </a:lnTo>
                <a:lnTo>
                  <a:pt x="82" y="40"/>
                </a:lnTo>
                <a:lnTo>
                  <a:pt x="82" y="39"/>
                </a:lnTo>
                <a:lnTo>
                  <a:pt x="81" y="35"/>
                </a:lnTo>
                <a:lnTo>
                  <a:pt x="79" y="35"/>
                </a:lnTo>
                <a:lnTo>
                  <a:pt x="78" y="34"/>
                </a:lnTo>
                <a:lnTo>
                  <a:pt x="77" y="32"/>
                </a:lnTo>
                <a:lnTo>
                  <a:pt x="76" y="33"/>
                </a:lnTo>
                <a:lnTo>
                  <a:pt x="74" y="33"/>
                </a:lnTo>
                <a:lnTo>
                  <a:pt x="74" y="33"/>
                </a:lnTo>
                <a:lnTo>
                  <a:pt x="73" y="34"/>
                </a:lnTo>
                <a:lnTo>
                  <a:pt x="73" y="35"/>
                </a:lnTo>
                <a:lnTo>
                  <a:pt x="72" y="35"/>
                </a:lnTo>
                <a:lnTo>
                  <a:pt x="72" y="37"/>
                </a:lnTo>
                <a:lnTo>
                  <a:pt x="73" y="38"/>
                </a:lnTo>
                <a:lnTo>
                  <a:pt x="72" y="38"/>
                </a:lnTo>
                <a:lnTo>
                  <a:pt x="71" y="38"/>
                </a:lnTo>
                <a:lnTo>
                  <a:pt x="69" y="39"/>
                </a:lnTo>
                <a:lnTo>
                  <a:pt x="68" y="39"/>
                </a:lnTo>
                <a:lnTo>
                  <a:pt x="67" y="39"/>
                </a:lnTo>
                <a:lnTo>
                  <a:pt x="66" y="39"/>
                </a:lnTo>
                <a:lnTo>
                  <a:pt x="66" y="39"/>
                </a:lnTo>
                <a:lnTo>
                  <a:pt x="65" y="38"/>
                </a:lnTo>
                <a:lnTo>
                  <a:pt x="65" y="38"/>
                </a:lnTo>
                <a:lnTo>
                  <a:pt x="64" y="38"/>
                </a:lnTo>
                <a:lnTo>
                  <a:pt x="64" y="37"/>
                </a:lnTo>
                <a:lnTo>
                  <a:pt x="63" y="37"/>
                </a:lnTo>
                <a:lnTo>
                  <a:pt x="63" y="35"/>
                </a:lnTo>
                <a:lnTo>
                  <a:pt x="64" y="34"/>
                </a:lnTo>
                <a:lnTo>
                  <a:pt x="63" y="34"/>
                </a:lnTo>
                <a:lnTo>
                  <a:pt x="63" y="33"/>
                </a:lnTo>
                <a:lnTo>
                  <a:pt x="61" y="29"/>
                </a:lnTo>
                <a:lnTo>
                  <a:pt x="61" y="28"/>
                </a:lnTo>
                <a:lnTo>
                  <a:pt x="60" y="30"/>
                </a:lnTo>
                <a:lnTo>
                  <a:pt x="58" y="31"/>
                </a:lnTo>
                <a:lnTo>
                  <a:pt x="58" y="30"/>
                </a:lnTo>
                <a:lnTo>
                  <a:pt x="57" y="30"/>
                </a:lnTo>
                <a:lnTo>
                  <a:pt x="57" y="29"/>
                </a:lnTo>
                <a:lnTo>
                  <a:pt x="56" y="29"/>
                </a:lnTo>
                <a:lnTo>
                  <a:pt x="56" y="28"/>
                </a:lnTo>
                <a:lnTo>
                  <a:pt x="57" y="28"/>
                </a:lnTo>
                <a:lnTo>
                  <a:pt x="57" y="25"/>
                </a:lnTo>
                <a:lnTo>
                  <a:pt x="57" y="25"/>
                </a:lnTo>
                <a:lnTo>
                  <a:pt x="57" y="23"/>
                </a:lnTo>
                <a:lnTo>
                  <a:pt x="59" y="23"/>
                </a:lnTo>
                <a:lnTo>
                  <a:pt x="58" y="20"/>
                </a:lnTo>
                <a:lnTo>
                  <a:pt x="59" y="18"/>
                </a:lnTo>
                <a:lnTo>
                  <a:pt x="59" y="17"/>
                </a:lnTo>
                <a:lnTo>
                  <a:pt x="58" y="16"/>
                </a:lnTo>
                <a:lnTo>
                  <a:pt x="57" y="16"/>
                </a:lnTo>
                <a:lnTo>
                  <a:pt x="56" y="17"/>
                </a:lnTo>
                <a:lnTo>
                  <a:pt x="55" y="17"/>
                </a:lnTo>
                <a:lnTo>
                  <a:pt x="54" y="18"/>
                </a:lnTo>
                <a:lnTo>
                  <a:pt x="52" y="18"/>
                </a:lnTo>
                <a:lnTo>
                  <a:pt x="51" y="18"/>
                </a:lnTo>
                <a:lnTo>
                  <a:pt x="51" y="18"/>
                </a:lnTo>
                <a:lnTo>
                  <a:pt x="51" y="17"/>
                </a:lnTo>
                <a:lnTo>
                  <a:pt x="51" y="14"/>
                </a:lnTo>
                <a:lnTo>
                  <a:pt x="50" y="15"/>
                </a:lnTo>
                <a:lnTo>
                  <a:pt x="49" y="14"/>
                </a:lnTo>
                <a:lnTo>
                  <a:pt x="49" y="12"/>
                </a:lnTo>
                <a:lnTo>
                  <a:pt x="48" y="11"/>
                </a:lnTo>
                <a:lnTo>
                  <a:pt x="48" y="12"/>
                </a:lnTo>
                <a:lnTo>
                  <a:pt x="47" y="13"/>
                </a:lnTo>
                <a:lnTo>
                  <a:pt x="46" y="11"/>
                </a:lnTo>
                <a:lnTo>
                  <a:pt x="45" y="12"/>
                </a:lnTo>
                <a:lnTo>
                  <a:pt x="44" y="12"/>
                </a:lnTo>
                <a:lnTo>
                  <a:pt x="43" y="11"/>
                </a:lnTo>
                <a:lnTo>
                  <a:pt x="42" y="11"/>
                </a:lnTo>
                <a:lnTo>
                  <a:pt x="40" y="12"/>
                </a:lnTo>
                <a:lnTo>
                  <a:pt x="39" y="11"/>
                </a:lnTo>
                <a:lnTo>
                  <a:pt x="39" y="10"/>
                </a:lnTo>
                <a:lnTo>
                  <a:pt x="37" y="10"/>
                </a:lnTo>
                <a:lnTo>
                  <a:pt x="37" y="8"/>
                </a:lnTo>
                <a:lnTo>
                  <a:pt x="35" y="7"/>
                </a:lnTo>
                <a:lnTo>
                  <a:pt x="35" y="6"/>
                </a:lnTo>
                <a:lnTo>
                  <a:pt x="35" y="5"/>
                </a:lnTo>
                <a:lnTo>
                  <a:pt x="35" y="5"/>
                </a:lnTo>
                <a:lnTo>
                  <a:pt x="34" y="5"/>
                </a:lnTo>
                <a:lnTo>
                  <a:pt x="32" y="5"/>
                </a:lnTo>
                <a:lnTo>
                  <a:pt x="31" y="4"/>
                </a:lnTo>
                <a:lnTo>
                  <a:pt x="28" y="3"/>
                </a:lnTo>
                <a:lnTo>
                  <a:pt x="28" y="3"/>
                </a:lnTo>
                <a:lnTo>
                  <a:pt x="26" y="2"/>
                </a:lnTo>
                <a:lnTo>
                  <a:pt x="25" y="1"/>
                </a:lnTo>
                <a:lnTo>
                  <a:pt x="25" y="1"/>
                </a:lnTo>
                <a:lnTo>
                  <a:pt x="24" y="0"/>
                </a:lnTo>
                <a:lnTo>
                  <a:pt x="23" y="0"/>
                </a:lnTo>
                <a:lnTo>
                  <a:pt x="23" y="1"/>
                </a:lnTo>
                <a:lnTo>
                  <a:pt x="22" y="1"/>
                </a:lnTo>
                <a:lnTo>
                  <a:pt x="21" y="3"/>
                </a:lnTo>
                <a:lnTo>
                  <a:pt x="20" y="2"/>
                </a:lnTo>
                <a:lnTo>
                  <a:pt x="21" y="4"/>
                </a:lnTo>
                <a:lnTo>
                  <a:pt x="20" y="5"/>
                </a:lnTo>
                <a:lnTo>
                  <a:pt x="21" y="6"/>
                </a:lnTo>
                <a:lnTo>
                  <a:pt x="21" y="7"/>
                </a:lnTo>
                <a:lnTo>
                  <a:pt x="24" y="8"/>
                </a:lnTo>
                <a:lnTo>
                  <a:pt x="24" y="9"/>
                </a:lnTo>
                <a:lnTo>
                  <a:pt x="26" y="9"/>
                </a:lnTo>
                <a:lnTo>
                  <a:pt x="27" y="8"/>
                </a:lnTo>
                <a:lnTo>
                  <a:pt x="28" y="8"/>
                </a:lnTo>
                <a:lnTo>
                  <a:pt x="28" y="8"/>
                </a:lnTo>
                <a:lnTo>
                  <a:pt x="28" y="9"/>
                </a:lnTo>
                <a:lnTo>
                  <a:pt x="28" y="10"/>
                </a:lnTo>
                <a:lnTo>
                  <a:pt x="28" y="11"/>
                </a:lnTo>
                <a:lnTo>
                  <a:pt x="28" y="12"/>
                </a:lnTo>
                <a:lnTo>
                  <a:pt x="29" y="13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5357561" y="5006942"/>
            <a:ext cx="551518" cy="705430"/>
          </a:xfrm>
          <a:custGeom>
            <a:avLst/>
            <a:gdLst/>
            <a:ahLst/>
            <a:cxnLst/>
            <a:rect l="l" t="t" r="r" b="b"/>
            <a:pathLst>
              <a:path w="86" h="110">
                <a:moveTo>
                  <a:pt x="64" y="74"/>
                </a:moveTo>
                <a:lnTo>
                  <a:pt x="64" y="74"/>
                </a:lnTo>
                <a:lnTo>
                  <a:pt x="64" y="72"/>
                </a:lnTo>
                <a:lnTo>
                  <a:pt x="64" y="73"/>
                </a:lnTo>
                <a:lnTo>
                  <a:pt x="63" y="73"/>
                </a:lnTo>
                <a:lnTo>
                  <a:pt x="62" y="72"/>
                </a:lnTo>
                <a:lnTo>
                  <a:pt x="63" y="71"/>
                </a:lnTo>
                <a:lnTo>
                  <a:pt x="63" y="70"/>
                </a:lnTo>
                <a:lnTo>
                  <a:pt x="63" y="70"/>
                </a:lnTo>
                <a:lnTo>
                  <a:pt x="63" y="69"/>
                </a:lnTo>
                <a:lnTo>
                  <a:pt x="61" y="68"/>
                </a:lnTo>
                <a:lnTo>
                  <a:pt x="62" y="68"/>
                </a:lnTo>
                <a:lnTo>
                  <a:pt x="63" y="68"/>
                </a:lnTo>
                <a:lnTo>
                  <a:pt x="63" y="68"/>
                </a:lnTo>
                <a:lnTo>
                  <a:pt x="63" y="69"/>
                </a:lnTo>
                <a:lnTo>
                  <a:pt x="65" y="69"/>
                </a:lnTo>
                <a:lnTo>
                  <a:pt x="65" y="70"/>
                </a:lnTo>
                <a:lnTo>
                  <a:pt x="64" y="70"/>
                </a:lnTo>
                <a:lnTo>
                  <a:pt x="64" y="70"/>
                </a:lnTo>
                <a:lnTo>
                  <a:pt x="65" y="71"/>
                </a:lnTo>
                <a:lnTo>
                  <a:pt x="67" y="71"/>
                </a:lnTo>
                <a:lnTo>
                  <a:pt x="66" y="72"/>
                </a:lnTo>
                <a:lnTo>
                  <a:pt x="67" y="73"/>
                </a:lnTo>
                <a:lnTo>
                  <a:pt x="67" y="70"/>
                </a:lnTo>
                <a:lnTo>
                  <a:pt x="66" y="69"/>
                </a:lnTo>
                <a:lnTo>
                  <a:pt x="66" y="68"/>
                </a:lnTo>
                <a:lnTo>
                  <a:pt x="67" y="69"/>
                </a:lnTo>
                <a:lnTo>
                  <a:pt x="68" y="69"/>
                </a:lnTo>
                <a:lnTo>
                  <a:pt x="69" y="69"/>
                </a:lnTo>
                <a:lnTo>
                  <a:pt x="70" y="68"/>
                </a:lnTo>
                <a:lnTo>
                  <a:pt x="69" y="67"/>
                </a:lnTo>
                <a:lnTo>
                  <a:pt x="71" y="67"/>
                </a:lnTo>
                <a:lnTo>
                  <a:pt x="69" y="65"/>
                </a:lnTo>
                <a:lnTo>
                  <a:pt x="68" y="65"/>
                </a:lnTo>
                <a:lnTo>
                  <a:pt x="68" y="66"/>
                </a:lnTo>
                <a:lnTo>
                  <a:pt x="67" y="65"/>
                </a:lnTo>
                <a:lnTo>
                  <a:pt x="66" y="65"/>
                </a:lnTo>
                <a:lnTo>
                  <a:pt x="66" y="64"/>
                </a:lnTo>
                <a:lnTo>
                  <a:pt x="67" y="63"/>
                </a:lnTo>
                <a:lnTo>
                  <a:pt x="67" y="63"/>
                </a:lnTo>
                <a:lnTo>
                  <a:pt x="68" y="62"/>
                </a:lnTo>
                <a:lnTo>
                  <a:pt x="68" y="62"/>
                </a:lnTo>
                <a:lnTo>
                  <a:pt x="68" y="63"/>
                </a:lnTo>
                <a:lnTo>
                  <a:pt x="69" y="64"/>
                </a:lnTo>
                <a:lnTo>
                  <a:pt x="70" y="63"/>
                </a:lnTo>
                <a:lnTo>
                  <a:pt x="70" y="62"/>
                </a:lnTo>
                <a:lnTo>
                  <a:pt x="70" y="61"/>
                </a:lnTo>
                <a:lnTo>
                  <a:pt x="71" y="61"/>
                </a:lnTo>
                <a:lnTo>
                  <a:pt x="72" y="61"/>
                </a:lnTo>
                <a:lnTo>
                  <a:pt x="72" y="63"/>
                </a:lnTo>
                <a:lnTo>
                  <a:pt x="72" y="62"/>
                </a:lnTo>
                <a:lnTo>
                  <a:pt x="73" y="62"/>
                </a:lnTo>
                <a:lnTo>
                  <a:pt x="73" y="63"/>
                </a:lnTo>
                <a:lnTo>
                  <a:pt x="73" y="63"/>
                </a:lnTo>
                <a:lnTo>
                  <a:pt x="73" y="64"/>
                </a:lnTo>
                <a:lnTo>
                  <a:pt x="74" y="64"/>
                </a:lnTo>
                <a:lnTo>
                  <a:pt x="75" y="63"/>
                </a:lnTo>
                <a:lnTo>
                  <a:pt x="74" y="62"/>
                </a:lnTo>
                <a:lnTo>
                  <a:pt x="74" y="62"/>
                </a:lnTo>
                <a:lnTo>
                  <a:pt x="75" y="64"/>
                </a:lnTo>
                <a:lnTo>
                  <a:pt x="76" y="64"/>
                </a:lnTo>
                <a:lnTo>
                  <a:pt x="76" y="62"/>
                </a:lnTo>
                <a:lnTo>
                  <a:pt x="75" y="62"/>
                </a:lnTo>
                <a:lnTo>
                  <a:pt x="76" y="61"/>
                </a:lnTo>
                <a:lnTo>
                  <a:pt x="77" y="62"/>
                </a:lnTo>
                <a:lnTo>
                  <a:pt x="79" y="63"/>
                </a:lnTo>
                <a:lnTo>
                  <a:pt x="78" y="62"/>
                </a:lnTo>
                <a:lnTo>
                  <a:pt x="79" y="61"/>
                </a:lnTo>
                <a:lnTo>
                  <a:pt x="80" y="61"/>
                </a:lnTo>
                <a:lnTo>
                  <a:pt x="79" y="60"/>
                </a:lnTo>
                <a:lnTo>
                  <a:pt x="79" y="59"/>
                </a:lnTo>
                <a:lnTo>
                  <a:pt x="80" y="59"/>
                </a:lnTo>
                <a:lnTo>
                  <a:pt x="79" y="58"/>
                </a:lnTo>
                <a:lnTo>
                  <a:pt x="79" y="58"/>
                </a:lnTo>
                <a:lnTo>
                  <a:pt x="78" y="58"/>
                </a:lnTo>
                <a:lnTo>
                  <a:pt x="78" y="56"/>
                </a:lnTo>
                <a:lnTo>
                  <a:pt x="76" y="58"/>
                </a:lnTo>
                <a:lnTo>
                  <a:pt x="77" y="59"/>
                </a:lnTo>
                <a:lnTo>
                  <a:pt x="77" y="60"/>
                </a:lnTo>
                <a:lnTo>
                  <a:pt x="76" y="61"/>
                </a:lnTo>
                <a:lnTo>
                  <a:pt x="76" y="61"/>
                </a:lnTo>
                <a:lnTo>
                  <a:pt x="75" y="61"/>
                </a:lnTo>
                <a:lnTo>
                  <a:pt x="75" y="60"/>
                </a:lnTo>
                <a:lnTo>
                  <a:pt x="75" y="59"/>
                </a:lnTo>
                <a:lnTo>
                  <a:pt x="74" y="59"/>
                </a:lnTo>
                <a:lnTo>
                  <a:pt x="73" y="59"/>
                </a:lnTo>
                <a:lnTo>
                  <a:pt x="73" y="58"/>
                </a:lnTo>
                <a:lnTo>
                  <a:pt x="72" y="58"/>
                </a:lnTo>
                <a:lnTo>
                  <a:pt x="72" y="57"/>
                </a:lnTo>
                <a:lnTo>
                  <a:pt x="74" y="57"/>
                </a:lnTo>
                <a:lnTo>
                  <a:pt x="74" y="56"/>
                </a:lnTo>
                <a:lnTo>
                  <a:pt x="74" y="56"/>
                </a:lnTo>
                <a:lnTo>
                  <a:pt x="74" y="52"/>
                </a:lnTo>
                <a:lnTo>
                  <a:pt x="75" y="51"/>
                </a:lnTo>
                <a:lnTo>
                  <a:pt x="75" y="49"/>
                </a:lnTo>
                <a:lnTo>
                  <a:pt x="75" y="49"/>
                </a:lnTo>
                <a:lnTo>
                  <a:pt x="74" y="49"/>
                </a:lnTo>
                <a:lnTo>
                  <a:pt x="74" y="47"/>
                </a:lnTo>
                <a:lnTo>
                  <a:pt x="73" y="47"/>
                </a:lnTo>
                <a:lnTo>
                  <a:pt x="73" y="46"/>
                </a:lnTo>
                <a:lnTo>
                  <a:pt x="74" y="45"/>
                </a:lnTo>
                <a:lnTo>
                  <a:pt x="74" y="44"/>
                </a:lnTo>
                <a:lnTo>
                  <a:pt x="76" y="43"/>
                </a:lnTo>
                <a:lnTo>
                  <a:pt x="76" y="43"/>
                </a:lnTo>
                <a:lnTo>
                  <a:pt x="76" y="42"/>
                </a:lnTo>
                <a:lnTo>
                  <a:pt x="77" y="42"/>
                </a:lnTo>
                <a:lnTo>
                  <a:pt x="78" y="42"/>
                </a:lnTo>
                <a:lnTo>
                  <a:pt x="79" y="41"/>
                </a:lnTo>
                <a:lnTo>
                  <a:pt x="79" y="40"/>
                </a:lnTo>
                <a:lnTo>
                  <a:pt x="78" y="41"/>
                </a:lnTo>
                <a:lnTo>
                  <a:pt x="76" y="39"/>
                </a:lnTo>
                <a:lnTo>
                  <a:pt x="75" y="36"/>
                </a:lnTo>
                <a:lnTo>
                  <a:pt x="74" y="36"/>
                </a:lnTo>
                <a:lnTo>
                  <a:pt x="72" y="36"/>
                </a:lnTo>
                <a:lnTo>
                  <a:pt x="71" y="36"/>
                </a:lnTo>
                <a:lnTo>
                  <a:pt x="71" y="36"/>
                </a:lnTo>
                <a:lnTo>
                  <a:pt x="71" y="35"/>
                </a:lnTo>
                <a:lnTo>
                  <a:pt x="72" y="33"/>
                </a:lnTo>
                <a:lnTo>
                  <a:pt x="73" y="34"/>
                </a:lnTo>
                <a:lnTo>
                  <a:pt x="75" y="34"/>
                </a:lnTo>
                <a:lnTo>
                  <a:pt x="76" y="34"/>
                </a:lnTo>
                <a:lnTo>
                  <a:pt x="77" y="34"/>
                </a:lnTo>
                <a:lnTo>
                  <a:pt x="77" y="33"/>
                </a:lnTo>
                <a:lnTo>
                  <a:pt x="77" y="32"/>
                </a:lnTo>
                <a:lnTo>
                  <a:pt x="77" y="31"/>
                </a:lnTo>
                <a:lnTo>
                  <a:pt x="79" y="31"/>
                </a:lnTo>
                <a:lnTo>
                  <a:pt x="80" y="31"/>
                </a:lnTo>
                <a:lnTo>
                  <a:pt x="78" y="32"/>
                </a:lnTo>
                <a:lnTo>
                  <a:pt x="78" y="35"/>
                </a:lnTo>
                <a:lnTo>
                  <a:pt x="77" y="35"/>
                </a:lnTo>
                <a:lnTo>
                  <a:pt x="76" y="36"/>
                </a:lnTo>
                <a:lnTo>
                  <a:pt x="76" y="37"/>
                </a:lnTo>
                <a:lnTo>
                  <a:pt x="77" y="37"/>
                </a:lnTo>
                <a:lnTo>
                  <a:pt x="78" y="36"/>
                </a:lnTo>
                <a:lnTo>
                  <a:pt x="78" y="36"/>
                </a:lnTo>
                <a:lnTo>
                  <a:pt x="78" y="35"/>
                </a:lnTo>
                <a:lnTo>
                  <a:pt x="79" y="35"/>
                </a:lnTo>
                <a:lnTo>
                  <a:pt x="80" y="34"/>
                </a:lnTo>
                <a:lnTo>
                  <a:pt x="81" y="34"/>
                </a:lnTo>
                <a:lnTo>
                  <a:pt x="82" y="34"/>
                </a:lnTo>
                <a:lnTo>
                  <a:pt x="81" y="33"/>
                </a:lnTo>
                <a:lnTo>
                  <a:pt x="82" y="32"/>
                </a:lnTo>
                <a:lnTo>
                  <a:pt x="82" y="31"/>
                </a:lnTo>
                <a:lnTo>
                  <a:pt x="81" y="31"/>
                </a:lnTo>
                <a:lnTo>
                  <a:pt x="81" y="30"/>
                </a:lnTo>
                <a:lnTo>
                  <a:pt x="80" y="30"/>
                </a:lnTo>
                <a:lnTo>
                  <a:pt x="80" y="30"/>
                </a:lnTo>
                <a:lnTo>
                  <a:pt x="80" y="30"/>
                </a:lnTo>
                <a:lnTo>
                  <a:pt x="79" y="29"/>
                </a:lnTo>
                <a:lnTo>
                  <a:pt x="80" y="28"/>
                </a:lnTo>
                <a:lnTo>
                  <a:pt x="80" y="27"/>
                </a:lnTo>
                <a:lnTo>
                  <a:pt x="83" y="27"/>
                </a:lnTo>
                <a:lnTo>
                  <a:pt x="83" y="26"/>
                </a:lnTo>
                <a:lnTo>
                  <a:pt x="83" y="26"/>
                </a:lnTo>
                <a:lnTo>
                  <a:pt x="83" y="25"/>
                </a:lnTo>
                <a:lnTo>
                  <a:pt x="83" y="24"/>
                </a:lnTo>
                <a:lnTo>
                  <a:pt x="83" y="23"/>
                </a:lnTo>
                <a:lnTo>
                  <a:pt x="85" y="23"/>
                </a:lnTo>
                <a:lnTo>
                  <a:pt x="86" y="22"/>
                </a:lnTo>
                <a:lnTo>
                  <a:pt x="85" y="20"/>
                </a:lnTo>
                <a:lnTo>
                  <a:pt x="85" y="19"/>
                </a:lnTo>
                <a:lnTo>
                  <a:pt x="85" y="19"/>
                </a:lnTo>
                <a:lnTo>
                  <a:pt x="83" y="17"/>
                </a:lnTo>
                <a:lnTo>
                  <a:pt x="83" y="16"/>
                </a:lnTo>
                <a:lnTo>
                  <a:pt x="82" y="17"/>
                </a:lnTo>
                <a:lnTo>
                  <a:pt x="81" y="16"/>
                </a:lnTo>
                <a:lnTo>
                  <a:pt x="79" y="16"/>
                </a:lnTo>
                <a:lnTo>
                  <a:pt x="79" y="17"/>
                </a:lnTo>
                <a:lnTo>
                  <a:pt x="78" y="17"/>
                </a:lnTo>
                <a:lnTo>
                  <a:pt x="78" y="18"/>
                </a:lnTo>
                <a:lnTo>
                  <a:pt x="77" y="18"/>
                </a:lnTo>
                <a:lnTo>
                  <a:pt x="77" y="18"/>
                </a:lnTo>
                <a:lnTo>
                  <a:pt x="76" y="18"/>
                </a:lnTo>
                <a:lnTo>
                  <a:pt x="75" y="19"/>
                </a:lnTo>
                <a:lnTo>
                  <a:pt x="74" y="20"/>
                </a:lnTo>
                <a:lnTo>
                  <a:pt x="72" y="20"/>
                </a:lnTo>
                <a:lnTo>
                  <a:pt x="72" y="19"/>
                </a:lnTo>
                <a:lnTo>
                  <a:pt x="70" y="17"/>
                </a:lnTo>
                <a:lnTo>
                  <a:pt x="70" y="17"/>
                </a:lnTo>
                <a:lnTo>
                  <a:pt x="70" y="16"/>
                </a:lnTo>
                <a:lnTo>
                  <a:pt x="69" y="15"/>
                </a:lnTo>
                <a:lnTo>
                  <a:pt x="69" y="14"/>
                </a:lnTo>
                <a:lnTo>
                  <a:pt x="68" y="14"/>
                </a:lnTo>
                <a:lnTo>
                  <a:pt x="68" y="12"/>
                </a:lnTo>
                <a:lnTo>
                  <a:pt x="68" y="12"/>
                </a:lnTo>
                <a:lnTo>
                  <a:pt x="66" y="13"/>
                </a:lnTo>
                <a:lnTo>
                  <a:pt x="65" y="16"/>
                </a:lnTo>
                <a:lnTo>
                  <a:pt x="65" y="16"/>
                </a:lnTo>
                <a:lnTo>
                  <a:pt x="64" y="16"/>
                </a:lnTo>
                <a:lnTo>
                  <a:pt x="63" y="16"/>
                </a:lnTo>
                <a:lnTo>
                  <a:pt x="62" y="19"/>
                </a:lnTo>
                <a:lnTo>
                  <a:pt x="59" y="19"/>
                </a:lnTo>
                <a:lnTo>
                  <a:pt x="59" y="19"/>
                </a:lnTo>
                <a:lnTo>
                  <a:pt x="59" y="18"/>
                </a:lnTo>
                <a:lnTo>
                  <a:pt x="58" y="18"/>
                </a:lnTo>
                <a:lnTo>
                  <a:pt x="57" y="18"/>
                </a:lnTo>
                <a:lnTo>
                  <a:pt x="56" y="18"/>
                </a:lnTo>
                <a:lnTo>
                  <a:pt x="56" y="18"/>
                </a:lnTo>
                <a:lnTo>
                  <a:pt x="55" y="19"/>
                </a:lnTo>
                <a:lnTo>
                  <a:pt x="54" y="19"/>
                </a:lnTo>
                <a:lnTo>
                  <a:pt x="53" y="17"/>
                </a:lnTo>
                <a:lnTo>
                  <a:pt x="54" y="17"/>
                </a:lnTo>
                <a:lnTo>
                  <a:pt x="54" y="15"/>
                </a:lnTo>
                <a:lnTo>
                  <a:pt x="53" y="14"/>
                </a:lnTo>
                <a:lnTo>
                  <a:pt x="51" y="9"/>
                </a:lnTo>
                <a:lnTo>
                  <a:pt x="49" y="8"/>
                </a:lnTo>
                <a:lnTo>
                  <a:pt x="49" y="6"/>
                </a:lnTo>
                <a:lnTo>
                  <a:pt x="50" y="5"/>
                </a:lnTo>
                <a:lnTo>
                  <a:pt x="50" y="4"/>
                </a:lnTo>
                <a:lnTo>
                  <a:pt x="49" y="3"/>
                </a:lnTo>
                <a:lnTo>
                  <a:pt x="50" y="3"/>
                </a:lnTo>
                <a:lnTo>
                  <a:pt x="50" y="2"/>
                </a:lnTo>
                <a:lnTo>
                  <a:pt x="49" y="2"/>
                </a:lnTo>
                <a:lnTo>
                  <a:pt x="48" y="0"/>
                </a:lnTo>
                <a:lnTo>
                  <a:pt x="48" y="1"/>
                </a:lnTo>
                <a:lnTo>
                  <a:pt x="47" y="2"/>
                </a:lnTo>
                <a:lnTo>
                  <a:pt x="46" y="2"/>
                </a:lnTo>
                <a:lnTo>
                  <a:pt x="46" y="2"/>
                </a:lnTo>
                <a:lnTo>
                  <a:pt x="44" y="2"/>
                </a:lnTo>
                <a:lnTo>
                  <a:pt x="44" y="3"/>
                </a:lnTo>
                <a:lnTo>
                  <a:pt x="43" y="3"/>
                </a:lnTo>
                <a:lnTo>
                  <a:pt x="42" y="2"/>
                </a:lnTo>
                <a:lnTo>
                  <a:pt x="40" y="4"/>
                </a:lnTo>
                <a:lnTo>
                  <a:pt x="42" y="4"/>
                </a:lnTo>
                <a:lnTo>
                  <a:pt x="42" y="6"/>
                </a:lnTo>
                <a:lnTo>
                  <a:pt x="39" y="7"/>
                </a:lnTo>
                <a:lnTo>
                  <a:pt x="39" y="8"/>
                </a:lnTo>
                <a:lnTo>
                  <a:pt x="38" y="8"/>
                </a:lnTo>
                <a:lnTo>
                  <a:pt x="37" y="8"/>
                </a:lnTo>
                <a:lnTo>
                  <a:pt x="37" y="9"/>
                </a:lnTo>
                <a:lnTo>
                  <a:pt x="37" y="9"/>
                </a:lnTo>
                <a:lnTo>
                  <a:pt x="37" y="10"/>
                </a:lnTo>
                <a:lnTo>
                  <a:pt x="35" y="10"/>
                </a:lnTo>
                <a:lnTo>
                  <a:pt x="34" y="10"/>
                </a:lnTo>
                <a:lnTo>
                  <a:pt x="34" y="10"/>
                </a:lnTo>
                <a:lnTo>
                  <a:pt x="33" y="11"/>
                </a:lnTo>
                <a:lnTo>
                  <a:pt x="32" y="11"/>
                </a:lnTo>
                <a:lnTo>
                  <a:pt x="31" y="12"/>
                </a:lnTo>
                <a:lnTo>
                  <a:pt x="31" y="13"/>
                </a:lnTo>
                <a:lnTo>
                  <a:pt x="30" y="15"/>
                </a:lnTo>
                <a:lnTo>
                  <a:pt x="30" y="14"/>
                </a:lnTo>
                <a:lnTo>
                  <a:pt x="29" y="14"/>
                </a:lnTo>
                <a:lnTo>
                  <a:pt x="28" y="13"/>
                </a:lnTo>
                <a:lnTo>
                  <a:pt x="26" y="11"/>
                </a:lnTo>
                <a:lnTo>
                  <a:pt x="26" y="11"/>
                </a:lnTo>
                <a:lnTo>
                  <a:pt x="25" y="12"/>
                </a:lnTo>
                <a:lnTo>
                  <a:pt x="24" y="12"/>
                </a:lnTo>
                <a:lnTo>
                  <a:pt x="22" y="14"/>
                </a:lnTo>
                <a:lnTo>
                  <a:pt x="22" y="14"/>
                </a:lnTo>
                <a:lnTo>
                  <a:pt x="21" y="14"/>
                </a:lnTo>
                <a:lnTo>
                  <a:pt x="21" y="15"/>
                </a:lnTo>
                <a:lnTo>
                  <a:pt x="22" y="15"/>
                </a:lnTo>
                <a:lnTo>
                  <a:pt x="22" y="16"/>
                </a:lnTo>
                <a:lnTo>
                  <a:pt x="21" y="18"/>
                </a:lnTo>
                <a:lnTo>
                  <a:pt x="20" y="18"/>
                </a:lnTo>
                <a:lnTo>
                  <a:pt x="20" y="19"/>
                </a:lnTo>
                <a:lnTo>
                  <a:pt x="18" y="19"/>
                </a:lnTo>
                <a:lnTo>
                  <a:pt x="18" y="20"/>
                </a:lnTo>
                <a:lnTo>
                  <a:pt x="17" y="19"/>
                </a:lnTo>
                <a:lnTo>
                  <a:pt x="16" y="20"/>
                </a:lnTo>
                <a:lnTo>
                  <a:pt x="17" y="21"/>
                </a:lnTo>
                <a:lnTo>
                  <a:pt x="17" y="22"/>
                </a:lnTo>
                <a:lnTo>
                  <a:pt x="18" y="22"/>
                </a:lnTo>
                <a:lnTo>
                  <a:pt x="18" y="21"/>
                </a:lnTo>
                <a:lnTo>
                  <a:pt x="19" y="22"/>
                </a:lnTo>
                <a:lnTo>
                  <a:pt x="19" y="24"/>
                </a:lnTo>
                <a:lnTo>
                  <a:pt x="19" y="25"/>
                </a:lnTo>
                <a:lnTo>
                  <a:pt x="19" y="25"/>
                </a:lnTo>
                <a:lnTo>
                  <a:pt x="19" y="27"/>
                </a:lnTo>
                <a:lnTo>
                  <a:pt x="21" y="27"/>
                </a:lnTo>
                <a:lnTo>
                  <a:pt x="20" y="29"/>
                </a:lnTo>
                <a:lnTo>
                  <a:pt x="18" y="31"/>
                </a:lnTo>
                <a:lnTo>
                  <a:pt x="19" y="32"/>
                </a:lnTo>
                <a:lnTo>
                  <a:pt x="17" y="33"/>
                </a:lnTo>
                <a:lnTo>
                  <a:pt x="17" y="34"/>
                </a:lnTo>
                <a:lnTo>
                  <a:pt x="16" y="34"/>
                </a:lnTo>
                <a:lnTo>
                  <a:pt x="12" y="36"/>
                </a:lnTo>
                <a:lnTo>
                  <a:pt x="9" y="39"/>
                </a:lnTo>
                <a:lnTo>
                  <a:pt x="10" y="40"/>
                </a:lnTo>
                <a:lnTo>
                  <a:pt x="9" y="42"/>
                </a:lnTo>
                <a:lnTo>
                  <a:pt x="9" y="43"/>
                </a:lnTo>
                <a:lnTo>
                  <a:pt x="10" y="43"/>
                </a:lnTo>
                <a:lnTo>
                  <a:pt x="10" y="45"/>
                </a:lnTo>
                <a:lnTo>
                  <a:pt x="11" y="46"/>
                </a:lnTo>
                <a:lnTo>
                  <a:pt x="12" y="47"/>
                </a:lnTo>
                <a:lnTo>
                  <a:pt x="12" y="47"/>
                </a:lnTo>
                <a:lnTo>
                  <a:pt x="12" y="48"/>
                </a:lnTo>
                <a:lnTo>
                  <a:pt x="12" y="49"/>
                </a:lnTo>
                <a:lnTo>
                  <a:pt x="11" y="50"/>
                </a:lnTo>
                <a:lnTo>
                  <a:pt x="11" y="49"/>
                </a:lnTo>
                <a:lnTo>
                  <a:pt x="10" y="49"/>
                </a:lnTo>
                <a:lnTo>
                  <a:pt x="10" y="50"/>
                </a:lnTo>
                <a:lnTo>
                  <a:pt x="8" y="51"/>
                </a:lnTo>
                <a:lnTo>
                  <a:pt x="8" y="53"/>
                </a:lnTo>
                <a:lnTo>
                  <a:pt x="8" y="54"/>
                </a:lnTo>
                <a:lnTo>
                  <a:pt x="9" y="54"/>
                </a:lnTo>
                <a:lnTo>
                  <a:pt x="10" y="54"/>
                </a:lnTo>
                <a:lnTo>
                  <a:pt x="10" y="55"/>
                </a:lnTo>
                <a:lnTo>
                  <a:pt x="8" y="57"/>
                </a:lnTo>
                <a:lnTo>
                  <a:pt x="8" y="58"/>
                </a:lnTo>
                <a:lnTo>
                  <a:pt x="8" y="59"/>
                </a:lnTo>
                <a:lnTo>
                  <a:pt x="7" y="59"/>
                </a:lnTo>
                <a:lnTo>
                  <a:pt x="6" y="61"/>
                </a:lnTo>
                <a:lnTo>
                  <a:pt x="4" y="61"/>
                </a:lnTo>
                <a:lnTo>
                  <a:pt x="4" y="62"/>
                </a:lnTo>
                <a:lnTo>
                  <a:pt x="4" y="63"/>
                </a:lnTo>
                <a:lnTo>
                  <a:pt x="5" y="64"/>
                </a:lnTo>
                <a:lnTo>
                  <a:pt x="4" y="64"/>
                </a:lnTo>
                <a:lnTo>
                  <a:pt x="3" y="65"/>
                </a:lnTo>
                <a:lnTo>
                  <a:pt x="3" y="66"/>
                </a:lnTo>
                <a:lnTo>
                  <a:pt x="3" y="67"/>
                </a:lnTo>
                <a:lnTo>
                  <a:pt x="2" y="67"/>
                </a:lnTo>
                <a:lnTo>
                  <a:pt x="3" y="69"/>
                </a:lnTo>
                <a:lnTo>
                  <a:pt x="2" y="70"/>
                </a:lnTo>
                <a:lnTo>
                  <a:pt x="2" y="72"/>
                </a:lnTo>
                <a:lnTo>
                  <a:pt x="2" y="73"/>
                </a:lnTo>
                <a:lnTo>
                  <a:pt x="2" y="74"/>
                </a:lnTo>
                <a:lnTo>
                  <a:pt x="2" y="75"/>
                </a:lnTo>
                <a:lnTo>
                  <a:pt x="1" y="75"/>
                </a:lnTo>
                <a:lnTo>
                  <a:pt x="1" y="76"/>
                </a:lnTo>
                <a:lnTo>
                  <a:pt x="0" y="77"/>
                </a:lnTo>
                <a:lnTo>
                  <a:pt x="0" y="79"/>
                </a:lnTo>
                <a:lnTo>
                  <a:pt x="0" y="80"/>
                </a:lnTo>
                <a:lnTo>
                  <a:pt x="1" y="80"/>
                </a:lnTo>
                <a:lnTo>
                  <a:pt x="1" y="80"/>
                </a:lnTo>
                <a:lnTo>
                  <a:pt x="0" y="81"/>
                </a:lnTo>
                <a:lnTo>
                  <a:pt x="2" y="82"/>
                </a:lnTo>
                <a:lnTo>
                  <a:pt x="0" y="83"/>
                </a:lnTo>
                <a:lnTo>
                  <a:pt x="1" y="83"/>
                </a:lnTo>
                <a:lnTo>
                  <a:pt x="4" y="83"/>
                </a:lnTo>
                <a:lnTo>
                  <a:pt x="5" y="85"/>
                </a:lnTo>
                <a:lnTo>
                  <a:pt x="6" y="84"/>
                </a:lnTo>
                <a:lnTo>
                  <a:pt x="7" y="84"/>
                </a:lnTo>
                <a:lnTo>
                  <a:pt x="8" y="85"/>
                </a:lnTo>
                <a:lnTo>
                  <a:pt x="9" y="85"/>
                </a:lnTo>
                <a:lnTo>
                  <a:pt x="8" y="85"/>
                </a:lnTo>
                <a:lnTo>
                  <a:pt x="10" y="85"/>
                </a:lnTo>
                <a:lnTo>
                  <a:pt x="10" y="84"/>
                </a:lnTo>
                <a:lnTo>
                  <a:pt x="11" y="83"/>
                </a:lnTo>
                <a:lnTo>
                  <a:pt x="11" y="83"/>
                </a:lnTo>
                <a:lnTo>
                  <a:pt x="12" y="84"/>
                </a:lnTo>
                <a:lnTo>
                  <a:pt x="11" y="85"/>
                </a:lnTo>
                <a:lnTo>
                  <a:pt x="13" y="87"/>
                </a:lnTo>
                <a:lnTo>
                  <a:pt x="14" y="86"/>
                </a:lnTo>
                <a:lnTo>
                  <a:pt x="14" y="88"/>
                </a:lnTo>
                <a:lnTo>
                  <a:pt x="14" y="89"/>
                </a:lnTo>
                <a:lnTo>
                  <a:pt x="15" y="89"/>
                </a:lnTo>
                <a:lnTo>
                  <a:pt x="16" y="88"/>
                </a:lnTo>
                <a:lnTo>
                  <a:pt x="17" y="88"/>
                </a:lnTo>
                <a:lnTo>
                  <a:pt x="20" y="87"/>
                </a:lnTo>
                <a:lnTo>
                  <a:pt x="21" y="87"/>
                </a:lnTo>
                <a:lnTo>
                  <a:pt x="20" y="89"/>
                </a:lnTo>
                <a:lnTo>
                  <a:pt x="20" y="90"/>
                </a:lnTo>
                <a:lnTo>
                  <a:pt x="22" y="91"/>
                </a:lnTo>
                <a:lnTo>
                  <a:pt x="22" y="92"/>
                </a:lnTo>
                <a:lnTo>
                  <a:pt x="23" y="93"/>
                </a:lnTo>
                <a:lnTo>
                  <a:pt x="24" y="95"/>
                </a:lnTo>
                <a:lnTo>
                  <a:pt x="24" y="95"/>
                </a:lnTo>
                <a:lnTo>
                  <a:pt x="24" y="96"/>
                </a:lnTo>
                <a:lnTo>
                  <a:pt x="26" y="97"/>
                </a:lnTo>
                <a:lnTo>
                  <a:pt x="24" y="99"/>
                </a:lnTo>
                <a:lnTo>
                  <a:pt x="25" y="100"/>
                </a:lnTo>
                <a:lnTo>
                  <a:pt x="25" y="101"/>
                </a:lnTo>
                <a:lnTo>
                  <a:pt x="26" y="101"/>
                </a:lnTo>
                <a:lnTo>
                  <a:pt x="26" y="103"/>
                </a:lnTo>
                <a:lnTo>
                  <a:pt x="25" y="103"/>
                </a:lnTo>
                <a:lnTo>
                  <a:pt x="26" y="104"/>
                </a:lnTo>
                <a:lnTo>
                  <a:pt x="27" y="104"/>
                </a:lnTo>
                <a:lnTo>
                  <a:pt x="28" y="108"/>
                </a:lnTo>
                <a:lnTo>
                  <a:pt x="30" y="109"/>
                </a:lnTo>
                <a:lnTo>
                  <a:pt x="30" y="109"/>
                </a:lnTo>
                <a:lnTo>
                  <a:pt x="31" y="109"/>
                </a:lnTo>
                <a:lnTo>
                  <a:pt x="31" y="110"/>
                </a:lnTo>
                <a:lnTo>
                  <a:pt x="33" y="110"/>
                </a:lnTo>
                <a:lnTo>
                  <a:pt x="34" y="110"/>
                </a:lnTo>
                <a:lnTo>
                  <a:pt x="35" y="110"/>
                </a:lnTo>
                <a:lnTo>
                  <a:pt x="37" y="109"/>
                </a:lnTo>
                <a:lnTo>
                  <a:pt x="37" y="108"/>
                </a:lnTo>
                <a:lnTo>
                  <a:pt x="37" y="108"/>
                </a:lnTo>
                <a:lnTo>
                  <a:pt x="37" y="106"/>
                </a:lnTo>
                <a:lnTo>
                  <a:pt x="38" y="106"/>
                </a:lnTo>
                <a:lnTo>
                  <a:pt x="39" y="106"/>
                </a:lnTo>
                <a:lnTo>
                  <a:pt x="40" y="104"/>
                </a:lnTo>
                <a:lnTo>
                  <a:pt x="40" y="102"/>
                </a:lnTo>
                <a:lnTo>
                  <a:pt x="42" y="102"/>
                </a:lnTo>
                <a:lnTo>
                  <a:pt x="43" y="101"/>
                </a:lnTo>
                <a:lnTo>
                  <a:pt x="43" y="100"/>
                </a:lnTo>
                <a:lnTo>
                  <a:pt x="44" y="99"/>
                </a:lnTo>
                <a:lnTo>
                  <a:pt x="45" y="99"/>
                </a:lnTo>
                <a:lnTo>
                  <a:pt x="45" y="97"/>
                </a:lnTo>
                <a:lnTo>
                  <a:pt x="46" y="95"/>
                </a:lnTo>
                <a:lnTo>
                  <a:pt x="47" y="94"/>
                </a:lnTo>
                <a:lnTo>
                  <a:pt x="48" y="93"/>
                </a:lnTo>
                <a:lnTo>
                  <a:pt x="49" y="92"/>
                </a:lnTo>
                <a:lnTo>
                  <a:pt x="48" y="90"/>
                </a:lnTo>
                <a:lnTo>
                  <a:pt x="47" y="90"/>
                </a:lnTo>
                <a:lnTo>
                  <a:pt x="47" y="89"/>
                </a:lnTo>
                <a:lnTo>
                  <a:pt x="46" y="89"/>
                </a:lnTo>
                <a:lnTo>
                  <a:pt x="47" y="87"/>
                </a:lnTo>
                <a:lnTo>
                  <a:pt x="48" y="86"/>
                </a:lnTo>
                <a:lnTo>
                  <a:pt x="48" y="85"/>
                </a:lnTo>
                <a:lnTo>
                  <a:pt x="50" y="87"/>
                </a:lnTo>
                <a:lnTo>
                  <a:pt x="53" y="86"/>
                </a:lnTo>
                <a:lnTo>
                  <a:pt x="52" y="85"/>
                </a:lnTo>
                <a:lnTo>
                  <a:pt x="54" y="84"/>
                </a:lnTo>
                <a:lnTo>
                  <a:pt x="55" y="84"/>
                </a:lnTo>
                <a:lnTo>
                  <a:pt x="56" y="84"/>
                </a:lnTo>
                <a:lnTo>
                  <a:pt x="57" y="86"/>
                </a:lnTo>
                <a:lnTo>
                  <a:pt x="58" y="85"/>
                </a:lnTo>
                <a:lnTo>
                  <a:pt x="59" y="84"/>
                </a:lnTo>
                <a:lnTo>
                  <a:pt x="59" y="83"/>
                </a:lnTo>
                <a:lnTo>
                  <a:pt x="58" y="83"/>
                </a:lnTo>
                <a:lnTo>
                  <a:pt x="58" y="82"/>
                </a:lnTo>
                <a:lnTo>
                  <a:pt x="58" y="82"/>
                </a:lnTo>
                <a:lnTo>
                  <a:pt x="59" y="82"/>
                </a:lnTo>
                <a:lnTo>
                  <a:pt x="60" y="80"/>
                </a:lnTo>
                <a:lnTo>
                  <a:pt x="60" y="79"/>
                </a:lnTo>
                <a:lnTo>
                  <a:pt x="58" y="79"/>
                </a:lnTo>
                <a:lnTo>
                  <a:pt x="57" y="78"/>
                </a:lnTo>
                <a:lnTo>
                  <a:pt x="59" y="77"/>
                </a:lnTo>
                <a:lnTo>
                  <a:pt x="58" y="78"/>
                </a:lnTo>
                <a:lnTo>
                  <a:pt x="60" y="78"/>
                </a:lnTo>
                <a:lnTo>
                  <a:pt x="61" y="77"/>
                </a:lnTo>
                <a:lnTo>
                  <a:pt x="61" y="77"/>
                </a:lnTo>
                <a:lnTo>
                  <a:pt x="62" y="76"/>
                </a:lnTo>
                <a:lnTo>
                  <a:pt x="64" y="76"/>
                </a:lnTo>
                <a:lnTo>
                  <a:pt x="64" y="76"/>
                </a:lnTo>
                <a:lnTo>
                  <a:pt x="63" y="76"/>
                </a:lnTo>
                <a:lnTo>
                  <a:pt x="63" y="75"/>
                </a:lnTo>
                <a:lnTo>
                  <a:pt x="63" y="75"/>
                </a:lnTo>
                <a:lnTo>
                  <a:pt x="65" y="75"/>
                </a:lnTo>
                <a:lnTo>
                  <a:pt x="65" y="74"/>
                </a:lnTo>
                <a:lnTo>
                  <a:pt x="64" y="74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5030498" y="4788900"/>
            <a:ext cx="602822" cy="833690"/>
          </a:xfrm>
          <a:custGeom>
            <a:avLst/>
            <a:gdLst/>
            <a:ahLst/>
            <a:cxnLst/>
            <a:rect l="l" t="t" r="r" b="b"/>
            <a:pathLst>
              <a:path w="94" h="130">
                <a:moveTo>
                  <a:pt x="85" y="12"/>
                </a:moveTo>
                <a:lnTo>
                  <a:pt x="84" y="11"/>
                </a:lnTo>
                <a:lnTo>
                  <a:pt x="84" y="10"/>
                </a:lnTo>
                <a:lnTo>
                  <a:pt x="84" y="10"/>
                </a:lnTo>
                <a:lnTo>
                  <a:pt x="81" y="8"/>
                </a:lnTo>
                <a:lnTo>
                  <a:pt x="80" y="9"/>
                </a:lnTo>
                <a:lnTo>
                  <a:pt x="77" y="9"/>
                </a:lnTo>
                <a:lnTo>
                  <a:pt x="76" y="9"/>
                </a:lnTo>
                <a:lnTo>
                  <a:pt x="75" y="9"/>
                </a:lnTo>
                <a:lnTo>
                  <a:pt x="75" y="8"/>
                </a:lnTo>
                <a:lnTo>
                  <a:pt x="74" y="8"/>
                </a:lnTo>
                <a:lnTo>
                  <a:pt x="74" y="9"/>
                </a:lnTo>
                <a:lnTo>
                  <a:pt x="72" y="9"/>
                </a:lnTo>
                <a:lnTo>
                  <a:pt x="72" y="7"/>
                </a:lnTo>
                <a:lnTo>
                  <a:pt x="70" y="7"/>
                </a:lnTo>
                <a:lnTo>
                  <a:pt x="70" y="6"/>
                </a:lnTo>
                <a:lnTo>
                  <a:pt x="69" y="4"/>
                </a:lnTo>
                <a:lnTo>
                  <a:pt x="69" y="3"/>
                </a:lnTo>
                <a:lnTo>
                  <a:pt x="68" y="4"/>
                </a:lnTo>
                <a:lnTo>
                  <a:pt x="68" y="4"/>
                </a:lnTo>
                <a:lnTo>
                  <a:pt x="67" y="4"/>
                </a:lnTo>
                <a:lnTo>
                  <a:pt x="66" y="4"/>
                </a:lnTo>
                <a:lnTo>
                  <a:pt x="66" y="3"/>
                </a:lnTo>
                <a:lnTo>
                  <a:pt x="66" y="2"/>
                </a:lnTo>
                <a:lnTo>
                  <a:pt x="65" y="2"/>
                </a:lnTo>
                <a:lnTo>
                  <a:pt x="63" y="3"/>
                </a:lnTo>
                <a:lnTo>
                  <a:pt x="64" y="4"/>
                </a:lnTo>
                <a:lnTo>
                  <a:pt x="63" y="5"/>
                </a:lnTo>
                <a:lnTo>
                  <a:pt x="64" y="6"/>
                </a:lnTo>
                <a:lnTo>
                  <a:pt x="63" y="6"/>
                </a:lnTo>
                <a:lnTo>
                  <a:pt x="64" y="7"/>
                </a:lnTo>
                <a:lnTo>
                  <a:pt x="62" y="8"/>
                </a:lnTo>
                <a:lnTo>
                  <a:pt x="62" y="8"/>
                </a:lnTo>
                <a:lnTo>
                  <a:pt x="59" y="10"/>
                </a:lnTo>
                <a:lnTo>
                  <a:pt x="59" y="11"/>
                </a:lnTo>
                <a:lnTo>
                  <a:pt x="58" y="11"/>
                </a:lnTo>
                <a:lnTo>
                  <a:pt x="57" y="11"/>
                </a:lnTo>
                <a:lnTo>
                  <a:pt x="57" y="11"/>
                </a:lnTo>
                <a:lnTo>
                  <a:pt x="56" y="11"/>
                </a:lnTo>
                <a:lnTo>
                  <a:pt x="55" y="10"/>
                </a:lnTo>
                <a:lnTo>
                  <a:pt x="55" y="9"/>
                </a:lnTo>
                <a:lnTo>
                  <a:pt x="55" y="9"/>
                </a:lnTo>
                <a:lnTo>
                  <a:pt x="59" y="4"/>
                </a:lnTo>
                <a:lnTo>
                  <a:pt x="59" y="2"/>
                </a:lnTo>
                <a:lnTo>
                  <a:pt x="58" y="2"/>
                </a:lnTo>
                <a:lnTo>
                  <a:pt x="58" y="2"/>
                </a:lnTo>
                <a:lnTo>
                  <a:pt x="57" y="1"/>
                </a:lnTo>
                <a:lnTo>
                  <a:pt x="57" y="1"/>
                </a:lnTo>
                <a:lnTo>
                  <a:pt x="56" y="0"/>
                </a:lnTo>
                <a:lnTo>
                  <a:pt x="54" y="0"/>
                </a:lnTo>
                <a:lnTo>
                  <a:pt x="53" y="0"/>
                </a:lnTo>
                <a:lnTo>
                  <a:pt x="53" y="1"/>
                </a:lnTo>
                <a:lnTo>
                  <a:pt x="52" y="4"/>
                </a:lnTo>
                <a:lnTo>
                  <a:pt x="51" y="5"/>
                </a:lnTo>
                <a:lnTo>
                  <a:pt x="47" y="7"/>
                </a:lnTo>
                <a:lnTo>
                  <a:pt x="47" y="7"/>
                </a:lnTo>
                <a:lnTo>
                  <a:pt x="46" y="7"/>
                </a:lnTo>
                <a:lnTo>
                  <a:pt x="45" y="7"/>
                </a:lnTo>
                <a:lnTo>
                  <a:pt x="41" y="9"/>
                </a:lnTo>
                <a:lnTo>
                  <a:pt x="40" y="10"/>
                </a:lnTo>
                <a:lnTo>
                  <a:pt x="35" y="7"/>
                </a:lnTo>
                <a:lnTo>
                  <a:pt x="32" y="8"/>
                </a:lnTo>
                <a:lnTo>
                  <a:pt x="32" y="9"/>
                </a:lnTo>
                <a:lnTo>
                  <a:pt x="32" y="10"/>
                </a:lnTo>
                <a:lnTo>
                  <a:pt x="30" y="12"/>
                </a:lnTo>
                <a:lnTo>
                  <a:pt x="29" y="13"/>
                </a:lnTo>
                <a:lnTo>
                  <a:pt x="28" y="12"/>
                </a:lnTo>
                <a:lnTo>
                  <a:pt x="26" y="13"/>
                </a:lnTo>
                <a:lnTo>
                  <a:pt x="25" y="12"/>
                </a:lnTo>
                <a:lnTo>
                  <a:pt x="25" y="13"/>
                </a:lnTo>
                <a:lnTo>
                  <a:pt x="26" y="13"/>
                </a:lnTo>
                <a:lnTo>
                  <a:pt x="25" y="14"/>
                </a:lnTo>
                <a:lnTo>
                  <a:pt x="26" y="14"/>
                </a:lnTo>
                <a:lnTo>
                  <a:pt x="26" y="16"/>
                </a:lnTo>
                <a:lnTo>
                  <a:pt x="25" y="16"/>
                </a:lnTo>
                <a:lnTo>
                  <a:pt x="25" y="15"/>
                </a:lnTo>
                <a:lnTo>
                  <a:pt x="24" y="15"/>
                </a:lnTo>
                <a:lnTo>
                  <a:pt x="23" y="15"/>
                </a:lnTo>
                <a:lnTo>
                  <a:pt x="22" y="16"/>
                </a:lnTo>
                <a:lnTo>
                  <a:pt x="23" y="16"/>
                </a:lnTo>
                <a:lnTo>
                  <a:pt x="22" y="17"/>
                </a:lnTo>
                <a:lnTo>
                  <a:pt x="21" y="17"/>
                </a:lnTo>
                <a:lnTo>
                  <a:pt x="21" y="17"/>
                </a:lnTo>
                <a:lnTo>
                  <a:pt x="21" y="18"/>
                </a:lnTo>
                <a:lnTo>
                  <a:pt x="22" y="18"/>
                </a:lnTo>
                <a:lnTo>
                  <a:pt x="22" y="17"/>
                </a:lnTo>
                <a:lnTo>
                  <a:pt x="22" y="17"/>
                </a:lnTo>
                <a:lnTo>
                  <a:pt x="22" y="17"/>
                </a:lnTo>
                <a:lnTo>
                  <a:pt x="22" y="18"/>
                </a:lnTo>
                <a:lnTo>
                  <a:pt x="21" y="19"/>
                </a:lnTo>
                <a:lnTo>
                  <a:pt x="19" y="20"/>
                </a:lnTo>
                <a:lnTo>
                  <a:pt x="19" y="20"/>
                </a:lnTo>
                <a:lnTo>
                  <a:pt x="19" y="20"/>
                </a:lnTo>
                <a:lnTo>
                  <a:pt x="17" y="20"/>
                </a:lnTo>
                <a:lnTo>
                  <a:pt x="14" y="21"/>
                </a:lnTo>
                <a:lnTo>
                  <a:pt x="13" y="22"/>
                </a:lnTo>
                <a:lnTo>
                  <a:pt x="13" y="21"/>
                </a:lnTo>
                <a:lnTo>
                  <a:pt x="11" y="22"/>
                </a:lnTo>
                <a:lnTo>
                  <a:pt x="10" y="21"/>
                </a:lnTo>
                <a:lnTo>
                  <a:pt x="9" y="21"/>
                </a:lnTo>
                <a:lnTo>
                  <a:pt x="9" y="24"/>
                </a:lnTo>
                <a:lnTo>
                  <a:pt x="6" y="25"/>
                </a:lnTo>
                <a:lnTo>
                  <a:pt x="5" y="26"/>
                </a:lnTo>
                <a:lnTo>
                  <a:pt x="4" y="28"/>
                </a:lnTo>
                <a:lnTo>
                  <a:pt x="4" y="30"/>
                </a:lnTo>
                <a:lnTo>
                  <a:pt x="5" y="31"/>
                </a:lnTo>
                <a:lnTo>
                  <a:pt x="5" y="31"/>
                </a:lnTo>
                <a:lnTo>
                  <a:pt x="5" y="32"/>
                </a:lnTo>
                <a:lnTo>
                  <a:pt x="6" y="32"/>
                </a:lnTo>
                <a:lnTo>
                  <a:pt x="6" y="32"/>
                </a:lnTo>
                <a:lnTo>
                  <a:pt x="7" y="33"/>
                </a:lnTo>
                <a:lnTo>
                  <a:pt x="8" y="33"/>
                </a:lnTo>
                <a:lnTo>
                  <a:pt x="8" y="33"/>
                </a:lnTo>
                <a:lnTo>
                  <a:pt x="8" y="38"/>
                </a:lnTo>
                <a:lnTo>
                  <a:pt x="7" y="40"/>
                </a:lnTo>
                <a:lnTo>
                  <a:pt x="10" y="41"/>
                </a:lnTo>
                <a:lnTo>
                  <a:pt x="9" y="42"/>
                </a:lnTo>
                <a:lnTo>
                  <a:pt x="11" y="43"/>
                </a:lnTo>
                <a:lnTo>
                  <a:pt x="11" y="45"/>
                </a:lnTo>
                <a:lnTo>
                  <a:pt x="10" y="45"/>
                </a:lnTo>
                <a:lnTo>
                  <a:pt x="10" y="46"/>
                </a:lnTo>
                <a:lnTo>
                  <a:pt x="9" y="46"/>
                </a:lnTo>
                <a:lnTo>
                  <a:pt x="9" y="48"/>
                </a:lnTo>
                <a:lnTo>
                  <a:pt x="6" y="49"/>
                </a:lnTo>
                <a:lnTo>
                  <a:pt x="8" y="51"/>
                </a:lnTo>
                <a:lnTo>
                  <a:pt x="7" y="51"/>
                </a:lnTo>
                <a:lnTo>
                  <a:pt x="6" y="51"/>
                </a:lnTo>
                <a:lnTo>
                  <a:pt x="6" y="52"/>
                </a:lnTo>
                <a:lnTo>
                  <a:pt x="6" y="52"/>
                </a:lnTo>
                <a:lnTo>
                  <a:pt x="5" y="53"/>
                </a:lnTo>
                <a:lnTo>
                  <a:pt x="4" y="52"/>
                </a:lnTo>
                <a:lnTo>
                  <a:pt x="4" y="53"/>
                </a:lnTo>
                <a:lnTo>
                  <a:pt x="3" y="53"/>
                </a:lnTo>
                <a:lnTo>
                  <a:pt x="2" y="54"/>
                </a:lnTo>
                <a:lnTo>
                  <a:pt x="2" y="56"/>
                </a:lnTo>
                <a:lnTo>
                  <a:pt x="2" y="56"/>
                </a:lnTo>
                <a:lnTo>
                  <a:pt x="3" y="57"/>
                </a:lnTo>
                <a:lnTo>
                  <a:pt x="0" y="61"/>
                </a:lnTo>
                <a:lnTo>
                  <a:pt x="0" y="62"/>
                </a:lnTo>
                <a:lnTo>
                  <a:pt x="0" y="63"/>
                </a:lnTo>
                <a:lnTo>
                  <a:pt x="0" y="64"/>
                </a:lnTo>
                <a:lnTo>
                  <a:pt x="1" y="64"/>
                </a:lnTo>
                <a:lnTo>
                  <a:pt x="0" y="65"/>
                </a:lnTo>
                <a:lnTo>
                  <a:pt x="0" y="66"/>
                </a:lnTo>
                <a:lnTo>
                  <a:pt x="1" y="66"/>
                </a:lnTo>
                <a:lnTo>
                  <a:pt x="0" y="67"/>
                </a:lnTo>
                <a:lnTo>
                  <a:pt x="1" y="68"/>
                </a:lnTo>
                <a:lnTo>
                  <a:pt x="2" y="68"/>
                </a:lnTo>
                <a:lnTo>
                  <a:pt x="6" y="66"/>
                </a:lnTo>
                <a:lnTo>
                  <a:pt x="5" y="68"/>
                </a:lnTo>
                <a:lnTo>
                  <a:pt x="6" y="68"/>
                </a:lnTo>
                <a:lnTo>
                  <a:pt x="5" y="70"/>
                </a:lnTo>
                <a:lnTo>
                  <a:pt x="4" y="72"/>
                </a:lnTo>
                <a:lnTo>
                  <a:pt x="4" y="73"/>
                </a:lnTo>
                <a:lnTo>
                  <a:pt x="5" y="73"/>
                </a:lnTo>
                <a:lnTo>
                  <a:pt x="5" y="74"/>
                </a:lnTo>
                <a:lnTo>
                  <a:pt x="8" y="76"/>
                </a:lnTo>
                <a:lnTo>
                  <a:pt x="6" y="79"/>
                </a:lnTo>
                <a:lnTo>
                  <a:pt x="7" y="83"/>
                </a:lnTo>
                <a:lnTo>
                  <a:pt x="8" y="84"/>
                </a:lnTo>
                <a:lnTo>
                  <a:pt x="10" y="83"/>
                </a:lnTo>
                <a:lnTo>
                  <a:pt x="10" y="84"/>
                </a:lnTo>
                <a:lnTo>
                  <a:pt x="12" y="84"/>
                </a:lnTo>
                <a:lnTo>
                  <a:pt x="12" y="86"/>
                </a:lnTo>
                <a:lnTo>
                  <a:pt x="12" y="86"/>
                </a:lnTo>
                <a:lnTo>
                  <a:pt x="12" y="88"/>
                </a:lnTo>
                <a:lnTo>
                  <a:pt x="11" y="89"/>
                </a:lnTo>
                <a:lnTo>
                  <a:pt x="11" y="90"/>
                </a:lnTo>
                <a:lnTo>
                  <a:pt x="11" y="91"/>
                </a:lnTo>
                <a:lnTo>
                  <a:pt x="11" y="91"/>
                </a:lnTo>
                <a:lnTo>
                  <a:pt x="10" y="92"/>
                </a:lnTo>
                <a:lnTo>
                  <a:pt x="10" y="93"/>
                </a:lnTo>
                <a:lnTo>
                  <a:pt x="10" y="93"/>
                </a:lnTo>
                <a:lnTo>
                  <a:pt x="10" y="94"/>
                </a:lnTo>
                <a:lnTo>
                  <a:pt x="11" y="93"/>
                </a:lnTo>
                <a:lnTo>
                  <a:pt x="12" y="93"/>
                </a:lnTo>
                <a:lnTo>
                  <a:pt x="14" y="92"/>
                </a:lnTo>
                <a:lnTo>
                  <a:pt x="15" y="92"/>
                </a:lnTo>
                <a:lnTo>
                  <a:pt x="16" y="93"/>
                </a:lnTo>
                <a:lnTo>
                  <a:pt x="13" y="95"/>
                </a:lnTo>
                <a:lnTo>
                  <a:pt x="13" y="95"/>
                </a:lnTo>
                <a:lnTo>
                  <a:pt x="13" y="96"/>
                </a:lnTo>
                <a:lnTo>
                  <a:pt x="12" y="95"/>
                </a:lnTo>
                <a:lnTo>
                  <a:pt x="11" y="97"/>
                </a:lnTo>
                <a:lnTo>
                  <a:pt x="12" y="98"/>
                </a:lnTo>
                <a:lnTo>
                  <a:pt x="12" y="100"/>
                </a:lnTo>
                <a:lnTo>
                  <a:pt x="11" y="101"/>
                </a:lnTo>
                <a:lnTo>
                  <a:pt x="11" y="102"/>
                </a:lnTo>
                <a:lnTo>
                  <a:pt x="10" y="103"/>
                </a:lnTo>
                <a:lnTo>
                  <a:pt x="10" y="104"/>
                </a:lnTo>
                <a:lnTo>
                  <a:pt x="11" y="106"/>
                </a:lnTo>
                <a:lnTo>
                  <a:pt x="12" y="106"/>
                </a:lnTo>
                <a:lnTo>
                  <a:pt x="12" y="108"/>
                </a:lnTo>
                <a:lnTo>
                  <a:pt x="11" y="108"/>
                </a:lnTo>
                <a:lnTo>
                  <a:pt x="11" y="110"/>
                </a:lnTo>
                <a:lnTo>
                  <a:pt x="12" y="110"/>
                </a:lnTo>
                <a:lnTo>
                  <a:pt x="12" y="110"/>
                </a:lnTo>
                <a:lnTo>
                  <a:pt x="13" y="111"/>
                </a:lnTo>
                <a:lnTo>
                  <a:pt x="13" y="113"/>
                </a:lnTo>
                <a:lnTo>
                  <a:pt x="13" y="114"/>
                </a:lnTo>
                <a:lnTo>
                  <a:pt x="14" y="113"/>
                </a:lnTo>
                <a:lnTo>
                  <a:pt x="16" y="112"/>
                </a:lnTo>
                <a:lnTo>
                  <a:pt x="18" y="113"/>
                </a:lnTo>
                <a:lnTo>
                  <a:pt x="19" y="112"/>
                </a:lnTo>
                <a:lnTo>
                  <a:pt x="19" y="111"/>
                </a:lnTo>
                <a:lnTo>
                  <a:pt x="20" y="112"/>
                </a:lnTo>
                <a:lnTo>
                  <a:pt x="21" y="111"/>
                </a:lnTo>
                <a:lnTo>
                  <a:pt x="21" y="110"/>
                </a:lnTo>
                <a:lnTo>
                  <a:pt x="22" y="110"/>
                </a:lnTo>
                <a:lnTo>
                  <a:pt x="23" y="109"/>
                </a:lnTo>
                <a:lnTo>
                  <a:pt x="25" y="110"/>
                </a:lnTo>
                <a:lnTo>
                  <a:pt x="25" y="111"/>
                </a:lnTo>
                <a:lnTo>
                  <a:pt x="27" y="111"/>
                </a:lnTo>
                <a:lnTo>
                  <a:pt x="28" y="112"/>
                </a:lnTo>
                <a:lnTo>
                  <a:pt x="28" y="113"/>
                </a:lnTo>
                <a:lnTo>
                  <a:pt x="27" y="113"/>
                </a:lnTo>
                <a:lnTo>
                  <a:pt x="27" y="114"/>
                </a:lnTo>
                <a:lnTo>
                  <a:pt x="28" y="115"/>
                </a:lnTo>
                <a:lnTo>
                  <a:pt x="28" y="115"/>
                </a:lnTo>
                <a:lnTo>
                  <a:pt x="26" y="116"/>
                </a:lnTo>
                <a:lnTo>
                  <a:pt x="26" y="117"/>
                </a:lnTo>
                <a:lnTo>
                  <a:pt x="24" y="117"/>
                </a:lnTo>
                <a:lnTo>
                  <a:pt x="23" y="119"/>
                </a:lnTo>
                <a:lnTo>
                  <a:pt x="22" y="119"/>
                </a:lnTo>
                <a:lnTo>
                  <a:pt x="22" y="119"/>
                </a:lnTo>
                <a:lnTo>
                  <a:pt x="21" y="120"/>
                </a:lnTo>
                <a:lnTo>
                  <a:pt x="22" y="121"/>
                </a:lnTo>
                <a:lnTo>
                  <a:pt x="21" y="123"/>
                </a:lnTo>
                <a:lnTo>
                  <a:pt x="21" y="124"/>
                </a:lnTo>
                <a:lnTo>
                  <a:pt x="19" y="125"/>
                </a:lnTo>
                <a:lnTo>
                  <a:pt x="19" y="126"/>
                </a:lnTo>
                <a:lnTo>
                  <a:pt x="17" y="126"/>
                </a:lnTo>
                <a:lnTo>
                  <a:pt x="18" y="127"/>
                </a:lnTo>
                <a:lnTo>
                  <a:pt x="20" y="127"/>
                </a:lnTo>
                <a:lnTo>
                  <a:pt x="20" y="128"/>
                </a:lnTo>
                <a:lnTo>
                  <a:pt x="21" y="128"/>
                </a:lnTo>
                <a:lnTo>
                  <a:pt x="22" y="129"/>
                </a:lnTo>
                <a:lnTo>
                  <a:pt x="22" y="130"/>
                </a:lnTo>
                <a:lnTo>
                  <a:pt x="23" y="130"/>
                </a:lnTo>
                <a:lnTo>
                  <a:pt x="25" y="128"/>
                </a:lnTo>
                <a:lnTo>
                  <a:pt x="26" y="129"/>
                </a:lnTo>
                <a:lnTo>
                  <a:pt x="27" y="128"/>
                </a:lnTo>
                <a:lnTo>
                  <a:pt x="28" y="128"/>
                </a:lnTo>
                <a:lnTo>
                  <a:pt x="29" y="129"/>
                </a:lnTo>
                <a:lnTo>
                  <a:pt x="29" y="128"/>
                </a:lnTo>
                <a:lnTo>
                  <a:pt x="29" y="127"/>
                </a:lnTo>
                <a:lnTo>
                  <a:pt x="30" y="127"/>
                </a:lnTo>
                <a:lnTo>
                  <a:pt x="31" y="127"/>
                </a:lnTo>
                <a:lnTo>
                  <a:pt x="31" y="127"/>
                </a:lnTo>
                <a:lnTo>
                  <a:pt x="32" y="128"/>
                </a:lnTo>
                <a:lnTo>
                  <a:pt x="32" y="127"/>
                </a:lnTo>
                <a:lnTo>
                  <a:pt x="32" y="125"/>
                </a:lnTo>
                <a:lnTo>
                  <a:pt x="33" y="125"/>
                </a:lnTo>
                <a:lnTo>
                  <a:pt x="34" y="125"/>
                </a:lnTo>
                <a:lnTo>
                  <a:pt x="35" y="125"/>
                </a:lnTo>
                <a:lnTo>
                  <a:pt x="35" y="124"/>
                </a:lnTo>
                <a:lnTo>
                  <a:pt x="36" y="124"/>
                </a:lnTo>
                <a:lnTo>
                  <a:pt x="36" y="125"/>
                </a:lnTo>
                <a:lnTo>
                  <a:pt x="39" y="123"/>
                </a:lnTo>
                <a:lnTo>
                  <a:pt x="40" y="123"/>
                </a:lnTo>
                <a:lnTo>
                  <a:pt x="40" y="122"/>
                </a:lnTo>
                <a:lnTo>
                  <a:pt x="42" y="123"/>
                </a:lnTo>
                <a:lnTo>
                  <a:pt x="42" y="122"/>
                </a:lnTo>
                <a:lnTo>
                  <a:pt x="42" y="121"/>
                </a:lnTo>
                <a:lnTo>
                  <a:pt x="44" y="122"/>
                </a:lnTo>
                <a:lnTo>
                  <a:pt x="46" y="123"/>
                </a:lnTo>
                <a:lnTo>
                  <a:pt x="46" y="125"/>
                </a:lnTo>
                <a:lnTo>
                  <a:pt x="48" y="125"/>
                </a:lnTo>
                <a:lnTo>
                  <a:pt x="49" y="126"/>
                </a:lnTo>
                <a:lnTo>
                  <a:pt x="52" y="125"/>
                </a:lnTo>
                <a:lnTo>
                  <a:pt x="50" y="123"/>
                </a:lnTo>
                <a:lnTo>
                  <a:pt x="51" y="122"/>
                </a:lnTo>
                <a:lnTo>
                  <a:pt x="50" y="122"/>
                </a:lnTo>
                <a:lnTo>
                  <a:pt x="50" y="122"/>
                </a:lnTo>
                <a:lnTo>
                  <a:pt x="51" y="118"/>
                </a:lnTo>
                <a:lnTo>
                  <a:pt x="51" y="118"/>
                </a:lnTo>
                <a:lnTo>
                  <a:pt x="51" y="119"/>
                </a:lnTo>
                <a:lnTo>
                  <a:pt x="52" y="118"/>
                </a:lnTo>
                <a:lnTo>
                  <a:pt x="52" y="118"/>
                </a:lnTo>
                <a:lnTo>
                  <a:pt x="52" y="117"/>
                </a:lnTo>
                <a:lnTo>
                  <a:pt x="51" y="117"/>
                </a:lnTo>
                <a:lnTo>
                  <a:pt x="53" y="116"/>
                </a:lnTo>
                <a:lnTo>
                  <a:pt x="51" y="115"/>
                </a:lnTo>
                <a:lnTo>
                  <a:pt x="52" y="114"/>
                </a:lnTo>
                <a:lnTo>
                  <a:pt x="52" y="114"/>
                </a:lnTo>
                <a:lnTo>
                  <a:pt x="51" y="114"/>
                </a:lnTo>
                <a:lnTo>
                  <a:pt x="51" y="113"/>
                </a:lnTo>
                <a:lnTo>
                  <a:pt x="51" y="111"/>
                </a:lnTo>
                <a:lnTo>
                  <a:pt x="52" y="110"/>
                </a:lnTo>
                <a:lnTo>
                  <a:pt x="52" y="109"/>
                </a:lnTo>
                <a:lnTo>
                  <a:pt x="53" y="109"/>
                </a:lnTo>
                <a:lnTo>
                  <a:pt x="53" y="108"/>
                </a:lnTo>
                <a:lnTo>
                  <a:pt x="53" y="107"/>
                </a:lnTo>
                <a:lnTo>
                  <a:pt x="53" y="106"/>
                </a:lnTo>
                <a:lnTo>
                  <a:pt x="53" y="104"/>
                </a:lnTo>
                <a:lnTo>
                  <a:pt x="54" y="103"/>
                </a:lnTo>
                <a:lnTo>
                  <a:pt x="53" y="101"/>
                </a:lnTo>
                <a:lnTo>
                  <a:pt x="54" y="101"/>
                </a:lnTo>
                <a:lnTo>
                  <a:pt x="54" y="100"/>
                </a:lnTo>
                <a:lnTo>
                  <a:pt x="54" y="99"/>
                </a:lnTo>
                <a:lnTo>
                  <a:pt x="55" y="98"/>
                </a:lnTo>
                <a:lnTo>
                  <a:pt x="56" y="98"/>
                </a:lnTo>
                <a:lnTo>
                  <a:pt x="55" y="97"/>
                </a:lnTo>
                <a:lnTo>
                  <a:pt x="55" y="96"/>
                </a:lnTo>
                <a:lnTo>
                  <a:pt x="55" y="95"/>
                </a:lnTo>
                <a:lnTo>
                  <a:pt x="57" y="95"/>
                </a:lnTo>
                <a:lnTo>
                  <a:pt x="58" y="93"/>
                </a:lnTo>
                <a:lnTo>
                  <a:pt x="59" y="93"/>
                </a:lnTo>
                <a:lnTo>
                  <a:pt x="59" y="92"/>
                </a:lnTo>
                <a:lnTo>
                  <a:pt x="59" y="91"/>
                </a:lnTo>
                <a:lnTo>
                  <a:pt x="61" y="89"/>
                </a:lnTo>
                <a:lnTo>
                  <a:pt x="61" y="88"/>
                </a:lnTo>
                <a:lnTo>
                  <a:pt x="60" y="88"/>
                </a:lnTo>
                <a:lnTo>
                  <a:pt x="59" y="88"/>
                </a:lnTo>
                <a:lnTo>
                  <a:pt x="59" y="87"/>
                </a:lnTo>
                <a:lnTo>
                  <a:pt x="59" y="85"/>
                </a:lnTo>
                <a:lnTo>
                  <a:pt x="61" y="84"/>
                </a:lnTo>
                <a:lnTo>
                  <a:pt x="61" y="83"/>
                </a:lnTo>
                <a:lnTo>
                  <a:pt x="62" y="83"/>
                </a:lnTo>
                <a:lnTo>
                  <a:pt x="62" y="84"/>
                </a:lnTo>
                <a:lnTo>
                  <a:pt x="63" y="83"/>
                </a:lnTo>
                <a:lnTo>
                  <a:pt x="63" y="82"/>
                </a:lnTo>
                <a:lnTo>
                  <a:pt x="63" y="81"/>
                </a:lnTo>
                <a:lnTo>
                  <a:pt x="63" y="81"/>
                </a:lnTo>
                <a:lnTo>
                  <a:pt x="62" y="80"/>
                </a:lnTo>
                <a:lnTo>
                  <a:pt x="61" y="79"/>
                </a:lnTo>
                <a:lnTo>
                  <a:pt x="61" y="77"/>
                </a:lnTo>
                <a:lnTo>
                  <a:pt x="60" y="77"/>
                </a:lnTo>
                <a:lnTo>
                  <a:pt x="60" y="76"/>
                </a:lnTo>
                <a:lnTo>
                  <a:pt x="61" y="74"/>
                </a:lnTo>
                <a:lnTo>
                  <a:pt x="60" y="73"/>
                </a:lnTo>
                <a:lnTo>
                  <a:pt x="63" y="70"/>
                </a:lnTo>
                <a:lnTo>
                  <a:pt x="67" y="68"/>
                </a:lnTo>
                <a:lnTo>
                  <a:pt x="68" y="68"/>
                </a:lnTo>
                <a:lnTo>
                  <a:pt x="68" y="67"/>
                </a:lnTo>
                <a:lnTo>
                  <a:pt x="70" y="66"/>
                </a:lnTo>
                <a:lnTo>
                  <a:pt x="69" y="65"/>
                </a:lnTo>
                <a:lnTo>
                  <a:pt x="71" y="63"/>
                </a:lnTo>
                <a:lnTo>
                  <a:pt x="72" y="61"/>
                </a:lnTo>
                <a:lnTo>
                  <a:pt x="70" y="61"/>
                </a:lnTo>
                <a:lnTo>
                  <a:pt x="70" y="59"/>
                </a:lnTo>
                <a:lnTo>
                  <a:pt x="70" y="59"/>
                </a:lnTo>
                <a:lnTo>
                  <a:pt x="70" y="58"/>
                </a:lnTo>
                <a:lnTo>
                  <a:pt x="70" y="56"/>
                </a:lnTo>
                <a:lnTo>
                  <a:pt x="69" y="55"/>
                </a:lnTo>
                <a:lnTo>
                  <a:pt x="69" y="56"/>
                </a:lnTo>
                <a:lnTo>
                  <a:pt x="68" y="56"/>
                </a:lnTo>
                <a:lnTo>
                  <a:pt x="68" y="55"/>
                </a:lnTo>
                <a:lnTo>
                  <a:pt x="67" y="54"/>
                </a:lnTo>
                <a:lnTo>
                  <a:pt x="68" y="53"/>
                </a:lnTo>
                <a:lnTo>
                  <a:pt x="69" y="54"/>
                </a:lnTo>
                <a:lnTo>
                  <a:pt x="69" y="53"/>
                </a:lnTo>
                <a:lnTo>
                  <a:pt x="71" y="53"/>
                </a:lnTo>
                <a:lnTo>
                  <a:pt x="71" y="52"/>
                </a:lnTo>
                <a:lnTo>
                  <a:pt x="72" y="52"/>
                </a:lnTo>
                <a:lnTo>
                  <a:pt x="73" y="50"/>
                </a:lnTo>
                <a:lnTo>
                  <a:pt x="73" y="49"/>
                </a:lnTo>
                <a:lnTo>
                  <a:pt x="72" y="49"/>
                </a:lnTo>
                <a:lnTo>
                  <a:pt x="72" y="48"/>
                </a:lnTo>
                <a:lnTo>
                  <a:pt x="73" y="48"/>
                </a:lnTo>
                <a:lnTo>
                  <a:pt x="73" y="48"/>
                </a:lnTo>
                <a:lnTo>
                  <a:pt x="75" y="46"/>
                </a:lnTo>
                <a:lnTo>
                  <a:pt x="76" y="46"/>
                </a:lnTo>
                <a:lnTo>
                  <a:pt x="77" y="45"/>
                </a:lnTo>
                <a:lnTo>
                  <a:pt x="77" y="45"/>
                </a:lnTo>
                <a:lnTo>
                  <a:pt x="79" y="47"/>
                </a:lnTo>
                <a:lnTo>
                  <a:pt x="80" y="48"/>
                </a:lnTo>
                <a:lnTo>
                  <a:pt x="81" y="48"/>
                </a:lnTo>
                <a:lnTo>
                  <a:pt x="81" y="49"/>
                </a:lnTo>
                <a:lnTo>
                  <a:pt x="82" y="47"/>
                </a:lnTo>
                <a:lnTo>
                  <a:pt x="82" y="46"/>
                </a:lnTo>
                <a:lnTo>
                  <a:pt x="83" y="45"/>
                </a:lnTo>
                <a:lnTo>
                  <a:pt x="84" y="45"/>
                </a:lnTo>
                <a:lnTo>
                  <a:pt x="85" y="44"/>
                </a:lnTo>
                <a:lnTo>
                  <a:pt x="85" y="44"/>
                </a:lnTo>
                <a:lnTo>
                  <a:pt x="86" y="44"/>
                </a:lnTo>
                <a:lnTo>
                  <a:pt x="88" y="44"/>
                </a:lnTo>
                <a:lnTo>
                  <a:pt x="88" y="43"/>
                </a:lnTo>
                <a:lnTo>
                  <a:pt x="88" y="43"/>
                </a:lnTo>
                <a:lnTo>
                  <a:pt x="88" y="42"/>
                </a:lnTo>
                <a:lnTo>
                  <a:pt x="89" y="42"/>
                </a:lnTo>
                <a:lnTo>
                  <a:pt x="90" y="42"/>
                </a:lnTo>
                <a:lnTo>
                  <a:pt x="90" y="41"/>
                </a:lnTo>
                <a:lnTo>
                  <a:pt x="93" y="40"/>
                </a:lnTo>
                <a:lnTo>
                  <a:pt x="93" y="38"/>
                </a:lnTo>
                <a:lnTo>
                  <a:pt x="91" y="38"/>
                </a:lnTo>
                <a:lnTo>
                  <a:pt x="94" y="35"/>
                </a:lnTo>
                <a:lnTo>
                  <a:pt x="93" y="33"/>
                </a:lnTo>
                <a:lnTo>
                  <a:pt x="94" y="31"/>
                </a:lnTo>
                <a:lnTo>
                  <a:pt x="93" y="31"/>
                </a:lnTo>
                <a:lnTo>
                  <a:pt x="93" y="31"/>
                </a:lnTo>
                <a:lnTo>
                  <a:pt x="92" y="30"/>
                </a:lnTo>
                <a:lnTo>
                  <a:pt x="92" y="27"/>
                </a:lnTo>
                <a:lnTo>
                  <a:pt x="92" y="27"/>
                </a:lnTo>
                <a:lnTo>
                  <a:pt x="91" y="24"/>
                </a:lnTo>
                <a:lnTo>
                  <a:pt x="89" y="24"/>
                </a:lnTo>
                <a:lnTo>
                  <a:pt x="88" y="22"/>
                </a:lnTo>
                <a:lnTo>
                  <a:pt x="87" y="23"/>
                </a:lnTo>
                <a:lnTo>
                  <a:pt x="88" y="22"/>
                </a:lnTo>
                <a:lnTo>
                  <a:pt x="86" y="21"/>
                </a:lnTo>
                <a:lnTo>
                  <a:pt x="86" y="21"/>
                </a:lnTo>
                <a:lnTo>
                  <a:pt x="85" y="20"/>
                </a:lnTo>
                <a:lnTo>
                  <a:pt x="85" y="21"/>
                </a:lnTo>
                <a:lnTo>
                  <a:pt x="84" y="20"/>
                </a:lnTo>
                <a:lnTo>
                  <a:pt x="84" y="19"/>
                </a:lnTo>
                <a:lnTo>
                  <a:pt x="83" y="19"/>
                </a:lnTo>
                <a:lnTo>
                  <a:pt x="83" y="18"/>
                </a:lnTo>
                <a:lnTo>
                  <a:pt x="83" y="17"/>
                </a:lnTo>
                <a:lnTo>
                  <a:pt x="83" y="16"/>
                </a:lnTo>
                <a:lnTo>
                  <a:pt x="84" y="16"/>
                </a:lnTo>
                <a:lnTo>
                  <a:pt x="84" y="14"/>
                </a:lnTo>
                <a:lnTo>
                  <a:pt x="86" y="14"/>
                </a:lnTo>
                <a:lnTo>
                  <a:pt x="85" y="13"/>
                </a:lnTo>
                <a:lnTo>
                  <a:pt x="86" y="13"/>
                </a:lnTo>
                <a:close/>
              </a:path>
            </a:pathLst>
          </a:custGeom>
          <a:solidFill>
            <a:srgbClr val="4A80C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5075389" y="3576843"/>
            <a:ext cx="852929" cy="577170"/>
          </a:xfrm>
          <a:custGeom>
            <a:avLst/>
            <a:gdLst/>
            <a:ahLst/>
            <a:cxnLst/>
            <a:rect l="l" t="t" r="r" b="b"/>
            <a:pathLst>
              <a:path w="133" h="90">
                <a:moveTo>
                  <a:pt x="29" y="86"/>
                </a:moveTo>
                <a:lnTo>
                  <a:pt x="30" y="85"/>
                </a:lnTo>
                <a:lnTo>
                  <a:pt x="29" y="85"/>
                </a:lnTo>
                <a:lnTo>
                  <a:pt x="29" y="84"/>
                </a:lnTo>
                <a:lnTo>
                  <a:pt x="30" y="84"/>
                </a:lnTo>
                <a:lnTo>
                  <a:pt x="30" y="82"/>
                </a:lnTo>
                <a:lnTo>
                  <a:pt x="30" y="80"/>
                </a:lnTo>
                <a:lnTo>
                  <a:pt x="33" y="80"/>
                </a:lnTo>
                <a:lnTo>
                  <a:pt x="33" y="79"/>
                </a:lnTo>
                <a:lnTo>
                  <a:pt x="36" y="79"/>
                </a:lnTo>
                <a:lnTo>
                  <a:pt x="36" y="78"/>
                </a:lnTo>
                <a:lnTo>
                  <a:pt x="37" y="78"/>
                </a:lnTo>
                <a:lnTo>
                  <a:pt x="37" y="79"/>
                </a:lnTo>
                <a:lnTo>
                  <a:pt x="39" y="79"/>
                </a:lnTo>
                <a:lnTo>
                  <a:pt x="39" y="81"/>
                </a:lnTo>
                <a:lnTo>
                  <a:pt x="40" y="81"/>
                </a:lnTo>
                <a:lnTo>
                  <a:pt x="40" y="81"/>
                </a:lnTo>
                <a:lnTo>
                  <a:pt x="40" y="81"/>
                </a:lnTo>
                <a:lnTo>
                  <a:pt x="40" y="82"/>
                </a:lnTo>
                <a:lnTo>
                  <a:pt x="41" y="82"/>
                </a:lnTo>
                <a:lnTo>
                  <a:pt x="42" y="83"/>
                </a:lnTo>
                <a:lnTo>
                  <a:pt x="42" y="85"/>
                </a:lnTo>
                <a:lnTo>
                  <a:pt x="43" y="85"/>
                </a:lnTo>
                <a:lnTo>
                  <a:pt x="44" y="87"/>
                </a:lnTo>
                <a:lnTo>
                  <a:pt x="44" y="87"/>
                </a:lnTo>
                <a:lnTo>
                  <a:pt x="44" y="89"/>
                </a:lnTo>
                <a:lnTo>
                  <a:pt x="46" y="89"/>
                </a:lnTo>
                <a:lnTo>
                  <a:pt x="46" y="88"/>
                </a:lnTo>
                <a:lnTo>
                  <a:pt x="46" y="88"/>
                </a:lnTo>
                <a:lnTo>
                  <a:pt x="46" y="87"/>
                </a:lnTo>
                <a:lnTo>
                  <a:pt x="47" y="87"/>
                </a:lnTo>
                <a:lnTo>
                  <a:pt x="46" y="86"/>
                </a:lnTo>
                <a:lnTo>
                  <a:pt x="48" y="85"/>
                </a:lnTo>
                <a:lnTo>
                  <a:pt x="48" y="86"/>
                </a:lnTo>
                <a:lnTo>
                  <a:pt x="50" y="88"/>
                </a:lnTo>
                <a:lnTo>
                  <a:pt x="51" y="88"/>
                </a:lnTo>
                <a:lnTo>
                  <a:pt x="52" y="88"/>
                </a:lnTo>
                <a:lnTo>
                  <a:pt x="52" y="87"/>
                </a:lnTo>
                <a:lnTo>
                  <a:pt x="53" y="87"/>
                </a:lnTo>
                <a:lnTo>
                  <a:pt x="54" y="86"/>
                </a:lnTo>
                <a:lnTo>
                  <a:pt x="56" y="86"/>
                </a:lnTo>
                <a:lnTo>
                  <a:pt x="55" y="83"/>
                </a:lnTo>
                <a:lnTo>
                  <a:pt x="57" y="83"/>
                </a:lnTo>
                <a:lnTo>
                  <a:pt x="57" y="82"/>
                </a:lnTo>
                <a:lnTo>
                  <a:pt x="58" y="82"/>
                </a:lnTo>
                <a:lnTo>
                  <a:pt x="61" y="82"/>
                </a:lnTo>
                <a:lnTo>
                  <a:pt x="61" y="83"/>
                </a:lnTo>
                <a:lnTo>
                  <a:pt x="61" y="84"/>
                </a:lnTo>
                <a:lnTo>
                  <a:pt x="63" y="84"/>
                </a:lnTo>
                <a:lnTo>
                  <a:pt x="62" y="86"/>
                </a:lnTo>
                <a:lnTo>
                  <a:pt x="63" y="87"/>
                </a:lnTo>
                <a:lnTo>
                  <a:pt x="63" y="88"/>
                </a:lnTo>
                <a:lnTo>
                  <a:pt x="64" y="88"/>
                </a:lnTo>
                <a:lnTo>
                  <a:pt x="64" y="88"/>
                </a:lnTo>
                <a:lnTo>
                  <a:pt x="65" y="87"/>
                </a:lnTo>
                <a:lnTo>
                  <a:pt x="65" y="87"/>
                </a:lnTo>
                <a:lnTo>
                  <a:pt x="67" y="87"/>
                </a:lnTo>
                <a:lnTo>
                  <a:pt x="67" y="87"/>
                </a:lnTo>
                <a:lnTo>
                  <a:pt x="67" y="85"/>
                </a:lnTo>
                <a:lnTo>
                  <a:pt x="67" y="83"/>
                </a:lnTo>
                <a:lnTo>
                  <a:pt x="67" y="82"/>
                </a:lnTo>
                <a:lnTo>
                  <a:pt x="68" y="82"/>
                </a:lnTo>
                <a:lnTo>
                  <a:pt x="67" y="81"/>
                </a:lnTo>
                <a:lnTo>
                  <a:pt x="69" y="80"/>
                </a:lnTo>
                <a:lnTo>
                  <a:pt x="70" y="80"/>
                </a:lnTo>
                <a:lnTo>
                  <a:pt x="70" y="80"/>
                </a:lnTo>
                <a:lnTo>
                  <a:pt x="71" y="80"/>
                </a:lnTo>
                <a:lnTo>
                  <a:pt x="73" y="79"/>
                </a:lnTo>
                <a:lnTo>
                  <a:pt x="72" y="79"/>
                </a:lnTo>
                <a:lnTo>
                  <a:pt x="72" y="77"/>
                </a:lnTo>
                <a:lnTo>
                  <a:pt x="73" y="77"/>
                </a:lnTo>
                <a:lnTo>
                  <a:pt x="74" y="74"/>
                </a:lnTo>
                <a:lnTo>
                  <a:pt x="74" y="72"/>
                </a:lnTo>
                <a:lnTo>
                  <a:pt x="75" y="71"/>
                </a:lnTo>
                <a:lnTo>
                  <a:pt x="78" y="71"/>
                </a:lnTo>
                <a:lnTo>
                  <a:pt x="78" y="70"/>
                </a:lnTo>
                <a:lnTo>
                  <a:pt x="80" y="69"/>
                </a:lnTo>
                <a:lnTo>
                  <a:pt x="81" y="69"/>
                </a:lnTo>
                <a:lnTo>
                  <a:pt x="81" y="70"/>
                </a:lnTo>
                <a:lnTo>
                  <a:pt x="83" y="69"/>
                </a:lnTo>
                <a:lnTo>
                  <a:pt x="83" y="68"/>
                </a:lnTo>
                <a:lnTo>
                  <a:pt x="83" y="68"/>
                </a:lnTo>
                <a:lnTo>
                  <a:pt x="83" y="66"/>
                </a:lnTo>
                <a:lnTo>
                  <a:pt x="83" y="65"/>
                </a:lnTo>
                <a:lnTo>
                  <a:pt x="84" y="64"/>
                </a:lnTo>
                <a:lnTo>
                  <a:pt x="85" y="64"/>
                </a:lnTo>
                <a:lnTo>
                  <a:pt x="85" y="63"/>
                </a:lnTo>
                <a:lnTo>
                  <a:pt x="85" y="62"/>
                </a:lnTo>
                <a:lnTo>
                  <a:pt x="85" y="61"/>
                </a:lnTo>
                <a:lnTo>
                  <a:pt x="86" y="60"/>
                </a:lnTo>
                <a:lnTo>
                  <a:pt x="86" y="57"/>
                </a:lnTo>
                <a:lnTo>
                  <a:pt x="88" y="56"/>
                </a:lnTo>
                <a:lnTo>
                  <a:pt x="88" y="57"/>
                </a:lnTo>
                <a:lnTo>
                  <a:pt x="89" y="55"/>
                </a:lnTo>
                <a:lnTo>
                  <a:pt x="89" y="56"/>
                </a:lnTo>
                <a:lnTo>
                  <a:pt x="90" y="56"/>
                </a:lnTo>
                <a:lnTo>
                  <a:pt x="91" y="55"/>
                </a:lnTo>
                <a:lnTo>
                  <a:pt x="90" y="55"/>
                </a:lnTo>
                <a:lnTo>
                  <a:pt x="91" y="53"/>
                </a:lnTo>
                <a:lnTo>
                  <a:pt x="90" y="53"/>
                </a:lnTo>
                <a:lnTo>
                  <a:pt x="90" y="53"/>
                </a:lnTo>
                <a:lnTo>
                  <a:pt x="91" y="52"/>
                </a:lnTo>
                <a:lnTo>
                  <a:pt x="92" y="53"/>
                </a:lnTo>
                <a:lnTo>
                  <a:pt x="92" y="52"/>
                </a:lnTo>
                <a:lnTo>
                  <a:pt x="92" y="51"/>
                </a:lnTo>
                <a:lnTo>
                  <a:pt x="92" y="50"/>
                </a:lnTo>
                <a:lnTo>
                  <a:pt x="95" y="48"/>
                </a:lnTo>
                <a:lnTo>
                  <a:pt x="94" y="49"/>
                </a:lnTo>
                <a:lnTo>
                  <a:pt x="95" y="49"/>
                </a:lnTo>
                <a:lnTo>
                  <a:pt x="96" y="47"/>
                </a:lnTo>
                <a:lnTo>
                  <a:pt x="96" y="47"/>
                </a:lnTo>
                <a:lnTo>
                  <a:pt x="96" y="46"/>
                </a:lnTo>
                <a:lnTo>
                  <a:pt x="96" y="46"/>
                </a:lnTo>
                <a:lnTo>
                  <a:pt x="95" y="46"/>
                </a:lnTo>
                <a:lnTo>
                  <a:pt x="95" y="46"/>
                </a:lnTo>
                <a:lnTo>
                  <a:pt x="94" y="46"/>
                </a:lnTo>
                <a:lnTo>
                  <a:pt x="95" y="46"/>
                </a:lnTo>
                <a:lnTo>
                  <a:pt x="95" y="45"/>
                </a:lnTo>
                <a:lnTo>
                  <a:pt x="94" y="45"/>
                </a:lnTo>
                <a:lnTo>
                  <a:pt x="92" y="44"/>
                </a:lnTo>
                <a:lnTo>
                  <a:pt x="92" y="44"/>
                </a:lnTo>
                <a:lnTo>
                  <a:pt x="93" y="43"/>
                </a:lnTo>
                <a:lnTo>
                  <a:pt x="93" y="43"/>
                </a:lnTo>
                <a:lnTo>
                  <a:pt x="93" y="42"/>
                </a:lnTo>
                <a:lnTo>
                  <a:pt x="96" y="42"/>
                </a:lnTo>
                <a:lnTo>
                  <a:pt x="95" y="41"/>
                </a:lnTo>
                <a:lnTo>
                  <a:pt x="96" y="41"/>
                </a:lnTo>
                <a:lnTo>
                  <a:pt x="96" y="41"/>
                </a:lnTo>
                <a:lnTo>
                  <a:pt x="96" y="45"/>
                </a:lnTo>
                <a:lnTo>
                  <a:pt x="98" y="44"/>
                </a:lnTo>
                <a:lnTo>
                  <a:pt x="99" y="44"/>
                </a:lnTo>
                <a:lnTo>
                  <a:pt x="100" y="43"/>
                </a:lnTo>
                <a:lnTo>
                  <a:pt x="100" y="43"/>
                </a:lnTo>
                <a:lnTo>
                  <a:pt x="101" y="43"/>
                </a:lnTo>
                <a:lnTo>
                  <a:pt x="101" y="42"/>
                </a:lnTo>
                <a:lnTo>
                  <a:pt x="103" y="42"/>
                </a:lnTo>
                <a:lnTo>
                  <a:pt x="102" y="40"/>
                </a:lnTo>
                <a:lnTo>
                  <a:pt x="102" y="39"/>
                </a:lnTo>
                <a:lnTo>
                  <a:pt x="101" y="39"/>
                </a:lnTo>
                <a:lnTo>
                  <a:pt x="101" y="38"/>
                </a:lnTo>
                <a:lnTo>
                  <a:pt x="103" y="37"/>
                </a:lnTo>
                <a:lnTo>
                  <a:pt x="102" y="36"/>
                </a:lnTo>
                <a:lnTo>
                  <a:pt x="103" y="34"/>
                </a:lnTo>
                <a:lnTo>
                  <a:pt x="104" y="34"/>
                </a:lnTo>
                <a:lnTo>
                  <a:pt x="105" y="36"/>
                </a:lnTo>
                <a:lnTo>
                  <a:pt x="105" y="35"/>
                </a:lnTo>
                <a:lnTo>
                  <a:pt x="105" y="34"/>
                </a:lnTo>
                <a:lnTo>
                  <a:pt x="106" y="34"/>
                </a:lnTo>
                <a:lnTo>
                  <a:pt x="106" y="33"/>
                </a:lnTo>
                <a:lnTo>
                  <a:pt x="106" y="32"/>
                </a:lnTo>
                <a:lnTo>
                  <a:pt x="105" y="32"/>
                </a:lnTo>
                <a:lnTo>
                  <a:pt x="104" y="31"/>
                </a:lnTo>
                <a:lnTo>
                  <a:pt x="104" y="30"/>
                </a:lnTo>
                <a:lnTo>
                  <a:pt x="105" y="31"/>
                </a:lnTo>
                <a:lnTo>
                  <a:pt x="106" y="31"/>
                </a:lnTo>
                <a:lnTo>
                  <a:pt x="107" y="31"/>
                </a:lnTo>
                <a:lnTo>
                  <a:pt x="109" y="29"/>
                </a:lnTo>
                <a:lnTo>
                  <a:pt x="110" y="28"/>
                </a:lnTo>
                <a:lnTo>
                  <a:pt x="111" y="27"/>
                </a:lnTo>
                <a:lnTo>
                  <a:pt x="113" y="27"/>
                </a:lnTo>
                <a:lnTo>
                  <a:pt x="113" y="26"/>
                </a:lnTo>
                <a:lnTo>
                  <a:pt x="114" y="26"/>
                </a:lnTo>
                <a:lnTo>
                  <a:pt x="115" y="24"/>
                </a:lnTo>
                <a:lnTo>
                  <a:pt x="115" y="24"/>
                </a:lnTo>
                <a:lnTo>
                  <a:pt x="114" y="25"/>
                </a:lnTo>
                <a:lnTo>
                  <a:pt x="115" y="26"/>
                </a:lnTo>
                <a:lnTo>
                  <a:pt x="116" y="26"/>
                </a:lnTo>
                <a:lnTo>
                  <a:pt x="115" y="25"/>
                </a:lnTo>
                <a:lnTo>
                  <a:pt x="117" y="26"/>
                </a:lnTo>
                <a:lnTo>
                  <a:pt x="117" y="24"/>
                </a:lnTo>
                <a:lnTo>
                  <a:pt x="118" y="23"/>
                </a:lnTo>
                <a:lnTo>
                  <a:pt x="119" y="23"/>
                </a:lnTo>
                <a:lnTo>
                  <a:pt x="119" y="22"/>
                </a:lnTo>
                <a:lnTo>
                  <a:pt x="123" y="19"/>
                </a:lnTo>
                <a:lnTo>
                  <a:pt x="124" y="21"/>
                </a:lnTo>
                <a:lnTo>
                  <a:pt x="124" y="21"/>
                </a:lnTo>
                <a:lnTo>
                  <a:pt x="125" y="20"/>
                </a:lnTo>
                <a:lnTo>
                  <a:pt x="125" y="21"/>
                </a:lnTo>
                <a:lnTo>
                  <a:pt x="126" y="20"/>
                </a:lnTo>
                <a:lnTo>
                  <a:pt x="126" y="21"/>
                </a:lnTo>
                <a:lnTo>
                  <a:pt x="126" y="22"/>
                </a:lnTo>
                <a:lnTo>
                  <a:pt x="129" y="21"/>
                </a:lnTo>
                <a:lnTo>
                  <a:pt x="130" y="20"/>
                </a:lnTo>
                <a:lnTo>
                  <a:pt x="130" y="20"/>
                </a:lnTo>
                <a:lnTo>
                  <a:pt x="131" y="20"/>
                </a:lnTo>
                <a:lnTo>
                  <a:pt x="130" y="19"/>
                </a:lnTo>
                <a:lnTo>
                  <a:pt x="131" y="19"/>
                </a:lnTo>
                <a:lnTo>
                  <a:pt x="131" y="20"/>
                </a:lnTo>
                <a:lnTo>
                  <a:pt x="132" y="19"/>
                </a:lnTo>
                <a:lnTo>
                  <a:pt x="132" y="18"/>
                </a:lnTo>
                <a:lnTo>
                  <a:pt x="132" y="17"/>
                </a:lnTo>
                <a:lnTo>
                  <a:pt x="132" y="16"/>
                </a:lnTo>
                <a:lnTo>
                  <a:pt x="132" y="16"/>
                </a:lnTo>
                <a:lnTo>
                  <a:pt x="130" y="16"/>
                </a:lnTo>
                <a:lnTo>
                  <a:pt x="130" y="14"/>
                </a:lnTo>
                <a:lnTo>
                  <a:pt x="131" y="13"/>
                </a:lnTo>
                <a:lnTo>
                  <a:pt x="132" y="13"/>
                </a:lnTo>
                <a:lnTo>
                  <a:pt x="132" y="13"/>
                </a:lnTo>
                <a:lnTo>
                  <a:pt x="132" y="12"/>
                </a:lnTo>
                <a:lnTo>
                  <a:pt x="132" y="11"/>
                </a:lnTo>
                <a:lnTo>
                  <a:pt x="131" y="11"/>
                </a:lnTo>
                <a:lnTo>
                  <a:pt x="131" y="10"/>
                </a:lnTo>
                <a:lnTo>
                  <a:pt x="132" y="9"/>
                </a:lnTo>
                <a:lnTo>
                  <a:pt x="132" y="9"/>
                </a:lnTo>
                <a:lnTo>
                  <a:pt x="132" y="8"/>
                </a:lnTo>
                <a:lnTo>
                  <a:pt x="133" y="8"/>
                </a:lnTo>
                <a:lnTo>
                  <a:pt x="133" y="8"/>
                </a:lnTo>
                <a:lnTo>
                  <a:pt x="133" y="7"/>
                </a:lnTo>
                <a:lnTo>
                  <a:pt x="132" y="7"/>
                </a:lnTo>
                <a:lnTo>
                  <a:pt x="130" y="8"/>
                </a:lnTo>
                <a:lnTo>
                  <a:pt x="129" y="8"/>
                </a:lnTo>
                <a:lnTo>
                  <a:pt x="129" y="7"/>
                </a:lnTo>
                <a:lnTo>
                  <a:pt x="127" y="8"/>
                </a:lnTo>
                <a:lnTo>
                  <a:pt x="126" y="8"/>
                </a:lnTo>
                <a:lnTo>
                  <a:pt x="126" y="8"/>
                </a:lnTo>
                <a:lnTo>
                  <a:pt x="125" y="7"/>
                </a:lnTo>
                <a:lnTo>
                  <a:pt x="124" y="8"/>
                </a:lnTo>
                <a:lnTo>
                  <a:pt x="123" y="7"/>
                </a:lnTo>
                <a:lnTo>
                  <a:pt x="123" y="6"/>
                </a:lnTo>
                <a:lnTo>
                  <a:pt x="123" y="6"/>
                </a:lnTo>
                <a:lnTo>
                  <a:pt x="121" y="7"/>
                </a:lnTo>
                <a:lnTo>
                  <a:pt x="120" y="7"/>
                </a:lnTo>
                <a:lnTo>
                  <a:pt x="119" y="8"/>
                </a:lnTo>
                <a:lnTo>
                  <a:pt x="115" y="9"/>
                </a:lnTo>
                <a:lnTo>
                  <a:pt x="114" y="9"/>
                </a:lnTo>
                <a:lnTo>
                  <a:pt x="113" y="10"/>
                </a:lnTo>
                <a:lnTo>
                  <a:pt x="111" y="9"/>
                </a:lnTo>
                <a:lnTo>
                  <a:pt x="111" y="8"/>
                </a:lnTo>
                <a:lnTo>
                  <a:pt x="110" y="8"/>
                </a:lnTo>
                <a:lnTo>
                  <a:pt x="110" y="7"/>
                </a:lnTo>
                <a:lnTo>
                  <a:pt x="110" y="7"/>
                </a:lnTo>
                <a:lnTo>
                  <a:pt x="109" y="6"/>
                </a:lnTo>
                <a:lnTo>
                  <a:pt x="109" y="6"/>
                </a:lnTo>
                <a:lnTo>
                  <a:pt x="109" y="7"/>
                </a:lnTo>
                <a:lnTo>
                  <a:pt x="108" y="8"/>
                </a:lnTo>
                <a:lnTo>
                  <a:pt x="106" y="8"/>
                </a:lnTo>
                <a:lnTo>
                  <a:pt x="105" y="7"/>
                </a:lnTo>
                <a:lnTo>
                  <a:pt x="105" y="5"/>
                </a:lnTo>
                <a:lnTo>
                  <a:pt x="104" y="5"/>
                </a:lnTo>
                <a:lnTo>
                  <a:pt x="103" y="5"/>
                </a:lnTo>
                <a:lnTo>
                  <a:pt x="101" y="4"/>
                </a:lnTo>
                <a:lnTo>
                  <a:pt x="101" y="3"/>
                </a:lnTo>
                <a:lnTo>
                  <a:pt x="97" y="4"/>
                </a:lnTo>
                <a:lnTo>
                  <a:pt x="95" y="5"/>
                </a:lnTo>
                <a:lnTo>
                  <a:pt x="93" y="6"/>
                </a:lnTo>
                <a:lnTo>
                  <a:pt x="91" y="8"/>
                </a:lnTo>
                <a:lnTo>
                  <a:pt x="89" y="8"/>
                </a:lnTo>
                <a:lnTo>
                  <a:pt x="89" y="9"/>
                </a:lnTo>
                <a:lnTo>
                  <a:pt x="90" y="9"/>
                </a:lnTo>
                <a:lnTo>
                  <a:pt x="90" y="9"/>
                </a:lnTo>
                <a:lnTo>
                  <a:pt x="89" y="10"/>
                </a:lnTo>
                <a:lnTo>
                  <a:pt x="89" y="10"/>
                </a:lnTo>
                <a:lnTo>
                  <a:pt x="90" y="11"/>
                </a:lnTo>
                <a:lnTo>
                  <a:pt x="88" y="13"/>
                </a:lnTo>
                <a:lnTo>
                  <a:pt x="85" y="15"/>
                </a:lnTo>
                <a:lnTo>
                  <a:pt x="85" y="16"/>
                </a:lnTo>
                <a:lnTo>
                  <a:pt x="83" y="16"/>
                </a:lnTo>
                <a:lnTo>
                  <a:pt x="83" y="17"/>
                </a:lnTo>
                <a:lnTo>
                  <a:pt x="84" y="18"/>
                </a:lnTo>
                <a:lnTo>
                  <a:pt x="84" y="19"/>
                </a:lnTo>
                <a:lnTo>
                  <a:pt x="82" y="22"/>
                </a:lnTo>
                <a:lnTo>
                  <a:pt x="81" y="22"/>
                </a:lnTo>
                <a:lnTo>
                  <a:pt x="79" y="23"/>
                </a:lnTo>
                <a:lnTo>
                  <a:pt x="75" y="23"/>
                </a:lnTo>
                <a:lnTo>
                  <a:pt x="74" y="23"/>
                </a:lnTo>
                <a:lnTo>
                  <a:pt x="74" y="22"/>
                </a:lnTo>
                <a:lnTo>
                  <a:pt x="73" y="21"/>
                </a:lnTo>
                <a:lnTo>
                  <a:pt x="72" y="21"/>
                </a:lnTo>
                <a:lnTo>
                  <a:pt x="72" y="20"/>
                </a:lnTo>
                <a:lnTo>
                  <a:pt x="71" y="21"/>
                </a:lnTo>
                <a:lnTo>
                  <a:pt x="71" y="21"/>
                </a:lnTo>
                <a:lnTo>
                  <a:pt x="70" y="21"/>
                </a:lnTo>
                <a:lnTo>
                  <a:pt x="70" y="21"/>
                </a:lnTo>
                <a:lnTo>
                  <a:pt x="70" y="21"/>
                </a:lnTo>
                <a:lnTo>
                  <a:pt x="69" y="20"/>
                </a:lnTo>
                <a:lnTo>
                  <a:pt x="69" y="20"/>
                </a:lnTo>
                <a:lnTo>
                  <a:pt x="67" y="15"/>
                </a:lnTo>
                <a:lnTo>
                  <a:pt x="67" y="13"/>
                </a:lnTo>
                <a:lnTo>
                  <a:pt x="68" y="12"/>
                </a:lnTo>
                <a:lnTo>
                  <a:pt x="72" y="11"/>
                </a:lnTo>
                <a:lnTo>
                  <a:pt x="72" y="8"/>
                </a:lnTo>
                <a:lnTo>
                  <a:pt x="72" y="7"/>
                </a:lnTo>
                <a:lnTo>
                  <a:pt x="71" y="6"/>
                </a:lnTo>
                <a:lnTo>
                  <a:pt x="71" y="7"/>
                </a:lnTo>
                <a:lnTo>
                  <a:pt x="70" y="8"/>
                </a:lnTo>
                <a:lnTo>
                  <a:pt x="69" y="7"/>
                </a:lnTo>
                <a:lnTo>
                  <a:pt x="69" y="6"/>
                </a:lnTo>
                <a:lnTo>
                  <a:pt x="66" y="4"/>
                </a:lnTo>
                <a:lnTo>
                  <a:pt x="66" y="2"/>
                </a:lnTo>
                <a:lnTo>
                  <a:pt x="64" y="1"/>
                </a:lnTo>
                <a:lnTo>
                  <a:pt x="63" y="1"/>
                </a:lnTo>
                <a:lnTo>
                  <a:pt x="59" y="2"/>
                </a:lnTo>
                <a:lnTo>
                  <a:pt x="59" y="2"/>
                </a:lnTo>
                <a:lnTo>
                  <a:pt x="59" y="4"/>
                </a:lnTo>
                <a:lnTo>
                  <a:pt x="58" y="4"/>
                </a:lnTo>
                <a:lnTo>
                  <a:pt x="57" y="3"/>
                </a:lnTo>
                <a:lnTo>
                  <a:pt x="56" y="3"/>
                </a:lnTo>
                <a:lnTo>
                  <a:pt x="56" y="3"/>
                </a:lnTo>
                <a:lnTo>
                  <a:pt x="52" y="3"/>
                </a:lnTo>
                <a:lnTo>
                  <a:pt x="52" y="2"/>
                </a:lnTo>
                <a:lnTo>
                  <a:pt x="50" y="2"/>
                </a:lnTo>
                <a:lnTo>
                  <a:pt x="49" y="2"/>
                </a:lnTo>
                <a:lnTo>
                  <a:pt x="46" y="1"/>
                </a:lnTo>
                <a:lnTo>
                  <a:pt x="46" y="0"/>
                </a:lnTo>
                <a:lnTo>
                  <a:pt x="45" y="2"/>
                </a:lnTo>
                <a:lnTo>
                  <a:pt x="44" y="4"/>
                </a:lnTo>
                <a:lnTo>
                  <a:pt x="45" y="4"/>
                </a:lnTo>
                <a:lnTo>
                  <a:pt x="44" y="6"/>
                </a:lnTo>
                <a:lnTo>
                  <a:pt x="42" y="6"/>
                </a:lnTo>
                <a:lnTo>
                  <a:pt x="41" y="7"/>
                </a:lnTo>
                <a:lnTo>
                  <a:pt x="41" y="9"/>
                </a:lnTo>
                <a:lnTo>
                  <a:pt x="40" y="11"/>
                </a:lnTo>
                <a:lnTo>
                  <a:pt x="33" y="12"/>
                </a:lnTo>
                <a:lnTo>
                  <a:pt x="33" y="13"/>
                </a:lnTo>
                <a:lnTo>
                  <a:pt x="29" y="13"/>
                </a:lnTo>
                <a:lnTo>
                  <a:pt x="28" y="14"/>
                </a:lnTo>
                <a:lnTo>
                  <a:pt x="28" y="15"/>
                </a:lnTo>
                <a:lnTo>
                  <a:pt x="27" y="16"/>
                </a:lnTo>
                <a:lnTo>
                  <a:pt x="26" y="18"/>
                </a:lnTo>
                <a:lnTo>
                  <a:pt x="23" y="21"/>
                </a:lnTo>
                <a:lnTo>
                  <a:pt x="23" y="22"/>
                </a:lnTo>
                <a:lnTo>
                  <a:pt x="22" y="21"/>
                </a:lnTo>
                <a:lnTo>
                  <a:pt x="22" y="20"/>
                </a:lnTo>
                <a:lnTo>
                  <a:pt x="21" y="20"/>
                </a:lnTo>
                <a:lnTo>
                  <a:pt x="20" y="21"/>
                </a:lnTo>
                <a:lnTo>
                  <a:pt x="21" y="22"/>
                </a:lnTo>
                <a:lnTo>
                  <a:pt x="20" y="23"/>
                </a:lnTo>
                <a:lnTo>
                  <a:pt x="20" y="22"/>
                </a:lnTo>
                <a:lnTo>
                  <a:pt x="19" y="22"/>
                </a:lnTo>
                <a:lnTo>
                  <a:pt x="20" y="23"/>
                </a:lnTo>
                <a:lnTo>
                  <a:pt x="20" y="24"/>
                </a:lnTo>
                <a:lnTo>
                  <a:pt x="21" y="24"/>
                </a:lnTo>
                <a:lnTo>
                  <a:pt x="20" y="25"/>
                </a:lnTo>
                <a:lnTo>
                  <a:pt x="19" y="25"/>
                </a:lnTo>
                <a:lnTo>
                  <a:pt x="15" y="26"/>
                </a:lnTo>
                <a:lnTo>
                  <a:pt x="16" y="28"/>
                </a:lnTo>
                <a:lnTo>
                  <a:pt x="15" y="29"/>
                </a:lnTo>
                <a:lnTo>
                  <a:pt x="15" y="30"/>
                </a:lnTo>
                <a:lnTo>
                  <a:pt x="14" y="30"/>
                </a:lnTo>
                <a:lnTo>
                  <a:pt x="14" y="31"/>
                </a:lnTo>
                <a:lnTo>
                  <a:pt x="13" y="34"/>
                </a:lnTo>
                <a:lnTo>
                  <a:pt x="13" y="35"/>
                </a:lnTo>
                <a:lnTo>
                  <a:pt x="13" y="36"/>
                </a:lnTo>
                <a:lnTo>
                  <a:pt x="12" y="37"/>
                </a:lnTo>
                <a:lnTo>
                  <a:pt x="12" y="39"/>
                </a:lnTo>
                <a:lnTo>
                  <a:pt x="8" y="40"/>
                </a:lnTo>
                <a:lnTo>
                  <a:pt x="8" y="41"/>
                </a:lnTo>
                <a:lnTo>
                  <a:pt x="6" y="43"/>
                </a:lnTo>
                <a:lnTo>
                  <a:pt x="6" y="45"/>
                </a:lnTo>
                <a:lnTo>
                  <a:pt x="5" y="46"/>
                </a:lnTo>
                <a:lnTo>
                  <a:pt x="5" y="47"/>
                </a:lnTo>
                <a:lnTo>
                  <a:pt x="6" y="47"/>
                </a:lnTo>
                <a:lnTo>
                  <a:pt x="6" y="48"/>
                </a:lnTo>
                <a:lnTo>
                  <a:pt x="6" y="49"/>
                </a:lnTo>
                <a:lnTo>
                  <a:pt x="7" y="51"/>
                </a:lnTo>
                <a:lnTo>
                  <a:pt x="8" y="50"/>
                </a:lnTo>
                <a:lnTo>
                  <a:pt x="8" y="51"/>
                </a:lnTo>
                <a:lnTo>
                  <a:pt x="9" y="51"/>
                </a:lnTo>
                <a:lnTo>
                  <a:pt x="10" y="55"/>
                </a:lnTo>
                <a:lnTo>
                  <a:pt x="9" y="57"/>
                </a:lnTo>
                <a:lnTo>
                  <a:pt x="8" y="58"/>
                </a:lnTo>
                <a:lnTo>
                  <a:pt x="8" y="60"/>
                </a:lnTo>
                <a:lnTo>
                  <a:pt x="8" y="62"/>
                </a:lnTo>
                <a:lnTo>
                  <a:pt x="8" y="63"/>
                </a:lnTo>
                <a:lnTo>
                  <a:pt x="10" y="60"/>
                </a:lnTo>
                <a:lnTo>
                  <a:pt x="13" y="59"/>
                </a:lnTo>
                <a:lnTo>
                  <a:pt x="14" y="58"/>
                </a:lnTo>
                <a:lnTo>
                  <a:pt x="15" y="57"/>
                </a:lnTo>
                <a:lnTo>
                  <a:pt x="16" y="56"/>
                </a:lnTo>
                <a:lnTo>
                  <a:pt x="17" y="57"/>
                </a:lnTo>
                <a:lnTo>
                  <a:pt x="19" y="55"/>
                </a:lnTo>
                <a:lnTo>
                  <a:pt x="20" y="54"/>
                </a:lnTo>
                <a:lnTo>
                  <a:pt x="21" y="54"/>
                </a:lnTo>
                <a:lnTo>
                  <a:pt x="20" y="57"/>
                </a:lnTo>
                <a:lnTo>
                  <a:pt x="18" y="57"/>
                </a:lnTo>
                <a:lnTo>
                  <a:pt x="18" y="58"/>
                </a:lnTo>
                <a:lnTo>
                  <a:pt x="17" y="58"/>
                </a:lnTo>
                <a:lnTo>
                  <a:pt x="17" y="59"/>
                </a:lnTo>
                <a:lnTo>
                  <a:pt x="17" y="60"/>
                </a:lnTo>
                <a:lnTo>
                  <a:pt x="16" y="60"/>
                </a:lnTo>
                <a:lnTo>
                  <a:pt x="15" y="61"/>
                </a:lnTo>
                <a:lnTo>
                  <a:pt x="14" y="62"/>
                </a:lnTo>
                <a:lnTo>
                  <a:pt x="14" y="63"/>
                </a:lnTo>
                <a:lnTo>
                  <a:pt x="11" y="63"/>
                </a:lnTo>
                <a:lnTo>
                  <a:pt x="11" y="64"/>
                </a:lnTo>
                <a:lnTo>
                  <a:pt x="9" y="67"/>
                </a:lnTo>
                <a:lnTo>
                  <a:pt x="9" y="68"/>
                </a:lnTo>
                <a:lnTo>
                  <a:pt x="9" y="69"/>
                </a:lnTo>
                <a:lnTo>
                  <a:pt x="8" y="70"/>
                </a:lnTo>
                <a:lnTo>
                  <a:pt x="7" y="71"/>
                </a:lnTo>
                <a:lnTo>
                  <a:pt x="5" y="71"/>
                </a:lnTo>
                <a:lnTo>
                  <a:pt x="5" y="72"/>
                </a:lnTo>
                <a:lnTo>
                  <a:pt x="4" y="71"/>
                </a:lnTo>
                <a:lnTo>
                  <a:pt x="4" y="72"/>
                </a:lnTo>
                <a:lnTo>
                  <a:pt x="4" y="72"/>
                </a:lnTo>
                <a:lnTo>
                  <a:pt x="2" y="76"/>
                </a:lnTo>
                <a:lnTo>
                  <a:pt x="2" y="77"/>
                </a:lnTo>
                <a:lnTo>
                  <a:pt x="1" y="77"/>
                </a:lnTo>
                <a:lnTo>
                  <a:pt x="0" y="78"/>
                </a:lnTo>
                <a:lnTo>
                  <a:pt x="1" y="79"/>
                </a:lnTo>
                <a:lnTo>
                  <a:pt x="0" y="80"/>
                </a:lnTo>
                <a:lnTo>
                  <a:pt x="1" y="80"/>
                </a:lnTo>
                <a:lnTo>
                  <a:pt x="0" y="81"/>
                </a:lnTo>
                <a:lnTo>
                  <a:pt x="1" y="81"/>
                </a:lnTo>
                <a:lnTo>
                  <a:pt x="2" y="82"/>
                </a:lnTo>
                <a:lnTo>
                  <a:pt x="3" y="81"/>
                </a:lnTo>
                <a:lnTo>
                  <a:pt x="4" y="82"/>
                </a:lnTo>
                <a:lnTo>
                  <a:pt x="5" y="81"/>
                </a:lnTo>
                <a:lnTo>
                  <a:pt x="6" y="81"/>
                </a:lnTo>
                <a:lnTo>
                  <a:pt x="7" y="82"/>
                </a:lnTo>
                <a:lnTo>
                  <a:pt x="8" y="81"/>
                </a:lnTo>
                <a:lnTo>
                  <a:pt x="8" y="83"/>
                </a:lnTo>
                <a:lnTo>
                  <a:pt x="8" y="83"/>
                </a:lnTo>
                <a:lnTo>
                  <a:pt x="8" y="83"/>
                </a:lnTo>
                <a:lnTo>
                  <a:pt x="9" y="84"/>
                </a:lnTo>
                <a:lnTo>
                  <a:pt x="10" y="84"/>
                </a:lnTo>
                <a:lnTo>
                  <a:pt x="12" y="85"/>
                </a:lnTo>
                <a:lnTo>
                  <a:pt x="13" y="88"/>
                </a:lnTo>
                <a:lnTo>
                  <a:pt x="15" y="90"/>
                </a:lnTo>
                <a:lnTo>
                  <a:pt x="16" y="89"/>
                </a:lnTo>
                <a:lnTo>
                  <a:pt x="17" y="90"/>
                </a:lnTo>
                <a:lnTo>
                  <a:pt x="17" y="89"/>
                </a:lnTo>
                <a:lnTo>
                  <a:pt x="20" y="89"/>
                </a:lnTo>
                <a:lnTo>
                  <a:pt x="23" y="88"/>
                </a:lnTo>
                <a:lnTo>
                  <a:pt x="23" y="88"/>
                </a:lnTo>
                <a:lnTo>
                  <a:pt x="23" y="88"/>
                </a:lnTo>
                <a:lnTo>
                  <a:pt x="25" y="88"/>
                </a:lnTo>
                <a:lnTo>
                  <a:pt x="26" y="89"/>
                </a:lnTo>
                <a:lnTo>
                  <a:pt x="26" y="88"/>
                </a:lnTo>
                <a:lnTo>
                  <a:pt x="27" y="89"/>
                </a:lnTo>
                <a:lnTo>
                  <a:pt x="28" y="87"/>
                </a:lnTo>
                <a:lnTo>
                  <a:pt x="29" y="87"/>
                </a:lnTo>
                <a:lnTo>
                  <a:pt x="29" y="87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562349" y="3910319"/>
            <a:ext cx="743908" cy="705430"/>
          </a:xfrm>
          <a:custGeom>
            <a:avLst/>
            <a:gdLst/>
            <a:ahLst/>
            <a:cxnLst/>
            <a:rect l="l" t="t" r="r" b="b"/>
            <a:pathLst>
              <a:path w="116" h="110">
                <a:moveTo>
                  <a:pt x="47" y="93"/>
                </a:moveTo>
                <a:lnTo>
                  <a:pt x="48" y="93"/>
                </a:lnTo>
                <a:lnTo>
                  <a:pt x="49" y="92"/>
                </a:lnTo>
                <a:lnTo>
                  <a:pt x="50" y="92"/>
                </a:lnTo>
                <a:lnTo>
                  <a:pt x="50" y="92"/>
                </a:lnTo>
                <a:lnTo>
                  <a:pt x="52" y="92"/>
                </a:lnTo>
                <a:lnTo>
                  <a:pt x="52" y="91"/>
                </a:lnTo>
                <a:lnTo>
                  <a:pt x="53" y="91"/>
                </a:lnTo>
                <a:lnTo>
                  <a:pt x="54" y="91"/>
                </a:lnTo>
                <a:lnTo>
                  <a:pt x="54" y="91"/>
                </a:lnTo>
                <a:lnTo>
                  <a:pt x="54" y="92"/>
                </a:lnTo>
                <a:lnTo>
                  <a:pt x="55" y="92"/>
                </a:lnTo>
                <a:lnTo>
                  <a:pt x="55" y="91"/>
                </a:lnTo>
                <a:lnTo>
                  <a:pt x="56" y="90"/>
                </a:lnTo>
                <a:lnTo>
                  <a:pt x="58" y="92"/>
                </a:lnTo>
                <a:lnTo>
                  <a:pt x="58" y="93"/>
                </a:lnTo>
                <a:lnTo>
                  <a:pt x="59" y="93"/>
                </a:lnTo>
                <a:lnTo>
                  <a:pt x="60" y="94"/>
                </a:lnTo>
                <a:lnTo>
                  <a:pt x="64" y="91"/>
                </a:lnTo>
                <a:lnTo>
                  <a:pt x="64" y="90"/>
                </a:lnTo>
                <a:lnTo>
                  <a:pt x="66" y="90"/>
                </a:lnTo>
                <a:lnTo>
                  <a:pt x="67" y="91"/>
                </a:lnTo>
                <a:lnTo>
                  <a:pt x="66" y="92"/>
                </a:lnTo>
                <a:lnTo>
                  <a:pt x="67" y="93"/>
                </a:lnTo>
                <a:lnTo>
                  <a:pt x="66" y="93"/>
                </a:lnTo>
                <a:lnTo>
                  <a:pt x="67" y="95"/>
                </a:lnTo>
                <a:lnTo>
                  <a:pt x="67" y="97"/>
                </a:lnTo>
                <a:lnTo>
                  <a:pt x="66" y="97"/>
                </a:lnTo>
                <a:lnTo>
                  <a:pt x="66" y="97"/>
                </a:lnTo>
                <a:lnTo>
                  <a:pt x="68" y="98"/>
                </a:lnTo>
                <a:lnTo>
                  <a:pt x="67" y="100"/>
                </a:lnTo>
                <a:lnTo>
                  <a:pt x="68" y="100"/>
                </a:lnTo>
                <a:lnTo>
                  <a:pt x="68" y="101"/>
                </a:lnTo>
                <a:lnTo>
                  <a:pt x="69" y="101"/>
                </a:lnTo>
                <a:lnTo>
                  <a:pt x="69" y="102"/>
                </a:lnTo>
                <a:lnTo>
                  <a:pt x="69" y="103"/>
                </a:lnTo>
                <a:lnTo>
                  <a:pt x="70" y="103"/>
                </a:lnTo>
                <a:lnTo>
                  <a:pt x="70" y="102"/>
                </a:lnTo>
                <a:lnTo>
                  <a:pt x="71" y="102"/>
                </a:lnTo>
                <a:lnTo>
                  <a:pt x="71" y="104"/>
                </a:lnTo>
                <a:lnTo>
                  <a:pt x="72" y="105"/>
                </a:lnTo>
                <a:lnTo>
                  <a:pt x="74" y="104"/>
                </a:lnTo>
                <a:lnTo>
                  <a:pt x="75" y="102"/>
                </a:lnTo>
                <a:lnTo>
                  <a:pt x="76" y="102"/>
                </a:lnTo>
                <a:lnTo>
                  <a:pt x="76" y="102"/>
                </a:lnTo>
                <a:lnTo>
                  <a:pt x="78" y="104"/>
                </a:lnTo>
                <a:lnTo>
                  <a:pt x="79" y="104"/>
                </a:lnTo>
                <a:lnTo>
                  <a:pt x="81" y="104"/>
                </a:lnTo>
                <a:lnTo>
                  <a:pt x="82" y="104"/>
                </a:lnTo>
                <a:lnTo>
                  <a:pt x="83" y="103"/>
                </a:lnTo>
                <a:lnTo>
                  <a:pt x="83" y="103"/>
                </a:lnTo>
                <a:lnTo>
                  <a:pt x="83" y="106"/>
                </a:lnTo>
                <a:lnTo>
                  <a:pt x="83" y="106"/>
                </a:lnTo>
                <a:lnTo>
                  <a:pt x="83" y="108"/>
                </a:lnTo>
                <a:lnTo>
                  <a:pt x="85" y="107"/>
                </a:lnTo>
                <a:lnTo>
                  <a:pt x="86" y="108"/>
                </a:lnTo>
                <a:lnTo>
                  <a:pt x="87" y="108"/>
                </a:lnTo>
                <a:lnTo>
                  <a:pt x="88" y="109"/>
                </a:lnTo>
                <a:lnTo>
                  <a:pt x="89" y="110"/>
                </a:lnTo>
                <a:lnTo>
                  <a:pt x="91" y="109"/>
                </a:lnTo>
                <a:lnTo>
                  <a:pt x="92" y="109"/>
                </a:lnTo>
                <a:lnTo>
                  <a:pt x="92" y="108"/>
                </a:lnTo>
                <a:lnTo>
                  <a:pt x="93" y="108"/>
                </a:lnTo>
                <a:lnTo>
                  <a:pt x="94" y="106"/>
                </a:lnTo>
                <a:lnTo>
                  <a:pt x="95" y="106"/>
                </a:lnTo>
                <a:lnTo>
                  <a:pt x="96" y="107"/>
                </a:lnTo>
                <a:lnTo>
                  <a:pt x="96" y="107"/>
                </a:lnTo>
                <a:lnTo>
                  <a:pt x="96" y="109"/>
                </a:lnTo>
                <a:lnTo>
                  <a:pt x="97" y="110"/>
                </a:lnTo>
                <a:lnTo>
                  <a:pt x="97" y="110"/>
                </a:lnTo>
                <a:lnTo>
                  <a:pt x="98" y="110"/>
                </a:lnTo>
                <a:lnTo>
                  <a:pt x="99" y="110"/>
                </a:lnTo>
                <a:lnTo>
                  <a:pt x="99" y="109"/>
                </a:lnTo>
                <a:lnTo>
                  <a:pt x="99" y="108"/>
                </a:lnTo>
                <a:lnTo>
                  <a:pt x="100" y="107"/>
                </a:lnTo>
                <a:lnTo>
                  <a:pt x="100" y="105"/>
                </a:lnTo>
                <a:lnTo>
                  <a:pt x="101" y="105"/>
                </a:lnTo>
                <a:lnTo>
                  <a:pt x="100" y="104"/>
                </a:lnTo>
                <a:lnTo>
                  <a:pt x="101" y="103"/>
                </a:lnTo>
                <a:lnTo>
                  <a:pt x="104" y="101"/>
                </a:lnTo>
                <a:lnTo>
                  <a:pt x="108" y="100"/>
                </a:lnTo>
                <a:lnTo>
                  <a:pt x="108" y="99"/>
                </a:lnTo>
                <a:lnTo>
                  <a:pt x="108" y="99"/>
                </a:lnTo>
                <a:lnTo>
                  <a:pt x="108" y="98"/>
                </a:lnTo>
                <a:lnTo>
                  <a:pt x="108" y="97"/>
                </a:lnTo>
                <a:lnTo>
                  <a:pt x="108" y="97"/>
                </a:lnTo>
                <a:lnTo>
                  <a:pt x="108" y="91"/>
                </a:lnTo>
                <a:lnTo>
                  <a:pt x="107" y="90"/>
                </a:lnTo>
                <a:lnTo>
                  <a:pt x="106" y="86"/>
                </a:lnTo>
                <a:lnTo>
                  <a:pt x="106" y="85"/>
                </a:lnTo>
                <a:lnTo>
                  <a:pt x="106" y="84"/>
                </a:lnTo>
                <a:lnTo>
                  <a:pt x="105" y="84"/>
                </a:lnTo>
                <a:lnTo>
                  <a:pt x="106" y="82"/>
                </a:lnTo>
                <a:lnTo>
                  <a:pt x="106" y="82"/>
                </a:lnTo>
                <a:lnTo>
                  <a:pt x="104" y="85"/>
                </a:lnTo>
                <a:lnTo>
                  <a:pt x="104" y="84"/>
                </a:lnTo>
                <a:lnTo>
                  <a:pt x="103" y="85"/>
                </a:lnTo>
                <a:lnTo>
                  <a:pt x="103" y="84"/>
                </a:lnTo>
                <a:lnTo>
                  <a:pt x="102" y="86"/>
                </a:lnTo>
                <a:lnTo>
                  <a:pt x="102" y="86"/>
                </a:lnTo>
                <a:lnTo>
                  <a:pt x="101" y="87"/>
                </a:lnTo>
                <a:lnTo>
                  <a:pt x="101" y="86"/>
                </a:lnTo>
                <a:lnTo>
                  <a:pt x="100" y="86"/>
                </a:lnTo>
                <a:lnTo>
                  <a:pt x="99" y="86"/>
                </a:lnTo>
                <a:lnTo>
                  <a:pt x="99" y="85"/>
                </a:lnTo>
                <a:lnTo>
                  <a:pt x="97" y="84"/>
                </a:lnTo>
                <a:lnTo>
                  <a:pt x="97" y="83"/>
                </a:lnTo>
                <a:lnTo>
                  <a:pt x="95" y="84"/>
                </a:lnTo>
                <a:lnTo>
                  <a:pt x="95" y="83"/>
                </a:lnTo>
                <a:lnTo>
                  <a:pt x="93" y="83"/>
                </a:lnTo>
                <a:lnTo>
                  <a:pt x="92" y="80"/>
                </a:lnTo>
                <a:lnTo>
                  <a:pt x="93" y="79"/>
                </a:lnTo>
                <a:lnTo>
                  <a:pt x="92" y="78"/>
                </a:lnTo>
                <a:lnTo>
                  <a:pt x="92" y="77"/>
                </a:lnTo>
                <a:lnTo>
                  <a:pt x="91" y="77"/>
                </a:lnTo>
                <a:lnTo>
                  <a:pt x="91" y="76"/>
                </a:lnTo>
                <a:lnTo>
                  <a:pt x="89" y="76"/>
                </a:lnTo>
                <a:lnTo>
                  <a:pt x="89" y="76"/>
                </a:lnTo>
                <a:lnTo>
                  <a:pt x="87" y="76"/>
                </a:lnTo>
                <a:lnTo>
                  <a:pt x="86" y="75"/>
                </a:lnTo>
                <a:lnTo>
                  <a:pt x="86" y="74"/>
                </a:lnTo>
                <a:lnTo>
                  <a:pt x="87" y="74"/>
                </a:lnTo>
                <a:lnTo>
                  <a:pt x="86" y="73"/>
                </a:lnTo>
                <a:lnTo>
                  <a:pt x="86" y="73"/>
                </a:lnTo>
                <a:lnTo>
                  <a:pt x="86" y="72"/>
                </a:lnTo>
                <a:lnTo>
                  <a:pt x="87" y="71"/>
                </a:lnTo>
                <a:lnTo>
                  <a:pt x="87" y="71"/>
                </a:lnTo>
                <a:lnTo>
                  <a:pt x="88" y="72"/>
                </a:lnTo>
                <a:lnTo>
                  <a:pt x="89" y="72"/>
                </a:lnTo>
                <a:lnTo>
                  <a:pt x="91" y="72"/>
                </a:lnTo>
                <a:lnTo>
                  <a:pt x="92" y="71"/>
                </a:lnTo>
                <a:lnTo>
                  <a:pt x="93" y="71"/>
                </a:lnTo>
                <a:lnTo>
                  <a:pt x="94" y="70"/>
                </a:lnTo>
                <a:lnTo>
                  <a:pt x="93" y="69"/>
                </a:lnTo>
                <a:lnTo>
                  <a:pt x="94" y="68"/>
                </a:lnTo>
                <a:lnTo>
                  <a:pt x="94" y="67"/>
                </a:lnTo>
                <a:lnTo>
                  <a:pt x="94" y="67"/>
                </a:lnTo>
                <a:lnTo>
                  <a:pt x="94" y="66"/>
                </a:lnTo>
                <a:lnTo>
                  <a:pt x="94" y="65"/>
                </a:lnTo>
                <a:lnTo>
                  <a:pt x="93" y="65"/>
                </a:lnTo>
                <a:lnTo>
                  <a:pt x="93" y="63"/>
                </a:lnTo>
                <a:lnTo>
                  <a:pt x="94" y="64"/>
                </a:lnTo>
                <a:lnTo>
                  <a:pt x="93" y="62"/>
                </a:lnTo>
                <a:lnTo>
                  <a:pt x="94" y="62"/>
                </a:lnTo>
                <a:lnTo>
                  <a:pt x="94" y="62"/>
                </a:lnTo>
                <a:lnTo>
                  <a:pt x="95" y="61"/>
                </a:lnTo>
                <a:lnTo>
                  <a:pt x="96" y="61"/>
                </a:lnTo>
                <a:lnTo>
                  <a:pt x="99" y="60"/>
                </a:lnTo>
                <a:lnTo>
                  <a:pt x="98" y="58"/>
                </a:lnTo>
                <a:lnTo>
                  <a:pt x="98" y="57"/>
                </a:lnTo>
                <a:lnTo>
                  <a:pt x="97" y="56"/>
                </a:lnTo>
                <a:lnTo>
                  <a:pt x="97" y="55"/>
                </a:lnTo>
                <a:lnTo>
                  <a:pt x="98" y="56"/>
                </a:lnTo>
                <a:lnTo>
                  <a:pt x="98" y="53"/>
                </a:lnTo>
                <a:lnTo>
                  <a:pt x="96" y="53"/>
                </a:lnTo>
                <a:lnTo>
                  <a:pt x="97" y="50"/>
                </a:lnTo>
                <a:lnTo>
                  <a:pt x="99" y="49"/>
                </a:lnTo>
                <a:lnTo>
                  <a:pt x="101" y="49"/>
                </a:lnTo>
                <a:lnTo>
                  <a:pt x="102" y="50"/>
                </a:lnTo>
                <a:lnTo>
                  <a:pt x="102" y="50"/>
                </a:lnTo>
                <a:lnTo>
                  <a:pt x="102" y="49"/>
                </a:lnTo>
                <a:lnTo>
                  <a:pt x="104" y="50"/>
                </a:lnTo>
                <a:lnTo>
                  <a:pt x="104" y="51"/>
                </a:lnTo>
                <a:lnTo>
                  <a:pt x="104" y="52"/>
                </a:lnTo>
                <a:lnTo>
                  <a:pt x="106" y="53"/>
                </a:lnTo>
                <a:lnTo>
                  <a:pt x="106" y="54"/>
                </a:lnTo>
                <a:lnTo>
                  <a:pt x="106" y="55"/>
                </a:lnTo>
                <a:lnTo>
                  <a:pt x="107" y="54"/>
                </a:lnTo>
                <a:lnTo>
                  <a:pt x="108" y="56"/>
                </a:lnTo>
                <a:lnTo>
                  <a:pt x="110" y="55"/>
                </a:lnTo>
                <a:lnTo>
                  <a:pt x="111" y="54"/>
                </a:lnTo>
                <a:lnTo>
                  <a:pt x="113" y="53"/>
                </a:lnTo>
                <a:lnTo>
                  <a:pt x="113" y="52"/>
                </a:lnTo>
                <a:lnTo>
                  <a:pt x="115" y="51"/>
                </a:lnTo>
                <a:lnTo>
                  <a:pt x="115" y="51"/>
                </a:lnTo>
                <a:lnTo>
                  <a:pt x="116" y="51"/>
                </a:lnTo>
                <a:lnTo>
                  <a:pt x="116" y="49"/>
                </a:lnTo>
                <a:lnTo>
                  <a:pt x="114" y="46"/>
                </a:lnTo>
                <a:lnTo>
                  <a:pt x="114" y="45"/>
                </a:lnTo>
                <a:lnTo>
                  <a:pt x="114" y="44"/>
                </a:lnTo>
                <a:lnTo>
                  <a:pt x="114" y="43"/>
                </a:lnTo>
                <a:lnTo>
                  <a:pt x="114" y="42"/>
                </a:lnTo>
                <a:lnTo>
                  <a:pt x="113" y="42"/>
                </a:lnTo>
                <a:lnTo>
                  <a:pt x="112" y="43"/>
                </a:lnTo>
                <a:lnTo>
                  <a:pt x="110" y="43"/>
                </a:lnTo>
                <a:lnTo>
                  <a:pt x="110" y="42"/>
                </a:lnTo>
                <a:lnTo>
                  <a:pt x="107" y="41"/>
                </a:lnTo>
                <a:lnTo>
                  <a:pt x="107" y="40"/>
                </a:lnTo>
                <a:lnTo>
                  <a:pt x="106" y="39"/>
                </a:lnTo>
                <a:lnTo>
                  <a:pt x="107" y="38"/>
                </a:lnTo>
                <a:lnTo>
                  <a:pt x="106" y="36"/>
                </a:lnTo>
                <a:lnTo>
                  <a:pt x="105" y="37"/>
                </a:lnTo>
                <a:lnTo>
                  <a:pt x="105" y="36"/>
                </a:lnTo>
                <a:lnTo>
                  <a:pt x="103" y="36"/>
                </a:lnTo>
                <a:lnTo>
                  <a:pt x="103" y="36"/>
                </a:lnTo>
                <a:lnTo>
                  <a:pt x="103" y="36"/>
                </a:lnTo>
                <a:lnTo>
                  <a:pt x="100" y="37"/>
                </a:lnTo>
                <a:lnTo>
                  <a:pt x="97" y="37"/>
                </a:lnTo>
                <a:lnTo>
                  <a:pt x="97" y="38"/>
                </a:lnTo>
                <a:lnTo>
                  <a:pt x="94" y="37"/>
                </a:lnTo>
                <a:lnTo>
                  <a:pt x="93" y="36"/>
                </a:lnTo>
                <a:lnTo>
                  <a:pt x="92" y="33"/>
                </a:lnTo>
                <a:lnTo>
                  <a:pt x="90" y="32"/>
                </a:lnTo>
                <a:lnTo>
                  <a:pt x="89" y="32"/>
                </a:lnTo>
                <a:lnTo>
                  <a:pt x="88" y="31"/>
                </a:lnTo>
                <a:lnTo>
                  <a:pt x="88" y="31"/>
                </a:lnTo>
                <a:lnTo>
                  <a:pt x="88" y="31"/>
                </a:lnTo>
                <a:lnTo>
                  <a:pt x="88" y="29"/>
                </a:lnTo>
                <a:lnTo>
                  <a:pt x="87" y="30"/>
                </a:lnTo>
                <a:lnTo>
                  <a:pt x="86" y="29"/>
                </a:lnTo>
                <a:lnTo>
                  <a:pt x="85" y="29"/>
                </a:lnTo>
                <a:lnTo>
                  <a:pt x="84" y="30"/>
                </a:lnTo>
                <a:lnTo>
                  <a:pt x="83" y="29"/>
                </a:lnTo>
                <a:lnTo>
                  <a:pt x="82" y="30"/>
                </a:lnTo>
                <a:lnTo>
                  <a:pt x="81" y="29"/>
                </a:lnTo>
                <a:lnTo>
                  <a:pt x="80" y="29"/>
                </a:lnTo>
                <a:lnTo>
                  <a:pt x="81" y="28"/>
                </a:lnTo>
                <a:lnTo>
                  <a:pt x="80" y="28"/>
                </a:lnTo>
                <a:lnTo>
                  <a:pt x="81" y="27"/>
                </a:lnTo>
                <a:lnTo>
                  <a:pt x="80" y="26"/>
                </a:lnTo>
                <a:lnTo>
                  <a:pt x="81" y="25"/>
                </a:lnTo>
                <a:lnTo>
                  <a:pt x="82" y="25"/>
                </a:lnTo>
                <a:lnTo>
                  <a:pt x="82" y="24"/>
                </a:lnTo>
                <a:lnTo>
                  <a:pt x="84" y="20"/>
                </a:lnTo>
                <a:lnTo>
                  <a:pt x="84" y="20"/>
                </a:lnTo>
                <a:lnTo>
                  <a:pt x="84" y="19"/>
                </a:lnTo>
                <a:lnTo>
                  <a:pt x="85" y="20"/>
                </a:lnTo>
                <a:lnTo>
                  <a:pt x="85" y="19"/>
                </a:lnTo>
                <a:lnTo>
                  <a:pt x="87" y="19"/>
                </a:lnTo>
                <a:lnTo>
                  <a:pt x="88" y="18"/>
                </a:lnTo>
                <a:lnTo>
                  <a:pt x="89" y="17"/>
                </a:lnTo>
                <a:lnTo>
                  <a:pt x="89" y="16"/>
                </a:lnTo>
                <a:lnTo>
                  <a:pt x="89" y="15"/>
                </a:lnTo>
                <a:lnTo>
                  <a:pt x="91" y="12"/>
                </a:lnTo>
                <a:lnTo>
                  <a:pt x="91" y="11"/>
                </a:lnTo>
                <a:lnTo>
                  <a:pt x="94" y="11"/>
                </a:lnTo>
                <a:lnTo>
                  <a:pt x="94" y="10"/>
                </a:lnTo>
                <a:lnTo>
                  <a:pt x="95" y="9"/>
                </a:lnTo>
                <a:lnTo>
                  <a:pt x="96" y="8"/>
                </a:lnTo>
                <a:lnTo>
                  <a:pt x="97" y="8"/>
                </a:lnTo>
                <a:lnTo>
                  <a:pt x="97" y="7"/>
                </a:lnTo>
                <a:lnTo>
                  <a:pt x="97" y="6"/>
                </a:lnTo>
                <a:lnTo>
                  <a:pt x="98" y="6"/>
                </a:lnTo>
                <a:lnTo>
                  <a:pt x="98" y="5"/>
                </a:lnTo>
                <a:lnTo>
                  <a:pt x="100" y="5"/>
                </a:lnTo>
                <a:lnTo>
                  <a:pt x="101" y="2"/>
                </a:lnTo>
                <a:lnTo>
                  <a:pt x="100" y="2"/>
                </a:lnTo>
                <a:lnTo>
                  <a:pt x="99" y="3"/>
                </a:lnTo>
                <a:lnTo>
                  <a:pt x="97" y="5"/>
                </a:lnTo>
                <a:lnTo>
                  <a:pt x="96" y="4"/>
                </a:lnTo>
                <a:lnTo>
                  <a:pt x="95" y="5"/>
                </a:lnTo>
                <a:lnTo>
                  <a:pt x="94" y="6"/>
                </a:lnTo>
                <a:lnTo>
                  <a:pt x="93" y="7"/>
                </a:lnTo>
                <a:lnTo>
                  <a:pt x="92" y="7"/>
                </a:lnTo>
                <a:lnTo>
                  <a:pt x="90" y="8"/>
                </a:lnTo>
                <a:lnTo>
                  <a:pt x="88" y="11"/>
                </a:lnTo>
                <a:lnTo>
                  <a:pt x="88" y="10"/>
                </a:lnTo>
                <a:lnTo>
                  <a:pt x="88" y="8"/>
                </a:lnTo>
                <a:lnTo>
                  <a:pt x="88" y="7"/>
                </a:lnTo>
                <a:lnTo>
                  <a:pt x="88" y="6"/>
                </a:lnTo>
                <a:lnTo>
                  <a:pt x="89" y="5"/>
                </a:lnTo>
                <a:lnTo>
                  <a:pt x="90" y="3"/>
                </a:lnTo>
                <a:lnTo>
                  <a:pt x="89" y="2"/>
                </a:lnTo>
                <a:lnTo>
                  <a:pt x="88" y="3"/>
                </a:lnTo>
                <a:lnTo>
                  <a:pt x="88" y="3"/>
                </a:lnTo>
                <a:lnTo>
                  <a:pt x="87" y="4"/>
                </a:lnTo>
                <a:lnTo>
                  <a:pt x="86" y="3"/>
                </a:lnTo>
                <a:lnTo>
                  <a:pt x="85" y="1"/>
                </a:lnTo>
                <a:lnTo>
                  <a:pt x="84" y="1"/>
                </a:lnTo>
                <a:lnTo>
                  <a:pt x="84" y="2"/>
                </a:lnTo>
                <a:lnTo>
                  <a:pt x="83" y="1"/>
                </a:lnTo>
                <a:lnTo>
                  <a:pt x="83" y="2"/>
                </a:lnTo>
                <a:lnTo>
                  <a:pt x="82" y="2"/>
                </a:lnTo>
                <a:lnTo>
                  <a:pt x="82" y="4"/>
                </a:lnTo>
                <a:lnTo>
                  <a:pt x="81" y="5"/>
                </a:lnTo>
                <a:lnTo>
                  <a:pt x="80" y="5"/>
                </a:lnTo>
                <a:lnTo>
                  <a:pt x="80" y="4"/>
                </a:lnTo>
                <a:lnTo>
                  <a:pt x="79" y="3"/>
                </a:lnTo>
                <a:lnTo>
                  <a:pt x="77" y="4"/>
                </a:lnTo>
                <a:lnTo>
                  <a:pt x="76" y="3"/>
                </a:lnTo>
                <a:lnTo>
                  <a:pt x="74" y="4"/>
                </a:lnTo>
                <a:lnTo>
                  <a:pt x="74" y="4"/>
                </a:lnTo>
                <a:lnTo>
                  <a:pt x="73" y="3"/>
                </a:lnTo>
                <a:lnTo>
                  <a:pt x="69" y="2"/>
                </a:lnTo>
                <a:lnTo>
                  <a:pt x="69" y="2"/>
                </a:lnTo>
                <a:lnTo>
                  <a:pt x="67" y="2"/>
                </a:lnTo>
                <a:lnTo>
                  <a:pt x="67" y="1"/>
                </a:lnTo>
                <a:lnTo>
                  <a:pt x="66" y="2"/>
                </a:lnTo>
                <a:lnTo>
                  <a:pt x="66" y="2"/>
                </a:lnTo>
                <a:lnTo>
                  <a:pt x="66" y="2"/>
                </a:lnTo>
                <a:lnTo>
                  <a:pt x="65" y="1"/>
                </a:lnTo>
                <a:lnTo>
                  <a:pt x="64" y="2"/>
                </a:lnTo>
                <a:lnTo>
                  <a:pt x="64" y="1"/>
                </a:lnTo>
                <a:lnTo>
                  <a:pt x="64" y="0"/>
                </a:lnTo>
                <a:lnTo>
                  <a:pt x="63" y="0"/>
                </a:lnTo>
                <a:lnTo>
                  <a:pt x="62" y="1"/>
                </a:lnTo>
                <a:lnTo>
                  <a:pt x="62" y="0"/>
                </a:lnTo>
                <a:lnTo>
                  <a:pt x="61" y="1"/>
                </a:lnTo>
                <a:lnTo>
                  <a:pt x="61" y="0"/>
                </a:lnTo>
                <a:lnTo>
                  <a:pt x="60" y="0"/>
                </a:lnTo>
                <a:lnTo>
                  <a:pt x="60" y="1"/>
                </a:lnTo>
                <a:lnTo>
                  <a:pt x="58" y="0"/>
                </a:lnTo>
                <a:lnTo>
                  <a:pt x="58" y="3"/>
                </a:lnTo>
                <a:lnTo>
                  <a:pt x="57" y="4"/>
                </a:lnTo>
                <a:lnTo>
                  <a:pt x="58" y="4"/>
                </a:lnTo>
                <a:lnTo>
                  <a:pt x="57" y="5"/>
                </a:lnTo>
                <a:lnTo>
                  <a:pt x="58" y="6"/>
                </a:lnTo>
                <a:lnTo>
                  <a:pt x="57" y="6"/>
                </a:lnTo>
                <a:lnTo>
                  <a:pt x="58" y="7"/>
                </a:lnTo>
                <a:lnTo>
                  <a:pt x="57" y="8"/>
                </a:lnTo>
                <a:lnTo>
                  <a:pt x="58" y="8"/>
                </a:lnTo>
                <a:lnTo>
                  <a:pt x="58" y="9"/>
                </a:lnTo>
                <a:lnTo>
                  <a:pt x="57" y="9"/>
                </a:lnTo>
                <a:lnTo>
                  <a:pt x="57" y="12"/>
                </a:lnTo>
                <a:lnTo>
                  <a:pt x="58" y="12"/>
                </a:lnTo>
                <a:lnTo>
                  <a:pt x="56" y="13"/>
                </a:lnTo>
                <a:lnTo>
                  <a:pt x="57" y="13"/>
                </a:lnTo>
                <a:lnTo>
                  <a:pt x="57" y="16"/>
                </a:lnTo>
                <a:lnTo>
                  <a:pt x="57" y="16"/>
                </a:lnTo>
                <a:lnTo>
                  <a:pt x="57" y="17"/>
                </a:lnTo>
                <a:lnTo>
                  <a:pt x="57" y="17"/>
                </a:lnTo>
                <a:lnTo>
                  <a:pt x="56" y="17"/>
                </a:lnTo>
                <a:lnTo>
                  <a:pt x="56" y="17"/>
                </a:lnTo>
                <a:lnTo>
                  <a:pt x="55" y="19"/>
                </a:lnTo>
                <a:lnTo>
                  <a:pt x="53" y="20"/>
                </a:lnTo>
                <a:lnTo>
                  <a:pt x="53" y="21"/>
                </a:lnTo>
                <a:lnTo>
                  <a:pt x="52" y="21"/>
                </a:lnTo>
                <a:lnTo>
                  <a:pt x="52" y="22"/>
                </a:lnTo>
                <a:lnTo>
                  <a:pt x="50" y="22"/>
                </a:lnTo>
                <a:lnTo>
                  <a:pt x="50" y="23"/>
                </a:lnTo>
                <a:lnTo>
                  <a:pt x="49" y="23"/>
                </a:lnTo>
                <a:lnTo>
                  <a:pt x="49" y="24"/>
                </a:lnTo>
                <a:lnTo>
                  <a:pt x="49" y="25"/>
                </a:lnTo>
                <a:lnTo>
                  <a:pt x="47" y="24"/>
                </a:lnTo>
                <a:lnTo>
                  <a:pt x="47" y="26"/>
                </a:lnTo>
                <a:lnTo>
                  <a:pt x="46" y="26"/>
                </a:lnTo>
                <a:lnTo>
                  <a:pt x="46" y="26"/>
                </a:lnTo>
                <a:lnTo>
                  <a:pt x="45" y="27"/>
                </a:lnTo>
                <a:lnTo>
                  <a:pt x="44" y="27"/>
                </a:lnTo>
                <a:lnTo>
                  <a:pt x="43" y="28"/>
                </a:lnTo>
                <a:lnTo>
                  <a:pt x="42" y="28"/>
                </a:lnTo>
                <a:lnTo>
                  <a:pt x="40" y="27"/>
                </a:lnTo>
                <a:lnTo>
                  <a:pt x="40" y="28"/>
                </a:lnTo>
                <a:lnTo>
                  <a:pt x="38" y="28"/>
                </a:lnTo>
                <a:lnTo>
                  <a:pt x="36" y="28"/>
                </a:lnTo>
                <a:lnTo>
                  <a:pt x="35" y="28"/>
                </a:lnTo>
                <a:lnTo>
                  <a:pt x="34" y="28"/>
                </a:lnTo>
                <a:lnTo>
                  <a:pt x="34" y="28"/>
                </a:lnTo>
                <a:lnTo>
                  <a:pt x="33" y="28"/>
                </a:lnTo>
                <a:lnTo>
                  <a:pt x="30" y="27"/>
                </a:lnTo>
                <a:lnTo>
                  <a:pt x="30" y="29"/>
                </a:lnTo>
                <a:lnTo>
                  <a:pt x="29" y="29"/>
                </a:lnTo>
                <a:lnTo>
                  <a:pt x="30" y="30"/>
                </a:lnTo>
                <a:lnTo>
                  <a:pt x="30" y="32"/>
                </a:lnTo>
                <a:lnTo>
                  <a:pt x="30" y="33"/>
                </a:lnTo>
                <a:lnTo>
                  <a:pt x="29" y="32"/>
                </a:lnTo>
                <a:lnTo>
                  <a:pt x="28" y="32"/>
                </a:lnTo>
                <a:lnTo>
                  <a:pt x="26" y="33"/>
                </a:lnTo>
                <a:lnTo>
                  <a:pt x="26" y="33"/>
                </a:lnTo>
                <a:lnTo>
                  <a:pt x="23" y="34"/>
                </a:lnTo>
                <a:lnTo>
                  <a:pt x="23" y="35"/>
                </a:lnTo>
                <a:lnTo>
                  <a:pt x="23" y="36"/>
                </a:lnTo>
                <a:lnTo>
                  <a:pt x="21" y="38"/>
                </a:lnTo>
                <a:lnTo>
                  <a:pt x="19" y="38"/>
                </a:lnTo>
                <a:lnTo>
                  <a:pt x="18" y="39"/>
                </a:lnTo>
                <a:lnTo>
                  <a:pt x="17" y="38"/>
                </a:lnTo>
                <a:lnTo>
                  <a:pt x="16" y="39"/>
                </a:lnTo>
                <a:lnTo>
                  <a:pt x="16" y="39"/>
                </a:lnTo>
                <a:lnTo>
                  <a:pt x="15" y="39"/>
                </a:lnTo>
                <a:lnTo>
                  <a:pt x="14" y="39"/>
                </a:lnTo>
                <a:lnTo>
                  <a:pt x="13" y="40"/>
                </a:lnTo>
                <a:lnTo>
                  <a:pt x="12" y="41"/>
                </a:lnTo>
                <a:lnTo>
                  <a:pt x="11" y="42"/>
                </a:lnTo>
                <a:lnTo>
                  <a:pt x="10" y="41"/>
                </a:lnTo>
                <a:lnTo>
                  <a:pt x="9" y="43"/>
                </a:lnTo>
                <a:lnTo>
                  <a:pt x="8" y="44"/>
                </a:lnTo>
                <a:lnTo>
                  <a:pt x="8" y="43"/>
                </a:lnTo>
                <a:lnTo>
                  <a:pt x="7" y="43"/>
                </a:lnTo>
                <a:lnTo>
                  <a:pt x="6" y="44"/>
                </a:lnTo>
                <a:lnTo>
                  <a:pt x="4" y="44"/>
                </a:lnTo>
                <a:lnTo>
                  <a:pt x="3" y="45"/>
                </a:lnTo>
                <a:lnTo>
                  <a:pt x="2" y="44"/>
                </a:lnTo>
                <a:lnTo>
                  <a:pt x="1" y="45"/>
                </a:lnTo>
                <a:lnTo>
                  <a:pt x="0" y="45"/>
                </a:lnTo>
                <a:lnTo>
                  <a:pt x="0" y="45"/>
                </a:lnTo>
                <a:lnTo>
                  <a:pt x="1" y="46"/>
                </a:lnTo>
                <a:lnTo>
                  <a:pt x="0" y="46"/>
                </a:lnTo>
                <a:lnTo>
                  <a:pt x="0" y="47"/>
                </a:lnTo>
                <a:lnTo>
                  <a:pt x="1" y="48"/>
                </a:lnTo>
                <a:lnTo>
                  <a:pt x="2" y="49"/>
                </a:lnTo>
                <a:lnTo>
                  <a:pt x="3" y="51"/>
                </a:lnTo>
                <a:lnTo>
                  <a:pt x="1" y="52"/>
                </a:lnTo>
                <a:lnTo>
                  <a:pt x="2" y="53"/>
                </a:lnTo>
                <a:lnTo>
                  <a:pt x="4" y="53"/>
                </a:lnTo>
                <a:lnTo>
                  <a:pt x="4" y="54"/>
                </a:lnTo>
                <a:lnTo>
                  <a:pt x="5" y="54"/>
                </a:lnTo>
                <a:lnTo>
                  <a:pt x="5" y="56"/>
                </a:lnTo>
                <a:lnTo>
                  <a:pt x="5" y="58"/>
                </a:lnTo>
                <a:lnTo>
                  <a:pt x="5" y="57"/>
                </a:lnTo>
                <a:lnTo>
                  <a:pt x="6" y="59"/>
                </a:lnTo>
                <a:lnTo>
                  <a:pt x="6" y="59"/>
                </a:lnTo>
                <a:lnTo>
                  <a:pt x="5" y="61"/>
                </a:lnTo>
                <a:lnTo>
                  <a:pt x="5" y="61"/>
                </a:lnTo>
                <a:lnTo>
                  <a:pt x="6" y="61"/>
                </a:lnTo>
                <a:lnTo>
                  <a:pt x="7" y="62"/>
                </a:lnTo>
                <a:lnTo>
                  <a:pt x="8" y="63"/>
                </a:lnTo>
                <a:lnTo>
                  <a:pt x="8" y="63"/>
                </a:lnTo>
                <a:lnTo>
                  <a:pt x="10" y="64"/>
                </a:lnTo>
                <a:lnTo>
                  <a:pt x="9" y="65"/>
                </a:lnTo>
                <a:lnTo>
                  <a:pt x="11" y="66"/>
                </a:lnTo>
                <a:lnTo>
                  <a:pt x="12" y="67"/>
                </a:lnTo>
                <a:lnTo>
                  <a:pt x="13" y="67"/>
                </a:lnTo>
                <a:lnTo>
                  <a:pt x="13" y="70"/>
                </a:lnTo>
                <a:lnTo>
                  <a:pt x="13" y="71"/>
                </a:lnTo>
                <a:lnTo>
                  <a:pt x="14" y="72"/>
                </a:lnTo>
                <a:lnTo>
                  <a:pt x="14" y="73"/>
                </a:lnTo>
                <a:lnTo>
                  <a:pt x="13" y="75"/>
                </a:lnTo>
                <a:lnTo>
                  <a:pt x="14" y="76"/>
                </a:lnTo>
                <a:lnTo>
                  <a:pt x="14" y="77"/>
                </a:lnTo>
                <a:lnTo>
                  <a:pt x="15" y="76"/>
                </a:lnTo>
                <a:lnTo>
                  <a:pt x="16" y="77"/>
                </a:lnTo>
                <a:lnTo>
                  <a:pt x="17" y="78"/>
                </a:lnTo>
                <a:lnTo>
                  <a:pt x="17" y="79"/>
                </a:lnTo>
                <a:lnTo>
                  <a:pt x="16" y="79"/>
                </a:lnTo>
                <a:lnTo>
                  <a:pt x="18" y="79"/>
                </a:lnTo>
                <a:lnTo>
                  <a:pt x="18" y="80"/>
                </a:lnTo>
                <a:lnTo>
                  <a:pt x="19" y="81"/>
                </a:lnTo>
                <a:lnTo>
                  <a:pt x="18" y="82"/>
                </a:lnTo>
                <a:lnTo>
                  <a:pt x="19" y="83"/>
                </a:lnTo>
                <a:lnTo>
                  <a:pt x="19" y="82"/>
                </a:lnTo>
                <a:lnTo>
                  <a:pt x="19" y="83"/>
                </a:lnTo>
                <a:lnTo>
                  <a:pt x="21" y="84"/>
                </a:lnTo>
                <a:lnTo>
                  <a:pt x="22" y="85"/>
                </a:lnTo>
                <a:lnTo>
                  <a:pt x="23" y="85"/>
                </a:lnTo>
                <a:lnTo>
                  <a:pt x="23" y="86"/>
                </a:lnTo>
                <a:lnTo>
                  <a:pt x="24" y="87"/>
                </a:lnTo>
                <a:lnTo>
                  <a:pt x="24" y="88"/>
                </a:lnTo>
                <a:lnTo>
                  <a:pt x="25" y="89"/>
                </a:lnTo>
                <a:lnTo>
                  <a:pt x="26" y="88"/>
                </a:lnTo>
                <a:lnTo>
                  <a:pt x="26" y="89"/>
                </a:lnTo>
                <a:lnTo>
                  <a:pt x="28" y="89"/>
                </a:lnTo>
                <a:lnTo>
                  <a:pt x="31" y="91"/>
                </a:lnTo>
                <a:lnTo>
                  <a:pt x="32" y="90"/>
                </a:lnTo>
                <a:lnTo>
                  <a:pt x="33" y="91"/>
                </a:lnTo>
                <a:lnTo>
                  <a:pt x="33" y="92"/>
                </a:lnTo>
                <a:lnTo>
                  <a:pt x="34" y="91"/>
                </a:lnTo>
                <a:lnTo>
                  <a:pt x="35" y="92"/>
                </a:lnTo>
                <a:lnTo>
                  <a:pt x="36" y="93"/>
                </a:lnTo>
                <a:lnTo>
                  <a:pt x="36" y="92"/>
                </a:lnTo>
                <a:lnTo>
                  <a:pt x="37" y="93"/>
                </a:lnTo>
                <a:lnTo>
                  <a:pt x="37" y="93"/>
                </a:lnTo>
                <a:lnTo>
                  <a:pt x="40" y="94"/>
                </a:lnTo>
                <a:lnTo>
                  <a:pt x="40" y="93"/>
                </a:lnTo>
                <a:lnTo>
                  <a:pt x="41" y="93"/>
                </a:lnTo>
                <a:lnTo>
                  <a:pt x="42" y="94"/>
                </a:lnTo>
                <a:lnTo>
                  <a:pt x="42" y="93"/>
                </a:lnTo>
                <a:lnTo>
                  <a:pt x="43" y="93"/>
                </a:lnTo>
                <a:lnTo>
                  <a:pt x="44" y="92"/>
                </a:lnTo>
                <a:lnTo>
                  <a:pt x="45" y="93"/>
                </a:lnTo>
                <a:close/>
              </a:path>
            </a:pathLst>
          </a:custGeom>
          <a:solidFill>
            <a:srgbClr val="4A80C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50720" y="4391294"/>
            <a:ext cx="968363" cy="609235"/>
          </a:xfrm>
          <a:custGeom>
            <a:avLst/>
            <a:gdLst/>
            <a:ahLst/>
            <a:cxnLst/>
            <a:rect l="l" t="t" r="r" b="b"/>
            <a:pathLst>
              <a:path w="151" h="95">
                <a:moveTo>
                  <a:pt x="47" y="2"/>
                </a:moveTo>
                <a:lnTo>
                  <a:pt x="47" y="1"/>
                </a:lnTo>
                <a:lnTo>
                  <a:pt x="46" y="0"/>
                </a:lnTo>
                <a:lnTo>
                  <a:pt x="46" y="0"/>
                </a:lnTo>
                <a:lnTo>
                  <a:pt x="45" y="1"/>
                </a:lnTo>
                <a:lnTo>
                  <a:pt x="43" y="1"/>
                </a:lnTo>
                <a:lnTo>
                  <a:pt x="43" y="2"/>
                </a:lnTo>
                <a:lnTo>
                  <a:pt x="42" y="2"/>
                </a:lnTo>
                <a:lnTo>
                  <a:pt x="41" y="4"/>
                </a:lnTo>
                <a:lnTo>
                  <a:pt x="40" y="2"/>
                </a:lnTo>
                <a:lnTo>
                  <a:pt x="39" y="3"/>
                </a:lnTo>
                <a:lnTo>
                  <a:pt x="39" y="2"/>
                </a:lnTo>
                <a:lnTo>
                  <a:pt x="38" y="0"/>
                </a:lnTo>
                <a:lnTo>
                  <a:pt x="38" y="0"/>
                </a:lnTo>
                <a:lnTo>
                  <a:pt x="37" y="2"/>
                </a:lnTo>
                <a:lnTo>
                  <a:pt x="35" y="2"/>
                </a:lnTo>
                <a:lnTo>
                  <a:pt x="34" y="2"/>
                </a:lnTo>
                <a:lnTo>
                  <a:pt x="32" y="3"/>
                </a:lnTo>
                <a:lnTo>
                  <a:pt x="31" y="2"/>
                </a:lnTo>
                <a:lnTo>
                  <a:pt x="28" y="2"/>
                </a:lnTo>
                <a:lnTo>
                  <a:pt x="25" y="1"/>
                </a:lnTo>
                <a:lnTo>
                  <a:pt x="23" y="1"/>
                </a:lnTo>
                <a:lnTo>
                  <a:pt x="21" y="1"/>
                </a:lnTo>
                <a:lnTo>
                  <a:pt x="20" y="1"/>
                </a:lnTo>
                <a:lnTo>
                  <a:pt x="19" y="1"/>
                </a:lnTo>
                <a:lnTo>
                  <a:pt x="17" y="4"/>
                </a:lnTo>
                <a:lnTo>
                  <a:pt x="20" y="4"/>
                </a:lnTo>
                <a:lnTo>
                  <a:pt x="22" y="4"/>
                </a:lnTo>
                <a:lnTo>
                  <a:pt x="24" y="5"/>
                </a:lnTo>
                <a:lnTo>
                  <a:pt x="24" y="9"/>
                </a:lnTo>
                <a:lnTo>
                  <a:pt x="24" y="9"/>
                </a:lnTo>
                <a:lnTo>
                  <a:pt x="25" y="9"/>
                </a:lnTo>
                <a:lnTo>
                  <a:pt x="25" y="9"/>
                </a:lnTo>
                <a:lnTo>
                  <a:pt x="26" y="9"/>
                </a:lnTo>
                <a:lnTo>
                  <a:pt x="30" y="10"/>
                </a:lnTo>
                <a:lnTo>
                  <a:pt x="31" y="11"/>
                </a:lnTo>
                <a:lnTo>
                  <a:pt x="31" y="11"/>
                </a:lnTo>
                <a:lnTo>
                  <a:pt x="31" y="12"/>
                </a:lnTo>
                <a:lnTo>
                  <a:pt x="31" y="14"/>
                </a:lnTo>
                <a:lnTo>
                  <a:pt x="32" y="15"/>
                </a:lnTo>
                <a:lnTo>
                  <a:pt x="31" y="16"/>
                </a:lnTo>
                <a:lnTo>
                  <a:pt x="30" y="15"/>
                </a:lnTo>
                <a:lnTo>
                  <a:pt x="30" y="16"/>
                </a:lnTo>
                <a:lnTo>
                  <a:pt x="29" y="17"/>
                </a:lnTo>
                <a:lnTo>
                  <a:pt x="27" y="16"/>
                </a:lnTo>
                <a:lnTo>
                  <a:pt x="25" y="16"/>
                </a:lnTo>
                <a:lnTo>
                  <a:pt x="23" y="16"/>
                </a:lnTo>
                <a:lnTo>
                  <a:pt x="21" y="16"/>
                </a:lnTo>
                <a:lnTo>
                  <a:pt x="21" y="17"/>
                </a:lnTo>
                <a:lnTo>
                  <a:pt x="22" y="17"/>
                </a:lnTo>
                <a:lnTo>
                  <a:pt x="21" y="18"/>
                </a:lnTo>
                <a:lnTo>
                  <a:pt x="20" y="20"/>
                </a:lnTo>
                <a:lnTo>
                  <a:pt x="20" y="20"/>
                </a:lnTo>
                <a:lnTo>
                  <a:pt x="19" y="21"/>
                </a:lnTo>
                <a:lnTo>
                  <a:pt x="20" y="22"/>
                </a:lnTo>
                <a:lnTo>
                  <a:pt x="19" y="23"/>
                </a:lnTo>
                <a:lnTo>
                  <a:pt x="20" y="25"/>
                </a:lnTo>
                <a:lnTo>
                  <a:pt x="21" y="25"/>
                </a:lnTo>
                <a:lnTo>
                  <a:pt x="21" y="25"/>
                </a:lnTo>
                <a:lnTo>
                  <a:pt x="21" y="26"/>
                </a:lnTo>
                <a:lnTo>
                  <a:pt x="22" y="27"/>
                </a:lnTo>
                <a:lnTo>
                  <a:pt x="21" y="29"/>
                </a:lnTo>
                <a:lnTo>
                  <a:pt x="22" y="30"/>
                </a:lnTo>
                <a:lnTo>
                  <a:pt x="21" y="32"/>
                </a:lnTo>
                <a:lnTo>
                  <a:pt x="22" y="34"/>
                </a:lnTo>
                <a:lnTo>
                  <a:pt x="22" y="34"/>
                </a:lnTo>
                <a:lnTo>
                  <a:pt x="22" y="36"/>
                </a:lnTo>
                <a:lnTo>
                  <a:pt x="24" y="36"/>
                </a:lnTo>
                <a:lnTo>
                  <a:pt x="25" y="38"/>
                </a:lnTo>
                <a:lnTo>
                  <a:pt x="25" y="38"/>
                </a:lnTo>
                <a:lnTo>
                  <a:pt x="25" y="39"/>
                </a:lnTo>
                <a:lnTo>
                  <a:pt x="24" y="40"/>
                </a:lnTo>
                <a:lnTo>
                  <a:pt x="27" y="39"/>
                </a:lnTo>
                <a:lnTo>
                  <a:pt x="28" y="40"/>
                </a:lnTo>
                <a:lnTo>
                  <a:pt x="29" y="40"/>
                </a:lnTo>
                <a:lnTo>
                  <a:pt x="29" y="41"/>
                </a:lnTo>
                <a:lnTo>
                  <a:pt x="29" y="41"/>
                </a:lnTo>
                <a:lnTo>
                  <a:pt x="31" y="43"/>
                </a:lnTo>
                <a:lnTo>
                  <a:pt x="32" y="43"/>
                </a:lnTo>
                <a:lnTo>
                  <a:pt x="33" y="45"/>
                </a:lnTo>
                <a:lnTo>
                  <a:pt x="33" y="48"/>
                </a:lnTo>
                <a:lnTo>
                  <a:pt x="34" y="48"/>
                </a:lnTo>
                <a:lnTo>
                  <a:pt x="34" y="49"/>
                </a:lnTo>
                <a:lnTo>
                  <a:pt x="32" y="50"/>
                </a:lnTo>
                <a:lnTo>
                  <a:pt x="33" y="52"/>
                </a:lnTo>
                <a:lnTo>
                  <a:pt x="34" y="52"/>
                </a:lnTo>
                <a:lnTo>
                  <a:pt x="32" y="56"/>
                </a:lnTo>
                <a:lnTo>
                  <a:pt x="31" y="56"/>
                </a:lnTo>
                <a:lnTo>
                  <a:pt x="31" y="56"/>
                </a:lnTo>
                <a:lnTo>
                  <a:pt x="31" y="55"/>
                </a:lnTo>
                <a:lnTo>
                  <a:pt x="29" y="55"/>
                </a:lnTo>
                <a:lnTo>
                  <a:pt x="28" y="54"/>
                </a:lnTo>
                <a:lnTo>
                  <a:pt x="26" y="56"/>
                </a:lnTo>
                <a:lnTo>
                  <a:pt x="24" y="58"/>
                </a:lnTo>
                <a:lnTo>
                  <a:pt x="24" y="58"/>
                </a:lnTo>
                <a:lnTo>
                  <a:pt x="23" y="59"/>
                </a:lnTo>
                <a:lnTo>
                  <a:pt x="22" y="60"/>
                </a:lnTo>
                <a:lnTo>
                  <a:pt x="22" y="61"/>
                </a:lnTo>
                <a:lnTo>
                  <a:pt x="22" y="60"/>
                </a:lnTo>
                <a:lnTo>
                  <a:pt x="20" y="62"/>
                </a:lnTo>
                <a:lnTo>
                  <a:pt x="18" y="64"/>
                </a:lnTo>
                <a:lnTo>
                  <a:pt x="18" y="63"/>
                </a:lnTo>
                <a:lnTo>
                  <a:pt x="18" y="63"/>
                </a:lnTo>
                <a:lnTo>
                  <a:pt x="17" y="61"/>
                </a:lnTo>
                <a:lnTo>
                  <a:pt x="14" y="64"/>
                </a:lnTo>
                <a:lnTo>
                  <a:pt x="13" y="62"/>
                </a:lnTo>
                <a:lnTo>
                  <a:pt x="14" y="61"/>
                </a:lnTo>
                <a:lnTo>
                  <a:pt x="12" y="61"/>
                </a:lnTo>
                <a:lnTo>
                  <a:pt x="12" y="61"/>
                </a:lnTo>
                <a:lnTo>
                  <a:pt x="11" y="61"/>
                </a:lnTo>
                <a:lnTo>
                  <a:pt x="8" y="65"/>
                </a:lnTo>
                <a:lnTo>
                  <a:pt x="7" y="64"/>
                </a:lnTo>
                <a:lnTo>
                  <a:pt x="7" y="64"/>
                </a:lnTo>
                <a:lnTo>
                  <a:pt x="6" y="63"/>
                </a:lnTo>
                <a:lnTo>
                  <a:pt x="5" y="62"/>
                </a:lnTo>
                <a:lnTo>
                  <a:pt x="5" y="63"/>
                </a:lnTo>
                <a:lnTo>
                  <a:pt x="5" y="64"/>
                </a:lnTo>
                <a:lnTo>
                  <a:pt x="3" y="65"/>
                </a:lnTo>
                <a:lnTo>
                  <a:pt x="2" y="65"/>
                </a:lnTo>
                <a:lnTo>
                  <a:pt x="1" y="65"/>
                </a:lnTo>
                <a:lnTo>
                  <a:pt x="0" y="66"/>
                </a:lnTo>
                <a:lnTo>
                  <a:pt x="1" y="66"/>
                </a:lnTo>
                <a:lnTo>
                  <a:pt x="0" y="67"/>
                </a:lnTo>
                <a:lnTo>
                  <a:pt x="1" y="68"/>
                </a:lnTo>
                <a:lnTo>
                  <a:pt x="1" y="68"/>
                </a:lnTo>
                <a:lnTo>
                  <a:pt x="3" y="70"/>
                </a:lnTo>
                <a:lnTo>
                  <a:pt x="4" y="70"/>
                </a:lnTo>
                <a:lnTo>
                  <a:pt x="3" y="72"/>
                </a:lnTo>
                <a:lnTo>
                  <a:pt x="4" y="72"/>
                </a:lnTo>
                <a:lnTo>
                  <a:pt x="3" y="75"/>
                </a:lnTo>
                <a:lnTo>
                  <a:pt x="3" y="75"/>
                </a:lnTo>
                <a:lnTo>
                  <a:pt x="3" y="76"/>
                </a:lnTo>
                <a:lnTo>
                  <a:pt x="3" y="78"/>
                </a:lnTo>
                <a:lnTo>
                  <a:pt x="2" y="79"/>
                </a:lnTo>
                <a:lnTo>
                  <a:pt x="1" y="79"/>
                </a:lnTo>
                <a:lnTo>
                  <a:pt x="0" y="80"/>
                </a:lnTo>
                <a:lnTo>
                  <a:pt x="1" y="80"/>
                </a:lnTo>
                <a:lnTo>
                  <a:pt x="1" y="82"/>
                </a:lnTo>
                <a:lnTo>
                  <a:pt x="3" y="83"/>
                </a:lnTo>
                <a:lnTo>
                  <a:pt x="3" y="82"/>
                </a:lnTo>
                <a:lnTo>
                  <a:pt x="3" y="82"/>
                </a:lnTo>
                <a:lnTo>
                  <a:pt x="3" y="81"/>
                </a:lnTo>
                <a:lnTo>
                  <a:pt x="4" y="79"/>
                </a:lnTo>
                <a:lnTo>
                  <a:pt x="6" y="79"/>
                </a:lnTo>
                <a:lnTo>
                  <a:pt x="6" y="83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8" y="84"/>
                </a:lnTo>
                <a:lnTo>
                  <a:pt x="9" y="83"/>
                </a:lnTo>
                <a:lnTo>
                  <a:pt x="10" y="84"/>
                </a:lnTo>
                <a:lnTo>
                  <a:pt x="10" y="85"/>
                </a:lnTo>
                <a:lnTo>
                  <a:pt x="10" y="85"/>
                </a:lnTo>
                <a:lnTo>
                  <a:pt x="11" y="85"/>
                </a:lnTo>
                <a:lnTo>
                  <a:pt x="10" y="86"/>
                </a:lnTo>
                <a:lnTo>
                  <a:pt x="10" y="87"/>
                </a:lnTo>
                <a:lnTo>
                  <a:pt x="10" y="88"/>
                </a:lnTo>
                <a:lnTo>
                  <a:pt x="10" y="88"/>
                </a:lnTo>
                <a:lnTo>
                  <a:pt x="11" y="88"/>
                </a:lnTo>
                <a:lnTo>
                  <a:pt x="11" y="91"/>
                </a:lnTo>
                <a:lnTo>
                  <a:pt x="12" y="91"/>
                </a:lnTo>
                <a:lnTo>
                  <a:pt x="13" y="90"/>
                </a:lnTo>
                <a:lnTo>
                  <a:pt x="13" y="90"/>
                </a:lnTo>
                <a:lnTo>
                  <a:pt x="14" y="89"/>
                </a:lnTo>
                <a:lnTo>
                  <a:pt x="15" y="90"/>
                </a:lnTo>
                <a:lnTo>
                  <a:pt x="15" y="92"/>
                </a:lnTo>
                <a:lnTo>
                  <a:pt x="15" y="92"/>
                </a:lnTo>
                <a:lnTo>
                  <a:pt x="15" y="93"/>
                </a:lnTo>
                <a:lnTo>
                  <a:pt x="16" y="94"/>
                </a:lnTo>
                <a:lnTo>
                  <a:pt x="16" y="94"/>
                </a:lnTo>
                <a:lnTo>
                  <a:pt x="17" y="95"/>
                </a:lnTo>
                <a:lnTo>
                  <a:pt x="18" y="95"/>
                </a:lnTo>
                <a:lnTo>
                  <a:pt x="18" y="94"/>
                </a:lnTo>
                <a:lnTo>
                  <a:pt x="18" y="93"/>
                </a:lnTo>
                <a:lnTo>
                  <a:pt x="18" y="93"/>
                </a:lnTo>
                <a:lnTo>
                  <a:pt x="20" y="91"/>
                </a:lnTo>
                <a:lnTo>
                  <a:pt x="19" y="90"/>
                </a:lnTo>
                <a:lnTo>
                  <a:pt x="20" y="89"/>
                </a:lnTo>
                <a:lnTo>
                  <a:pt x="20" y="89"/>
                </a:lnTo>
                <a:lnTo>
                  <a:pt x="21" y="88"/>
                </a:lnTo>
                <a:lnTo>
                  <a:pt x="21" y="86"/>
                </a:lnTo>
                <a:lnTo>
                  <a:pt x="21" y="86"/>
                </a:lnTo>
                <a:lnTo>
                  <a:pt x="22" y="85"/>
                </a:lnTo>
                <a:lnTo>
                  <a:pt x="22" y="85"/>
                </a:lnTo>
                <a:lnTo>
                  <a:pt x="22" y="84"/>
                </a:lnTo>
                <a:lnTo>
                  <a:pt x="23" y="84"/>
                </a:lnTo>
                <a:lnTo>
                  <a:pt x="24" y="83"/>
                </a:lnTo>
                <a:lnTo>
                  <a:pt x="25" y="83"/>
                </a:lnTo>
                <a:lnTo>
                  <a:pt x="25" y="84"/>
                </a:lnTo>
                <a:lnTo>
                  <a:pt x="26" y="84"/>
                </a:lnTo>
                <a:lnTo>
                  <a:pt x="26" y="83"/>
                </a:lnTo>
                <a:lnTo>
                  <a:pt x="26" y="82"/>
                </a:lnTo>
                <a:lnTo>
                  <a:pt x="27" y="82"/>
                </a:lnTo>
                <a:lnTo>
                  <a:pt x="27" y="81"/>
                </a:lnTo>
                <a:lnTo>
                  <a:pt x="27" y="80"/>
                </a:lnTo>
                <a:lnTo>
                  <a:pt x="34" y="79"/>
                </a:lnTo>
                <a:lnTo>
                  <a:pt x="35" y="80"/>
                </a:lnTo>
                <a:lnTo>
                  <a:pt x="36" y="80"/>
                </a:lnTo>
                <a:lnTo>
                  <a:pt x="37" y="81"/>
                </a:lnTo>
                <a:lnTo>
                  <a:pt x="38" y="82"/>
                </a:lnTo>
                <a:lnTo>
                  <a:pt x="38" y="82"/>
                </a:lnTo>
                <a:lnTo>
                  <a:pt x="39" y="83"/>
                </a:lnTo>
                <a:lnTo>
                  <a:pt x="40" y="82"/>
                </a:lnTo>
                <a:lnTo>
                  <a:pt x="41" y="81"/>
                </a:lnTo>
                <a:lnTo>
                  <a:pt x="42" y="81"/>
                </a:lnTo>
                <a:lnTo>
                  <a:pt x="44" y="79"/>
                </a:lnTo>
                <a:lnTo>
                  <a:pt x="43" y="78"/>
                </a:lnTo>
                <a:lnTo>
                  <a:pt x="42" y="78"/>
                </a:lnTo>
                <a:lnTo>
                  <a:pt x="42" y="76"/>
                </a:lnTo>
                <a:lnTo>
                  <a:pt x="41" y="76"/>
                </a:lnTo>
                <a:lnTo>
                  <a:pt x="41" y="75"/>
                </a:lnTo>
                <a:lnTo>
                  <a:pt x="42" y="74"/>
                </a:lnTo>
                <a:lnTo>
                  <a:pt x="41" y="74"/>
                </a:lnTo>
                <a:lnTo>
                  <a:pt x="41" y="73"/>
                </a:lnTo>
                <a:lnTo>
                  <a:pt x="43" y="73"/>
                </a:lnTo>
                <a:lnTo>
                  <a:pt x="44" y="72"/>
                </a:lnTo>
                <a:lnTo>
                  <a:pt x="45" y="73"/>
                </a:lnTo>
                <a:lnTo>
                  <a:pt x="46" y="73"/>
                </a:lnTo>
                <a:lnTo>
                  <a:pt x="46" y="71"/>
                </a:lnTo>
                <a:lnTo>
                  <a:pt x="48" y="71"/>
                </a:lnTo>
                <a:lnTo>
                  <a:pt x="49" y="71"/>
                </a:lnTo>
                <a:lnTo>
                  <a:pt x="49" y="72"/>
                </a:lnTo>
                <a:lnTo>
                  <a:pt x="55" y="72"/>
                </a:lnTo>
                <a:lnTo>
                  <a:pt x="57" y="74"/>
                </a:lnTo>
                <a:lnTo>
                  <a:pt x="58" y="74"/>
                </a:lnTo>
                <a:lnTo>
                  <a:pt x="59" y="75"/>
                </a:lnTo>
                <a:lnTo>
                  <a:pt x="59" y="75"/>
                </a:lnTo>
                <a:lnTo>
                  <a:pt x="61" y="75"/>
                </a:lnTo>
                <a:lnTo>
                  <a:pt x="62" y="75"/>
                </a:lnTo>
                <a:lnTo>
                  <a:pt x="65" y="75"/>
                </a:lnTo>
                <a:lnTo>
                  <a:pt x="66" y="74"/>
                </a:lnTo>
                <a:lnTo>
                  <a:pt x="67" y="75"/>
                </a:lnTo>
                <a:lnTo>
                  <a:pt x="68" y="76"/>
                </a:lnTo>
                <a:lnTo>
                  <a:pt x="70" y="76"/>
                </a:lnTo>
                <a:lnTo>
                  <a:pt x="70" y="77"/>
                </a:lnTo>
                <a:lnTo>
                  <a:pt x="72" y="78"/>
                </a:lnTo>
                <a:lnTo>
                  <a:pt x="72" y="79"/>
                </a:lnTo>
                <a:lnTo>
                  <a:pt x="74" y="80"/>
                </a:lnTo>
                <a:lnTo>
                  <a:pt x="75" y="80"/>
                </a:lnTo>
                <a:lnTo>
                  <a:pt x="75" y="80"/>
                </a:lnTo>
                <a:lnTo>
                  <a:pt x="75" y="81"/>
                </a:lnTo>
                <a:lnTo>
                  <a:pt x="77" y="81"/>
                </a:lnTo>
                <a:lnTo>
                  <a:pt x="76" y="82"/>
                </a:lnTo>
                <a:lnTo>
                  <a:pt x="77" y="83"/>
                </a:lnTo>
                <a:lnTo>
                  <a:pt x="77" y="82"/>
                </a:lnTo>
                <a:lnTo>
                  <a:pt x="78" y="82"/>
                </a:lnTo>
                <a:lnTo>
                  <a:pt x="79" y="80"/>
                </a:lnTo>
                <a:lnTo>
                  <a:pt x="80" y="80"/>
                </a:lnTo>
                <a:lnTo>
                  <a:pt x="81" y="81"/>
                </a:lnTo>
                <a:lnTo>
                  <a:pt x="82" y="80"/>
                </a:lnTo>
                <a:lnTo>
                  <a:pt x="83" y="81"/>
                </a:lnTo>
                <a:lnTo>
                  <a:pt x="84" y="80"/>
                </a:lnTo>
                <a:lnTo>
                  <a:pt x="85" y="79"/>
                </a:lnTo>
                <a:lnTo>
                  <a:pt x="86" y="78"/>
                </a:lnTo>
                <a:lnTo>
                  <a:pt x="86" y="77"/>
                </a:lnTo>
                <a:lnTo>
                  <a:pt x="87" y="76"/>
                </a:lnTo>
                <a:lnTo>
                  <a:pt x="88" y="76"/>
                </a:lnTo>
                <a:lnTo>
                  <a:pt x="89" y="76"/>
                </a:lnTo>
                <a:lnTo>
                  <a:pt x="89" y="78"/>
                </a:lnTo>
                <a:lnTo>
                  <a:pt x="89" y="78"/>
                </a:lnTo>
                <a:lnTo>
                  <a:pt x="90" y="76"/>
                </a:lnTo>
                <a:lnTo>
                  <a:pt x="90" y="78"/>
                </a:lnTo>
                <a:lnTo>
                  <a:pt x="88" y="80"/>
                </a:lnTo>
                <a:lnTo>
                  <a:pt x="89" y="83"/>
                </a:lnTo>
                <a:lnTo>
                  <a:pt x="91" y="82"/>
                </a:lnTo>
                <a:lnTo>
                  <a:pt x="92" y="83"/>
                </a:lnTo>
                <a:lnTo>
                  <a:pt x="92" y="83"/>
                </a:lnTo>
                <a:lnTo>
                  <a:pt x="93" y="83"/>
                </a:lnTo>
                <a:lnTo>
                  <a:pt x="97" y="77"/>
                </a:lnTo>
                <a:lnTo>
                  <a:pt x="101" y="73"/>
                </a:lnTo>
                <a:lnTo>
                  <a:pt x="101" y="77"/>
                </a:lnTo>
                <a:lnTo>
                  <a:pt x="102" y="77"/>
                </a:lnTo>
                <a:lnTo>
                  <a:pt x="103" y="77"/>
                </a:lnTo>
                <a:lnTo>
                  <a:pt x="105" y="79"/>
                </a:lnTo>
                <a:lnTo>
                  <a:pt x="103" y="81"/>
                </a:lnTo>
                <a:lnTo>
                  <a:pt x="104" y="81"/>
                </a:lnTo>
                <a:lnTo>
                  <a:pt x="105" y="82"/>
                </a:lnTo>
                <a:lnTo>
                  <a:pt x="105" y="83"/>
                </a:lnTo>
                <a:lnTo>
                  <a:pt x="104" y="84"/>
                </a:lnTo>
                <a:lnTo>
                  <a:pt x="103" y="87"/>
                </a:lnTo>
                <a:lnTo>
                  <a:pt x="104" y="87"/>
                </a:lnTo>
                <a:lnTo>
                  <a:pt x="104" y="87"/>
                </a:lnTo>
                <a:lnTo>
                  <a:pt x="104" y="88"/>
                </a:lnTo>
                <a:lnTo>
                  <a:pt x="104" y="88"/>
                </a:lnTo>
                <a:lnTo>
                  <a:pt x="105" y="91"/>
                </a:lnTo>
                <a:lnTo>
                  <a:pt x="105" y="90"/>
                </a:lnTo>
                <a:lnTo>
                  <a:pt x="106" y="91"/>
                </a:lnTo>
                <a:lnTo>
                  <a:pt x="106" y="90"/>
                </a:lnTo>
                <a:lnTo>
                  <a:pt x="107" y="90"/>
                </a:lnTo>
                <a:lnTo>
                  <a:pt x="108" y="91"/>
                </a:lnTo>
                <a:lnTo>
                  <a:pt x="108" y="90"/>
                </a:lnTo>
                <a:lnTo>
                  <a:pt x="108" y="91"/>
                </a:lnTo>
                <a:lnTo>
                  <a:pt x="109" y="91"/>
                </a:lnTo>
                <a:lnTo>
                  <a:pt x="110" y="91"/>
                </a:lnTo>
                <a:lnTo>
                  <a:pt x="110" y="90"/>
                </a:lnTo>
                <a:lnTo>
                  <a:pt x="111" y="88"/>
                </a:lnTo>
                <a:lnTo>
                  <a:pt x="112" y="87"/>
                </a:lnTo>
                <a:lnTo>
                  <a:pt x="115" y="86"/>
                </a:lnTo>
                <a:lnTo>
                  <a:pt x="115" y="83"/>
                </a:lnTo>
                <a:lnTo>
                  <a:pt x="116" y="83"/>
                </a:lnTo>
                <a:lnTo>
                  <a:pt x="117" y="84"/>
                </a:lnTo>
                <a:lnTo>
                  <a:pt x="119" y="83"/>
                </a:lnTo>
                <a:lnTo>
                  <a:pt x="119" y="84"/>
                </a:lnTo>
                <a:lnTo>
                  <a:pt x="120" y="83"/>
                </a:lnTo>
                <a:lnTo>
                  <a:pt x="123" y="82"/>
                </a:lnTo>
                <a:lnTo>
                  <a:pt x="125" y="82"/>
                </a:lnTo>
                <a:lnTo>
                  <a:pt x="125" y="82"/>
                </a:lnTo>
                <a:lnTo>
                  <a:pt x="125" y="82"/>
                </a:lnTo>
                <a:lnTo>
                  <a:pt x="127" y="81"/>
                </a:lnTo>
                <a:lnTo>
                  <a:pt x="128" y="80"/>
                </a:lnTo>
                <a:lnTo>
                  <a:pt x="128" y="79"/>
                </a:lnTo>
                <a:lnTo>
                  <a:pt x="128" y="79"/>
                </a:lnTo>
                <a:lnTo>
                  <a:pt x="128" y="79"/>
                </a:lnTo>
                <a:lnTo>
                  <a:pt x="128" y="80"/>
                </a:lnTo>
                <a:lnTo>
                  <a:pt x="127" y="80"/>
                </a:lnTo>
                <a:lnTo>
                  <a:pt x="127" y="79"/>
                </a:lnTo>
                <a:lnTo>
                  <a:pt x="127" y="79"/>
                </a:lnTo>
                <a:lnTo>
                  <a:pt x="128" y="79"/>
                </a:lnTo>
                <a:lnTo>
                  <a:pt x="129" y="78"/>
                </a:lnTo>
                <a:lnTo>
                  <a:pt x="128" y="78"/>
                </a:lnTo>
                <a:lnTo>
                  <a:pt x="129" y="77"/>
                </a:lnTo>
                <a:lnTo>
                  <a:pt x="130" y="77"/>
                </a:lnTo>
                <a:lnTo>
                  <a:pt x="131" y="77"/>
                </a:lnTo>
                <a:lnTo>
                  <a:pt x="131" y="78"/>
                </a:lnTo>
                <a:lnTo>
                  <a:pt x="132" y="78"/>
                </a:lnTo>
                <a:lnTo>
                  <a:pt x="132" y="76"/>
                </a:lnTo>
                <a:lnTo>
                  <a:pt x="131" y="76"/>
                </a:lnTo>
                <a:lnTo>
                  <a:pt x="132" y="75"/>
                </a:lnTo>
                <a:lnTo>
                  <a:pt x="131" y="75"/>
                </a:lnTo>
                <a:lnTo>
                  <a:pt x="131" y="74"/>
                </a:lnTo>
                <a:lnTo>
                  <a:pt x="132" y="75"/>
                </a:lnTo>
                <a:lnTo>
                  <a:pt x="134" y="74"/>
                </a:lnTo>
                <a:lnTo>
                  <a:pt x="135" y="75"/>
                </a:lnTo>
                <a:lnTo>
                  <a:pt x="136" y="74"/>
                </a:lnTo>
                <a:lnTo>
                  <a:pt x="138" y="72"/>
                </a:lnTo>
                <a:lnTo>
                  <a:pt x="138" y="71"/>
                </a:lnTo>
                <a:lnTo>
                  <a:pt x="138" y="70"/>
                </a:lnTo>
                <a:lnTo>
                  <a:pt x="141" y="69"/>
                </a:lnTo>
                <a:lnTo>
                  <a:pt x="146" y="72"/>
                </a:lnTo>
                <a:lnTo>
                  <a:pt x="147" y="71"/>
                </a:lnTo>
                <a:lnTo>
                  <a:pt x="151" y="69"/>
                </a:lnTo>
                <a:lnTo>
                  <a:pt x="150" y="67"/>
                </a:lnTo>
                <a:lnTo>
                  <a:pt x="149" y="66"/>
                </a:lnTo>
                <a:lnTo>
                  <a:pt x="149" y="64"/>
                </a:lnTo>
                <a:lnTo>
                  <a:pt x="149" y="63"/>
                </a:lnTo>
                <a:lnTo>
                  <a:pt x="148" y="61"/>
                </a:lnTo>
                <a:lnTo>
                  <a:pt x="148" y="60"/>
                </a:lnTo>
                <a:lnTo>
                  <a:pt x="147" y="60"/>
                </a:lnTo>
                <a:lnTo>
                  <a:pt x="146" y="59"/>
                </a:lnTo>
                <a:lnTo>
                  <a:pt x="145" y="58"/>
                </a:lnTo>
                <a:lnTo>
                  <a:pt x="145" y="58"/>
                </a:lnTo>
                <a:lnTo>
                  <a:pt x="144" y="57"/>
                </a:lnTo>
                <a:lnTo>
                  <a:pt x="145" y="56"/>
                </a:lnTo>
                <a:lnTo>
                  <a:pt x="144" y="55"/>
                </a:lnTo>
                <a:lnTo>
                  <a:pt x="144" y="54"/>
                </a:lnTo>
                <a:lnTo>
                  <a:pt x="144" y="52"/>
                </a:lnTo>
                <a:lnTo>
                  <a:pt x="142" y="52"/>
                </a:lnTo>
                <a:lnTo>
                  <a:pt x="142" y="51"/>
                </a:lnTo>
                <a:lnTo>
                  <a:pt x="141" y="50"/>
                </a:lnTo>
                <a:lnTo>
                  <a:pt x="141" y="49"/>
                </a:lnTo>
                <a:lnTo>
                  <a:pt x="143" y="48"/>
                </a:lnTo>
                <a:lnTo>
                  <a:pt x="143" y="46"/>
                </a:lnTo>
                <a:lnTo>
                  <a:pt x="144" y="45"/>
                </a:lnTo>
                <a:lnTo>
                  <a:pt x="145" y="44"/>
                </a:lnTo>
                <a:lnTo>
                  <a:pt x="146" y="43"/>
                </a:lnTo>
                <a:lnTo>
                  <a:pt x="146" y="42"/>
                </a:lnTo>
                <a:lnTo>
                  <a:pt x="145" y="42"/>
                </a:lnTo>
                <a:lnTo>
                  <a:pt x="145" y="42"/>
                </a:lnTo>
                <a:lnTo>
                  <a:pt x="144" y="42"/>
                </a:lnTo>
                <a:lnTo>
                  <a:pt x="144" y="41"/>
                </a:lnTo>
                <a:lnTo>
                  <a:pt x="142" y="40"/>
                </a:lnTo>
                <a:lnTo>
                  <a:pt x="140" y="41"/>
                </a:lnTo>
                <a:lnTo>
                  <a:pt x="139" y="39"/>
                </a:lnTo>
                <a:lnTo>
                  <a:pt x="138" y="39"/>
                </a:lnTo>
                <a:lnTo>
                  <a:pt x="137" y="40"/>
                </a:lnTo>
                <a:lnTo>
                  <a:pt x="135" y="38"/>
                </a:lnTo>
                <a:lnTo>
                  <a:pt x="134" y="38"/>
                </a:lnTo>
                <a:lnTo>
                  <a:pt x="133" y="36"/>
                </a:lnTo>
                <a:lnTo>
                  <a:pt x="132" y="36"/>
                </a:lnTo>
                <a:lnTo>
                  <a:pt x="132" y="35"/>
                </a:lnTo>
                <a:lnTo>
                  <a:pt x="132" y="35"/>
                </a:lnTo>
                <a:lnTo>
                  <a:pt x="131" y="35"/>
                </a:lnTo>
                <a:lnTo>
                  <a:pt x="130" y="35"/>
                </a:lnTo>
                <a:lnTo>
                  <a:pt x="130" y="35"/>
                </a:lnTo>
                <a:lnTo>
                  <a:pt x="129" y="34"/>
                </a:lnTo>
                <a:lnTo>
                  <a:pt x="129" y="32"/>
                </a:lnTo>
                <a:lnTo>
                  <a:pt x="129" y="32"/>
                </a:lnTo>
                <a:lnTo>
                  <a:pt x="128" y="31"/>
                </a:lnTo>
                <a:lnTo>
                  <a:pt x="127" y="31"/>
                </a:lnTo>
                <a:lnTo>
                  <a:pt x="126" y="33"/>
                </a:lnTo>
                <a:lnTo>
                  <a:pt x="125" y="33"/>
                </a:lnTo>
                <a:lnTo>
                  <a:pt x="125" y="34"/>
                </a:lnTo>
                <a:lnTo>
                  <a:pt x="124" y="34"/>
                </a:lnTo>
                <a:lnTo>
                  <a:pt x="122" y="35"/>
                </a:lnTo>
                <a:lnTo>
                  <a:pt x="121" y="34"/>
                </a:lnTo>
                <a:lnTo>
                  <a:pt x="120" y="33"/>
                </a:lnTo>
                <a:lnTo>
                  <a:pt x="119" y="33"/>
                </a:lnTo>
                <a:lnTo>
                  <a:pt x="118" y="32"/>
                </a:lnTo>
                <a:lnTo>
                  <a:pt x="116" y="33"/>
                </a:lnTo>
                <a:lnTo>
                  <a:pt x="116" y="31"/>
                </a:lnTo>
                <a:lnTo>
                  <a:pt x="116" y="31"/>
                </a:lnTo>
                <a:lnTo>
                  <a:pt x="116" y="28"/>
                </a:lnTo>
                <a:lnTo>
                  <a:pt x="116" y="28"/>
                </a:lnTo>
                <a:lnTo>
                  <a:pt x="115" y="29"/>
                </a:lnTo>
                <a:lnTo>
                  <a:pt x="114" y="29"/>
                </a:lnTo>
                <a:lnTo>
                  <a:pt x="112" y="29"/>
                </a:lnTo>
                <a:lnTo>
                  <a:pt x="111" y="29"/>
                </a:lnTo>
                <a:lnTo>
                  <a:pt x="109" y="27"/>
                </a:lnTo>
                <a:lnTo>
                  <a:pt x="109" y="27"/>
                </a:lnTo>
                <a:lnTo>
                  <a:pt x="108" y="27"/>
                </a:lnTo>
                <a:lnTo>
                  <a:pt x="107" y="29"/>
                </a:lnTo>
                <a:lnTo>
                  <a:pt x="105" y="30"/>
                </a:lnTo>
                <a:lnTo>
                  <a:pt x="104" y="29"/>
                </a:lnTo>
                <a:lnTo>
                  <a:pt x="104" y="27"/>
                </a:lnTo>
                <a:lnTo>
                  <a:pt x="103" y="27"/>
                </a:lnTo>
                <a:lnTo>
                  <a:pt x="103" y="28"/>
                </a:lnTo>
                <a:lnTo>
                  <a:pt x="102" y="28"/>
                </a:lnTo>
                <a:lnTo>
                  <a:pt x="102" y="27"/>
                </a:lnTo>
                <a:lnTo>
                  <a:pt x="102" y="26"/>
                </a:lnTo>
                <a:lnTo>
                  <a:pt x="101" y="26"/>
                </a:lnTo>
                <a:lnTo>
                  <a:pt x="101" y="25"/>
                </a:lnTo>
                <a:lnTo>
                  <a:pt x="100" y="25"/>
                </a:lnTo>
                <a:lnTo>
                  <a:pt x="101" y="23"/>
                </a:lnTo>
                <a:lnTo>
                  <a:pt x="99" y="22"/>
                </a:lnTo>
                <a:lnTo>
                  <a:pt x="99" y="22"/>
                </a:lnTo>
                <a:lnTo>
                  <a:pt x="100" y="22"/>
                </a:lnTo>
                <a:lnTo>
                  <a:pt x="100" y="20"/>
                </a:lnTo>
                <a:lnTo>
                  <a:pt x="99" y="18"/>
                </a:lnTo>
                <a:lnTo>
                  <a:pt x="100" y="17"/>
                </a:lnTo>
                <a:lnTo>
                  <a:pt x="99" y="17"/>
                </a:lnTo>
                <a:lnTo>
                  <a:pt x="100" y="16"/>
                </a:lnTo>
                <a:lnTo>
                  <a:pt x="99" y="15"/>
                </a:lnTo>
                <a:lnTo>
                  <a:pt x="97" y="15"/>
                </a:lnTo>
                <a:lnTo>
                  <a:pt x="97" y="16"/>
                </a:lnTo>
                <a:lnTo>
                  <a:pt x="93" y="19"/>
                </a:lnTo>
                <a:lnTo>
                  <a:pt x="92" y="18"/>
                </a:lnTo>
                <a:lnTo>
                  <a:pt x="91" y="18"/>
                </a:lnTo>
                <a:lnTo>
                  <a:pt x="91" y="17"/>
                </a:lnTo>
                <a:lnTo>
                  <a:pt x="89" y="15"/>
                </a:lnTo>
                <a:lnTo>
                  <a:pt x="88" y="16"/>
                </a:lnTo>
                <a:lnTo>
                  <a:pt x="88" y="17"/>
                </a:lnTo>
                <a:lnTo>
                  <a:pt x="87" y="17"/>
                </a:lnTo>
                <a:lnTo>
                  <a:pt x="87" y="16"/>
                </a:lnTo>
                <a:lnTo>
                  <a:pt x="87" y="16"/>
                </a:lnTo>
                <a:lnTo>
                  <a:pt x="86" y="16"/>
                </a:lnTo>
                <a:lnTo>
                  <a:pt x="85" y="16"/>
                </a:lnTo>
                <a:lnTo>
                  <a:pt x="85" y="17"/>
                </a:lnTo>
                <a:lnTo>
                  <a:pt x="83" y="17"/>
                </a:lnTo>
                <a:lnTo>
                  <a:pt x="83" y="17"/>
                </a:lnTo>
                <a:lnTo>
                  <a:pt x="82" y="17"/>
                </a:lnTo>
                <a:lnTo>
                  <a:pt x="80" y="18"/>
                </a:lnTo>
                <a:lnTo>
                  <a:pt x="77" y="17"/>
                </a:lnTo>
                <a:lnTo>
                  <a:pt x="76" y="18"/>
                </a:lnTo>
                <a:lnTo>
                  <a:pt x="75" y="18"/>
                </a:lnTo>
                <a:lnTo>
                  <a:pt x="75" y="19"/>
                </a:lnTo>
                <a:lnTo>
                  <a:pt x="74" y="18"/>
                </a:lnTo>
                <a:lnTo>
                  <a:pt x="73" y="18"/>
                </a:lnTo>
                <a:lnTo>
                  <a:pt x="73" y="19"/>
                </a:lnTo>
                <a:lnTo>
                  <a:pt x="70" y="18"/>
                </a:lnTo>
                <a:lnTo>
                  <a:pt x="70" y="18"/>
                </a:lnTo>
                <a:lnTo>
                  <a:pt x="69" y="17"/>
                </a:lnTo>
                <a:lnTo>
                  <a:pt x="69" y="18"/>
                </a:lnTo>
                <a:lnTo>
                  <a:pt x="68" y="17"/>
                </a:lnTo>
                <a:lnTo>
                  <a:pt x="67" y="16"/>
                </a:lnTo>
                <a:lnTo>
                  <a:pt x="66" y="17"/>
                </a:lnTo>
                <a:lnTo>
                  <a:pt x="66" y="16"/>
                </a:lnTo>
                <a:lnTo>
                  <a:pt x="65" y="15"/>
                </a:lnTo>
                <a:lnTo>
                  <a:pt x="64" y="16"/>
                </a:lnTo>
                <a:lnTo>
                  <a:pt x="61" y="14"/>
                </a:lnTo>
                <a:lnTo>
                  <a:pt x="59" y="14"/>
                </a:lnTo>
                <a:lnTo>
                  <a:pt x="59" y="13"/>
                </a:lnTo>
                <a:lnTo>
                  <a:pt x="58" y="14"/>
                </a:lnTo>
                <a:lnTo>
                  <a:pt x="57" y="13"/>
                </a:lnTo>
                <a:lnTo>
                  <a:pt x="57" y="12"/>
                </a:lnTo>
                <a:lnTo>
                  <a:pt x="56" y="11"/>
                </a:lnTo>
                <a:lnTo>
                  <a:pt x="56" y="10"/>
                </a:lnTo>
                <a:lnTo>
                  <a:pt x="55" y="10"/>
                </a:lnTo>
                <a:lnTo>
                  <a:pt x="54" y="9"/>
                </a:lnTo>
                <a:lnTo>
                  <a:pt x="52" y="8"/>
                </a:lnTo>
                <a:lnTo>
                  <a:pt x="52" y="7"/>
                </a:lnTo>
                <a:lnTo>
                  <a:pt x="52" y="8"/>
                </a:lnTo>
                <a:lnTo>
                  <a:pt x="51" y="7"/>
                </a:lnTo>
                <a:lnTo>
                  <a:pt x="52" y="6"/>
                </a:lnTo>
                <a:lnTo>
                  <a:pt x="51" y="5"/>
                </a:lnTo>
                <a:lnTo>
                  <a:pt x="51" y="4"/>
                </a:lnTo>
                <a:lnTo>
                  <a:pt x="49" y="4"/>
                </a:lnTo>
                <a:lnTo>
                  <a:pt x="50" y="4"/>
                </a:lnTo>
                <a:lnTo>
                  <a:pt x="50" y="3"/>
                </a:lnTo>
                <a:lnTo>
                  <a:pt x="49" y="2"/>
                </a:lnTo>
                <a:lnTo>
                  <a:pt x="48" y="1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414850" y="4846617"/>
            <a:ext cx="718256" cy="788799"/>
          </a:xfrm>
          <a:custGeom>
            <a:avLst/>
            <a:gdLst/>
            <a:ahLst/>
            <a:cxnLst/>
            <a:rect l="l" t="t" r="r" b="b"/>
            <a:pathLst>
              <a:path w="112" h="123">
                <a:moveTo>
                  <a:pt x="69" y="120"/>
                </a:moveTo>
                <a:lnTo>
                  <a:pt x="69" y="119"/>
                </a:lnTo>
                <a:lnTo>
                  <a:pt x="72" y="117"/>
                </a:lnTo>
                <a:lnTo>
                  <a:pt x="72" y="115"/>
                </a:lnTo>
                <a:lnTo>
                  <a:pt x="71" y="115"/>
                </a:lnTo>
                <a:lnTo>
                  <a:pt x="71" y="113"/>
                </a:lnTo>
                <a:lnTo>
                  <a:pt x="72" y="110"/>
                </a:lnTo>
                <a:lnTo>
                  <a:pt x="73" y="109"/>
                </a:lnTo>
                <a:lnTo>
                  <a:pt x="73" y="110"/>
                </a:lnTo>
                <a:lnTo>
                  <a:pt x="74" y="110"/>
                </a:lnTo>
                <a:lnTo>
                  <a:pt x="75" y="109"/>
                </a:lnTo>
                <a:lnTo>
                  <a:pt x="76" y="110"/>
                </a:lnTo>
                <a:lnTo>
                  <a:pt x="77" y="109"/>
                </a:lnTo>
                <a:lnTo>
                  <a:pt x="77" y="110"/>
                </a:lnTo>
                <a:lnTo>
                  <a:pt x="79" y="110"/>
                </a:lnTo>
                <a:lnTo>
                  <a:pt x="81" y="110"/>
                </a:lnTo>
                <a:lnTo>
                  <a:pt x="83" y="111"/>
                </a:lnTo>
                <a:lnTo>
                  <a:pt x="83" y="112"/>
                </a:lnTo>
                <a:lnTo>
                  <a:pt x="83" y="113"/>
                </a:lnTo>
                <a:lnTo>
                  <a:pt x="83" y="114"/>
                </a:lnTo>
                <a:lnTo>
                  <a:pt x="84" y="114"/>
                </a:lnTo>
                <a:lnTo>
                  <a:pt x="84" y="115"/>
                </a:lnTo>
                <a:lnTo>
                  <a:pt x="86" y="115"/>
                </a:lnTo>
                <a:lnTo>
                  <a:pt x="87" y="114"/>
                </a:lnTo>
                <a:lnTo>
                  <a:pt x="89" y="114"/>
                </a:lnTo>
                <a:lnTo>
                  <a:pt x="89" y="113"/>
                </a:lnTo>
                <a:lnTo>
                  <a:pt x="88" y="112"/>
                </a:lnTo>
                <a:lnTo>
                  <a:pt x="89" y="110"/>
                </a:lnTo>
                <a:lnTo>
                  <a:pt x="88" y="109"/>
                </a:lnTo>
                <a:lnTo>
                  <a:pt x="88" y="109"/>
                </a:lnTo>
                <a:lnTo>
                  <a:pt x="89" y="108"/>
                </a:lnTo>
                <a:lnTo>
                  <a:pt x="88" y="107"/>
                </a:lnTo>
                <a:lnTo>
                  <a:pt x="85" y="107"/>
                </a:lnTo>
                <a:lnTo>
                  <a:pt x="85" y="105"/>
                </a:lnTo>
                <a:lnTo>
                  <a:pt x="86" y="105"/>
                </a:lnTo>
                <a:lnTo>
                  <a:pt x="87" y="106"/>
                </a:lnTo>
                <a:lnTo>
                  <a:pt x="87" y="105"/>
                </a:lnTo>
                <a:lnTo>
                  <a:pt x="88" y="104"/>
                </a:lnTo>
                <a:lnTo>
                  <a:pt x="90" y="104"/>
                </a:lnTo>
                <a:lnTo>
                  <a:pt x="90" y="103"/>
                </a:lnTo>
                <a:lnTo>
                  <a:pt x="91" y="103"/>
                </a:lnTo>
                <a:lnTo>
                  <a:pt x="90" y="102"/>
                </a:lnTo>
                <a:lnTo>
                  <a:pt x="92" y="101"/>
                </a:lnTo>
                <a:lnTo>
                  <a:pt x="94" y="101"/>
                </a:lnTo>
                <a:lnTo>
                  <a:pt x="94" y="102"/>
                </a:lnTo>
                <a:lnTo>
                  <a:pt x="95" y="102"/>
                </a:lnTo>
                <a:lnTo>
                  <a:pt x="96" y="103"/>
                </a:lnTo>
                <a:lnTo>
                  <a:pt x="96" y="103"/>
                </a:lnTo>
                <a:lnTo>
                  <a:pt x="97" y="103"/>
                </a:lnTo>
                <a:lnTo>
                  <a:pt x="98" y="103"/>
                </a:lnTo>
                <a:lnTo>
                  <a:pt x="99" y="103"/>
                </a:lnTo>
                <a:lnTo>
                  <a:pt x="100" y="104"/>
                </a:lnTo>
                <a:lnTo>
                  <a:pt x="100" y="104"/>
                </a:lnTo>
                <a:lnTo>
                  <a:pt x="103" y="103"/>
                </a:lnTo>
                <a:lnTo>
                  <a:pt x="104" y="104"/>
                </a:lnTo>
                <a:lnTo>
                  <a:pt x="105" y="104"/>
                </a:lnTo>
                <a:lnTo>
                  <a:pt x="106" y="102"/>
                </a:lnTo>
                <a:lnTo>
                  <a:pt x="106" y="101"/>
                </a:lnTo>
                <a:lnTo>
                  <a:pt x="107" y="101"/>
                </a:lnTo>
                <a:lnTo>
                  <a:pt x="107" y="99"/>
                </a:lnTo>
                <a:lnTo>
                  <a:pt x="108" y="99"/>
                </a:lnTo>
                <a:lnTo>
                  <a:pt x="108" y="97"/>
                </a:lnTo>
                <a:lnTo>
                  <a:pt x="107" y="97"/>
                </a:lnTo>
                <a:lnTo>
                  <a:pt x="106" y="95"/>
                </a:lnTo>
                <a:lnTo>
                  <a:pt x="106" y="94"/>
                </a:lnTo>
                <a:lnTo>
                  <a:pt x="107" y="93"/>
                </a:lnTo>
                <a:lnTo>
                  <a:pt x="107" y="92"/>
                </a:lnTo>
                <a:lnTo>
                  <a:pt x="108" y="91"/>
                </a:lnTo>
                <a:lnTo>
                  <a:pt x="108" y="89"/>
                </a:lnTo>
                <a:lnTo>
                  <a:pt x="107" y="88"/>
                </a:lnTo>
                <a:lnTo>
                  <a:pt x="108" y="86"/>
                </a:lnTo>
                <a:lnTo>
                  <a:pt x="109" y="87"/>
                </a:lnTo>
                <a:lnTo>
                  <a:pt x="109" y="86"/>
                </a:lnTo>
                <a:lnTo>
                  <a:pt x="109" y="86"/>
                </a:lnTo>
                <a:lnTo>
                  <a:pt x="112" y="84"/>
                </a:lnTo>
                <a:lnTo>
                  <a:pt x="111" y="83"/>
                </a:lnTo>
                <a:lnTo>
                  <a:pt x="110" y="83"/>
                </a:lnTo>
                <a:lnTo>
                  <a:pt x="108" y="84"/>
                </a:lnTo>
                <a:lnTo>
                  <a:pt x="107" y="84"/>
                </a:lnTo>
                <a:lnTo>
                  <a:pt x="106" y="85"/>
                </a:lnTo>
                <a:lnTo>
                  <a:pt x="106" y="84"/>
                </a:lnTo>
                <a:lnTo>
                  <a:pt x="106" y="84"/>
                </a:lnTo>
                <a:lnTo>
                  <a:pt x="106" y="83"/>
                </a:lnTo>
                <a:lnTo>
                  <a:pt x="107" y="82"/>
                </a:lnTo>
                <a:lnTo>
                  <a:pt x="107" y="82"/>
                </a:lnTo>
                <a:lnTo>
                  <a:pt x="107" y="81"/>
                </a:lnTo>
                <a:lnTo>
                  <a:pt x="107" y="80"/>
                </a:lnTo>
                <a:lnTo>
                  <a:pt x="108" y="79"/>
                </a:lnTo>
                <a:lnTo>
                  <a:pt x="108" y="77"/>
                </a:lnTo>
                <a:lnTo>
                  <a:pt x="108" y="77"/>
                </a:lnTo>
                <a:lnTo>
                  <a:pt x="108" y="75"/>
                </a:lnTo>
                <a:lnTo>
                  <a:pt x="106" y="75"/>
                </a:lnTo>
                <a:lnTo>
                  <a:pt x="106" y="74"/>
                </a:lnTo>
                <a:lnTo>
                  <a:pt x="104" y="75"/>
                </a:lnTo>
                <a:lnTo>
                  <a:pt x="103" y="74"/>
                </a:lnTo>
                <a:lnTo>
                  <a:pt x="102" y="70"/>
                </a:lnTo>
                <a:lnTo>
                  <a:pt x="104" y="67"/>
                </a:lnTo>
                <a:lnTo>
                  <a:pt x="101" y="65"/>
                </a:lnTo>
                <a:lnTo>
                  <a:pt x="101" y="64"/>
                </a:lnTo>
                <a:lnTo>
                  <a:pt x="100" y="64"/>
                </a:lnTo>
                <a:lnTo>
                  <a:pt x="100" y="63"/>
                </a:lnTo>
                <a:lnTo>
                  <a:pt x="101" y="61"/>
                </a:lnTo>
                <a:lnTo>
                  <a:pt x="102" y="59"/>
                </a:lnTo>
                <a:lnTo>
                  <a:pt x="101" y="59"/>
                </a:lnTo>
                <a:lnTo>
                  <a:pt x="102" y="57"/>
                </a:lnTo>
                <a:lnTo>
                  <a:pt x="98" y="59"/>
                </a:lnTo>
                <a:lnTo>
                  <a:pt x="97" y="59"/>
                </a:lnTo>
                <a:lnTo>
                  <a:pt x="96" y="58"/>
                </a:lnTo>
                <a:lnTo>
                  <a:pt x="97" y="57"/>
                </a:lnTo>
                <a:lnTo>
                  <a:pt x="96" y="57"/>
                </a:lnTo>
                <a:lnTo>
                  <a:pt x="96" y="56"/>
                </a:lnTo>
                <a:lnTo>
                  <a:pt x="97" y="55"/>
                </a:lnTo>
                <a:lnTo>
                  <a:pt x="96" y="55"/>
                </a:lnTo>
                <a:lnTo>
                  <a:pt x="96" y="54"/>
                </a:lnTo>
                <a:lnTo>
                  <a:pt x="96" y="53"/>
                </a:lnTo>
                <a:lnTo>
                  <a:pt x="96" y="52"/>
                </a:lnTo>
                <a:lnTo>
                  <a:pt x="99" y="48"/>
                </a:lnTo>
                <a:lnTo>
                  <a:pt x="98" y="47"/>
                </a:lnTo>
                <a:lnTo>
                  <a:pt x="98" y="47"/>
                </a:lnTo>
                <a:lnTo>
                  <a:pt x="98" y="45"/>
                </a:lnTo>
                <a:lnTo>
                  <a:pt x="99" y="44"/>
                </a:lnTo>
                <a:lnTo>
                  <a:pt x="100" y="44"/>
                </a:lnTo>
                <a:lnTo>
                  <a:pt x="100" y="43"/>
                </a:lnTo>
                <a:lnTo>
                  <a:pt x="101" y="44"/>
                </a:lnTo>
                <a:lnTo>
                  <a:pt x="102" y="43"/>
                </a:lnTo>
                <a:lnTo>
                  <a:pt x="102" y="43"/>
                </a:lnTo>
                <a:lnTo>
                  <a:pt x="102" y="42"/>
                </a:lnTo>
                <a:lnTo>
                  <a:pt x="103" y="42"/>
                </a:lnTo>
                <a:lnTo>
                  <a:pt x="104" y="42"/>
                </a:lnTo>
                <a:lnTo>
                  <a:pt x="102" y="40"/>
                </a:lnTo>
                <a:lnTo>
                  <a:pt x="105" y="39"/>
                </a:lnTo>
                <a:lnTo>
                  <a:pt x="105" y="37"/>
                </a:lnTo>
                <a:lnTo>
                  <a:pt x="106" y="37"/>
                </a:lnTo>
                <a:lnTo>
                  <a:pt x="106" y="36"/>
                </a:lnTo>
                <a:lnTo>
                  <a:pt x="107" y="36"/>
                </a:lnTo>
                <a:lnTo>
                  <a:pt x="107" y="34"/>
                </a:lnTo>
                <a:lnTo>
                  <a:pt x="105" y="33"/>
                </a:lnTo>
                <a:lnTo>
                  <a:pt x="106" y="32"/>
                </a:lnTo>
                <a:lnTo>
                  <a:pt x="103" y="31"/>
                </a:lnTo>
                <a:lnTo>
                  <a:pt x="104" y="29"/>
                </a:lnTo>
                <a:lnTo>
                  <a:pt x="104" y="24"/>
                </a:lnTo>
                <a:lnTo>
                  <a:pt x="104" y="24"/>
                </a:lnTo>
                <a:lnTo>
                  <a:pt x="103" y="24"/>
                </a:lnTo>
                <a:lnTo>
                  <a:pt x="102" y="23"/>
                </a:lnTo>
                <a:lnTo>
                  <a:pt x="102" y="23"/>
                </a:lnTo>
                <a:lnTo>
                  <a:pt x="101" y="23"/>
                </a:lnTo>
                <a:lnTo>
                  <a:pt x="101" y="22"/>
                </a:lnTo>
                <a:lnTo>
                  <a:pt x="101" y="22"/>
                </a:lnTo>
                <a:lnTo>
                  <a:pt x="100" y="20"/>
                </a:lnTo>
                <a:lnTo>
                  <a:pt x="98" y="20"/>
                </a:lnTo>
                <a:lnTo>
                  <a:pt x="98" y="19"/>
                </a:lnTo>
                <a:lnTo>
                  <a:pt x="98" y="20"/>
                </a:lnTo>
                <a:lnTo>
                  <a:pt x="97" y="19"/>
                </a:lnTo>
                <a:lnTo>
                  <a:pt x="96" y="19"/>
                </a:lnTo>
                <a:lnTo>
                  <a:pt x="96" y="20"/>
                </a:lnTo>
                <a:lnTo>
                  <a:pt x="95" y="19"/>
                </a:lnTo>
                <a:lnTo>
                  <a:pt x="95" y="20"/>
                </a:lnTo>
                <a:lnTo>
                  <a:pt x="94" y="17"/>
                </a:lnTo>
                <a:lnTo>
                  <a:pt x="94" y="17"/>
                </a:lnTo>
                <a:lnTo>
                  <a:pt x="94" y="16"/>
                </a:lnTo>
                <a:lnTo>
                  <a:pt x="94" y="16"/>
                </a:lnTo>
                <a:lnTo>
                  <a:pt x="93" y="16"/>
                </a:lnTo>
                <a:lnTo>
                  <a:pt x="94" y="13"/>
                </a:lnTo>
                <a:lnTo>
                  <a:pt x="95" y="12"/>
                </a:lnTo>
                <a:lnTo>
                  <a:pt x="95" y="11"/>
                </a:lnTo>
                <a:lnTo>
                  <a:pt x="94" y="10"/>
                </a:lnTo>
                <a:lnTo>
                  <a:pt x="93" y="10"/>
                </a:lnTo>
                <a:lnTo>
                  <a:pt x="95" y="8"/>
                </a:lnTo>
                <a:lnTo>
                  <a:pt x="93" y="6"/>
                </a:lnTo>
                <a:lnTo>
                  <a:pt x="92" y="6"/>
                </a:lnTo>
                <a:lnTo>
                  <a:pt x="91" y="6"/>
                </a:lnTo>
                <a:lnTo>
                  <a:pt x="91" y="2"/>
                </a:lnTo>
                <a:lnTo>
                  <a:pt x="87" y="6"/>
                </a:lnTo>
                <a:lnTo>
                  <a:pt x="83" y="12"/>
                </a:lnTo>
                <a:lnTo>
                  <a:pt x="82" y="12"/>
                </a:lnTo>
                <a:lnTo>
                  <a:pt x="82" y="12"/>
                </a:lnTo>
                <a:lnTo>
                  <a:pt x="81" y="11"/>
                </a:lnTo>
                <a:lnTo>
                  <a:pt x="79" y="12"/>
                </a:lnTo>
                <a:lnTo>
                  <a:pt x="78" y="9"/>
                </a:lnTo>
                <a:lnTo>
                  <a:pt x="80" y="7"/>
                </a:lnTo>
                <a:lnTo>
                  <a:pt x="80" y="5"/>
                </a:lnTo>
                <a:lnTo>
                  <a:pt x="79" y="7"/>
                </a:lnTo>
                <a:lnTo>
                  <a:pt x="79" y="7"/>
                </a:lnTo>
                <a:lnTo>
                  <a:pt x="78" y="5"/>
                </a:lnTo>
                <a:lnTo>
                  <a:pt x="77" y="5"/>
                </a:lnTo>
                <a:lnTo>
                  <a:pt x="76" y="6"/>
                </a:lnTo>
                <a:lnTo>
                  <a:pt x="76" y="7"/>
                </a:lnTo>
                <a:lnTo>
                  <a:pt x="75" y="8"/>
                </a:lnTo>
                <a:lnTo>
                  <a:pt x="74" y="9"/>
                </a:lnTo>
                <a:lnTo>
                  <a:pt x="73" y="10"/>
                </a:lnTo>
                <a:lnTo>
                  <a:pt x="72" y="9"/>
                </a:lnTo>
                <a:lnTo>
                  <a:pt x="71" y="10"/>
                </a:lnTo>
                <a:lnTo>
                  <a:pt x="70" y="9"/>
                </a:lnTo>
                <a:lnTo>
                  <a:pt x="69" y="9"/>
                </a:lnTo>
                <a:lnTo>
                  <a:pt x="68" y="11"/>
                </a:lnTo>
                <a:lnTo>
                  <a:pt x="67" y="11"/>
                </a:lnTo>
                <a:lnTo>
                  <a:pt x="67" y="12"/>
                </a:lnTo>
                <a:lnTo>
                  <a:pt x="66" y="11"/>
                </a:lnTo>
                <a:lnTo>
                  <a:pt x="67" y="10"/>
                </a:lnTo>
                <a:lnTo>
                  <a:pt x="65" y="10"/>
                </a:lnTo>
                <a:lnTo>
                  <a:pt x="65" y="9"/>
                </a:lnTo>
                <a:lnTo>
                  <a:pt x="65" y="9"/>
                </a:lnTo>
                <a:lnTo>
                  <a:pt x="64" y="9"/>
                </a:lnTo>
                <a:lnTo>
                  <a:pt x="62" y="8"/>
                </a:lnTo>
                <a:lnTo>
                  <a:pt x="62" y="7"/>
                </a:lnTo>
                <a:lnTo>
                  <a:pt x="60" y="6"/>
                </a:lnTo>
                <a:lnTo>
                  <a:pt x="60" y="5"/>
                </a:lnTo>
                <a:lnTo>
                  <a:pt x="58" y="5"/>
                </a:lnTo>
                <a:lnTo>
                  <a:pt x="57" y="4"/>
                </a:lnTo>
                <a:lnTo>
                  <a:pt x="56" y="3"/>
                </a:lnTo>
                <a:lnTo>
                  <a:pt x="55" y="4"/>
                </a:lnTo>
                <a:lnTo>
                  <a:pt x="52" y="4"/>
                </a:lnTo>
                <a:lnTo>
                  <a:pt x="51" y="4"/>
                </a:lnTo>
                <a:lnTo>
                  <a:pt x="49" y="4"/>
                </a:lnTo>
                <a:lnTo>
                  <a:pt x="49" y="4"/>
                </a:lnTo>
                <a:lnTo>
                  <a:pt x="48" y="3"/>
                </a:lnTo>
                <a:lnTo>
                  <a:pt x="47" y="3"/>
                </a:lnTo>
                <a:lnTo>
                  <a:pt x="45" y="1"/>
                </a:lnTo>
                <a:lnTo>
                  <a:pt x="39" y="1"/>
                </a:lnTo>
                <a:lnTo>
                  <a:pt x="39" y="0"/>
                </a:lnTo>
                <a:lnTo>
                  <a:pt x="38" y="0"/>
                </a:lnTo>
                <a:lnTo>
                  <a:pt x="36" y="0"/>
                </a:lnTo>
                <a:lnTo>
                  <a:pt x="36" y="2"/>
                </a:lnTo>
                <a:lnTo>
                  <a:pt x="35" y="2"/>
                </a:lnTo>
                <a:lnTo>
                  <a:pt x="34" y="1"/>
                </a:lnTo>
                <a:lnTo>
                  <a:pt x="33" y="2"/>
                </a:lnTo>
                <a:lnTo>
                  <a:pt x="31" y="2"/>
                </a:lnTo>
                <a:lnTo>
                  <a:pt x="31" y="3"/>
                </a:lnTo>
                <a:lnTo>
                  <a:pt x="32" y="3"/>
                </a:lnTo>
                <a:lnTo>
                  <a:pt x="31" y="4"/>
                </a:lnTo>
                <a:lnTo>
                  <a:pt x="31" y="5"/>
                </a:lnTo>
                <a:lnTo>
                  <a:pt x="32" y="5"/>
                </a:lnTo>
                <a:lnTo>
                  <a:pt x="32" y="7"/>
                </a:lnTo>
                <a:lnTo>
                  <a:pt x="33" y="7"/>
                </a:lnTo>
                <a:lnTo>
                  <a:pt x="34" y="8"/>
                </a:lnTo>
                <a:lnTo>
                  <a:pt x="33" y="10"/>
                </a:lnTo>
                <a:lnTo>
                  <a:pt x="32" y="10"/>
                </a:lnTo>
                <a:lnTo>
                  <a:pt x="31" y="10"/>
                </a:lnTo>
                <a:lnTo>
                  <a:pt x="30" y="11"/>
                </a:lnTo>
                <a:lnTo>
                  <a:pt x="29" y="12"/>
                </a:lnTo>
                <a:lnTo>
                  <a:pt x="28" y="11"/>
                </a:lnTo>
                <a:lnTo>
                  <a:pt x="28" y="11"/>
                </a:lnTo>
                <a:lnTo>
                  <a:pt x="27" y="10"/>
                </a:lnTo>
                <a:lnTo>
                  <a:pt x="26" y="9"/>
                </a:lnTo>
                <a:lnTo>
                  <a:pt x="25" y="9"/>
                </a:lnTo>
                <a:lnTo>
                  <a:pt x="24" y="8"/>
                </a:lnTo>
                <a:lnTo>
                  <a:pt x="17" y="9"/>
                </a:lnTo>
                <a:lnTo>
                  <a:pt x="17" y="10"/>
                </a:lnTo>
                <a:lnTo>
                  <a:pt x="17" y="11"/>
                </a:lnTo>
                <a:lnTo>
                  <a:pt x="16" y="11"/>
                </a:lnTo>
                <a:lnTo>
                  <a:pt x="16" y="12"/>
                </a:lnTo>
                <a:lnTo>
                  <a:pt x="16" y="13"/>
                </a:lnTo>
                <a:lnTo>
                  <a:pt x="15" y="13"/>
                </a:lnTo>
                <a:lnTo>
                  <a:pt x="15" y="12"/>
                </a:lnTo>
                <a:lnTo>
                  <a:pt x="14" y="12"/>
                </a:lnTo>
                <a:lnTo>
                  <a:pt x="13" y="13"/>
                </a:lnTo>
                <a:lnTo>
                  <a:pt x="12" y="13"/>
                </a:lnTo>
                <a:lnTo>
                  <a:pt x="12" y="14"/>
                </a:lnTo>
                <a:lnTo>
                  <a:pt x="12" y="14"/>
                </a:lnTo>
                <a:lnTo>
                  <a:pt x="11" y="15"/>
                </a:lnTo>
                <a:lnTo>
                  <a:pt x="11" y="15"/>
                </a:lnTo>
                <a:lnTo>
                  <a:pt x="11" y="17"/>
                </a:lnTo>
                <a:lnTo>
                  <a:pt x="10" y="18"/>
                </a:lnTo>
                <a:lnTo>
                  <a:pt x="10" y="18"/>
                </a:lnTo>
                <a:lnTo>
                  <a:pt x="9" y="19"/>
                </a:lnTo>
                <a:lnTo>
                  <a:pt x="10" y="20"/>
                </a:lnTo>
                <a:lnTo>
                  <a:pt x="8" y="22"/>
                </a:lnTo>
                <a:lnTo>
                  <a:pt x="8" y="22"/>
                </a:lnTo>
                <a:lnTo>
                  <a:pt x="8" y="23"/>
                </a:lnTo>
                <a:lnTo>
                  <a:pt x="8" y="24"/>
                </a:lnTo>
                <a:lnTo>
                  <a:pt x="7" y="24"/>
                </a:lnTo>
                <a:lnTo>
                  <a:pt x="8" y="25"/>
                </a:lnTo>
                <a:lnTo>
                  <a:pt x="9" y="25"/>
                </a:lnTo>
                <a:lnTo>
                  <a:pt x="9" y="26"/>
                </a:lnTo>
                <a:lnTo>
                  <a:pt x="8" y="30"/>
                </a:lnTo>
                <a:lnTo>
                  <a:pt x="8" y="32"/>
                </a:lnTo>
                <a:lnTo>
                  <a:pt x="9" y="33"/>
                </a:lnTo>
                <a:lnTo>
                  <a:pt x="9" y="33"/>
                </a:lnTo>
                <a:lnTo>
                  <a:pt x="8" y="34"/>
                </a:lnTo>
                <a:lnTo>
                  <a:pt x="9" y="34"/>
                </a:lnTo>
                <a:lnTo>
                  <a:pt x="7" y="35"/>
                </a:lnTo>
                <a:lnTo>
                  <a:pt x="7" y="36"/>
                </a:lnTo>
                <a:lnTo>
                  <a:pt x="8" y="36"/>
                </a:lnTo>
                <a:lnTo>
                  <a:pt x="8" y="36"/>
                </a:lnTo>
                <a:lnTo>
                  <a:pt x="9" y="36"/>
                </a:lnTo>
                <a:lnTo>
                  <a:pt x="10" y="36"/>
                </a:lnTo>
                <a:lnTo>
                  <a:pt x="9" y="37"/>
                </a:lnTo>
                <a:lnTo>
                  <a:pt x="9" y="41"/>
                </a:lnTo>
                <a:lnTo>
                  <a:pt x="9" y="41"/>
                </a:lnTo>
                <a:lnTo>
                  <a:pt x="9" y="42"/>
                </a:lnTo>
                <a:lnTo>
                  <a:pt x="10" y="43"/>
                </a:lnTo>
                <a:lnTo>
                  <a:pt x="10" y="43"/>
                </a:lnTo>
                <a:lnTo>
                  <a:pt x="11" y="43"/>
                </a:lnTo>
                <a:lnTo>
                  <a:pt x="10" y="45"/>
                </a:lnTo>
                <a:lnTo>
                  <a:pt x="10" y="49"/>
                </a:lnTo>
                <a:lnTo>
                  <a:pt x="10" y="48"/>
                </a:lnTo>
                <a:lnTo>
                  <a:pt x="11" y="49"/>
                </a:lnTo>
                <a:lnTo>
                  <a:pt x="10" y="51"/>
                </a:lnTo>
                <a:lnTo>
                  <a:pt x="10" y="52"/>
                </a:lnTo>
                <a:lnTo>
                  <a:pt x="11" y="53"/>
                </a:lnTo>
                <a:lnTo>
                  <a:pt x="11" y="54"/>
                </a:lnTo>
                <a:lnTo>
                  <a:pt x="12" y="55"/>
                </a:lnTo>
                <a:lnTo>
                  <a:pt x="11" y="56"/>
                </a:lnTo>
                <a:lnTo>
                  <a:pt x="12" y="56"/>
                </a:lnTo>
                <a:lnTo>
                  <a:pt x="14" y="57"/>
                </a:lnTo>
                <a:lnTo>
                  <a:pt x="13" y="57"/>
                </a:lnTo>
                <a:lnTo>
                  <a:pt x="13" y="59"/>
                </a:lnTo>
                <a:lnTo>
                  <a:pt x="12" y="60"/>
                </a:lnTo>
                <a:lnTo>
                  <a:pt x="10" y="61"/>
                </a:lnTo>
                <a:lnTo>
                  <a:pt x="10" y="63"/>
                </a:lnTo>
                <a:lnTo>
                  <a:pt x="9" y="63"/>
                </a:lnTo>
                <a:lnTo>
                  <a:pt x="8" y="62"/>
                </a:lnTo>
                <a:lnTo>
                  <a:pt x="8" y="63"/>
                </a:lnTo>
                <a:lnTo>
                  <a:pt x="7" y="62"/>
                </a:lnTo>
                <a:lnTo>
                  <a:pt x="7" y="65"/>
                </a:lnTo>
                <a:lnTo>
                  <a:pt x="5" y="65"/>
                </a:lnTo>
                <a:lnTo>
                  <a:pt x="6" y="66"/>
                </a:lnTo>
                <a:lnTo>
                  <a:pt x="4" y="66"/>
                </a:lnTo>
                <a:lnTo>
                  <a:pt x="3" y="68"/>
                </a:lnTo>
                <a:lnTo>
                  <a:pt x="3" y="69"/>
                </a:lnTo>
                <a:lnTo>
                  <a:pt x="2" y="70"/>
                </a:lnTo>
                <a:lnTo>
                  <a:pt x="0" y="71"/>
                </a:lnTo>
                <a:lnTo>
                  <a:pt x="2" y="72"/>
                </a:lnTo>
                <a:lnTo>
                  <a:pt x="4" y="72"/>
                </a:lnTo>
                <a:lnTo>
                  <a:pt x="4" y="71"/>
                </a:lnTo>
                <a:lnTo>
                  <a:pt x="5" y="70"/>
                </a:lnTo>
                <a:lnTo>
                  <a:pt x="7" y="69"/>
                </a:lnTo>
                <a:lnTo>
                  <a:pt x="7" y="71"/>
                </a:lnTo>
                <a:lnTo>
                  <a:pt x="8" y="71"/>
                </a:lnTo>
                <a:lnTo>
                  <a:pt x="9" y="69"/>
                </a:lnTo>
                <a:lnTo>
                  <a:pt x="10" y="69"/>
                </a:lnTo>
                <a:lnTo>
                  <a:pt x="13" y="69"/>
                </a:lnTo>
                <a:lnTo>
                  <a:pt x="13" y="69"/>
                </a:lnTo>
                <a:lnTo>
                  <a:pt x="14" y="69"/>
                </a:lnTo>
                <a:lnTo>
                  <a:pt x="14" y="70"/>
                </a:lnTo>
                <a:lnTo>
                  <a:pt x="14" y="71"/>
                </a:lnTo>
                <a:lnTo>
                  <a:pt x="15" y="70"/>
                </a:lnTo>
                <a:lnTo>
                  <a:pt x="15" y="71"/>
                </a:lnTo>
                <a:lnTo>
                  <a:pt x="16" y="73"/>
                </a:lnTo>
                <a:lnTo>
                  <a:pt x="14" y="74"/>
                </a:lnTo>
                <a:lnTo>
                  <a:pt x="14" y="75"/>
                </a:lnTo>
                <a:lnTo>
                  <a:pt x="15" y="74"/>
                </a:lnTo>
                <a:lnTo>
                  <a:pt x="15" y="75"/>
                </a:lnTo>
                <a:lnTo>
                  <a:pt x="15" y="76"/>
                </a:lnTo>
                <a:lnTo>
                  <a:pt x="16" y="78"/>
                </a:lnTo>
                <a:lnTo>
                  <a:pt x="16" y="78"/>
                </a:lnTo>
                <a:lnTo>
                  <a:pt x="17" y="77"/>
                </a:lnTo>
                <a:lnTo>
                  <a:pt x="16" y="78"/>
                </a:lnTo>
                <a:lnTo>
                  <a:pt x="14" y="77"/>
                </a:lnTo>
                <a:lnTo>
                  <a:pt x="12" y="79"/>
                </a:lnTo>
                <a:lnTo>
                  <a:pt x="11" y="79"/>
                </a:lnTo>
                <a:lnTo>
                  <a:pt x="11" y="80"/>
                </a:lnTo>
                <a:lnTo>
                  <a:pt x="12" y="80"/>
                </a:lnTo>
                <a:lnTo>
                  <a:pt x="12" y="80"/>
                </a:lnTo>
                <a:lnTo>
                  <a:pt x="13" y="83"/>
                </a:lnTo>
                <a:lnTo>
                  <a:pt x="13" y="83"/>
                </a:lnTo>
                <a:lnTo>
                  <a:pt x="13" y="83"/>
                </a:lnTo>
                <a:lnTo>
                  <a:pt x="13" y="84"/>
                </a:lnTo>
                <a:lnTo>
                  <a:pt x="13" y="84"/>
                </a:lnTo>
                <a:lnTo>
                  <a:pt x="12" y="85"/>
                </a:lnTo>
                <a:lnTo>
                  <a:pt x="11" y="87"/>
                </a:lnTo>
                <a:lnTo>
                  <a:pt x="11" y="88"/>
                </a:lnTo>
                <a:lnTo>
                  <a:pt x="12" y="88"/>
                </a:lnTo>
                <a:lnTo>
                  <a:pt x="13" y="89"/>
                </a:lnTo>
                <a:lnTo>
                  <a:pt x="14" y="88"/>
                </a:lnTo>
                <a:lnTo>
                  <a:pt x="15" y="87"/>
                </a:lnTo>
                <a:lnTo>
                  <a:pt x="14" y="89"/>
                </a:lnTo>
                <a:lnTo>
                  <a:pt x="15" y="91"/>
                </a:lnTo>
                <a:lnTo>
                  <a:pt x="16" y="92"/>
                </a:lnTo>
                <a:lnTo>
                  <a:pt x="16" y="92"/>
                </a:lnTo>
                <a:lnTo>
                  <a:pt x="15" y="92"/>
                </a:lnTo>
                <a:lnTo>
                  <a:pt x="15" y="93"/>
                </a:lnTo>
                <a:lnTo>
                  <a:pt x="16" y="94"/>
                </a:lnTo>
                <a:lnTo>
                  <a:pt x="19" y="93"/>
                </a:lnTo>
                <a:lnTo>
                  <a:pt x="19" y="94"/>
                </a:lnTo>
                <a:lnTo>
                  <a:pt x="21" y="94"/>
                </a:lnTo>
                <a:lnTo>
                  <a:pt x="20" y="95"/>
                </a:lnTo>
                <a:lnTo>
                  <a:pt x="20" y="95"/>
                </a:lnTo>
                <a:lnTo>
                  <a:pt x="20" y="97"/>
                </a:lnTo>
                <a:lnTo>
                  <a:pt x="21" y="97"/>
                </a:lnTo>
                <a:lnTo>
                  <a:pt x="22" y="97"/>
                </a:lnTo>
                <a:lnTo>
                  <a:pt x="22" y="97"/>
                </a:lnTo>
                <a:lnTo>
                  <a:pt x="23" y="96"/>
                </a:lnTo>
                <a:lnTo>
                  <a:pt x="22" y="94"/>
                </a:lnTo>
                <a:lnTo>
                  <a:pt x="22" y="93"/>
                </a:lnTo>
                <a:lnTo>
                  <a:pt x="23" y="93"/>
                </a:lnTo>
                <a:lnTo>
                  <a:pt x="24" y="91"/>
                </a:lnTo>
                <a:lnTo>
                  <a:pt x="25" y="90"/>
                </a:lnTo>
                <a:lnTo>
                  <a:pt x="26" y="90"/>
                </a:lnTo>
                <a:lnTo>
                  <a:pt x="28" y="90"/>
                </a:lnTo>
                <a:lnTo>
                  <a:pt x="27" y="93"/>
                </a:lnTo>
                <a:lnTo>
                  <a:pt x="28" y="93"/>
                </a:lnTo>
                <a:lnTo>
                  <a:pt x="29" y="93"/>
                </a:lnTo>
                <a:lnTo>
                  <a:pt x="30" y="92"/>
                </a:lnTo>
                <a:lnTo>
                  <a:pt x="31" y="93"/>
                </a:lnTo>
                <a:lnTo>
                  <a:pt x="31" y="95"/>
                </a:lnTo>
                <a:lnTo>
                  <a:pt x="33" y="94"/>
                </a:lnTo>
                <a:lnTo>
                  <a:pt x="33" y="92"/>
                </a:lnTo>
                <a:lnTo>
                  <a:pt x="35" y="89"/>
                </a:lnTo>
                <a:lnTo>
                  <a:pt x="36" y="90"/>
                </a:lnTo>
                <a:lnTo>
                  <a:pt x="37" y="88"/>
                </a:lnTo>
                <a:lnTo>
                  <a:pt x="37" y="87"/>
                </a:lnTo>
                <a:lnTo>
                  <a:pt x="38" y="86"/>
                </a:lnTo>
                <a:lnTo>
                  <a:pt x="39" y="86"/>
                </a:lnTo>
                <a:lnTo>
                  <a:pt x="39" y="86"/>
                </a:lnTo>
                <a:lnTo>
                  <a:pt x="40" y="87"/>
                </a:lnTo>
                <a:lnTo>
                  <a:pt x="41" y="86"/>
                </a:lnTo>
                <a:lnTo>
                  <a:pt x="41" y="87"/>
                </a:lnTo>
                <a:lnTo>
                  <a:pt x="41" y="88"/>
                </a:lnTo>
                <a:lnTo>
                  <a:pt x="43" y="87"/>
                </a:lnTo>
                <a:lnTo>
                  <a:pt x="45" y="86"/>
                </a:lnTo>
                <a:lnTo>
                  <a:pt x="44" y="86"/>
                </a:lnTo>
                <a:lnTo>
                  <a:pt x="45" y="86"/>
                </a:lnTo>
                <a:lnTo>
                  <a:pt x="45" y="84"/>
                </a:lnTo>
                <a:lnTo>
                  <a:pt x="45" y="84"/>
                </a:lnTo>
                <a:lnTo>
                  <a:pt x="46" y="85"/>
                </a:lnTo>
                <a:lnTo>
                  <a:pt x="46" y="85"/>
                </a:lnTo>
                <a:lnTo>
                  <a:pt x="48" y="86"/>
                </a:lnTo>
                <a:lnTo>
                  <a:pt x="50" y="86"/>
                </a:lnTo>
                <a:lnTo>
                  <a:pt x="50" y="86"/>
                </a:lnTo>
                <a:lnTo>
                  <a:pt x="51" y="87"/>
                </a:lnTo>
                <a:lnTo>
                  <a:pt x="52" y="86"/>
                </a:lnTo>
                <a:lnTo>
                  <a:pt x="52" y="87"/>
                </a:lnTo>
                <a:lnTo>
                  <a:pt x="51" y="88"/>
                </a:lnTo>
                <a:lnTo>
                  <a:pt x="52" y="90"/>
                </a:lnTo>
                <a:lnTo>
                  <a:pt x="51" y="91"/>
                </a:lnTo>
                <a:lnTo>
                  <a:pt x="52" y="91"/>
                </a:lnTo>
                <a:lnTo>
                  <a:pt x="51" y="91"/>
                </a:lnTo>
                <a:lnTo>
                  <a:pt x="50" y="94"/>
                </a:lnTo>
                <a:lnTo>
                  <a:pt x="51" y="94"/>
                </a:lnTo>
                <a:lnTo>
                  <a:pt x="52" y="96"/>
                </a:lnTo>
                <a:lnTo>
                  <a:pt x="52" y="96"/>
                </a:lnTo>
                <a:lnTo>
                  <a:pt x="53" y="94"/>
                </a:lnTo>
                <a:lnTo>
                  <a:pt x="54" y="94"/>
                </a:lnTo>
                <a:lnTo>
                  <a:pt x="54" y="95"/>
                </a:lnTo>
                <a:lnTo>
                  <a:pt x="56" y="95"/>
                </a:lnTo>
                <a:lnTo>
                  <a:pt x="56" y="95"/>
                </a:lnTo>
                <a:lnTo>
                  <a:pt x="55" y="96"/>
                </a:lnTo>
                <a:lnTo>
                  <a:pt x="56" y="97"/>
                </a:lnTo>
                <a:lnTo>
                  <a:pt x="53" y="99"/>
                </a:lnTo>
                <a:lnTo>
                  <a:pt x="53" y="100"/>
                </a:lnTo>
                <a:lnTo>
                  <a:pt x="54" y="101"/>
                </a:lnTo>
                <a:lnTo>
                  <a:pt x="54" y="103"/>
                </a:lnTo>
                <a:lnTo>
                  <a:pt x="53" y="105"/>
                </a:lnTo>
                <a:lnTo>
                  <a:pt x="51" y="107"/>
                </a:lnTo>
                <a:lnTo>
                  <a:pt x="51" y="107"/>
                </a:lnTo>
                <a:lnTo>
                  <a:pt x="49" y="109"/>
                </a:lnTo>
                <a:lnTo>
                  <a:pt x="50" y="110"/>
                </a:lnTo>
                <a:lnTo>
                  <a:pt x="47" y="112"/>
                </a:lnTo>
                <a:lnTo>
                  <a:pt x="47" y="114"/>
                </a:lnTo>
                <a:lnTo>
                  <a:pt x="47" y="116"/>
                </a:lnTo>
                <a:lnTo>
                  <a:pt x="48" y="117"/>
                </a:lnTo>
                <a:lnTo>
                  <a:pt x="50" y="116"/>
                </a:lnTo>
                <a:lnTo>
                  <a:pt x="50" y="114"/>
                </a:lnTo>
                <a:lnTo>
                  <a:pt x="52" y="113"/>
                </a:lnTo>
                <a:lnTo>
                  <a:pt x="53" y="111"/>
                </a:lnTo>
                <a:lnTo>
                  <a:pt x="54" y="112"/>
                </a:lnTo>
                <a:lnTo>
                  <a:pt x="55" y="112"/>
                </a:lnTo>
                <a:lnTo>
                  <a:pt x="55" y="112"/>
                </a:lnTo>
                <a:lnTo>
                  <a:pt x="56" y="113"/>
                </a:lnTo>
                <a:lnTo>
                  <a:pt x="56" y="114"/>
                </a:lnTo>
                <a:lnTo>
                  <a:pt x="57" y="114"/>
                </a:lnTo>
                <a:lnTo>
                  <a:pt x="57" y="115"/>
                </a:lnTo>
                <a:lnTo>
                  <a:pt x="57" y="115"/>
                </a:lnTo>
                <a:lnTo>
                  <a:pt x="57" y="116"/>
                </a:lnTo>
                <a:lnTo>
                  <a:pt x="57" y="116"/>
                </a:lnTo>
                <a:lnTo>
                  <a:pt x="57" y="118"/>
                </a:lnTo>
                <a:lnTo>
                  <a:pt x="58" y="119"/>
                </a:lnTo>
                <a:lnTo>
                  <a:pt x="57" y="122"/>
                </a:lnTo>
                <a:lnTo>
                  <a:pt x="57" y="122"/>
                </a:lnTo>
                <a:lnTo>
                  <a:pt x="58" y="122"/>
                </a:lnTo>
                <a:lnTo>
                  <a:pt x="59" y="123"/>
                </a:lnTo>
                <a:lnTo>
                  <a:pt x="60" y="122"/>
                </a:lnTo>
                <a:lnTo>
                  <a:pt x="60" y="121"/>
                </a:lnTo>
                <a:lnTo>
                  <a:pt x="61" y="121"/>
                </a:lnTo>
                <a:lnTo>
                  <a:pt x="61" y="121"/>
                </a:lnTo>
                <a:lnTo>
                  <a:pt x="62" y="120"/>
                </a:lnTo>
                <a:lnTo>
                  <a:pt x="62" y="119"/>
                </a:lnTo>
                <a:lnTo>
                  <a:pt x="66" y="119"/>
                </a:lnTo>
                <a:lnTo>
                  <a:pt x="66" y="119"/>
                </a:lnTo>
                <a:lnTo>
                  <a:pt x="67" y="119"/>
                </a:lnTo>
                <a:close/>
              </a:path>
            </a:pathLst>
          </a:custGeom>
          <a:solidFill>
            <a:srgbClr val="7FA8D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568762" y="5487917"/>
            <a:ext cx="987602" cy="788799"/>
          </a:xfrm>
          <a:custGeom>
            <a:avLst/>
            <a:gdLst/>
            <a:ahLst/>
            <a:cxnLst/>
            <a:rect l="l" t="t" r="r" b="b"/>
            <a:pathLst>
              <a:path w="154" h="123">
                <a:moveTo>
                  <a:pt x="81" y="73"/>
                </a:moveTo>
                <a:lnTo>
                  <a:pt x="82" y="73"/>
                </a:lnTo>
                <a:lnTo>
                  <a:pt x="82" y="71"/>
                </a:lnTo>
                <a:lnTo>
                  <a:pt x="83" y="71"/>
                </a:lnTo>
                <a:lnTo>
                  <a:pt x="82" y="70"/>
                </a:lnTo>
                <a:lnTo>
                  <a:pt x="83" y="69"/>
                </a:lnTo>
                <a:lnTo>
                  <a:pt x="83" y="68"/>
                </a:lnTo>
                <a:lnTo>
                  <a:pt x="82" y="68"/>
                </a:lnTo>
                <a:lnTo>
                  <a:pt x="82" y="69"/>
                </a:lnTo>
                <a:lnTo>
                  <a:pt x="81" y="69"/>
                </a:lnTo>
                <a:lnTo>
                  <a:pt x="82" y="67"/>
                </a:lnTo>
                <a:lnTo>
                  <a:pt x="83" y="67"/>
                </a:lnTo>
                <a:lnTo>
                  <a:pt x="84" y="66"/>
                </a:lnTo>
                <a:lnTo>
                  <a:pt x="85" y="66"/>
                </a:lnTo>
                <a:lnTo>
                  <a:pt x="84" y="63"/>
                </a:lnTo>
                <a:lnTo>
                  <a:pt x="83" y="62"/>
                </a:lnTo>
                <a:lnTo>
                  <a:pt x="84" y="61"/>
                </a:lnTo>
                <a:lnTo>
                  <a:pt x="86" y="64"/>
                </a:lnTo>
                <a:lnTo>
                  <a:pt x="87" y="66"/>
                </a:lnTo>
                <a:lnTo>
                  <a:pt x="88" y="67"/>
                </a:lnTo>
                <a:lnTo>
                  <a:pt x="88" y="68"/>
                </a:lnTo>
                <a:lnTo>
                  <a:pt x="90" y="66"/>
                </a:lnTo>
                <a:lnTo>
                  <a:pt x="92" y="66"/>
                </a:lnTo>
                <a:lnTo>
                  <a:pt x="92" y="65"/>
                </a:lnTo>
                <a:lnTo>
                  <a:pt x="94" y="65"/>
                </a:lnTo>
                <a:lnTo>
                  <a:pt x="95" y="65"/>
                </a:lnTo>
                <a:lnTo>
                  <a:pt x="98" y="63"/>
                </a:lnTo>
                <a:lnTo>
                  <a:pt x="99" y="63"/>
                </a:lnTo>
                <a:lnTo>
                  <a:pt x="100" y="65"/>
                </a:lnTo>
                <a:lnTo>
                  <a:pt x="100" y="66"/>
                </a:lnTo>
                <a:lnTo>
                  <a:pt x="101" y="67"/>
                </a:lnTo>
                <a:lnTo>
                  <a:pt x="103" y="65"/>
                </a:lnTo>
                <a:lnTo>
                  <a:pt x="103" y="65"/>
                </a:lnTo>
                <a:lnTo>
                  <a:pt x="103" y="64"/>
                </a:lnTo>
                <a:lnTo>
                  <a:pt x="102" y="64"/>
                </a:lnTo>
                <a:lnTo>
                  <a:pt x="102" y="63"/>
                </a:lnTo>
                <a:lnTo>
                  <a:pt x="103" y="62"/>
                </a:lnTo>
                <a:lnTo>
                  <a:pt x="102" y="61"/>
                </a:lnTo>
                <a:lnTo>
                  <a:pt x="101" y="62"/>
                </a:lnTo>
                <a:lnTo>
                  <a:pt x="102" y="61"/>
                </a:lnTo>
                <a:lnTo>
                  <a:pt x="102" y="60"/>
                </a:lnTo>
                <a:lnTo>
                  <a:pt x="104" y="58"/>
                </a:lnTo>
                <a:lnTo>
                  <a:pt x="105" y="59"/>
                </a:lnTo>
                <a:lnTo>
                  <a:pt x="105" y="61"/>
                </a:lnTo>
                <a:lnTo>
                  <a:pt x="106" y="63"/>
                </a:lnTo>
                <a:lnTo>
                  <a:pt x="108" y="62"/>
                </a:lnTo>
                <a:lnTo>
                  <a:pt x="109" y="64"/>
                </a:lnTo>
                <a:lnTo>
                  <a:pt x="109" y="63"/>
                </a:lnTo>
                <a:lnTo>
                  <a:pt x="109" y="62"/>
                </a:lnTo>
                <a:lnTo>
                  <a:pt x="112" y="59"/>
                </a:lnTo>
                <a:lnTo>
                  <a:pt x="111" y="59"/>
                </a:lnTo>
                <a:lnTo>
                  <a:pt x="112" y="58"/>
                </a:lnTo>
                <a:lnTo>
                  <a:pt x="114" y="57"/>
                </a:lnTo>
                <a:lnTo>
                  <a:pt x="115" y="58"/>
                </a:lnTo>
                <a:lnTo>
                  <a:pt x="114" y="57"/>
                </a:lnTo>
                <a:lnTo>
                  <a:pt x="115" y="56"/>
                </a:lnTo>
                <a:lnTo>
                  <a:pt x="115" y="58"/>
                </a:lnTo>
                <a:lnTo>
                  <a:pt x="118" y="57"/>
                </a:lnTo>
                <a:lnTo>
                  <a:pt x="118" y="59"/>
                </a:lnTo>
                <a:lnTo>
                  <a:pt x="119" y="59"/>
                </a:lnTo>
                <a:lnTo>
                  <a:pt x="121" y="59"/>
                </a:lnTo>
                <a:lnTo>
                  <a:pt x="123" y="60"/>
                </a:lnTo>
                <a:lnTo>
                  <a:pt x="123" y="59"/>
                </a:lnTo>
                <a:lnTo>
                  <a:pt x="123" y="57"/>
                </a:lnTo>
                <a:lnTo>
                  <a:pt x="122" y="57"/>
                </a:lnTo>
                <a:lnTo>
                  <a:pt x="123" y="56"/>
                </a:lnTo>
                <a:lnTo>
                  <a:pt x="124" y="55"/>
                </a:lnTo>
                <a:lnTo>
                  <a:pt x="126" y="55"/>
                </a:lnTo>
                <a:lnTo>
                  <a:pt x="127" y="56"/>
                </a:lnTo>
                <a:lnTo>
                  <a:pt x="127" y="57"/>
                </a:lnTo>
                <a:lnTo>
                  <a:pt x="128" y="57"/>
                </a:lnTo>
                <a:lnTo>
                  <a:pt x="129" y="56"/>
                </a:lnTo>
                <a:lnTo>
                  <a:pt x="131" y="55"/>
                </a:lnTo>
                <a:lnTo>
                  <a:pt x="133" y="54"/>
                </a:lnTo>
                <a:lnTo>
                  <a:pt x="134" y="55"/>
                </a:lnTo>
                <a:lnTo>
                  <a:pt x="137" y="51"/>
                </a:lnTo>
                <a:lnTo>
                  <a:pt x="139" y="52"/>
                </a:lnTo>
                <a:lnTo>
                  <a:pt x="142" y="51"/>
                </a:lnTo>
                <a:lnTo>
                  <a:pt x="142" y="50"/>
                </a:lnTo>
                <a:lnTo>
                  <a:pt x="143" y="49"/>
                </a:lnTo>
                <a:lnTo>
                  <a:pt x="142" y="47"/>
                </a:lnTo>
                <a:lnTo>
                  <a:pt x="142" y="46"/>
                </a:lnTo>
                <a:lnTo>
                  <a:pt x="144" y="46"/>
                </a:lnTo>
                <a:lnTo>
                  <a:pt x="146" y="44"/>
                </a:lnTo>
                <a:lnTo>
                  <a:pt x="147" y="44"/>
                </a:lnTo>
                <a:lnTo>
                  <a:pt x="147" y="44"/>
                </a:lnTo>
                <a:lnTo>
                  <a:pt x="147" y="43"/>
                </a:lnTo>
                <a:lnTo>
                  <a:pt x="146" y="42"/>
                </a:lnTo>
                <a:lnTo>
                  <a:pt x="148" y="39"/>
                </a:lnTo>
                <a:lnTo>
                  <a:pt x="148" y="38"/>
                </a:lnTo>
                <a:lnTo>
                  <a:pt x="148" y="38"/>
                </a:lnTo>
                <a:lnTo>
                  <a:pt x="149" y="37"/>
                </a:lnTo>
                <a:lnTo>
                  <a:pt x="151" y="37"/>
                </a:lnTo>
                <a:lnTo>
                  <a:pt x="151" y="36"/>
                </a:lnTo>
                <a:lnTo>
                  <a:pt x="154" y="35"/>
                </a:lnTo>
                <a:lnTo>
                  <a:pt x="154" y="34"/>
                </a:lnTo>
                <a:lnTo>
                  <a:pt x="153" y="34"/>
                </a:lnTo>
                <a:lnTo>
                  <a:pt x="153" y="34"/>
                </a:lnTo>
                <a:lnTo>
                  <a:pt x="151" y="33"/>
                </a:lnTo>
                <a:lnTo>
                  <a:pt x="150" y="29"/>
                </a:lnTo>
                <a:lnTo>
                  <a:pt x="149" y="29"/>
                </a:lnTo>
                <a:lnTo>
                  <a:pt x="148" y="28"/>
                </a:lnTo>
                <a:lnTo>
                  <a:pt x="149" y="28"/>
                </a:lnTo>
                <a:lnTo>
                  <a:pt x="149" y="26"/>
                </a:lnTo>
                <a:lnTo>
                  <a:pt x="148" y="26"/>
                </a:lnTo>
                <a:lnTo>
                  <a:pt x="148" y="25"/>
                </a:lnTo>
                <a:lnTo>
                  <a:pt x="147" y="24"/>
                </a:lnTo>
                <a:lnTo>
                  <a:pt x="149" y="22"/>
                </a:lnTo>
                <a:lnTo>
                  <a:pt x="147" y="21"/>
                </a:lnTo>
                <a:lnTo>
                  <a:pt x="147" y="20"/>
                </a:lnTo>
                <a:lnTo>
                  <a:pt x="147" y="20"/>
                </a:lnTo>
                <a:lnTo>
                  <a:pt x="146" y="18"/>
                </a:lnTo>
                <a:lnTo>
                  <a:pt x="145" y="17"/>
                </a:lnTo>
                <a:lnTo>
                  <a:pt x="145" y="16"/>
                </a:lnTo>
                <a:lnTo>
                  <a:pt x="143" y="15"/>
                </a:lnTo>
                <a:lnTo>
                  <a:pt x="143" y="14"/>
                </a:lnTo>
                <a:lnTo>
                  <a:pt x="144" y="12"/>
                </a:lnTo>
                <a:lnTo>
                  <a:pt x="143" y="12"/>
                </a:lnTo>
                <a:lnTo>
                  <a:pt x="140" y="13"/>
                </a:lnTo>
                <a:lnTo>
                  <a:pt x="139" y="13"/>
                </a:lnTo>
                <a:lnTo>
                  <a:pt x="138" y="14"/>
                </a:lnTo>
                <a:lnTo>
                  <a:pt x="137" y="14"/>
                </a:lnTo>
                <a:lnTo>
                  <a:pt x="137" y="13"/>
                </a:lnTo>
                <a:lnTo>
                  <a:pt x="137" y="11"/>
                </a:lnTo>
                <a:lnTo>
                  <a:pt x="136" y="12"/>
                </a:lnTo>
                <a:lnTo>
                  <a:pt x="134" y="10"/>
                </a:lnTo>
                <a:lnTo>
                  <a:pt x="135" y="9"/>
                </a:lnTo>
                <a:lnTo>
                  <a:pt x="134" y="8"/>
                </a:lnTo>
                <a:lnTo>
                  <a:pt x="134" y="8"/>
                </a:lnTo>
                <a:lnTo>
                  <a:pt x="133" y="9"/>
                </a:lnTo>
                <a:lnTo>
                  <a:pt x="133" y="10"/>
                </a:lnTo>
                <a:lnTo>
                  <a:pt x="131" y="10"/>
                </a:lnTo>
                <a:lnTo>
                  <a:pt x="132" y="10"/>
                </a:lnTo>
                <a:lnTo>
                  <a:pt x="131" y="10"/>
                </a:lnTo>
                <a:lnTo>
                  <a:pt x="130" y="9"/>
                </a:lnTo>
                <a:lnTo>
                  <a:pt x="129" y="9"/>
                </a:lnTo>
                <a:lnTo>
                  <a:pt x="128" y="10"/>
                </a:lnTo>
                <a:lnTo>
                  <a:pt x="127" y="8"/>
                </a:lnTo>
                <a:lnTo>
                  <a:pt x="126" y="9"/>
                </a:lnTo>
                <a:lnTo>
                  <a:pt x="124" y="8"/>
                </a:lnTo>
                <a:lnTo>
                  <a:pt x="124" y="9"/>
                </a:lnTo>
                <a:lnTo>
                  <a:pt x="124" y="9"/>
                </a:lnTo>
                <a:lnTo>
                  <a:pt x="123" y="10"/>
                </a:lnTo>
                <a:lnTo>
                  <a:pt x="123" y="9"/>
                </a:lnTo>
                <a:lnTo>
                  <a:pt x="123" y="9"/>
                </a:lnTo>
                <a:lnTo>
                  <a:pt x="122" y="13"/>
                </a:lnTo>
                <a:lnTo>
                  <a:pt x="122" y="13"/>
                </a:lnTo>
                <a:lnTo>
                  <a:pt x="123" y="13"/>
                </a:lnTo>
                <a:lnTo>
                  <a:pt x="122" y="14"/>
                </a:lnTo>
                <a:lnTo>
                  <a:pt x="124" y="16"/>
                </a:lnTo>
                <a:lnTo>
                  <a:pt x="121" y="17"/>
                </a:lnTo>
                <a:lnTo>
                  <a:pt x="120" y="16"/>
                </a:lnTo>
                <a:lnTo>
                  <a:pt x="118" y="16"/>
                </a:lnTo>
                <a:lnTo>
                  <a:pt x="118" y="14"/>
                </a:lnTo>
                <a:lnTo>
                  <a:pt x="116" y="13"/>
                </a:lnTo>
                <a:lnTo>
                  <a:pt x="114" y="12"/>
                </a:lnTo>
                <a:lnTo>
                  <a:pt x="114" y="13"/>
                </a:lnTo>
                <a:lnTo>
                  <a:pt x="114" y="14"/>
                </a:lnTo>
                <a:lnTo>
                  <a:pt x="112" y="13"/>
                </a:lnTo>
                <a:lnTo>
                  <a:pt x="112" y="14"/>
                </a:lnTo>
                <a:lnTo>
                  <a:pt x="111" y="14"/>
                </a:lnTo>
                <a:lnTo>
                  <a:pt x="108" y="16"/>
                </a:lnTo>
                <a:lnTo>
                  <a:pt x="108" y="15"/>
                </a:lnTo>
                <a:lnTo>
                  <a:pt x="107" y="15"/>
                </a:lnTo>
                <a:lnTo>
                  <a:pt x="107" y="16"/>
                </a:lnTo>
                <a:lnTo>
                  <a:pt x="106" y="16"/>
                </a:lnTo>
                <a:lnTo>
                  <a:pt x="105" y="16"/>
                </a:lnTo>
                <a:lnTo>
                  <a:pt x="104" y="16"/>
                </a:lnTo>
                <a:lnTo>
                  <a:pt x="104" y="18"/>
                </a:lnTo>
                <a:lnTo>
                  <a:pt x="104" y="19"/>
                </a:lnTo>
                <a:lnTo>
                  <a:pt x="103" y="18"/>
                </a:lnTo>
                <a:lnTo>
                  <a:pt x="103" y="18"/>
                </a:lnTo>
                <a:lnTo>
                  <a:pt x="102" y="18"/>
                </a:lnTo>
                <a:lnTo>
                  <a:pt x="101" y="18"/>
                </a:lnTo>
                <a:lnTo>
                  <a:pt x="101" y="19"/>
                </a:lnTo>
                <a:lnTo>
                  <a:pt x="101" y="20"/>
                </a:lnTo>
                <a:lnTo>
                  <a:pt x="100" y="19"/>
                </a:lnTo>
                <a:lnTo>
                  <a:pt x="99" y="19"/>
                </a:lnTo>
                <a:lnTo>
                  <a:pt x="98" y="20"/>
                </a:lnTo>
                <a:lnTo>
                  <a:pt x="97" y="19"/>
                </a:lnTo>
                <a:lnTo>
                  <a:pt x="95" y="21"/>
                </a:lnTo>
                <a:lnTo>
                  <a:pt x="94" y="21"/>
                </a:lnTo>
                <a:lnTo>
                  <a:pt x="94" y="20"/>
                </a:lnTo>
                <a:lnTo>
                  <a:pt x="93" y="19"/>
                </a:lnTo>
                <a:lnTo>
                  <a:pt x="92" y="19"/>
                </a:lnTo>
                <a:lnTo>
                  <a:pt x="92" y="18"/>
                </a:lnTo>
                <a:lnTo>
                  <a:pt x="90" y="18"/>
                </a:lnTo>
                <a:lnTo>
                  <a:pt x="89" y="17"/>
                </a:lnTo>
                <a:lnTo>
                  <a:pt x="91" y="17"/>
                </a:lnTo>
                <a:lnTo>
                  <a:pt x="91" y="16"/>
                </a:lnTo>
                <a:lnTo>
                  <a:pt x="93" y="15"/>
                </a:lnTo>
                <a:lnTo>
                  <a:pt x="93" y="14"/>
                </a:lnTo>
                <a:lnTo>
                  <a:pt x="94" y="12"/>
                </a:lnTo>
                <a:lnTo>
                  <a:pt x="93" y="11"/>
                </a:lnTo>
                <a:lnTo>
                  <a:pt x="94" y="10"/>
                </a:lnTo>
                <a:lnTo>
                  <a:pt x="94" y="10"/>
                </a:lnTo>
                <a:lnTo>
                  <a:pt x="95" y="10"/>
                </a:lnTo>
                <a:lnTo>
                  <a:pt x="96" y="8"/>
                </a:lnTo>
                <a:lnTo>
                  <a:pt x="98" y="8"/>
                </a:lnTo>
                <a:lnTo>
                  <a:pt x="98" y="7"/>
                </a:lnTo>
                <a:lnTo>
                  <a:pt x="100" y="6"/>
                </a:lnTo>
                <a:lnTo>
                  <a:pt x="100" y="6"/>
                </a:lnTo>
                <a:lnTo>
                  <a:pt x="99" y="5"/>
                </a:lnTo>
                <a:lnTo>
                  <a:pt x="99" y="4"/>
                </a:lnTo>
                <a:lnTo>
                  <a:pt x="100" y="4"/>
                </a:lnTo>
                <a:lnTo>
                  <a:pt x="100" y="3"/>
                </a:lnTo>
                <a:lnTo>
                  <a:pt x="99" y="2"/>
                </a:lnTo>
                <a:lnTo>
                  <a:pt x="97" y="2"/>
                </a:lnTo>
                <a:lnTo>
                  <a:pt x="97" y="1"/>
                </a:lnTo>
                <a:lnTo>
                  <a:pt x="95" y="0"/>
                </a:lnTo>
                <a:lnTo>
                  <a:pt x="94" y="1"/>
                </a:lnTo>
                <a:lnTo>
                  <a:pt x="93" y="1"/>
                </a:lnTo>
                <a:lnTo>
                  <a:pt x="93" y="2"/>
                </a:lnTo>
                <a:lnTo>
                  <a:pt x="92" y="3"/>
                </a:lnTo>
                <a:lnTo>
                  <a:pt x="91" y="2"/>
                </a:lnTo>
                <a:lnTo>
                  <a:pt x="91" y="3"/>
                </a:lnTo>
                <a:lnTo>
                  <a:pt x="90" y="4"/>
                </a:lnTo>
                <a:lnTo>
                  <a:pt x="88" y="3"/>
                </a:lnTo>
                <a:lnTo>
                  <a:pt x="86" y="4"/>
                </a:lnTo>
                <a:lnTo>
                  <a:pt x="85" y="5"/>
                </a:lnTo>
                <a:lnTo>
                  <a:pt x="85" y="4"/>
                </a:lnTo>
                <a:lnTo>
                  <a:pt x="85" y="2"/>
                </a:lnTo>
                <a:lnTo>
                  <a:pt x="84" y="1"/>
                </a:lnTo>
                <a:lnTo>
                  <a:pt x="84" y="1"/>
                </a:lnTo>
                <a:lnTo>
                  <a:pt x="82" y="1"/>
                </a:lnTo>
                <a:lnTo>
                  <a:pt x="82" y="2"/>
                </a:lnTo>
                <a:lnTo>
                  <a:pt x="81" y="4"/>
                </a:lnTo>
                <a:lnTo>
                  <a:pt x="80" y="4"/>
                </a:lnTo>
                <a:lnTo>
                  <a:pt x="79" y="3"/>
                </a:lnTo>
                <a:lnTo>
                  <a:pt x="76" y="4"/>
                </a:lnTo>
                <a:lnTo>
                  <a:pt x="76" y="4"/>
                </a:lnTo>
                <a:lnTo>
                  <a:pt x="75" y="3"/>
                </a:lnTo>
                <a:lnTo>
                  <a:pt x="74" y="3"/>
                </a:lnTo>
                <a:lnTo>
                  <a:pt x="73" y="3"/>
                </a:lnTo>
                <a:lnTo>
                  <a:pt x="72" y="3"/>
                </a:lnTo>
                <a:lnTo>
                  <a:pt x="72" y="3"/>
                </a:lnTo>
                <a:lnTo>
                  <a:pt x="71" y="2"/>
                </a:lnTo>
                <a:lnTo>
                  <a:pt x="70" y="2"/>
                </a:lnTo>
                <a:lnTo>
                  <a:pt x="70" y="1"/>
                </a:lnTo>
                <a:lnTo>
                  <a:pt x="69" y="0"/>
                </a:lnTo>
                <a:lnTo>
                  <a:pt x="66" y="2"/>
                </a:lnTo>
                <a:lnTo>
                  <a:pt x="67" y="3"/>
                </a:lnTo>
                <a:lnTo>
                  <a:pt x="66" y="3"/>
                </a:lnTo>
                <a:lnTo>
                  <a:pt x="66" y="4"/>
                </a:lnTo>
                <a:lnTo>
                  <a:pt x="63" y="5"/>
                </a:lnTo>
                <a:lnTo>
                  <a:pt x="63" y="6"/>
                </a:lnTo>
                <a:lnTo>
                  <a:pt x="62" y="5"/>
                </a:lnTo>
                <a:lnTo>
                  <a:pt x="61" y="5"/>
                </a:lnTo>
                <a:lnTo>
                  <a:pt x="61" y="7"/>
                </a:lnTo>
                <a:lnTo>
                  <a:pt x="64" y="7"/>
                </a:lnTo>
                <a:lnTo>
                  <a:pt x="65" y="8"/>
                </a:lnTo>
                <a:lnTo>
                  <a:pt x="64" y="9"/>
                </a:lnTo>
                <a:lnTo>
                  <a:pt x="64" y="9"/>
                </a:lnTo>
                <a:lnTo>
                  <a:pt x="65" y="10"/>
                </a:lnTo>
                <a:lnTo>
                  <a:pt x="64" y="12"/>
                </a:lnTo>
                <a:lnTo>
                  <a:pt x="65" y="13"/>
                </a:lnTo>
                <a:lnTo>
                  <a:pt x="65" y="14"/>
                </a:lnTo>
                <a:lnTo>
                  <a:pt x="63" y="14"/>
                </a:lnTo>
                <a:lnTo>
                  <a:pt x="62" y="15"/>
                </a:lnTo>
                <a:lnTo>
                  <a:pt x="60" y="15"/>
                </a:lnTo>
                <a:lnTo>
                  <a:pt x="60" y="14"/>
                </a:lnTo>
                <a:lnTo>
                  <a:pt x="59" y="14"/>
                </a:lnTo>
                <a:lnTo>
                  <a:pt x="59" y="13"/>
                </a:lnTo>
                <a:lnTo>
                  <a:pt x="59" y="12"/>
                </a:lnTo>
                <a:lnTo>
                  <a:pt x="59" y="11"/>
                </a:lnTo>
                <a:lnTo>
                  <a:pt x="57" y="10"/>
                </a:lnTo>
                <a:lnTo>
                  <a:pt x="55" y="10"/>
                </a:lnTo>
                <a:lnTo>
                  <a:pt x="53" y="10"/>
                </a:lnTo>
                <a:lnTo>
                  <a:pt x="53" y="9"/>
                </a:lnTo>
                <a:lnTo>
                  <a:pt x="52" y="10"/>
                </a:lnTo>
                <a:lnTo>
                  <a:pt x="51" y="9"/>
                </a:lnTo>
                <a:lnTo>
                  <a:pt x="50" y="10"/>
                </a:lnTo>
                <a:lnTo>
                  <a:pt x="49" y="10"/>
                </a:lnTo>
                <a:lnTo>
                  <a:pt x="49" y="9"/>
                </a:lnTo>
                <a:lnTo>
                  <a:pt x="48" y="10"/>
                </a:lnTo>
                <a:lnTo>
                  <a:pt x="47" y="13"/>
                </a:lnTo>
                <a:lnTo>
                  <a:pt x="47" y="15"/>
                </a:lnTo>
                <a:lnTo>
                  <a:pt x="48" y="15"/>
                </a:lnTo>
                <a:lnTo>
                  <a:pt x="48" y="17"/>
                </a:lnTo>
                <a:lnTo>
                  <a:pt x="45" y="19"/>
                </a:lnTo>
                <a:lnTo>
                  <a:pt x="45" y="20"/>
                </a:lnTo>
                <a:lnTo>
                  <a:pt x="44" y="20"/>
                </a:lnTo>
                <a:lnTo>
                  <a:pt x="43" y="21"/>
                </a:lnTo>
                <a:lnTo>
                  <a:pt x="44" y="22"/>
                </a:lnTo>
                <a:lnTo>
                  <a:pt x="43" y="22"/>
                </a:lnTo>
                <a:lnTo>
                  <a:pt x="43" y="23"/>
                </a:lnTo>
                <a:lnTo>
                  <a:pt x="45" y="24"/>
                </a:lnTo>
                <a:lnTo>
                  <a:pt x="45" y="25"/>
                </a:lnTo>
                <a:lnTo>
                  <a:pt x="45" y="26"/>
                </a:lnTo>
                <a:lnTo>
                  <a:pt x="46" y="27"/>
                </a:lnTo>
                <a:lnTo>
                  <a:pt x="46" y="29"/>
                </a:lnTo>
                <a:lnTo>
                  <a:pt x="45" y="30"/>
                </a:lnTo>
                <a:lnTo>
                  <a:pt x="44" y="30"/>
                </a:lnTo>
                <a:lnTo>
                  <a:pt x="44" y="31"/>
                </a:lnTo>
                <a:lnTo>
                  <a:pt x="43" y="31"/>
                </a:lnTo>
                <a:lnTo>
                  <a:pt x="43" y="34"/>
                </a:lnTo>
                <a:lnTo>
                  <a:pt x="45" y="37"/>
                </a:lnTo>
                <a:lnTo>
                  <a:pt x="44" y="38"/>
                </a:lnTo>
                <a:lnTo>
                  <a:pt x="43" y="38"/>
                </a:lnTo>
                <a:lnTo>
                  <a:pt x="43" y="39"/>
                </a:lnTo>
                <a:lnTo>
                  <a:pt x="42" y="39"/>
                </a:lnTo>
                <a:lnTo>
                  <a:pt x="42" y="40"/>
                </a:lnTo>
                <a:lnTo>
                  <a:pt x="42" y="41"/>
                </a:lnTo>
                <a:lnTo>
                  <a:pt x="39" y="40"/>
                </a:lnTo>
                <a:lnTo>
                  <a:pt x="38" y="41"/>
                </a:lnTo>
                <a:lnTo>
                  <a:pt x="38" y="43"/>
                </a:lnTo>
                <a:lnTo>
                  <a:pt x="39" y="43"/>
                </a:lnTo>
                <a:lnTo>
                  <a:pt x="38" y="45"/>
                </a:lnTo>
                <a:lnTo>
                  <a:pt x="36" y="45"/>
                </a:lnTo>
                <a:lnTo>
                  <a:pt x="36" y="47"/>
                </a:lnTo>
                <a:lnTo>
                  <a:pt x="35" y="49"/>
                </a:lnTo>
                <a:lnTo>
                  <a:pt x="34" y="49"/>
                </a:lnTo>
                <a:lnTo>
                  <a:pt x="34" y="51"/>
                </a:lnTo>
                <a:lnTo>
                  <a:pt x="33" y="52"/>
                </a:lnTo>
                <a:lnTo>
                  <a:pt x="34" y="53"/>
                </a:lnTo>
                <a:lnTo>
                  <a:pt x="33" y="53"/>
                </a:lnTo>
                <a:lnTo>
                  <a:pt x="34" y="55"/>
                </a:lnTo>
                <a:lnTo>
                  <a:pt x="34" y="56"/>
                </a:lnTo>
                <a:lnTo>
                  <a:pt x="34" y="58"/>
                </a:lnTo>
                <a:lnTo>
                  <a:pt x="35" y="58"/>
                </a:lnTo>
                <a:lnTo>
                  <a:pt x="35" y="58"/>
                </a:lnTo>
                <a:lnTo>
                  <a:pt x="34" y="60"/>
                </a:lnTo>
                <a:lnTo>
                  <a:pt x="34" y="61"/>
                </a:lnTo>
                <a:lnTo>
                  <a:pt x="34" y="62"/>
                </a:lnTo>
                <a:lnTo>
                  <a:pt x="31" y="65"/>
                </a:lnTo>
                <a:lnTo>
                  <a:pt x="28" y="66"/>
                </a:lnTo>
                <a:lnTo>
                  <a:pt x="29" y="67"/>
                </a:lnTo>
                <a:lnTo>
                  <a:pt x="28" y="68"/>
                </a:lnTo>
                <a:lnTo>
                  <a:pt x="26" y="68"/>
                </a:lnTo>
                <a:lnTo>
                  <a:pt x="26" y="69"/>
                </a:lnTo>
                <a:lnTo>
                  <a:pt x="25" y="69"/>
                </a:lnTo>
                <a:lnTo>
                  <a:pt x="25" y="69"/>
                </a:lnTo>
                <a:lnTo>
                  <a:pt x="22" y="69"/>
                </a:lnTo>
                <a:lnTo>
                  <a:pt x="22" y="70"/>
                </a:lnTo>
                <a:lnTo>
                  <a:pt x="22" y="71"/>
                </a:lnTo>
                <a:lnTo>
                  <a:pt x="22" y="71"/>
                </a:lnTo>
                <a:lnTo>
                  <a:pt x="22" y="72"/>
                </a:lnTo>
                <a:lnTo>
                  <a:pt x="20" y="72"/>
                </a:lnTo>
                <a:lnTo>
                  <a:pt x="21" y="73"/>
                </a:lnTo>
                <a:lnTo>
                  <a:pt x="21" y="74"/>
                </a:lnTo>
                <a:lnTo>
                  <a:pt x="22" y="74"/>
                </a:lnTo>
                <a:lnTo>
                  <a:pt x="23" y="76"/>
                </a:lnTo>
                <a:lnTo>
                  <a:pt x="22" y="76"/>
                </a:lnTo>
                <a:lnTo>
                  <a:pt x="22" y="76"/>
                </a:lnTo>
                <a:lnTo>
                  <a:pt x="20" y="78"/>
                </a:lnTo>
                <a:lnTo>
                  <a:pt x="21" y="79"/>
                </a:lnTo>
                <a:lnTo>
                  <a:pt x="20" y="79"/>
                </a:lnTo>
                <a:lnTo>
                  <a:pt x="19" y="79"/>
                </a:lnTo>
                <a:lnTo>
                  <a:pt x="19" y="78"/>
                </a:lnTo>
                <a:lnTo>
                  <a:pt x="18" y="78"/>
                </a:lnTo>
                <a:lnTo>
                  <a:pt x="17" y="80"/>
                </a:lnTo>
                <a:lnTo>
                  <a:pt x="15" y="78"/>
                </a:lnTo>
                <a:lnTo>
                  <a:pt x="14" y="79"/>
                </a:lnTo>
                <a:lnTo>
                  <a:pt x="14" y="79"/>
                </a:lnTo>
                <a:lnTo>
                  <a:pt x="13" y="80"/>
                </a:lnTo>
                <a:lnTo>
                  <a:pt x="14" y="80"/>
                </a:lnTo>
                <a:lnTo>
                  <a:pt x="14" y="83"/>
                </a:lnTo>
                <a:lnTo>
                  <a:pt x="14" y="84"/>
                </a:lnTo>
                <a:lnTo>
                  <a:pt x="15" y="85"/>
                </a:lnTo>
                <a:lnTo>
                  <a:pt x="14" y="85"/>
                </a:lnTo>
                <a:lnTo>
                  <a:pt x="13" y="85"/>
                </a:lnTo>
                <a:lnTo>
                  <a:pt x="13" y="85"/>
                </a:lnTo>
                <a:lnTo>
                  <a:pt x="11" y="86"/>
                </a:lnTo>
                <a:lnTo>
                  <a:pt x="9" y="85"/>
                </a:lnTo>
                <a:lnTo>
                  <a:pt x="9" y="86"/>
                </a:lnTo>
                <a:lnTo>
                  <a:pt x="8" y="86"/>
                </a:lnTo>
                <a:lnTo>
                  <a:pt x="7" y="86"/>
                </a:lnTo>
                <a:lnTo>
                  <a:pt x="6" y="87"/>
                </a:lnTo>
                <a:lnTo>
                  <a:pt x="5" y="91"/>
                </a:lnTo>
                <a:lnTo>
                  <a:pt x="4" y="91"/>
                </a:lnTo>
                <a:lnTo>
                  <a:pt x="2" y="92"/>
                </a:lnTo>
                <a:lnTo>
                  <a:pt x="2" y="91"/>
                </a:lnTo>
                <a:lnTo>
                  <a:pt x="1" y="92"/>
                </a:lnTo>
                <a:lnTo>
                  <a:pt x="3" y="96"/>
                </a:lnTo>
                <a:lnTo>
                  <a:pt x="5" y="96"/>
                </a:lnTo>
                <a:lnTo>
                  <a:pt x="4" y="97"/>
                </a:lnTo>
                <a:lnTo>
                  <a:pt x="2" y="98"/>
                </a:lnTo>
                <a:lnTo>
                  <a:pt x="2" y="101"/>
                </a:lnTo>
                <a:lnTo>
                  <a:pt x="1" y="103"/>
                </a:lnTo>
                <a:lnTo>
                  <a:pt x="0" y="107"/>
                </a:lnTo>
                <a:lnTo>
                  <a:pt x="1" y="109"/>
                </a:lnTo>
                <a:lnTo>
                  <a:pt x="2" y="112"/>
                </a:lnTo>
                <a:lnTo>
                  <a:pt x="3" y="114"/>
                </a:lnTo>
                <a:lnTo>
                  <a:pt x="4" y="114"/>
                </a:lnTo>
                <a:lnTo>
                  <a:pt x="5" y="117"/>
                </a:lnTo>
                <a:lnTo>
                  <a:pt x="6" y="117"/>
                </a:lnTo>
                <a:lnTo>
                  <a:pt x="6" y="118"/>
                </a:lnTo>
                <a:lnTo>
                  <a:pt x="5" y="119"/>
                </a:lnTo>
                <a:lnTo>
                  <a:pt x="7" y="121"/>
                </a:lnTo>
                <a:lnTo>
                  <a:pt x="7" y="122"/>
                </a:lnTo>
                <a:lnTo>
                  <a:pt x="7" y="123"/>
                </a:lnTo>
                <a:lnTo>
                  <a:pt x="8" y="122"/>
                </a:lnTo>
                <a:lnTo>
                  <a:pt x="10" y="122"/>
                </a:lnTo>
                <a:lnTo>
                  <a:pt x="11" y="122"/>
                </a:lnTo>
                <a:lnTo>
                  <a:pt x="12" y="122"/>
                </a:lnTo>
                <a:lnTo>
                  <a:pt x="13" y="122"/>
                </a:lnTo>
                <a:lnTo>
                  <a:pt x="16" y="121"/>
                </a:lnTo>
                <a:lnTo>
                  <a:pt x="17" y="121"/>
                </a:lnTo>
                <a:lnTo>
                  <a:pt x="18" y="121"/>
                </a:lnTo>
                <a:lnTo>
                  <a:pt x="18" y="120"/>
                </a:lnTo>
                <a:lnTo>
                  <a:pt x="20" y="118"/>
                </a:lnTo>
                <a:lnTo>
                  <a:pt x="20" y="116"/>
                </a:lnTo>
                <a:lnTo>
                  <a:pt x="18" y="112"/>
                </a:lnTo>
                <a:lnTo>
                  <a:pt x="16" y="112"/>
                </a:lnTo>
                <a:lnTo>
                  <a:pt x="17" y="111"/>
                </a:lnTo>
                <a:lnTo>
                  <a:pt x="16" y="109"/>
                </a:lnTo>
                <a:lnTo>
                  <a:pt x="15" y="108"/>
                </a:lnTo>
                <a:lnTo>
                  <a:pt x="14" y="109"/>
                </a:lnTo>
                <a:lnTo>
                  <a:pt x="12" y="108"/>
                </a:lnTo>
                <a:lnTo>
                  <a:pt x="12" y="108"/>
                </a:lnTo>
                <a:lnTo>
                  <a:pt x="12" y="106"/>
                </a:lnTo>
                <a:lnTo>
                  <a:pt x="12" y="105"/>
                </a:lnTo>
                <a:lnTo>
                  <a:pt x="12" y="104"/>
                </a:lnTo>
                <a:lnTo>
                  <a:pt x="13" y="105"/>
                </a:lnTo>
                <a:lnTo>
                  <a:pt x="14" y="103"/>
                </a:lnTo>
                <a:lnTo>
                  <a:pt x="16" y="102"/>
                </a:lnTo>
                <a:lnTo>
                  <a:pt x="16" y="101"/>
                </a:lnTo>
                <a:lnTo>
                  <a:pt x="17" y="101"/>
                </a:lnTo>
                <a:lnTo>
                  <a:pt x="18" y="100"/>
                </a:lnTo>
                <a:lnTo>
                  <a:pt x="19" y="100"/>
                </a:lnTo>
                <a:lnTo>
                  <a:pt x="21" y="100"/>
                </a:lnTo>
                <a:lnTo>
                  <a:pt x="24" y="96"/>
                </a:lnTo>
                <a:lnTo>
                  <a:pt x="27" y="96"/>
                </a:lnTo>
                <a:lnTo>
                  <a:pt x="29" y="94"/>
                </a:lnTo>
                <a:lnTo>
                  <a:pt x="34" y="93"/>
                </a:lnTo>
                <a:lnTo>
                  <a:pt x="34" y="94"/>
                </a:lnTo>
                <a:lnTo>
                  <a:pt x="34" y="94"/>
                </a:lnTo>
                <a:lnTo>
                  <a:pt x="34" y="95"/>
                </a:lnTo>
                <a:lnTo>
                  <a:pt x="35" y="95"/>
                </a:lnTo>
                <a:lnTo>
                  <a:pt x="37" y="93"/>
                </a:lnTo>
                <a:lnTo>
                  <a:pt x="38" y="92"/>
                </a:lnTo>
                <a:lnTo>
                  <a:pt x="40" y="92"/>
                </a:lnTo>
                <a:lnTo>
                  <a:pt x="41" y="92"/>
                </a:lnTo>
                <a:lnTo>
                  <a:pt x="42" y="92"/>
                </a:lnTo>
                <a:lnTo>
                  <a:pt x="43" y="92"/>
                </a:lnTo>
                <a:lnTo>
                  <a:pt x="43" y="90"/>
                </a:lnTo>
                <a:lnTo>
                  <a:pt x="44" y="90"/>
                </a:lnTo>
                <a:lnTo>
                  <a:pt x="45" y="90"/>
                </a:lnTo>
                <a:lnTo>
                  <a:pt x="46" y="90"/>
                </a:lnTo>
                <a:lnTo>
                  <a:pt x="46" y="91"/>
                </a:lnTo>
                <a:lnTo>
                  <a:pt x="48" y="89"/>
                </a:lnTo>
                <a:lnTo>
                  <a:pt x="49" y="89"/>
                </a:lnTo>
                <a:lnTo>
                  <a:pt x="50" y="89"/>
                </a:lnTo>
                <a:lnTo>
                  <a:pt x="48" y="88"/>
                </a:lnTo>
                <a:lnTo>
                  <a:pt x="48" y="87"/>
                </a:lnTo>
                <a:lnTo>
                  <a:pt x="50" y="86"/>
                </a:lnTo>
                <a:lnTo>
                  <a:pt x="52" y="85"/>
                </a:lnTo>
                <a:lnTo>
                  <a:pt x="53" y="85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7" y="87"/>
                </a:lnTo>
                <a:lnTo>
                  <a:pt x="58" y="86"/>
                </a:lnTo>
                <a:lnTo>
                  <a:pt x="59" y="84"/>
                </a:lnTo>
                <a:lnTo>
                  <a:pt x="61" y="85"/>
                </a:lnTo>
                <a:lnTo>
                  <a:pt x="63" y="85"/>
                </a:lnTo>
                <a:lnTo>
                  <a:pt x="66" y="81"/>
                </a:lnTo>
                <a:lnTo>
                  <a:pt x="67" y="81"/>
                </a:lnTo>
                <a:lnTo>
                  <a:pt x="68" y="83"/>
                </a:lnTo>
                <a:lnTo>
                  <a:pt x="69" y="83"/>
                </a:lnTo>
                <a:lnTo>
                  <a:pt x="70" y="82"/>
                </a:lnTo>
                <a:lnTo>
                  <a:pt x="71" y="80"/>
                </a:lnTo>
                <a:lnTo>
                  <a:pt x="71" y="79"/>
                </a:lnTo>
                <a:lnTo>
                  <a:pt x="71" y="78"/>
                </a:lnTo>
                <a:lnTo>
                  <a:pt x="71" y="77"/>
                </a:lnTo>
                <a:lnTo>
                  <a:pt x="72" y="76"/>
                </a:lnTo>
                <a:lnTo>
                  <a:pt x="72" y="77"/>
                </a:lnTo>
                <a:lnTo>
                  <a:pt x="73" y="79"/>
                </a:lnTo>
                <a:lnTo>
                  <a:pt x="76" y="81"/>
                </a:lnTo>
                <a:lnTo>
                  <a:pt x="77" y="81"/>
                </a:lnTo>
                <a:lnTo>
                  <a:pt x="77" y="79"/>
                </a:lnTo>
                <a:lnTo>
                  <a:pt x="79" y="78"/>
                </a:lnTo>
                <a:lnTo>
                  <a:pt x="80" y="77"/>
                </a:lnTo>
                <a:lnTo>
                  <a:pt x="82" y="76"/>
                </a:lnTo>
                <a:lnTo>
                  <a:pt x="81" y="73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79194" y="6026609"/>
            <a:ext cx="25652" cy="32065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3" y="1"/>
                </a:moveTo>
                <a:lnTo>
                  <a:pt x="4" y="0"/>
                </a:lnTo>
                <a:lnTo>
                  <a:pt x="3" y="0"/>
                </a:lnTo>
                <a:lnTo>
                  <a:pt x="1" y="2"/>
                </a:lnTo>
                <a:lnTo>
                  <a:pt x="0" y="3"/>
                </a:lnTo>
                <a:lnTo>
                  <a:pt x="2" y="3"/>
                </a:lnTo>
                <a:lnTo>
                  <a:pt x="1" y="4"/>
                </a:lnTo>
                <a:lnTo>
                  <a:pt x="2" y="5"/>
                </a:lnTo>
                <a:lnTo>
                  <a:pt x="3" y="4"/>
                </a:lnTo>
                <a:lnTo>
                  <a:pt x="2" y="4"/>
                </a:lnTo>
                <a:lnTo>
                  <a:pt x="3" y="3"/>
                </a:lnTo>
                <a:lnTo>
                  <a:pt x="2" y="2"/>
                </a:lnTo>
                <a:lnTo>
                  <a:pt x="3" y="1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4645718" y="6148456"/>
            <a:ext cx="51304" cy="25652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7" y="0"/>
                </a:move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0" y="2"/>
                </a:lnTo>
                <a:lnTo>
                  <a:pt x="0" y="4"/>
                </a:lnTo>
                <a:lnTo>
                  <a:pt x="4" y="2"/>
                </a:lnTo>
                <a:lnTo>
                  <a:pt x="6" y="2"/>
                </a:lnTo>
                <a:lnTo>
                  <a:pt x="7" y="4"/>
                </a:lnTo>
                <a:lnTo>
                  <a:pt x="7" y="3"/>
                </a:lnTo>
                <a:lnTo>
                  <a:pt x="8" y="0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49951" y="6116391"/>
            <a:ext cx="25652" cy="25652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0" y="0"/>
                </a:moveTo>
                <a:lnTo>
                  <a:pt x="0" y="1"/>
                </a:lnTo>
                <a:lnTo>
                  <a:pt x="2" y="1"/>
                </a:lnTo>
                <a:lnTo>
                  <a:pt x="3" y="2"/>
                </a:lnTo>
                <a:lnTo>
                  <a:pt x="2" y="3"/>
                </a:lnTo>
                <a:lnTo>
                  <a:pt x="0" y="4"/>
                </a:lnTo>
                <a:lnTo>
                  <a:pt x="1" y="4"/>
                </a:lnTo>
                <a:lnTo>
                  <a:pt x="2" y="4"/>
                </a:lnTo>
                <a:lnTo>
                  <a:pt x="3" y="3"/>
                </a:lnTo>
                <a:lnTo>
                  <a:pt x="4" y="2"/>
                </a:lnTo>
                <a:lnTo>
                  <a:pt x="3" y="1"/>
                </a:lnTo>
                <a:lnTo>
                  <a:pt x="2" y="0"/>
                </a:lnTo>
                <a:lnTo>
                  <a:pt x="1" y="0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3863332" y="5385309"/>
            <a:ext cx="1000428" cy="731082"/>
          </a:xfrm>
          <a:custGeom>
            <a:avLst/>
            <a:gdLst/>
            <a:ahLst/>
            <a:cxnLst/>
            <a:rect l="l" t="t" r="r" b="b"/>
            <a:pathLst>
              <a:path w="156" h="114">
                <a:moveTo>
                  <a:pt x="101" y="10"/>
                </a:moveTo>
                <a:lnTo>
                  <a:pt x="100" y="11"/>
                </a:lnTo>
                <a:lnTo>
                  <a:pt x="101" y="12"/>
                </a:lnTo>
                <a:lnTo>
                  <a:pt x="99" y="14"/>
                </a:lnTo>
                <a:lnTo>
                  <a:pt x="99" y="14"/>
                </a:lnTo>
                <a:lnTo>
                  <a:pt x="99" y="16"/>
                </a:lnTo>
                <a:lnTo>
                  <a:pt x="99" y="17"/>
                </a:lnTo>
                <a:lnTo>
                  <a:pt x="98" y="17"/>
                </a:lnTo>
                <a:lnTo>
                  <a:pt x="96" y="17"/>
                </a:lnTo>
                <a:lnTo>
                  <a:pt x="96" y="15"/>
                </a:lnTo>
                <a:lnTo>
                  <a:pt x="95" y="17"/>
                </a:lnTo>
                <a:lnTo>
                  <a:pt x="95" y="16"/>
                </a:lnTo>
                <a:lnTo>
                  <a:pt x="95" y="15"/>
                </a:lnTo>
                <a:lnTo>
                  <a:pt x="94" y="15"/>
                </a:lnTo>
                <a:lnTo>
                  <a:pt x="93" y="16"/>
                </a:lnTo>
                <a:lnTo>
                  <a:pt x="93" y="16"/>
                </a:lnTo>
                <a:lnTo>
                  <a:pt x="92" y="16"/>
                </a:lnTo>
                <a:lnTo>
                  <a:pt x="92" y="16"/>
                </a:lnTo>
                <a:lnTo>
                  <a:pt x="91" y="17"/>
                </a:lnTo>
                <a:lnTo>
                  <a:pt x="91" y="17"/>
                </a:lnTo>
                <a:lnTo>
                  <a:pt x="90" y="17"/>
                </a:lnTo>
                <a:lnTo>
                  <a:pt x="90" y="18"/>
                </a:lnTo>
                <a:lnTo>
                  <a:pt x="91" y="18"/>
                </a:lnTo>
                <a:lnTo>
                  <a:pt x="92" y="17"/>
                </a:lnTo>
                <a:lnTo>
                  <a:pt x="94" y="17"/>
                </a:lnTo>
                <a:lnTo>
                  <a:pt x="93" y="19"/>
                </a:lnTo>
                <a:lnTo>
                  <a:pt x="93" y="21"/>
                </a:lnTo>
                <a:lnTo>
                  <a:pt x="94" y="21"/>
                </a:lnTo>
                <a:lnTo>
                  <a:pt x="93" y="22"/>
                </a:lnTo>
                <a:lnTo>
                  <a:pt x="91" y="21"/>
                </a:lnTo>
                <a:lnTo>
                  <a:pt x="89" y="21"/>
                </a:lnTo>
                <a:lnTo>
                  <a:pt x="88" y="22"/>
                </a:lnTo>
                <a:lnTo>
                  <a:pt x="88" y="21"/>
                </a:lnTo>
                <a:lnTo>
                  <a:pt x="88" y="21"/>
                </a:lnTo>
                <a:lnTo>
                  <a:pt x="88" y="19"/>
                </a:lnTo>
                <a:lnTo>
                  <a:pt x="86" y="20"/>
                </a:lnTo>
                <a:lnTo>
                  <a:pt x="85" y="21"/>
                </a:lnTo>
                <a:lnTo>
                  <a:pt x="86" y="22"/>
                </a:lnTo>
                <a:lnTo>
                  <a:pt x="85" y="22"/>
                </a:lnTo>
                <a:lnTo>
                  <a:pt x="84" y="23"/>
                </a:lnTo>
                <a:lnTo>
                  <a:pt x="84" y="24"/>
                </a:lnTo>
                <a:lnTo>
                  <a:pt x="85" y="27"/>
                </a:lnTo>
                <a:lnTo>
                  <a:pt x="84" y="26"/>
                </a:lnTo>
                <a:lnTo>
                  <a:pt x="84" y="25"/>
                </a:lnTo>
                <a:lnTo>
                  <a:pt x="81" y="23"/>
                </a:lnTo>
                <a:lnTo>
                  <a:pt x="80" y="24"/>
                </a:lnTo>
                <a:lnTo>
                  <a:pt x="80" y="23"/>
                </a:lnTo>
                <a:lnTo>
                  <a:pt x="79" y="22"/>
                </a:lnTo>
                <a:lnTo>
                  <a:pt x="78" y="22"/>
                </a:lnTo>
                <a:lnTo>
                  <a:pt x="77" y="23"/>
                </a:lnTo>
                <a:lnTo>
                  <a:pt x="77" y="24"/>
                </a:lnTo>
                <a:lnTo>
                  <a:pt x="77" y="24"/>
                </a:lnTo>
                <a:lnTo>
                  <a:pt x="76" y="24"/>
                </a:lnTo>
                <a:lnTo>
                  <a:pt x="75" y="24"/>
                </a:lnTo>
                <a:lnTo>
                  <a:pt x="76" y="25"/>
                </a:lnTo>
                <a:lnTo>
                  <a:pt x="75" y="25"/>
                </a:lnTo>
                <a:lnTo>
                  <a:pt x="75" y="27"/>
                </a:lnTo>
                <a:lnTo>
                  <a:pt x="74" y="29"/>
                </a:lnTo>
                <a:lnTo>
                  <a:pt x="74" y="30"/>
                </a:lnTo>
                <a:lnTo>
                  <a:pt x="72" y="30"/>
                </a:lnTo>
                <a:lnTo>
                  <a:pt x="69" y="32"/>
                </a:lnTo>
                <a:lnTo>
                  <a:pt x="67" y="31"/>
                </a:lnTo>
                <a:lnTo>
                  <a:pt x="68" y="31"/>
                </a:lnTo>
                <a:lnTo>
                  <a:pt x="67" y="30"/>
                </a:lnTo>
                <a:lnTo>
                  <a:pt x="67" y="29"/>
                </a:lnTo>
                <a:lnTo>
                  <a:pt x="67" y="29"/>
                </a:lnTo>
                <a:lnTo>
                  <a:pt x="66" y="30"/>
                </a:lnTo>
                <a:lnTo>
                  <a:pt x="65" y="28"/>
                </a:lnTo>
                <a:lnTo>
                  <a:pt x="65" y="27"/>
                </a:lnTo>
                <a:lnTo>
                  <a:pt x="64" y="27"/>
                </a:lnTo>
                <a:lnTo>
                  <a:pt x="64" y="29"/>
                </a:lnTo>
                <a:lnTo>
                  <a:pt x="63" y="29"/>
                </a:lnTo>
                <a:lnTo>
                  <a:pt x="62" y="30"/>
                </a:lnTo>
                <a:lnTo>
                  <a:pt x="61" y="30"/>
                </a:lnTo>
                <a:lnTo>
                  <a:pt x="61" y="28"/>
                </a:lnTo>
                <a:lnTo>
                  <a:pt x="61" y="28"/>
                </a:lnTo>
                <a:lnTo>
                  <a:pt x="60" y="28"/>
                </a:lnTo>
                <a:lnTo>
                  <a:pt x="60" y="27"/>
                </a:lnTo>
                <a:lnTo>
                  <a:pt x="60" y="26"/>
                </a:lnTo>
                <a:lnTo>
                  <a:pt x="59" y="25"/>
                </a:lnTo>
                <a:lnTo>
                  <a:pt x="59" y="26"/>
                </a:lnTo>
                <a:lnTo>
                  <a:pt x="58" y="25"/>
                </a:lnTo>
                <a:lnTo>
                  <a:pt x="58" y="25"/>
                </a:lnTo>
                <a:lnTo>
                  <a:pt x="58" y="24"/>
                </a:lnTo>
                <a:lnTo>
                  <a:pt x="56" y="22"/>
                </a:lnTo>
                <a:lnTo>
                  <a:pt x="56" y="21"/>
                </a:lnTo>
                <a:lnTo>
                  <a:pt x="55" y="21"/>
                </a:lnTo>
                <a:lnTo>
                  <a:pt x="55" y="21"/>
                </a:lnTo>
                <a:lnTo>
                  <a:pt x="53" y="22"/>
                </a:lnTo>
                <a:lnTo>
                  <a:pt x="53" y="23"/>
                </a:lnTo>
                <a:lnTo>
                  <a:pt x="52" y="23"/>
                </a:lnTo>
                <a:lnTo>
                  <a:pt x="51" y="25"/>
                </a:lnTo>
                <a:lnTo>
                  <a:pt x="51" y="25"/>
                </a:lnTo>
                <a:lnTo>
                  <a:pt x="51" y="26"/>
                </a:lnTo>
                <a:lnTo>
                  <a:pt x="52" y="27"/>
                </a:lnTo>
                <a:lnTo>
                  <a:pt x="52" y="28"/>
                </a:lnTo>
                <a:lnTo>
                  <a:pt x="51" y="29"/>
                </a:lnTo>
                <a:lnTo>
                  <a:pt x="50" y="29"/>
                </a:lnTo>
                <a:lnTo>
                  <a:pt x="49" y="29"/>
                </a:lnTo>
                <a:lnTo>
                  <a:pt x="49" y="31"/>
                </a:lnTo>
                <a:lnTo>
                  <a:pt x="44" y="31"/>
                </a:lnTo>
                <a:lnTo>
                  <a:pt x="44" y="32"/>
                </a:lnTo>
                <a:lnTo>
                  <a:pt x="43" y="33"/>
                </a:lnTo>
                <a:lnTo>
                  <a:pt x="42" y="33"/>
                </a:lnTo>
                <a:lnTo>
                  <a:pt x="40" y="34"/>
                </a:lnTo>
                <a:lnTo>
                  <a:pt x="37" y="35"/>
                </a:lnTo>
                <a:lnTo>
                  <a:pt x="35" y="35"/>
                </a:lnTo>
                <a:lnTo>
                  <a:pt x="35" y="36"/>
                </a:lnTo>
                <a:lnTo>
                  <a:pt x="34" y="36"/>
                </a:lnTo>
                <a:lnTo>
                  <a:pt x="35" y="38"/>
                </a:lnTo>
                <a:lnTo>
                  <a:pt x="35" y="40"/>
                </a:lnTo>
                <a:lnTo>
                  <a:pt x="34" y="40"/>
                </a:lnTo>
                <a:lnTo>
                  <a:pt x="33" y="41"/>
                </a:lnTo>
                <a:lnTo>
                  <a:pt x="32" y="42"/>
                </a:lnTo>
                <a:lnTo>
                  <a:pt x="32" y="43"/>
                </a:lnTo>
                <a:lnTo>
                  <a:pt x="30" y="42"/>
                </a:lnTo>
                <a:lnTo>
                  <a:pt x="30" y="41"/>
                </a:lnTo>
                <a:lnTo>
                  <a:pt x="28" y="41"/>
                </a:lnTo>
                <a:lnTo>
                  <a:pt x="27" y="42"/>
                </a:lnTo>
                <a:lnTo>
                  <a:pt x="26" y="41"/>
                </a:lnTo>
                <a:lnTo>
                  <a:pt x="25" y="40"/>
                </a:lnTo>
                <a:lnTo>
                  <a:pt x="23" y="40"/>
                </a:lnTo>
                <a:lnTo>
                  <a:pt x="23" y="39"/>
                </a:lnTo>
                <a:lnTo>
                  <a:pt x="21" y="39"/>
                </a:lnTo>
                <a:lnTo>
                  <a:pt x="19" y="36"/>
                </a:lnTo>
                <a:lnTo>
                  <a:pt x="18" y="36"/>
                </a:lnTo>
                <a:lnTo>
                  <a:pt x="17" y="37"/>
                </a:lnTo>
                <a:lnTo>
                  <a:pt x="16" y="37"/>
                </a:lnTo>
                <a:lnTo>
                  <a:pt x="15" y="35"/>
                </a:lnTo>
                <a:lnTo>
                  <a:pt x="12" y="37"/>
                </a:lnTo>
                <a:lnTo>
                  <a:pt x="11" y="38"/>
                </a:lnTo>
                <a:lnTo>
                  <a:pt x="11" y="40"/>
                </a:lnTo>
                <a:lnTo>
                  <a:pt x="8" y="41"/>
                </a:lnTo>
                <a:lnTo>
                  <a:pt x="8" y="41"/>
                </a:lnTo>
                <a:lnTo>
                  <a:pt x="7" y="42"/>
                </a:lnTo>
                <a:lnTo>
                  <a:pt x="6" y="43"/>
                </a:lnTo>
                <a:lnTo>
                  <a:pt x="5" y="44"/>
                </a:lnTo>
                <a:lnTo>
                  <a:pt x="4" y="43"/>
                </a:lnTo>
                <a:lnTo>
                  <a:pt x="3" y="43"/>
                </a:lnTo>
                <a:lnTo>
                  <a:pt x="2" y="41"/>
                </a:lnTo>
                <a:lnTo>
                  <a:pt x="1" y="41"/>
                </a:lnTo>
                <a:lnTo>
                  <a:pt x="0" y="43"/>
                </a:lnTo>
                <a:lnTo>
                  <a:pt x="1" y="45"/>
                </a:lnTo>
                <a:lnTo>
                  <a:pt x="1" y="46"/>
                </a:lnTo>
                <a:lnTo>
                  <a:pt x="2" y="48"/>
                </a:lnTo>
                <a:lnTo>
                  <a:pt x="2" y="48"/>
                </a:lnTo>
                <a:lnTo>
                  <a:pt x="3" y="48"/>
                </a:lnTo>
                <a:lnTo>
                  <a:pt x="2" y="49"/>
                </a:lnTo>
                <a:lnTo>
                  <a:pt x="4" y="50"/>
                </a:lnTo>
                <a:lnTo>
                  <a:pt x="5" y="47"/>
                </a:lnTo>
                <a:lnTo>
                  <a:pt x="5" y="48"/>
                </a:lnTo>
                <a:lnTo>
                  <a:pt x="6" y="47"/>
                </a:lnTo>
                <a:lnTo>
                  <a:pt x="9" y="48"/>
                </a:lnTo>
                <a:lnTo>
                  <a:pt x="11" y="47"/>
                </a:lnTo>
                <a:lnTo>
                  <a:pt x="13" y="48"/>
                </a:lnTo>
                <a:lnTo>
                  <a:pt x="13" y="49"/>
                </a:lnTo>
                <a:lnTo>
                  <a:pt x="13" y="49"/>
                </a:lnTo>
                <a:lnTo>
                  <a:pt x="14" y="50"/>
                </a:lnTo>
                <a:lnTo>
                  <a:pt x="14" y="50"/>
                </a:lnTo>
                <a:lnTo>
                  <a:pt x="14" y="51"/>
                </a:lnTo>
                <a:lnTo>
                  <a:pt x="15" y="53"/>
                </a:lnTo>
                <a:lnTo>
                  <a:pt x="15" y="53"/>
                </a:lnTo>
                <a:lnTo>
                  <a:pt x="15" y="54"/>
                </a:lnTo>
                <a:lnTo>
                  <a:pt x="14" y="54"/>
                </a:lnTo>
                <a:lnTo>
                  <a:pt x="15" y="55"/>
                </a:lnTo>
                <a:lnTo>
                  <a:pt x="16" y="56"/>
                </a:lnTo>
                <a:lnTo>
                  <a:pt x="16" y="56"/>
                </a:lnTo>
                <a:lnTo>
                  <a:pt x="16" y="55"/>
                </a:lnTo>
                <a:lnTo>
                  <a:pt x="17" y="55"/>
                </a:lnTo>
                <a:lnTo>
                  <a:pt x="19" y="56"/>
                </a:lnTo>
                <a:lnTo>
                  <a:pt x="21" y="57"/>
                </a:lnTo>
                <a:lnTo>
                  <a:pt x="21" y="54"/>
                </a:lnTo>
                <a:lnTo>
                  <a:pt x="23" y="54"/>
                </a:lnTo>
                <a:lnTo>
                  <a:pt x="23" y="54"/>
                </a:lnTo>
                <a:lnTo>
                  <a:pt x="24" y="57"/>
                </a:lnTo>
                <a:lnTo>
                  <a:pt x="25" y="56"/>
                </a:lnTo>
                <a:lnTo>
                  <a:pt x="26" y="56"/>
                </a:lnTo>
                <a:lnTo>
                  <a:pt x="27" y="56"/>
                </a:lnTo>
                <a:lnTo>
                  <a:pt x="27" y="57"/>
                </a:lnTo>
                <a:lnTo>
                  <a:pt x="28" y="57"/>
                </a:lnTo>
                <a:lnTo>
                  <a:pt x="28" y="56"/>
                </a:lnTo>
                <a:lnTo>
                  <a:pt x="29" y="56"/>
                </a:lnTo>
                <a:lnTo>
                  <a:pt x="29" y="55"/>
                </a:lnTo>
                <a:lnTo>
                  <a:pt x="31" y="55"/>
                </a:lnTo>
                <a:lnTo>
                  <a:pt x="32" y="55"/>
                </a:lnTo>
                <a:lnTo>
                  <a:pt x="32" y="56"/>
                </a:lnTo>
                <a:lnTo>
                  <a:pt x="33" y="57"/>
                </a:lnTo>
                <a:lnTo>
                  <a:pt x="33" y="57"/>
                </a:lnTo>
                <a:lnTo>
                  <a:pt x="34" y="60"/>
                </a:lnTo>
                <a:lnTo>
                  <a:pt x="35" y="60"/>
                </a:lnTo>
                <a:lnTo>
                  <a:pt x="35" y="60"/>
                </a:lnTo>
                <a:lnTo>
                  <a:pt x="35" y="61"/>
                </a:lnTo>
                <a:lnTo>
                  <a:pt x="34" y="62"/>
                </a:lnTo>
                <a:lnTo>
                  <a:pt x="35" y="63"/>
                </a:lnTo>
                <a:lnTo>
                  <a:pt x="34" y="66"/>
                </a:lnTo>
                <a:lnTo>
                  <a:pt x="34" y="67"/>
                </a:lnTo>
                <a:lnTo>
                  <a:pt x="33" y="69"/>
                </a:lnTo>
                <a:lnTo>
                  <a:pt x="31" y="70"/>
                </a:lnTo>
                <a:lnTo>
                  <a:pt x="31" y="69"/>
                </a:lnTo>
                <a:lnTo>
                  <a:pt x="28" y="68"/>
                </a:lnTo>
                <a:lnTo>
                  <a:pt x="27" y="68"/>
                </a:lnTo>
                <a:lnTo>
                  <a:pt x="27" y="69"/>
                </a:lnTo>
                <a:lnTo>
                  <a:pt x="26" y="69"/>
                </a:lnTo>
                <a:lnTo>
                  <a:pt x="25" y="71"/>
                </a:lnTo>
                <a:lnTo>
                  <a:pt x="24" y="71"/>
                </a:lnTo>
                <a:lnTo>
                  <a:pt x="25" y="72"/>
                </a:lnTo>
                <a:lnTo>
                  <a:pt x="25" y="72"/>
                </a:lnTo>
                <a:lnTo>
                  <a:pt x="24" y="72"/>
                </a:lnTo>
                <a:lnTo>
                  <a:pt x="23" y="73"/>
                </a:lnTo>
                <a:lnTo>
                  <a:pt x="21" y="74"/>
                </a:lnTo>
                <a:lnTo>
                  <a:pt x="22" y="76"/>
                </a:lnTo>
                <a:lnTo>
                  <a:pt x="22" y="78"/>
                </a:lnTo>
                <a:lnTo>
                  <a:pt x="24" y="78"/>
                </a:lnTo>
                <a:lnTo>
                  <a:pt x="26" y="78"/>
                </a:lnTo>
                <a:lnTo>
                  <a:pt x="26" y="79"/>
                </a:lnTo>
                <a:lnTo>
                  <a:pt x="28" y="80"/>
                </a:lnTo>
                <a:lnTo>
                  <a:pt x="29" y="81"/>
                </a:lnTo>
                <a:lnTo>
                  <a:pt x="29" y="81"/>
                </a:lnTo>
                <a:lnTo>
                  <a:pt x="31" y="81"/>
                </a:lnTo>
                <a:lnTo>
                  <a:pt x="31" y="81"/>
                </a:lnTo>
                <a:lnTo>
                  <a:pt x="32" y="80"/>
                </a:lnTo>
                <a:lnTo>
                  <a:pt x="35" y="80"/>
                </a:lnTo>
                <a:lnTo>
                  <a:pt x="36" y="80"/>
                </a:lnTo>
                <a:lnTo>
                  <a:pt x="37" y="82"/>
                </a:lnTo>
                <a:lnTo>
                  <a:pt x="39" y="83"/>
                </a:lnTo>
                <a:lnTo>
                  <a:pt x="39" y="82"/>
                </a:lnTo>
                <a:lnTo>
                  <a:pt x="42" y="81"/>
                </a:lnTo>
                <a:lnTo>
                  <a:pt x="42" y="81"/>
                </a:lnTo>
                <a:lnTo>
                  <a:pt x="43" y="81"/>
                </a:lnTo>
                <a:lnTo>
                  <a:pt x="44" y="81"/>
                </a:lnTo>
                <a:lnTo>
                  <a:pt x="45" y="82"/>
                </a:lnTo>
                <a:lnTo>
                  <a:pt x="46" y="82"/>
                </a:lnTo>
                <a:lnTo>
                  <a:pt x="47" y="82"/>
                </a:lnTo>
                <a:lnTo>
                  <a:pt x="46" y="82"/>
                </a:lnTo>
                <a:lnTo>
                  <a:pt x="48" y="84"/>
                </a:lnTo>
                <a:lnTo>
                  <a:pt x="49" y="84"/>
                </a:lnTo>
                <a:lnTo>
                  <a:pt x="49" y="84"/>
                </a:lnTo>
                <a:lnTo>
                  <a:pt x="48" y="85"/>
                </a:lnTo>
                <a:lnTo>
                  <a:pt x="48" y="86"/>
                </a:lnTo>
                <a:lnTo>
                  <a:pt x="47" y="86"/>
                </a:lnTo>
                <a:lnTo>
                  <a:pt x="47" y="89"/>
                </a:lnTo>
                <a:lnTo>
                  <a:pt x="45" y="89"/>
                </a:lnTo>
                <a:lnTo>
                  <a:pt x="44" y="88"/>
                </a:lnTo>
                <a:lnTo>
                  <a:pt x="44" y="91"/>
                </a:lnTo>
                <a:lnTo>
                  <a:pt x="43" y="92"/>
                </a:lnTo>
                <a:lnTo>
                  <a:pt x="44" y="93"/>
                </a:lnTo>
                <a:lnTo>
                  <a:pt x="43" y="94"/>
                </a:lnTo>
                <a:lnTo>
                  <a:pt x="46" y="94"/>
                </a:lnTo>
                <a:lnTo>
                  <a:pt x="46" y="96"/>
                </a:lnTo>
                <a:lnTo>
                  <a:pt x="46" y="97"/>
                </a:lnTo>
                <a:lnTo>
                  <a:pt x="46" y="98"/>
                </a:lnTo>
                <a:lnTo>
                  <a:pt x="47" y="98"/>
                </a:lnTo>
                <a:lnTo>
                  <a:pt x="46" y="99"/>
                </a:lnTo>
                <a:lnTo>
                  <a:pt x="47" y="100"/>
                </a:lnTo>
                <a:lnTo>
                  <a:pt x="47" y="101"/>
                </a:lnTo>
                <a:lnTo>
                  <a:pt x="46" y="102"/>
                </a:lnTo>
                <a:lnTo>
                  <a:pt x="46" y="103"/>
                </a:lnTo>
                <a:lnTo>
                  <a:pt x="47" y="101"/>
                </a:lnTo>
                <a:lnTo>
                  <a:pt x="48" y="101"/>
                </a:lnTo>
                <a:lnTo>
                  <a:pt x="49" y="102"/>
                </a:lnTo>
                <a:lnTo>
                  <a:pt x="51" y="102"/>
                </a:lnTo>
                <a:lnTo>
                  <a:pt x="52" y="103"/>
                </a:lnTo>
                <a:lnTo>
                  <a:pt x="52" y="103"/>
                </a:lnTo>
                <a:lnTo>
                  <a:pt x="53" y="103"/>
                </a:lnTo>
                <a:lnTo>
                  <a:pt x="54" y="103"/>
                </a:lnTo>
                <a:lnTo>
                  <a:pt x="54" y="104"/>
                </a:lnTo>
                <a:lnTo>
                  <a:pt x="53" y="105"/>
                </a:lnTo>
                <a:lnTo>
                  <a:pt x="53" y="106"/>
                </a:lnTo>
                <a:lnTo>
                  <a:pt x="55" y="106"/>
                </a:lnTo>
                <a:lnTo>
                  <a:pt x="58" y="108"/>
                </a:lnTo>
                <a:lnTo>
                  <a:pt x="60" y="107"/>
                </a:lnTo>
                <a:lnTo>
                  <a:pt x="61" y="109"/>
                </a:lnTo>
                <a:lnTo>
                  <a:pt x="61" y="110"/>
                </a:lnTo>
                <a:lnTo>
                  <a:pt x="61" y="110"/>
                </a:lnTo>
                <a:lnTo>
                  <a:pt x="62" y="109"/>
                </a:lnTo>
                <a:lnTo>
                  <a:pt x="63" y="109"/>
                </a:lnTo>
                <a:lnTo>
                  <a:pt x="64" y="110"/>
                </a:lnTo>
                <a:lnTo>
                  <a:pt x="63" y="110"/>
                </a:lnTo>
                <a:lnTo>
                  <a:pt x="65" y="110"/>
                </a:lnTo>
                <a:lnTo>
                  <a:pt x="65" y="110"/>
                </a:lnTo>
                <a:lnTo>
                  <a:pt x="66" y="110"/>
                </a:lnTo>
                <a:lnTo>
                  <a:pt x="70" y="109"/>
                </a:lnTo>
                <a:lnTo>
                  <a:pt x="71" y="109"/>
                </a:lnTo>
                <a:lnTo>
                  <a:pt x="71" y="109"/>
                </a:lnTo>
                <a:lnTo>
                  <a:pt x="74" y="111"/>
                </a:lnTo>
                <a:lnTo>
                  <a:pt x="75" y="111"/>
                </a:lnTo>
                <a:lnTo>
                  <a:pt x="77" y="112"/>
                </a:lnTo>
                <a:lnTo>
                  <a:pt x="79" y="111"/>
                </a:lnTo>
                <a:lnTo>
                  <a:pt x="78" y="111"/>
                </a:lnTo>
                <a:lnTo>
                  <a:pt x="79" y="110"/>
                </a:lnTo>
                <a:lnTo>
                  <a:pt x="79" y="110"/>
                </a:lnTo>
                <a:lnTo>
                  <a:pt x="80" y="111"/>
                </a:lnTo>
                <a:lnTo>
                  <a:pt x="79" y="112"/>
                </a:lnTo>
                <a:lnTo>
                  <a:pt x="79" y="112"/>
                </a:lnTo>
                <a:lnTo>
                  <a:pt x="81" y="111"/>
                </a:lnTo>
                <a:lnTo>
                  <a:pt x="83" y="111"/>
                </a:lnTo>
                <a:lnTo>
                  <a:pt x="85" y="111"/>
                </a:lnTo>
                <a:lnTo>
                  <a:pt x="87" y="108"/>
                </a:lnTo>
                <a:lnTo>
                  <a:pt x="88" y="108"/>
                </a:lnTo>
                <a:lnTo>
                  <a:pt x="88" y="108"/>
                </a:lnTo>
                <a:lnTo>
                  <a:pt x="89" y="108"/>
                </a:lnTo>
                <a:lnTo>
                  <a:pt x="90" y="109"/>
                </a:lnTo>
                <a:lnTo>
                  <a:pt x="90" y="109"/>
                </a:lnTo>
                <a:lnTo>
                  <a:pt x="91" y="109"/>
                </a:lnTo>
                <a:lnTo>
                  <a:pt x="92" y="109"/>
                </a:lnTo>
                <a:lnTo>
                  <a:pt x="93" y="109"/>
                </a:lnTo>
                <a:lnTo>
                  <a:pt x="94" y="109"/>
                </a:lnTo>
                <a:lnTo>
                  <a:pt x="99" y="110"/>
                </a:lnTo>
                <a:lnTo>
                  <a:pt x="99" y="111"/>
                </a:lnTo>
                <a:lnTo>
                  <a:pt x="97" y="112"/>
                </a:lnTo>
                <a:lnTo>
                  <a:pt x="97" y="113"/>
                </a:lnTo>
                <a:lnTo>
                  <a:pt x="98" y="113"/>
                </a:lnTo>
                <a:lnTo>
                  <a:pt x="99" y="114"/>
                </a:lnTo>
                <a:lnTo>
                  <a:pt x="100" y="114"/>
                </a:lnTo>
                <a:lnTo>
                  <a:pt x="101" y="113"/>
                </a:lnTo>
                <a:lnTo>
                  <a:pt x="106" y="112"/>
                </a:lnTo>
                <a:lnTo>
                  <a:pt x="107" y="112"/>
                </a:lnTo>
                <a:lnTo>
                  <a:pt x="109" y="110"/>
                </a:lnTo>
                <a:lnTo>
                  <a:pt x="109" y="109"/>
                </a:lnTo>
                <a:lnTo>
                  <a:pt x="110" y="111"/>
                </a:lnTo>
                <a:lnTo>
                  <a:pt x="111" y="111"/>
                </a:lnTo>
                <a:lnTo>
                  <a:pt x="113" y="112"/>
                </a:lnTo>
                <a:lnTo>
                  <a:pt x="111" y="108"/>
                </a:lnTo>
                <a:lnTo>
                  <a:pt x="112" y="107"/>
                </a:lnTo>
                <a:lnTo>
                  <a:pt x="112" y="108"/>
                </a:lnTo>
                <a:lnTo>
                  <a:pt x="114" y="107"/>
                </a:lnTo>
                <a:lnTo>
                  <a:pt x="115" y="107"/>
                </a:lnTo>
                <a:lnTo>
                  <a:pt x="116" y="103"/>
                </a:lnTo>
                <a:lnTo>
                  <a:pt x="117" y="102"/>
                </a:lnTo>
                <a:lnTo>
                  <a:pt x="118" y="102"/>
                </a:lnTo>
                <a:lnTo>
                  <a:pt x="119" y="102"/>
                </a:lnTo>
                <a:lnTo>
                  <a:pt x="119" y="101"/>
                </a:lnTo>
                <a:lnTo>
                  <a:pt x="121" y="102"/>
                </a:lnTo>
                <a:lnTo>
                  <a:pt x="123" y="101"/>
                </a:lnTo>
                <a:lnTo>
                  <a:pt x="123" y="101"/>
                </a:lnTo>
                <a:lnTo>
                  <a:pt x="124" y="101"/>
                </a:lnTo>
                <a:lnTo>
                  <a:pt x="125" y="101"/>
                </a:lnTo>
                <a:lnTo>
                  <a:pt x="124" y="100"/>
                </a:lnTo>
                <a:lnTo>
                  <a:pt x="124" y="99"/>
                </a:lnTo>
                <a:lnTo>
                  <a:pt x="124" y="96"/>
                </a:lnTo>
                <a:lnTo>
                  <a:pt x="123" y="96"/>
                </a:lnTo>
                <a:lnTo>
                  <a:pt x="124" y="95"/>
                </a:lnTo>
                <a:lnTo>
                  <a:pt x="124" y="95"/>
                </a:lnTo>
                <a:lnTo>
                  <a:pt x="125" y="94"/>
                </a:lnTo>
                <a:lnTo>
                  <a:pt x="127" y="96"/>
                </a:lnTo>
                <a:lnTo>
                  <a:pt x="128" y="94"/>
                </a:lnTo>
                <a:lnTo>
                  <a:pt x="129" y="94"/>
                </a:lnTo>
                <a:lnTo>
                  <a:pt x="129" y="95"/>
                </a:lnTo>
                <a:lnTo>
                  <a:pt x="130" y="95"/>
                </a:lnTo>
                <a:lnTo>
                  <a:pt x="131" y="95"/>
                </a:lnTo>
                <a:lnTo>
                  <a:pt x="130" y="94"/>
                </a:lnTo>
                <a:lnTo>
                  <a:pt x="132" y="92"/>
                </a:lnTo>
                <a:lnTo>
                  <a:pt x="132" y="92"/>
                </a:lnTo>
                <a:lnTo>
                  <a:pt x="133" y="92"/>
                </a:lnTo>
                <a:lnTo>
                  <a:pt x="132" y="90"/>
                </a:lnTo>
                <a:lnTo>
                  <a:pt x="131" y="90"/>
                </a:lnTo>
                <a:lnTo>
                  <a:pt x="131" y="89"/>
                </a:lnTo>
                <a:lnTo>
                  <a:pt x="130" y="88"/>
                </a:lnTo>
                <a:lnTo>
                  <a:pt x="132" y="88"/>
                </a:lnTo>
                <a:lnTo>
                  <a:pt x="132" y="87"/>
                </a:lnTo>
                <a:lnTo>
                  <a:pt x="132" y="87"/>
                </a:lnTo>
                <a:lnTo>
                  <a:pt x="132" y="86"/>
                </a:lnTo>
                <a:lnTo>
                  <a:pt x="132" y="85"/>
                </a:lnTo>
                <a:lnTo>
                  <a:pt x="135" y="85"/>
                </a:lnTo>
                <a:lnTo>
                  <a:pt x="135" y="85"/>
                </a:lnTo>
                <a:lnTo>
                  <a:pt x="136" y="85"/>
                </a:lnTo>
                <a:lnTo>
                  <a:pt x="136" y="84"/>
                </a:lnTo>
                <a:lnTo>
                  <a:pt x="138" y="84"/>
                </a:lnTo>
                <a:lnTo>
                  <a:pt x="139" y="83"/>
                </a:lnTo>
                <a:lnTo>
                  <a:pt x="138" y="82"/>
                </a:lnTo>
                <a:lnTo>
                  <a:pt x="141" y="81"/>
                </a:lnTo>
                <a:lnTo>
                  <a:pt x="144" y="78"/>
                </a:lnTo>
                <a:lnTo>
                  <a:pt x="144" y="77"/>
                </a:lnTo>
                <a:lnTo>
                  <a:pt x="144" y="76"/>
                </a:lnTo>
                <a:lnTo>
                  <a:pt x="145" y="74"/>
                </a:lnTo>
                <a:lnTo>
                  <a:pt x="145" y="74"/>
                </a:lnTo>
                <a:lnTo>
                  <a:pt x="144" y="74"/>
                </a:lnTo>
                <a:lnTo>
                  <a:pt x="144" y="72"/>
                </a:lnTo>
                <a:lnTo>
                  <a:pt x="144" y="71"/>
                </a:lnTo>
                <a:lnTo>
                  <a:pt x="143" y="69"/>
                </a:lnTo>
                <a:lnTo>
                  <a:pt x="144" y="69"/>
                </a:lnTo>
                <a:lnTo>
                  <a:pt x="143" y="68"/>
                </a:lnTo>
                <a:lnTo>
                  <a:pt x="144" y="67"/>
                </a:lnTo>
                <a:lnTo>
                  <a:pt x="144" y="65"/>
                </a:lnTo>
                <a:lnTo>
                  <a:pt x="145" y="65"/>
                </a:lnTo>
                <a:lnTo>
                  <a:pt x="146" y="63"/>
                </a:lnTo>
                <a:lnTo>
                  <a:pt x="146" y="61"/>
                </a:lnTo>
                <a:lnTo>
                  <a:pt x="148" y="61"/>
                </a:lnTo>
                <a:lnTo>
                  <a:pt x="149" y="59"/>
                </a:lnTo>
                <a:lnTo>
                  <a:pt x="148" y="59"/>
                </a:lnTo>
                <a:lnTo>
                  <a:pt x="148" y="57"/>
                </a:lnTo>
                <a:lnTo>
                  <a:pt x="149" y="56"/>
                </a:lnTo>
                <a:lnTo>
                  <a:pt x="152" y="57"/>
                </a:lnTo>
                <a:lnTo>
                  <a:pt x="152" y="56"/>
                </a:lnTo>
                <a:lnTo>
                  <a:pt x="152" y="55"/>
                </a:lnTo>
                <a:lnTo>
                  <a:pt x="153" y="55"/>
                </a:lnTo>
                <a:lnTo>
                  <a:pt x="153" y="54"/>
                </a:lnTo>
                <a:lnTo>
                  <a:pt x="154" y="54"/>
                </a:lnTo>
                <a:lnTo>
                  <a:pt x="155" y="53"/>
                </a:lnTo>
                <a:lnTo>
                  <a:pt x="153" y="50"/>
                </a:lnTo>
                <a:lnTo>
                  <a:pt x="153" y="49"/>
                </a:lnTo>
                <a:lnTo>
                  <a:pt x="153" y="48"/>
                </a:lnTo>
                <a:lnTo>
                  <a:pt x="153" y="47"/>
                </a:lnTo>
                <a:lnTo>
                  <a:pt x="154" y="47"/>
                </a:lnTo>
                <a:lnTo>
                  <a:pt x="154" y="46"/>
                </a:lnTo>
                <a:lnTo>
                  <a:pt x="155" y="46"/>
                </a:lnTo>
                <a:lnTo>
                  <a:pt x="156" y="45"/>
                </a:lnTo>
                <a:lnTo>
                  <a:pt x="156" y="43"/>
                </a:lnTo>
                <a:lnTo>
                  <a:pt x="155" y="42"/>
                </a:lnTo>
                <a:lnTo>
                  <a:pt x="155" y="41"/>
                </a:lnTo>
                <a:lnTo>
                  <a:pt x="155" y="40"/>
                </a:lnTo>
                <a:lnTo>
                  <a:pt x="153" y="39"/>
                </a:lnTo>
                <a:lnTo>
                  <a:pt x="153" y="38"/>
                </a:lnTo>
                <a:lnTo>
                  <a:pt x="154" y="38"/>
                </a:lnTo>
                <a:lnTo>
                  <a:pt x="153" y="37"/>
                </a:lnTo>
                <a:lnTo>
                  <a:pt x="154" y="36"/>
                </a:lnTo>
                <a:lnTo>
                  <a:pt x="155" y="36"/>
                </a:lnTo>
                <a:lnTo>
                  <a:pt x="153" y="35"/>
                </a:lnTo>
                <a:lnTo>
                  <a:pt x="152" y="35"/>
                </a:lnTo>
                <a:lnTo>
                  <a:pt x="152" y="35"/>
                </a:lnTo>
                <a:lnTo>
                  <a:pt x="148" y="35"/>
                </a:lnTo>
                <a:lnTo>
                  <a:pt x="148" y="36"/>
                </a:lnTo>
                <a:lnTo>
                  <a:pt x="147" y="37"/>
                </a:lnTo>
                <a:lnTo>
                  <a:pt x="147" y="37"/>
                </a:lnTo>
                <a:lnTo>
                  <a:pt x="146" y="37"/>
                </a:lnTo>
                <a:lnTo>
                  <a:pt x="146" y="38"/>
                </a:lnTo>
                <a:lnTo>
                  <a:pt x="145" y="39"/>
                </a:lnTo>
                <a:lnTo>
                  <a:pt x="144" y="38"/>
                </a:lnTo>
                <a:lnTo>
                  <a:pt x="143" y="38"/>
                </a:lnTo>
                <a:lnTo>
                  <a:pt x="143" y="38"/>
                </a:lnTo>
                <a:lnTo>
                  <a:pt x="144" y="35"/>
                </a:lnTo>
                <a:lnTo>
                  <a:pt x="143" y="34"/>
                </a:lnTo>
                <a:lnTo>
                  <a:pt x="143" y="32"/>
                </a:lnTo>
                <a:lnTo>
                  <a:pt x="143" y="32"/>
                </a:lnTo>
                <a:lnTo>
                  <a:pt x="143" y="31"/>
                </a:lnTo>
                <a:lnTo>
                  <a:pt x="143" y="31"/>
                </a:lnTo>
                <a:lnTo>
                  <a:pt x="143" y="30"/>
                </a:lnTo>
                <a:lnTo>
                  <a:pt x="142" y="30"/>
                </a:lnTo>
                <a:lnTo>
                  <a:pt x="142" y="29"/>
                </a:lnTo>
                <a:lnTo>
                  <a:pt x="141" y="28"/>
                </a:lnTo>
                <a:lnTo>
                  <a:pt x="141" y="28"/>
                </a:lnTo>
                <a:lnTo>
                  <a:pt x="140" y="28"/>
                </a:lnTo>
                <a:lnTo>
                  <a:pt x="139" y="27"/>
                </a:lnTo>
                <a:lnTo>
                  <a:pt x="138" y="29"/>
                </a:lnTo>
                <a:lnTo>
                  <a:pt x="136" y="30"/>
                </a:lnTo>
                <a:lnTo>
                  <a:pt x="136" y="32"/>
                </a:lnTo>
                <a:lnTo>
                  <a:pt x="134" y="33"/>
                </a:lnTo>
                <a:lnTo>
                  <a:pt x="133" y="32"/>
                </a:lnTo>
                <a:lnTo>
                  <a:pt x="133" y="30"/>
                </a:lnTo>
                <a:lnTo>
                  <a:pt x="133" y="28"/>
                </a:lnTo>
                <a:lnTo>
                  <a:pt x="136" y="26"/>
                </a:lnTo>
                <a:lnTo>
                  <a:pt x="135" y="25"/>
                </a:lnTo>
                <a:lnTo>
                  <a:pt x="137" y="23"/>
                </a:lnTo>
                <a:lnTo>
                  <a:pt x="137" y="23"/>
                </a:lnTo>
                <a:lnTo>
                  <a:pt x="139" y="21"/>
                </a:lnTo>
                <a:lnTo>
                  <a:pt x="140" y="19"/>
                </a:lnTo>
                <a:lnTo>
                  <a:pt x="140" y="17"/>
                </a:lnTo>
                <a:lnTo>
                  <a:pt x="139" y="16"/>
                </a:lnTo>
                <a:lnTo>
                  <a:pt x="139" y="15"/>
                </a:lnTo>
                <a:lnTo>
                  <a:pt x="142" y="13"/>
                </a:lnTo>
                <a:lnTo>
                  <a:pt x="141" y="12"/>
                </a:lnTo>
                <a:lnTo>
                  <a:pt x="142" y="11"/>
                </a:lnTo>
                <a:lnTo>
                  <a:pt x="142" y="11"/>
                </a:lnTo>
                <a:lnTo>
                  <a:pt x="140" y="11"/>
                </a:lnTo>
                <a:lnTo>
                  <a:pt x="140" y="10"/>
                </a:lnTo>
                <a:lnTo>
                  <a:pt x="139" y="10"/>
                </a:lnTo>
                <a:lnTo>
                  <a:pt x="138" y="12"/>
                </a:lnTo>
                <a:lnTo>
                  <a:pt x="138" y="12"/>
                </a:lnTo>
                <a:lnTo>
                  <a:pt x="137" y="10"/>
                </a:lnTo>
                <a:lnTo>
                  <a:pt x="136" y="10"/>
                </a:lnTo>
                <a:lnTo>
                  <a:pt x="137" y="7"/>
                </a:lnTo>
                <a:lnTo>
                  <a:pt x="138" y="7"/>
                </a:lnTo>
                <a:lnTo>
                  <a:pt x="137" y="7"/>
                </a:lnTo>
                <a:lnTo>
                  <a:pt x="138" y="6"/>
                </a:lnTo>
                <a:lnTo>
                  <a:pt x="137" y="4"/>
                </a:lnTo>
                <a:lnTo>
                  <a:pt x="138" y="3"/>
                </a:lnTo>
                <a:lnTo>
                  <a:pt x="138" y="2"/>
                </a:lnTo>
                <a:lnTo>
                  <a:pt x="137" y="3"/>
                </a:lnTo>
                <a:lnTo>
                  <a:pt x="136" y="2"/>
                </a:lnTo>
                <a:lnTo>
                  <a:pt x="136" y="2"/>
                </a:lnTo>
                <a:lnTo>
                  <a:pt x="134" y="2"/>
                </a:lnTo>
                <a:lnTo>
                  <a:pt x="132" y="1"/>
                </a:lnTo>
                <a:lnTo>
                  <a:pt x="132" y="1"/>
                </a:lnTo>
                <a:lnTo>
                  <a:pt x="131" y="0"/>
                </a:lnTo>
                <a:lnTo>
                  <a:pt x="131" y="0"/>
                </a:lnTo>
                <a:lnTo>
                  <a:pt x="131" y="2"/>
                </a:lnTo>
                <a:lnTo>
                  <a:pt x="130" y="2"/>
                </a:lnTo>
                <a:lnTo>
                  <a:pt x="131" y="2"/>
                </a:lnTo>
                <a:lnTo>
                  <a:pt x="129" y="3"/>
                </a:lnTo>
                <a:lnTo>
                  <a:pt x="127" y="4"/>
                </a:lnTo>
                <a:lnTo>
                  <a:pt x="127" y="3"/>
                </a:lnTo>
                <a:lnTo>
                  <a:pt x="127" y="2"/>
                </a:lnTo>
                <a:lnTo>
                  <a:pt x="126" y="3"/>
                </a:lnTo>
                <a:lnTo>
                  <a:pt x="125" y="2"/>
                </a:lnTo>
                <a:lnTo>
                  <a:pt x="125" y="2"/>
                </a:lnTo>
                <a:lnTo>
                  <a:pt x="124" y="2"/>
                </a:lnTo>
                <a:lnTo>
                  <a:pt x="123" y="3"/>
                </a:lnTo>
                <a:lnTo>
                  <a:pt x="123" y="4"/>
                </a:lnTo>
                <a:lnTo>
                  <a:pt x="122" y="6"/>
                </a:lnTo>
                <a:lnTo>
                  <a:pt x="121" y="5"/>
                </a:lnTo>
                <a:lnTo>
                  <a:pt x="119" y="8"/>
                </a:lnTo>
                <a:lnTo>
                  <a:pt x="119" y="10"/>
                </a:lnTo>
                <a:lnTo>
                  <a:pt x="117" y="11"/>
                </a:lnTo>
                <a:lnTo>
                  <a:pt x="117" y="9"/>
                </a:lnTo>
                <a:lnTo>
                  <a:pt x="116" y="8"/>
                </a:lnTo>
                <a:lnTo>
                  <a:pt x="115" y="9"/>
                </a:lnTo>
                <a:lnTo>
                  <a:pt x="114" y="9"/>
                </a:lnTo>
                <a:lnTo>
                  <a:pt x="113" y="9"/>
                </a:lnTo>
                <a:lnTo>
                  <a:pt x="114" y="6"/>
                </a:lnTo>
                <a:lnTo>
                  <a:pt x="112" y="6"/>
                </a:lnTo>
                <a:lnTo>
                  <a:pt x="111" y="6"/>
                </a:lnTo>
                <a:lnTo>
                  <a:pt x="110" y="7"/>
                </a:lnTo>
                <a:lnTo>
                  <a:pt x="109" y="9"/>
                </a:lnTo>
                <a:lnTo>
                  <a:pt x="108" y="9"/>
                </a:lnTo>
                <a:lnTo>
                  <a:pt x="108" y="10"/>
                </a:lnTo>
                <a:lnTo>
                  <a:pt x="109" y="12"/>
                </a:lnTo>
                <a:lnTo>
                  <a:pt x="108" y="13"/>
                </a:lnTo>
                <a:lnTo>
                  <a:pt x="108" y="13"/>
                </a:lnTo>
                <a:lnTo>
                  <a:pt x="107" y="13"/>
                </a:lnTo>
                <a:lnTo>
                  <a:pt x="106" y="13"/>
                </a:lnTo>
                <a:lnTo>
                  <a:pt x="106" y="11"/>
                </a:lnTo>
                <a:lnTo>
                  <a:pt x="106" y="11"/>
                </a:lnTo>
                <a:lnTo>
                  <a:pt x="107" y="10"/>
                </a:lnTo>
                <a:lnTo>
                  <a:pt x="105" y="10"/>
                </a:lnTo>
                <a:lnTo>
                  <a:pt x="105" y="9"/>
                </a:lnTo>
                <a:lnTo>
                  <a:pt x="102" y="10"/>
                </a:lnTo>
                <a:close/>
              </a:path>
            </a:pathLst>
          </a:custGeom>
          <a:solidFill>
            <a:srgbClr val="7FA8D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4434089" y="6276716"/>
            <a:ext cx="339889" cy="294998"/>
          </a:xfrm>
          <a:custGeom>
            <a:avLst/>
            <a:gdLst/>
            <a:ahLst/>
            <a:cxnLst/>
            <a:rect l="l" t="t" r="r" b="b"/>
            <a:pathLst>
              <a:path w="53" h="46">
                <a:moveTo>
                  <a:pt x="32" y="4"/>
                </a:moveTo>
                <a:lnTo>
                  <a:pt x="30" y="5"/>
                </a:lnTo>
                <a:lnTo>
                  <a:pt x="28" y="5"/>
                </a:lnTo>
                <a:lnTo>
                  <a:pt x="25" y="5"/>
                </a:lnTo>
                <a:lnTo>
                  <a:pt x="23" y="4"/>
                </a:lnTo>
                <a:lnTo>
                  <a:pt x="22" y="5"/>
                </a:lnTo>
                <a:lnTo>
                  <a:pt x="21" y="5"/>
                </a:lnTo>
                <a:lnTo>
                  <a:pt x="20" y="6"/>
                </a:lnTo>
                <a:lnTo>
                  <a:pt x="19" y="8"/>
                </a:lnTo>
                <a:lnTo>
                  <a:pt x="15" y="7"/>
                </a:lnTo>
                <a:lnTo>
                  <a:pt x="14" y="7"/>
                </a:lnTo>
                <a:lnTo>
                  <a:pt x="14" y="8"/>
                </a:lnTo>
                <a:lnTo>
                  <a:pt x="13" y="8"/>
                </a:lnTo>
                <a:lnTo>
                  <a:pt x="12" y="10"/>
                </a:lnTo>
                <a:lnTo>
                  <a:pt x="12" y="11"/>
                </a:lnTo>
                <a:lnTo>
                  <a:pt x="12" y="12"/>
                </a:lnTo>
                <a:lnTo>
                  <a:pt x="10" y="12"/>
                </a:lnTo>
                <a:lnTo>
                  <a:pt x="9" y="14"/>
                </a:lnTo>
                <a:lnTo>
                  <a:pt x="5" y="17"/>
                </a:lnTo>
                <a:lnTo>
                  <a:pt x="4" y="18"/>
                </a:lnTo>
                <a:lnTo>
                  <a:pt x="4" y="19"/>
                </a:lnTo>
                <a:lnTo>
                  <a:pt x="2" y="19"/>
                </a:lnTo>
                <a:lnTo>
                  <a:pt x="1" y="20"/>
                </a:lnTo>
                <a:lnTo>
                  <a:pt x="0" y="22"/>
                </a:lnTo>
                <a:lnTo>
                  <a:pt x="0" y="25"/>
                </a:lnTo>
                <a:lnTo>
                  <a:pt x="1" y="29"/>
                </a:lnTo>
                <a:lnTo>
                  <a:pt x="0" y="31"/>
                </a:lnTo>
                <a:lnTo>
                  <a:pt x="0" y="32"/>
                </a:lnTo>
                <a:lnTo>
                  <a:pt x="2" y="33"/>
                </a:lnTo>
                <a:lnTo>
                  <a:pt x="2" y="35"/>
                </a:lnTo>
                <a:lnTo>
                  <a:pt x="2" y="39"/>
                </a:lnTo>
                <a:lnTo>
                  <a:pt x="3" y="40"/>
                </a:lnTo>
                <a:lnTo>
                  <a:pt x="7" y="40"/>
                </a:lnTo>
                <a:lnTo>
                  <a:pt x="8" y="43"/>
                </a:lnTo>
                <a:lnTo>
                  <a:pt x="12" y="42"/>
                </a:lnTo>
                <a:lnTo>
                  <a:pt x="13" y="43"/>
                </a:lnTo>
                <a:lnTo>
                  <a:pt x="16" y="43"/>
                </a:lnTo>
                <a:lnTo>
                  <a:pt x="18" y="44"/>
                </a:lnTo>
                <a:lnTo>
                  <a:pt x="23" y="46"/>
                </a:lnTo>
                <a:lnTo>
                  <a:pt x="26" y="44"/>
                </a:lnTo>
                <a:lnTo>
                  <a:pt x="27" y="41"/>
                </a:lnTo>
                <a:lnTo>
                  <a:pt x="30" y="40"/>
                </a:lnTo>
                <a:lnTo>
                  <a:pt x="32" y="40"/>
                </a:lnTo>
                <a:lnTo>
                  <a:pt x="33" y="40"/>
                </a:lnTo>
                <a:lnTo>
                  <a:pt x="34" y="37"/>
                </a:lnTo>
                <a:lnTo>
                  <a:pt x="37" y="35"/>
                </a:lnTo>
                <a:lnTo>
                  <a:pt x="38" y="34"/>
                </a:lnTo>
                <a:lnTo>
                  <a:pt x="39" y="34"/>
                </a:lnTo>
                <a:lnTo>
                  <a:pt x="42" y="33"/>
                </a:lnTo>
                <a:lnTo>
                  <a:pt x="42" y="31"/>
                </a:lnTo>
                <a:lnTo>
                  <a:pt x="44" y="30"/>
                </a:lnTo>
                <a:lnTo>
                  <a:pt x="44" y="22"/>
                </a:lnTo>
                <a:lnTo>
                  <a:pt x="45" y="19"/>
                </a:lnTo>
                <a:lnTo>
                  <a:pt x="46" y="17"/>
                </a:lnTo>
                <a:lnTo>
                  <a:pt x="48" y="17"/>
                </a:lnTo>
                <a:lnTo>
                  <a:pt x="49" y="16"/>
                </a:lnTo>
                <a:lnTo>
                  <a:pt x="50" y="13"/>
                </a:lnTo>
                <a:lnTo>
                  <a:pt x="52" y="12"/>
                </a:lnTo>
                <a:lnTo>
                  <a:pt x="53" y="12"/>
                </a:lnTo>
                <a:lnTo>
                  <a:pt x="53" y="8"/>
                </a:lnTo>
                <a:lnTo>
                  <a:pt x="51" y="3"/>
                </a:lnTo>
                <a:lnTo>
                  <a:pt x="49" y="3"/>
                </a:lnTo>
                <a:lnTo>
                  <a:pt x="47" y="3"/>
                </a:lnTo>
                <a:lnTo>
                  <a:pt x="47" y="2"/>
                </a:lnTo>
                <a:lnTo>
                  <a:pt x="46" y="2"/>
                </a:lnTo>
                <a:lnTo>
                  <a:pt x="45" y="0"/>
                </a:lnTo>
                <a:lnTo>
                  <a:pt x="44" y="0"/>
                </a:lnTo>
                <a:lnTo>
                  <a:pt x="44" y="1"/>
                </a:lnTo>
                <a:lnTo>
                  <a:pt x="42" y="1"/>
                </a:lnTo>
                <a:lnTo>
                  <a:pt x="41" y="2"/>
                </a:lnTo>
                <a:lnTo>
                  <a:pt x="38" y="2"/>
                </a:lnTo>
                <a:lnTo>
                  <a:pt x="37" y="2"/>
                </a:lnTo>
                <a:lnTo>
                  <a:pt x="36" y="3"/>
                </a:lnTo>
                <a:lnTo>
                  <a:pt x="35" y="2"/>
                </a:lnTo>
                <a:lnTo>
                  <a:pt x="33" y="3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3965940" y="4558032"/>
            <a:ext cx="602822" cy="583583"/>
          </a:xfrm>
          <a:custGeom>
            <a:avLst/>
            <a:gdLst/>
            <a:ahLst/>
            <a:cxnLst/>
            <a:rect l="l" t="t" r="r" b="b"/>
            <a:pathLst>
              <a:path w="94" h="91">
                <a:moveTo>
                  <a:pt x="22" y="84"/>
                </a:moveTo>
                <a:lnTo>
                  <a:pt x="22" y="83"/>
                </a:lnTo>
                <a:lnTo>
                  <a:pt x="24" y="84"/>
                </a:lnTo>
                <a:lnTo>
                  <a:pt x="24" y="84"/>
                </a:lnTo>
                <a:lnTo>
                  <a:pt x="23" y="83"/>
                </a:lnTo>
                <a:lnTo>
                  <a:pt x="24" y="83"/>
                </a:lnTo>
                <a:lnTo>
                  <a:pt x="24" y="81"/>
                </a:lnTo>
                <a:lnTo>
                  <a:pt x="25" y="81"/>
                </a:lnTo>
                <a:lnTo>
                  <a:pt x="23" y="79"/>
                </a:lnTo>
                <a:lnTo>
                  <a:pt x="23" y="78"/>
                </a:lnTo>
                <a:lnTo>
                  <a:pt x="23" y="77"/>
                </a:lnTo>
                <a:lnTo>
                  <a:pt x="25" y="79"/>
                </a:lnTo>
                <a:lnTo>
                  <a:pt x="25" y="80"/>
                </a:lnTo>
                <a:lnTo>
                  <a:pt x="26" y="80"/>
                </a:lnTo>
                <a:lnTo>
                  <a:pt x="26" y="81"/>
                </a:lnTo>
                <a:lnTo>
                  <a:pt x="26" y="81"/>
                </a:lnTo>
                <a:lnTo>
                  <a:pt x="27" y="81"/>
                </a:lnTo>
                <a:lnTo>
                  <a:pt x="26" y="82"/>
                </a:lnTo>
                <a:lnTo>
                  <a:pt x="27" y="82"/>
                </a:lnTo>
                <a:lnTo>
                  <a:pt x="26" y="83"/>
                </a:lnTo>
                <a:lnTo>
                  <a:pt x="26" y="84"/>
                </a:lnTo>
                <a:lnTo>
                  <a:pt x="25" y="84"/>
                </a:lnTo>
                <a:lnTo>
                  <a:pt x="25" y="85"/>
                </a:lnTo>
                <a:lnTo>
                  <a:pt x="27" y="85"/>
                </a:lnTo>
                <a:lnTo>
                  <a:pt x="28" y="85"/>
                </a:lnTo>
                <a:lnTo>
                  <a:pt x="28" y="86"/>
                </a:lnTo>
                <a:lnTo>
                  <a:pt x="29" y="86"/>
                </a:lnTo>
                <a:lnTo>
                  <a:pt x="28" y="84"/>
                </a:lnTo>
                <a:lnTo>
                  <a:pt x="29" y="84"/>
                </a:lnTo>
                <a:lnTo>
                  <a:pt x="29" y="83"/>
                </a:lnTo>
                <a:lnTo>
                  <a:pt x="29" y="82"/>
                </a:lnTo>
                <a:lnTo>
                  <a:pt x="30" y="82"/>
                </a:lnTo>
                <a:lnTo>
                  <a:pt x="30" y="83"/>
                </a:lnTo>
                <a:lnTo>
                  <a:pt x="31" y="82"/>
                </a:lnTo>
                <a:lnTo>
                  <a:pt x="31" y="82"/>
                </a:lnTo>
                <a:lnTo>
                  <a:pt x="32" y="80"/>
                </a:lnTo>
                <a:lnTo>
                  <a:pt x="31" y="80"/>
                </a:lnTo>
                <a:lnTo>
                  <a:pt x="30" y="79"/>
                </a:lnTo>
                <a:lnTo>
                  <a:pt x="32" y="78"/>
                </a:lnTo>
                <a:lnTo>
                  <a:pt x="33" y="79"/>
                </a:lnTo>
                <a:lnTo>
                  <a:pt x="34" y="78"/>
                </a:lnTo>
                <a:lnTo>
                  <a:pt x="33" y="77"/>
                </a:lnTo>
                <a:lnTo>
                  <a:pt x="34" y="76"/>
                </a:lnTo>
                <a:lnTo>
                  <a:pt x="34" y="76"/>
                </a:lnTo>
                <a:lnTo>
                  <a:pt x="37" y="76"/>
                </a:lnTo>
                <a:lnTo>
                  <a:pt x="38" y="76"/>
                </a:lnTo>
                <a:lnTo>
                  <a:pt x="38" y="77"/>
                </a:lnTo>
                <a:lnTo>
                  <a:pt x="38" y="77"/>
                </a:lnTo>
                <a:lnTo>
                  <a:pt x="38" y="77"/>
                </a:lnTo>
                <a:lnTo>
                  <a:pt x="38" y="78"/>
                </a:lnTo>
                <a:lnTo>
                  <a:pt x="39" y="79"/>
                </a:lnTo>
                <a:lnTo>
                  <a:pt x="39" y="78"/>
                </a:lnTo>
                <a:lnTo>
                  <a:pt x="40" y="78"/>
                </a:lnTo>
                <a:lnTo>
                  <a:pt x="40" y="77"/>
                </a:lnTo>
                <a:lnTo>
                  <a:pt x="41" y="77"/>
                </a:lnTo>
                <a:lnTo>
                  <a:pt x="42" y="74"/>
                </a:lnTo>
                <a:lnTo>
                  <a:pt x="41" y="73"/>
                </a:lnTo>
                <a:lnTo>
                  <a:pt x="41" y="72"/>
                </a:lnTo>
                <a:lnTo>
                  <a:pt x="41" y="71"/>
                </a:lnTo>
                <a:lnTo>
                  <a:pt x="42" y="71"/>
                </a:lnTo>
                <a:lnTo>
                  <a:pt x="42" y="70"/>
                </a:lnTo>
                <a:lnTo>
                  <a:pt x="42" y="70"/>
                </a:lnTo>
                <a:lnTo>
                  <a:pt x="41" y="69"/>
                </a:lnTo>
                <a:lnTo>
                  <a:pt x="42" y="69"/>
                </a:lnTo>
                <a:lnTo>
                  <a:pt x="43" y="69"/>
                </a:lnTo>
                <a:lnTo>
                  <a:pt x="45" y="68"/>
                </a:lnTo>
                <a:lnTo>
                  <a:pt x="45" y="70"/>
                </a:lnTo>
                <a:lnTo>
                  <a:pt x="47" y="69"/>
                </a:lnTo>
                <a:lnTo>
                  <a:pt x="47" y="70"/>
                </a:lnTo>
                <a:lnTo>
                  <a:pt x="48" y="68"/>
                </a:lnTo>
                <a:lnTo>
                  <a:pt x="50" y="70"/>
                </a:lnTo>
                <a:lnTo>
                  <a:pt x="49" y="72"/>
                </a:lnTo>
                <a:lnTo>
                  <a:pt x="50" y="72"/>
                </a:lnTo>
                <a:lnTo>
                  <a:pt x="50" y="73"/>
                </a:lnTo>
                <a:lnTo>
                  <a:pt x="51" y="74"/>
                </a:lnTo>
                <a:lnTo>
                  <a:pt x="51" y="73"/>
                </a:lnTo>
                <a:lnTo>
                  <a:pt x="52" y="73"/>
                </a:lnTo>
                <a:lnTo>
                  <a:pt x="52" y="72"/>
                </a:lnTo>
                <a:lnTo>
                  <a:pt x="54" y="72"/>
                </a:lnTo>
                <a:lnTo>
                  <a:pt x="55" y="71"/>
                </a:lnTo>
                <a:lnTo>
                  <a:pt x="56" y="72"/>
                </a:lnTo>
                <a:lnTo>
                  <a:pt x="57" y="71"/>
                </a:lnTo>
                <a:lnTo>
                  <a:pt x="58" y="72"/>
                </a:lnTo>
                <a:lnTo>
                  <a:pt x="59" y="71"/>
                </a:lnTo>
                <a:lnTo>
                  <a:pt x="59" y="71"/>
                </a:lnTo>
                <a:lnTo>
                  <a:pt x="59" y="72"/>
                </a:lnTo>
                <a:lnTo>
                  <a:pt x="60" y="74"/>
                </a:lnTo>
                <a:lnTo>
                  <a:pt x="60" y="74"/>
                </a:lnTo>
                <a:lnTo>
                  <a:pt x="60" y="75"/>
                </a:lnTo>
                <a:lnTo>
                  <a:pt x="60" y="77"/>
                </a:lnTo>
                <a:lnTo>
                  <a:pt x="61" y="77"/>
                </a:lnTo>
                <a:lnTo>
                  <a:pt x="60" y="80"/>
                </a:lnTo>
                <a:lnTo>
                  <a:pt x="63" y="81"/>
                </a:lnTo>
                <a:lnTo>
                  <a:pt x="65" y="80"/>
                </a:lnTo>
                <a:lnTo>
                  <a:pt x="66" y="81"/>
                </a:lnTo>
                <a:lnTo>
                  <a:pt x="66" y="82"/>
                </a:lnTo>
                <a:lnTo>
                  <a:pt x="66" y="83"/>
                </a:lnTo>
                <a:lnTo>
                  <a:pt x="65" y="83"/>
                </a:lnTo>
                <a:lnTo>
                  <a:pt x="66" y="85"/>
                </a:lnTo>
                <a:lnTo>
                  <a:pt x="66" y="86"/>
                </a:lnTo>
                <a:lnTo>
                  <a:pt x="65" y="86"/>
                </a:lnTo>
                <a:lnTo>
                  <a:pt x="65" y="87"/>
                </a:lnTo>
                <a:lnTo>
                  <a:pt x="66" y="88"/>
                </a:lnTo>
                <a:lnTo>
                  <a:pt x="67" y="87"/>
                </a:lnTo>
                <a:lnTo>
                  <a:pt x="67" y="87"/>
                </a:lnTo>
                <a:lnTo>
                  <a:pt x="67" y="86"/>
                </a:lnTo>
                <a:lnTo>
                  <a:pt x="66" y="85"/>
                </a:lnTo>
                <a:lnTo>
                  <a:pt x="68" y="84"/>
                </a:lnTo>
                <a:lnTo>
                  <a:pt x="69" y="85"/>
                </a:lnTo>
                <a:lnTo>
                  <a:pt x="69" y="86"/>
                </a:lnTo>
                <a:lnTo>
                  <a:pt x="69" y="86"/>
                </a:lnTo>
                <a:lnTo>
                  <a:pt x="69" y="88"/>
                </a:lnTo>
                <a:lnTo>
                  <a:pt x="68" y="89"/>
                </a:lnTo>
                <a:lnTo>
                  <a:pt x="68" y="90"/>
                </a:lnTo>
                <a:lnTo>
                  <a:pt x="69" y="90"/>
                </a:lnTo>
                <a:lnTo>
                  <a:pt x="70" y="89"/>
                </a:lnTo>
                <a:lnTo>
                  <a:pt x="71" y="90"/>
                </a:lnTo>
                <a:lnTo>
                  <a:pt x="72" y="90"/>
                </a:lnTo>
                <a:lnTo>
                  <a:pt x="72" y="91"/>
                </a:lnTo>
                <a:lnTo>
                  <a:pt x="74" y="91"/>
                </a:lnTo>
                <a:lnTo>
                  <a:pt x="74" y="90"/>
                </a:lnTo>
                <a:lnTo>
                  <a:pt x="75" y="91"/>
                </a:lnTo>
                <a:lnTo>
                  <a:pt x="76" y="90"/>
                </a:lnTo>
                <a:lnTo>
                  <a:pt x="75" y="89"/>
                </a:lnTo>
                <a:lnTo>
                  <a:pt x="76" y="88"/>
                </a:lnTo>
                <a:lnTo>
                  <a:pt x="77" y="87"/>
                </a:lnTo>
                <a:lnTo>
                  <a:pt x="76" y="85"/>
                </a:lnTo>
                <a:lnTo>
                  <a:pt x="77" y="84"/>
                </a:lnTo>
                <a:lnTo>
                  <a:pt x="79" y="83"/>
                </a:lnTo>
                <a:lnTo>
                  <a:pt x="79" y="82"/>
                </a:lnTo>
                <a:lnTo>
                  <a:pt x="80" y="81"/>
                </a:lnTo>
                <a:lnTo>
                  <a:pt x="79" y="81"/>
                </a:lnTo>
                <a:lnTo>
                  <a:pt x="78" y="81"/>
                </a:lnTo>
                <a:lnTo>
                  <a:pt x="78" y="81"/>
                </a:lnTo>
                <a:lnTo>
                  <a:pt x="77" y="81"/>
                </a:lnTo>
                <a:lnTo>
                  <a:pt x="77" y="80"/>
                </a:lnTo>
                <a:lnTo>
                  <a:pt x="79" y="79"/>
                </a:lnTo>
                <a:lnTo>
                  <a:pt x="78" y="79"/>
                </a:lnTo>
                <a:lnTo>
                  <a:pt x="79" y="78"/>
                </a:lnTo>
                <a:lnTo>
                  <a:pt x="79" y="78"/>
                </a:lnTo>
                <a:lnTo>
                  <a:pt x="78" y="77"/>
                </a:lnTo>
                <a:lnTo>
                  <a:pt x="78" y="75"/>
                </a:lnTo>
                <a:lnTo>
                  <a:pt x="79" y="71"/>
                </a:lnTo>
                <a:lnTo>
                  <a:pt x="79" y="70"/>
                </a:lnTo>
                <a:lnTo>
                  <a:pt x="78" y="70"/>
                </a:lnTo>
                <a:lnTo>
                  <a:pt x="77" y="69"/>
                </a:lnTo>
                <a:lnTo>
                  <a:pt x="76" y="68"/>
                </a:lnTo>
                <a:lnTo>
                  <a:pt x="76" y="68"/>
                </a:lnTo>
                <a:lnTo>
                  <a:pt x="75" y="67"/>
                </a:lnTo>
                <a:lnTo>
                  <a:pt x="75" y="66"/>
                </a:lnTo>
                <a:lnTo>
                  <a:pt x="75" y="66"/>
                </a:lnTo>
                <a:lnTo>
                  <a:pt x="75" y="64"/>
                </a:lnTo>
                <a:lnTo>
                  <a:pt x="74" y="63"/>
                </a:lnTo>
                <a:lnTo>
                  <a:pt x="73" y="64"/>
                </a:lnTo>
                <a:lnTo>
                  <a:pt x="73" y="64"/>
                </a:lnTo>
                <a:lnTo>
                  <a:pt x="72" y="65"/>
                </a:lnTo>
                <a:lnTo>
                  <a:pt x="71" y="65"/>
                </a:lnTo>
                <a:lnTo>
                  <a:pt x="71" y="62"/>
                </a:lnTo>
                <a:lnTo>
                  <a:pt x="70" y="62"/>
                </a:lnTo>
                <a:lnTo>
                  <a:pt x="70" y="62"/>
                </a:lnTo>
                <a:lnTo>
                  <a:pt x="70" y="61"/>
                </a:lnTo>
                <a:lnTo>
                  <a:pt x="70" y="60"/>
                </a:lnTo>
                <a:lnTo>
                  <a:pt x="71" y="59"/>
                </a:lnTo>
                <a:lnTo>
                  <a:pt x="70" y="59"/>
                </a:lnTo>
                <a:lnTo>
                  <a:pt x="70" y="59"/>
                </a:lnTo>
                <a:lnTo>
                  <a:pt x="70" y="58"/>
                </a:lnTo>
                <a:lnTo>
                  <a:pt x="69" y="57"/>
                </a:lnTo>
                <a:lnTo>
                  <a:pt x="68" y="58"/>
                </a:lnTo>
                <a:lnTo>
                  <a:pt x="68" y="57"/>
                </a:lnTo>
                <a:lnTo>
                  <a:pt x="68" y="57"/>
                </a:lnTo>
                <a:lnTo>
                  <a:pt x="68" y="58"/>
                </a:lnTo>
                <a:lnTo>
                  <a:pt x="66" y="57"/>
                </a:lnTo>
                <a:lnTo>
                  <a:pt x="66" y="53"/>
                </a:lnTo>
                <a:lnTo>
                  <a:pt x="64" y="53"/>
                </a:lnTo>
                <a:lnTo>
                  <a:pt x="63" y="55"/>
                </a:lnTo>
                <a:lnTo>
                  <a:pt x="63" y="56"/>
                </a:lnTo>
                <a:lnTo>
                  <a:pt x="63" y="56"/>
                </a:lnTo>
                <a:lnTo>
                  <a:pt x="63" y="57"/>
                </a:lnTo>
                <a:lnTo>
                  <a:pt x="61" y="56"/>
                </a:lnTo>
                <a:lnTo>
                  <a:pt x="61" y="54"/>
                </a:lnTo>
                <a:lnTo>
                  <a:pt x="60" y="54"/>
                </a:lnTo>
                <a:lnTo>
                  <a:pt x="61" y="53"/>
                </a:lnTo>
                <a:lnTo>
                  <a:pt x="62" y="53"/>
                </a:lnTo>
                <a:lnTo>
                  <a:pt x="63" y="52"/>
                </a:lnTo>
                <a:lnTo>
                  <a:pt x="63" y="50"/>
                </a:lnTo>
                <a:lnTo>
                  <a:pt x="63" y="49"/>
                </a:lnTo>
                <a:lnTo>
                  <a:pt x="63" y="49"/>
                </a:lnTo>
                <a:lnTo>
                  <a:pt x="64" y="46"/>
                </a:lnTo>
                <a:lnTo>
                  <a:pt x="63" y="46"/>
                </a:lnTo>
                <a:lnTo>
                  <a:pt x="64" y="44"/>
                </a:lnTo>
                <a:lnTo>
                  <a:pt x="63" y="44"/>
                </a:lnTo>
                <a:lnTo>
                  <a:pt x="61" y="42"/>
                </a:lnTo>
                <a:lnTo>
                  <a:pt x="61" y="42"/>
                </a:lnTo>
                <a:lnTo>
                  <a:pt x="60" y="41"/>
                </a:lnTo>
                <a:lnTo>
                  <a:pt x="61" y="40"/>
                </a:lnTo>
                <a:lnTo>
                  <a:pt x="60" y="40"/>
                </a:lnTo>
                <a:lnTo>
                  <a:pt x="61" y="39"/>
                </a:lnTo>
                <a:lnTo>
                  <a:pt x="62" y="39"/>
                </a:lnTo>
                <a:lnTo>
                  <a:pt x="63" y="39"/>
                </a:lnTo>
                <a:lnTo>
                  <a:pt x="65" y="38"/>
                </a:lnTo>
                <a:lnTo>
                  <a:pt x="65" y="37"/>
                </a:lnTo>
                <a:lnTo>
                  <a:pt x="65" y="36"/>
                </a:lnTo>
                <a:lnTo>
                  <a:pt x="66" y="37"/>
                </a:lnTo>
                <a:lnTo>
                  <a:pt x="67" y="38"/>
                </a:lnTo>
                <a:lnTo>
                  <a:pt x="67" y="38"/>
                </a:lnTo>
                <a:lnTo>
                  <a:pt x="68" y="39"/>
                </a:lnTo>
                <a:lnTo>
                  <a:pt x="71" y="35"/>
                </a:lnTo>
                <a:lnTo>
                  <a:pt x="72" y="35"/>
                </a:lnTo>
                <a:lnTo>
                  <a:pt x="72" y="35"/>
                </a:lnTo>
                <a:lnTo>
                  <a:pt x="74" y="35"/>
                </a:lnTo>
                <a:lnTo>
                  <a:pt x="73" y="37"/>
                </a:lnTo>
                <a:lnTo>
                  <a:pt x="74" y="38"/>
                </a:lnTo>
                <a:lnTo>
                  <a:pt x="77" y="35"/>
                </a:lnTo>
                <a:lnTo>
                  <a:pt x="78" y="37"/>
                </a:lnTo>
                <a:lnTo>
                  <a:pt x="78" y="37"/>
                </a:lnTo>
                <a:lnTo>
                  <a:pt x="78" y="38"/>
                </a:lnTo>
                <a:lnTo>
                  <a:pt x="80" y="36"/>
                </a:lnTo>
                <a:lnTo>
                  <a:pt x="82" y="34"/>
                </a:lnTo>
                <a:lnTo>
                  <a:pt x="82" y="35"/>
                </a:lnTo>
                <a:lnTo>
                  <a:pt x="82" y="34"/>
                </a:lnTo>
                <a:lnTo>
                  <a:pt x="83" y="33"/>
                </a:lnTo>
                <a:lnTo>
                  <a:pt x="84" y="32"/>
                </a:lnTo>
                <a:lnTo>
                  <a:pt x="84" y="32"/>
                </a:lnTo>
                <a:lnTo>
                  <a:pt x="86" y="30"/>
                </a:lnTo>
                <a:lnTo>
                  <a:pt x="88" y="28"/>
                </a:lnTo>
                <a:lnTo>
                  <a:pt x="89" y="29"/>
                </a:lnTo>
                <a:lnTo>
                  <a:pt x="91" y="29"/>
                </a:lnTo>
                <a:lnTo>
                  <a:pt x="91" y="30"/>
                </a:lnTo>
                <a:lnTo>
                  <a:pt x="91" y="30"/>
                </a:lnTo>
                <a:lnTo>
                  <a:pt x="92" y="30"/>
                </a:lnTo>
                <a:lnTo>
                  <a:pt x="94" y="26"/>
                </a:lnTo>
                <a:lnTo>
                  <a:pt x="93" y="26"/>
                </a:lnTo>
                <a:lnTo>
                  <a:pt x="93" y="25"/>
                </a:lnTo>
                <a:lnTo>
                  <a:pt x="93" y="25"/>
                </a:lnTo>
                <a:lnTo>
                  <a:pt x="92" y="24"/>
                </a:lnTo>
                <a:lnTo>
                  <a:pt x="94" y="23"/>
                </a:lnTo>
                <a:lnTo>
                  <a:pt x="94" y="22"/>
                </a:lnTo>
                <a:lnTo>
                  <a:pt x="93" y="19"/>
                </a:lnTo>
                <a:lnTo>
                  <a:pt x="93" y="19"/>
                </a:lnTo>
                <a:lnTo>
                  <a:pt x="92" y="17"/>
                </a:lnTo>
                <a:lnTo>
                  <a:pt x="91" y="17"/>
                </a:lnTo>
                <a:lnTo>
                  <a:pt x="89" y="15"/>
                </a:lnTo>
                <a:lnTo>
                  <a:pt x="89" y="15"/>
                </a:lnTo>
                <a:lnTo>
                  <a:pt x="89" y="14"/>
                </a:lnTo>
                <a:lnTo>
                  <a:pt x="88" y="14"/>
                </a:lnTo>
                <a:lnTo>
                  <a:pt x="87" y="13"/>
                </a:lnTo>
                <a:lnTo>
                  <a:pt x="84" y="14"/>
                </a:lnTo>
                <a:lnTo>
                  <a:pt x="85" y="13"/>
                </a:lnTo>
                <a:lnTo>
                  <a:pt x="85" y="12"/>
                </a:lnTo>
                <a:lnTo>
                  <a:pt x="85" y="12"/>
                </a:lnTo>
                <a:lnTo>
                  <a:pt x="84" y="10"/>
                </a:lnTo>
                <a:lnTo>
                  <a:pt x="81" y="10"/>
                </a:lnTo>
                <a:lnTo>
                  <a:pt x="78" y="10"/>
                </a:lnTo>
                <a:lnTo>
                  <a:pt x="76" y="10"/>
                </a:lnTo>
                <a:lnTo>
                  <a:pt x="76" y="10"/>
                </a:lnTo>
                <a:lnTo>
                  <a:pt x="75" y="9"/>
                </a:lnTo>
                <a:lnTo>
                  <a:pt x="76" y="9"/>
                </a:lnTo>
                <a:lnTo>
                  <a:pt x="76" y="8"/>
                </a:lnTo>
                <a:lnTo>
                  <a:pt x="74" y="8"/>
                </a:lnTo>
                <a:lnTo>
                  <a:pt x="74" y="7"/>
                </a:lnTo>
                <a:lnTo>
                  <a:pt x="72" y="6"/>
                </a:lnTo>
                <a:lnTo>
                  <a:pt x="70" y="5"/>
                </a:lnTo>
                <a:lnTo>
                  <a:pt x="68" y="5"/>
                </a:lnTo>
                <a:lnTo>
                  <a:pt x="67" y="3"/>
                </a:lnTo>
                <a:lnTo>
                  <a:pt x="66" y="3"/>
                </a:lnTo>
                <a:lnTo>
                  <a:pt x="65" y="2"/>
                </a:lnTo>
                <a:lnTo>
                  <a:pt x="64" y="2"/>
                </a:lnTo>
                <a:lnTo>
                  <a:pt x="62" y="0"/>
                </a:lnTo>
                <a:lnTo>
                  <a:pt x="61" y="0"/>
                </a:lnTo>
                <a:lnTo>
                  <a:pt x="60" y="0"/>
                </a:lnTo>
                <a:lnTo>
                  <a:pt x="59" y="0"/>
                </a:lnTo>
                <a:lnTo>
                  <a:pt x="58" y="1"/>
                </a:lnTo>
                <a:lnTo>
                  <a:pt x="58" y="1"/>
                </a:lnTo>
                <a:lnTo>
                  <a:pt x="60" y="2"/>
                </a:lnTo>
                <a:lnTo>
                  <a:pt x="59" y="3"/>
                </a:lnTo>
                <a:lnTo>
                  <a:pt x="58" y="3"/>
                </a:lnTo>
                <a:lnTo>
                  <a:pt x="58" y="4"/>
                </a:lnTo>
                <a:lnTo>
                  <a:pt x="57" y="4"/>
                </a:lnTo>
                <a:lnTo>
                  <a:pt x="58" y="5"/>
                </a:lnTo>
                <a:lnTo>
                  <a:pt x="58" y="5"/>
                </a:lnTo>
                <a:lnTo>
                  <a:pt x="57" y="5"/>
                </a:lnTo>
                <a:lnTo>
                  <a:pt x="56" y="5"/>
                </a:lnTo>
                <a:lnTo>
                  <a:pt x="58" y="8"/>
                </a:lnTo>
                <a:lnTo>
                  <a:pt x="59" y="8"/>
                </a:lnTo>
                <a:lnTo>
                  <a:pt x="59" y="8"/>
                </a:lnTo>
                <a:lnTo>
                  <a:pt x="60" y="9"/>
                </a:lnTo>
                <a:lnTo>
                  <a:pt x="60" y="9"/>
                </a:lnTo>
                <a:lnTo>
                  <a:pt x="62" y="10"/>
                </a:lnTo>
                <a:lnTo>
                  <a:pt x="61" y="10"/>
                </a:lnTo>
                <a:lnTo>
                  <a:pt x="61" y="11"/>
                </a:lnTo>
                <a:lnTo>
                  <a:pt x="62" y="12"/>
                </a:lnTo>
                <a:lnTo>
                  <a:pt x="60" y="13"/>
                </a:lnTo>
                <a:lnTo>
                  <a:pt x="59" y="14"/>
                </a:lnTo>
                <a:lnTo>
                  <a:pt x="59" y="15"/>
                </a:lnTo>
                <a:lnTo>
                  <a:pt x="58" y="15"/>
                </a:lnTo>
                <a:lnTo>
                  <a:pt x="58" y="16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6" y="18"/>
                </a:lnTo>
                <a:lnTo>
                  <a:pt x="55" y="19"/>
                </a:lnTo>
                <a:lnTo>
                  <a:pt x="55" y="20"/>
                </a:lnTo>
                <a:lnTo>
                  <a:pt x="54" y="21"/>
                </a:lnTo>
                <a:lnTo>
                  <a:pt x="52" y="22"/>
                </a:lnTo>
                <a:lnTo>
                  <a:pt x="52" y="23"/>
                </a:lnTo>
                <a:lnTo>
                  <a:pt x="53" y="22"/>
                </a:lnTo>
                <a:lnTo>
                  <a:pt x="54" y="23"/>
                </a:lnTo>
                <a:lnTo>
                  <a:pt x="52" y="25"/>
                </a:lnTo>
                <a:lnTo>
                  <a:pt x="52" y="26"/>
                </a:lnTo>
                <a:lnTo>
                  <a:pt x="53" y="26"/>
                </a:lnTo>
                <a:lnTo>
                  <a:pt x="52" y="27"/>
                </a:lnTo>
                <a:lnTo>
                  <a:pt x="52" y="28"/>
                </a:lnTo>
                <a:lnTo>
                  <a:pt x="51" y="28"/>
                </a:lnTo>
                <a:lnTo>
                  <a:pt x="51" y="29"/>
                </a:lnTo>
                <a:lnTo>
                  <a:pt x="52" y="30"/>
                </a:lnTo>
                <a:lnTo>
                  <a:pt x="49" y="32"/>
                </a:lnTo>
                <a:lnTo>
                  <a:pt x="48" y="32"/>
                </a:lnTo>
                <a:lnTo>
                  <a:pt x="47" y="31"/>
                </a:lnTo>
                <a:lnTo>
                  <a:pt x="47" y="30"/>
                </a:lnTo>
                <a:lnTo>
                  <a:pt x="46" y="30"/>
                </a:lnTo>
                <a:lnTo>
                  <a:pt x="45" y="32"/>
                </a:lnTo>
                <a:lnTo>
                  <a:pt x="43" y="31"/>
                </a:lnTo>
                <a:lnTo>
                  <a:pt x="42" y="31"/>
                </a:lnTo>
                <a:lnTo>
                  <a:pt x="42" y="32"/>
                </a:lnTo>
                <a:lnTo>
                  <a:pt x="41" y="34"/>
                </a:lnTo>
                <a:lnTo>
                  <a:pt x="42" y="35"/>
                </a:lnTo>
                <a:lnTo>
                  <a:pt x="43" y="36"/>
                </a:lnTo>
                <a:lnTo>
                  <a:pt x="41" y="38"/>
                </a:lnTo>
                <a:lnTo>
                  <a:pt x="42" y="38"/>
                </a:lnTo>
                <a:lnTo>
                  <a:pt x="41" y="39"/>
                </a:lnTo>
                <a:lnTo>
                  <a:pt x="40" y="40"/>
                </a:lnTo>
                <a:lnTo>
                  <a:pt x="40" y="42"/>
                </a:lnTo>
                <a:lnTo>
                  <a:pt x="39" y="43"/>
                </a:lnTo>
                <a:lnTo>
                  <a:pt x="37" y="46"/>
                </a:lnTo>
                <a:lnTo>
                  <a:pt x="35" y="49"/>
                </a:lnTo>
                <a:lnTo>
                  <a:pt x="35" y="49"/>
                </a:lnTo>
                <a:lnTo>
                  <a:pt x="35" y="49"/>
                </a:lnTo>
                <a:lnTo>
                  <a:pt x="34" y="50"/>
                </a:lnTo>
                <a:lnTo>
                  <a:pt x="34" y="50"/>
                </a:lnTo>
                <a:lnTo>
                  <a:pt x="33" y="49"/>
                </a:lnTo>
                <a:lnTo>
                  <a:pt x="32" y="50"/>
                </a:lnTo>
                <a:lnTo>
                  <a:pt x="30" y="50"/>
                </a:lnTo>
                <a:lnTo>
                  <a:pt x="29" y="50"/>
                </a:lnTo>
                <a:lnTo>
                  <a:pt x="28" y="50"/>
                </a:lnTo>
                <a:lnTo>
                  <a:pt x="27" y="49"/>
                </a:lnTo>
                <a:lnTo>
                  <a:pt x="27" y="48"/>
                </a:lnTo>
                <a:lnTo>
                  <a:pt x="27" y="48"/>
                </a:lnTo>
                <a:lnTo>
                  <a:pt x="27" y="47"/>
                </a:lnTo>
                <a:lnTo>
                  <a:pt x="26" y="47"/>
                </a:lnTo>
                <a:lnTo>
                  <a:pt x="26" y="45"/>
                </a:lnTo>
                <a:lnTo>
                  <a:pt x="26" y="45"/>
                </a:lnTo>
                <a:lnTo>
                  <a:pt x="26" y="44"/>
                </a:lnTo>
                <a:lnTo>
                  <a:pt x="25" y="44"/>
                </a:lnTo>
                <a:lnTo>
                  <a:pt x="24" y="44"/>
                </a:lnTo>
                <a:lnTo>
                  <a:pt x="22" y="44"/>
                </a:lnTo>
                <a:lnTo>
                  <a:pt x="22" y="45"/>
                </a:lnTo>
                <a:lnTo>
                  <a:pt x="21" y="45"/>
                </a:lnTo>
                <a:lnTo>
                  <a:pt x="20" y="46"/>
                </a:lnTo>
                <a:lnTo>
                  <a:pt x="20" y="46"/>
                </a:lnTo>
                <a:lnTo>
                  <a:pt x="20" y="46"/>
                </a:lnTo>
                <a:lnTo>
                  <a:pt x="19" y="46"/>
                </a:lnTo>
                <a:lnTo>
                  <a:pt x="18" y="47"/>
                </a:lnTo>
                <a:lnTo>
                  <a:pt x="17" y="46"/>
                </a:lnTo>
                <a:lnTo>
                  <a:pt x="17" y="44"/>
                </a:lnTo>
                <a:lnTo>
                  <a:pt x="16" y="44"/>
                </a:lnTo>
                <a:lnTo>
                  <a:pt x="16" y="44"/>
                </a:lnTo>
                <a:lnTo>
                  <a:pt x="14" y="43"/>
                </a:lnTo>
                <a:lnTo>
                  <a:pt x="13" y="43"/>
                </a:lnTo>
                <a:lnTo>
                  <a:pt x="12" y="42"/>
                </a:lnTo>
                <a:lnTo>
                  <a:pt x="11" y="42"/>
                </a:lnTo>
                <a:lnTo>
                  <a:pt x="10" y="41"/>
                </a:lnTo>
                <a:lnTo>
                  <a:pt x="10" y="41"/>
                </a:lnTo>
                <a:lnTo>
                  <a:pt x="9" y="43"/>
                </a:lnTo>
                <a:lnTo>
                  <a:pt x="8" y="44"/>
                </a:lnTo>
                <a:lnTo>
                  <a:pt x="8" y="45"/>
                </a:lnTo>
                <a:lnTo>
                  <a:pt x="6" y="45"/>
                </a:lnTo>
                <a:lnTo>
                  <a:pt x="6" y="46"/>
                </a:lnTo>
                <a:lnTo>
                  <a:pt x="7" y="46"/>
                </a:lnTo>
                <a:lnTo>
                  <a:pt x="7" y="47"/>
                </a:lnTo>
                <a:lnTo>
                  <a:pt x="5" y="47"/>
                </a:lnTo>
                <a:lnTo>
                  <a:pt x="5" y="48"/>
                </a:lnTo>
                <a:lnTo>
                  <a:pt x="6" y="47"/>
                </a:lnTo>
                <a:lnTo>
                  <a:pt x="6" y="48"/>
                </a:lnTo>
                <a:lnTo>
                  <a:pt x="7" y="49"/>
                </a:lnTo>
                <a:lnTo>
                  <a:pt x="7" y="49"/>
                </a:lnTo>
                <a:lnTo>
                  <a:pt x="8" y="50"/>
                </a:lnTo>
                <a:lnTo>
                  <a:pt x="8" y="50"/>
                </a:lnTo>
                <a:lnTo>
                  <a:pt x="8" y="50"/>
                </a:lnTo>
                <a:lnTo>
                  <a:pt x="9" y="51"/>
                </a:lnTo>
                <a:lnTo>
                  <a:pt x="8" y="53"/>
                </a:lnTo>
                <a:lnTo>
                  <a:pt x="8" y="53"/>
                </a:lnTo>
                <a:lnTo>
                  <a:pt x="9" y="54"/>
                </a:lnTo>
                <a:lnTo>
                  <a:pt x="8" y="55"/>
                </a:lnTo>
                <a:lnTo>
                  <a:pt x="6" y="55"/>
                </a:lnTo>
                <a:lnTo>
                  <a:pt x="6" y="55"/>
                </a:lnTo>
                <a:lnTo>
                  <a:pt x="6" y="57"/>
                </a:lnTo>
                <a:lnTo>
                  <a:pt x="5" y="58"/>
                </a:lnTo>
                <a:lnTo>
                  <a:pt x="4" y="57"/>
                </a:lnTo>
                <a:lnTo>
                  <a:pt x="4" y="58"/>
                </a:lnTo>
                <a:lnTo>
                  <a:pt x="3" y="58"/>
                </a:lnTo>
                <a:lnTo>
                  <a:pt x="2" y="60"/>
                </a:lnTo>
                <a:lnTo>
                  <a:pt x="1" y="60"/>
                </a:lnTo>
                <a:lnTo>
                  <a:pt x="0" y="61"/>
                </a:lnTo>
                <a:lnTo>
                  <a:pt x="1" y="64"/>
                </a:lnTo>
                <a:lnTo>
                  <a:pt x="2" y="63"/>
                </a:lnTo>
                <a:lnTo>
                  <a:pt x="2" y="64"/>
                </a:lnTo>
                <a:lnTo>
                  <a:pt x="2" y="64"/>
                </a:lnTo>
                <a:lnTo>
                  <a:pt x="3" y="64"/>
                </a:lnTo>
                <a:lnTo>
                  <a:pt x="3" y="65"/>
                </a:lnTo>
                <a:lnTo>
                  <a:pt x="3" y="67"/>
                </a:lnTo>
                <a:lnTo>
                  <a:pt x="4" y="66"/>
                </a:lnTo>
                <a:lnTo>
                  <a:pt x="3" y="67"/>
                </a:lnTo>
                <a:lnTo>
                  <a:pt x="4" y="67"/>
                </a:lnTo>
                <a:lnTo>
                  <a:pt x="5" y="68"/>
                </a:lnTo>
                <a:lnTo>
                  <a:pt x="7" y="67"/>
                </a:lnTo>
                <a:lnTo>
                  <a:pt x="7" y="68"/>
                </a:lnTo>
                <a:lnTo>
                  <a:pt x="8" y="67"/>
                </a:lnTo>
                <a:lnTo>
                  <a:pt x="8" y="70"/>
                </a:lnTo>
                <a:lnTo>
                  <a:pt x="9" y="71"/>
                </a:lnTo>
                <a:lnTo>
                  <a:pt x="9" y="71"/>
                </a:lnTo>
                <a:lnTo>
                  <a:pt x="9" y="71"/>
                </a:lnTo>
                <a:lnTo>
                  <a:pt x="9" y="72"/>
                </a:lnTo>
                <a:lnTo>
                  <a:pt x="9" y="73"/>
                </a:lnTo>
                <a:lnTo>
                  <a:pt x="9" y="73"/>
                </a:lnTo>
                <a:lnTo>
                  <a:pt x="9" y="74"/>
                </a:lnTo>
                <a:lnTo>
                  <a:pt x="10" y="75"/>
                </a:lnTo>
                <a:lnTo>
                  <a:pt x="10" y="75"/>
                </a:lnTo>
                <a:lnTo>
                  <a:pt x="11" y="75"/>
                </a:lnTo>
                <a:lnTo>
                  <a:pt x="12" y="75"/>
                </a:lnTo>
                <a:lnTo>
                  <a:pt x="14" y="74"/>
                </a:lnTo>
                <a:lnTo>
                  <a:pt x="15" y="75"/>
                </a:lnTo>
                <a:lnTo>
                  <a:pt x="15" y="76"/>
                </a:lnTo>
                <a:lnTo>
                  <a:pt x="15" y="75"/>
                </a:lnTo>
                <a:lnTo>
                  <a:pt x="16" y="76"/>
                </a:lnTo>
                <a:lnTo>
                  <a:pt x="17" y="76"/>
                </a:lnTo>
                <a:lnTo>
                  <a:pt x="17" y="75"/>
                </a:lnTo>
                <a:lnTo>
                  <a:pt x="18" y="76"/>
                </a:lnTo>
                <a:lnTo>
                  <a:pt x="19" y="77"/>
                </a:lnTo>
                <a:lnTo>
                  <a:pt x="19" y="78"/>
                </a:lnTo>
                <a:lnTo>
                  <a:pt x="20" y="80"/>
                </a:lnTo>
                <a:lnTo>
                  <a:pt x="20" y="82"/>
                </a:lnTo>
                <a:lnTo>
                  <a:pt x="21" y="83"/>
                </a:lnTo>
                <a:lnTo>
                  <a:pt x="21" y="84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3010403" y="4237382"/>
            <a:ext cx="1353143" cy="1212057"/>
          </a:xfrm>
          <a:custGeom>
            <a:avLst/>
            <a:gdLst/>
            <a:ahLst/>
            <a:cxnLst/>
            <a:rect l="l" t="t" r="r" b="b"/>
            <a:pathLst>
              <a:path w="211" h="189">
                <a:moveTo>
                  <a:pt x="67" y="163"/>
                </a:moveTo>
                <a:lnTo>
                  <a:pt x="66" y="167"/>
                </a:lnTo>
                <a:lnTo>
                  <a:pt x="68" y="168"/>
                </a:lnTo>
                <a:lnTo>
                  <a:pt x="68" y="168"/>
                </a:lnTo>
                <a:lnTo>
                  <a:pt x="68" y="169"/>
                </a:lnTo>
                <a:lnTo>
                  <a:pt x="68" y="170"/>
                </a:lnTo>
                <a:lnTo>
                  <a:pt x="70" y="170"/>
                </a:lnTo>
                <a:lnTo>
                  <a:pt x="71" y="171"/>
                </a:lnTo>
                <a:lnTo>
                  <a:pt x="70" y="173"/>
                </a:lnTo>
                <a:lnTo>
                  <a:pt x="71" y="173"/>
                </a:lnTo>
                <a:lnTo>
                  <a:pt x="71" y="174"/>
                </a:lnTo>
                <a:lnTo>
                  <a:pt x="72" y="174"/>
                </a:lnTo>
                <a:lnTo>
                  <a:pt x="72" y="174"/>
                </a:lnTo>
                <a:lnTo>
                  <a:pt x="72" y="173"/>
                </a:lnTo>
                <a:lnTo>
                  <a:pt x="72" y="173"/>
                </a:lnTo>
                <a:lnTo>
                  <a:pt x="73" y="173"/>
                </a:lnTo>
                <a:lnTo>
                  <a:pt x="72" y="175"/>
                </a:lnTo>
                <a:lnTo>
                  <a:pt x="72" y="175"/>
                </a:lnTo>
                <a:lnTo>
                  <a:pt x="72" y="177"/>
                </a:lnTo>
                <a:lnTo>
                  <a:pt x="71" y="177"/>
                </a:lnTo>
                <a:lnTo>
                  <a:pt x="72" y="179"/>
                </a:lnTo>
                <a:lnTo>
                  <a:pt x="73" y="179"/>
                </a:lnTo>
                <a:lnTo>
                  <a:pt x="75" y="182"/>
                </a:lnTo>
                <a:lnTo>
                  <a:pt x="75" y="182"/>
                </a:lnTo>
                <a:lnTo>
                  <a:pt x="76" y="183"/>
                </a:lnTo>
                <a:lnTo>
                  <a:pt x="74" y="184"/>
                </a:lnTo>
                <a:lnTo>
                  <a:pt x="75" y="185"/>
                </a:lnTo>
                <a:lnTo>
                  <a:pt x="76" y="185"/>
                </a:lnTo>
                <a:lnTo>
                  <a:pt x="79" y="187"/>
                </a:lnTo>
                <a:lnTo>
                  <a:pt x="78" y="188"/>
                </a:lnTo>
                <a:lnTo>
                  <a:pt x="79" y="189"/>
                </a:lnTo>
                <a:lnTo>
                  <a:pt x="79" y="189"/>
                </a:lnTo>
                <a:lnTo>
                  <a:pt x="81" y="188"/>
                </a:lnTo>
                <a:lnTo>
                  <a:pt x="82" y="189"/>
                </a:lnTo>
                <a:lnTo>
                  <a:pt x="83" y="188"/>
                </a:lnTo>
                <a:lnTo>
                  <a:pt x="84" y="189"/>
                </a:lnTo>
                <a:lnTo>
                  <a:pt x="85" y="189"/>
                </a:lnTo>
                <a:lnTo>
                  <a:pt x="86" y="187"/>
                </a:lnTo>
                <a:lnTo>
                  <a:pt x="88" y="186"/>
                </a:lnTo>
                <a:lnTo>
                  <a:pt x="88" y="186"/>
                </a:lnTo>
                <a:lnTo>
                  <a:pt x="90" y="185"/>
                </a:lnTo>
                <a:lnTo>
                  <a:pt x="91" y="184"/>
                </a:lnTo>
                <a:lnTo>
                  <a:pt x="92" y="184"/>
                </a:lnTo>
                <a:lnTo>
                  <a:pt x="94" y="183"/>
                </a:lnTo>
                <a:lnTo>
                  <a:pt x="95" y="183"/>
                </a:lnTo>
                <a:lnTo>
                  <a:pt x="96" y="184"/>
                </a:lnTo>
                <a:lnTo>
                  <a:pt x="95" y="185"/>
                </a:lnTo>
                <a:lnTo>
                  <a:pt x="97" y="186"/>
                </a:lnTo>
                <a:lnTo>
                  <a:pt x="98" y="185"/>
                </a:lnTo>
                <a:lnTo>
                  <a:pt x="100" y="184"/>
                </a:lnTo>
                <a:lnTo>
                  <a:pt x="100" y="183"/>
                </a:lnTo>
                <a:lnTo>
                  <a:pt x="101" y="183"/>
                </a:lnTo>
                <a:lnTo>
                  <a:pt x="102" y="183"/>
                </a:lnTo>
                <a:lnTo>
                  <a:pt x="103" y="183"/>
                </a:lnTo>
                <a:lnTo>
                  <a:pt x="103" y="180"/>
                </a:lnTo>
                <a:lnTo>
                  <a:pt x="104" y="180"/>
                </a:lnTo>
                <a:lnTo>
                  <a:pt x="104" y="180"/>
                </a:lnTo>
                <a:lnTo>
                  <a:pt x="104" y="179"/>
                </a:lnTo>
                <a:lnTo>
                  <a:pt x="104" y="179"/>
                </a:lnTo>
                <a:lnTo>
                  <a:pt x="104" y="176"/>
                </a:lnTo>
                <a:lnTo>
                  <a:pt x="103" y="176"/>
                </a:lnTo>
                <a:lnTo>
                  <a:pt x="102" y="172"/>
                </a:lnTo>
                <a:lnTo>
                  <a:pt x="101" y="170"/>
                </a:lnTo>
                <a:lnTo>
                  <a:pt x="101" y="168"/>
                </a:lnTo>
                <a:lnTo>
                  <a:pt x="101" y="168"/>
                </a:lnTo>
                <a:lnTo>
                  <a:pt x="102" y="166"/>
                </a:lnTo>
                <a:lnTo>
                  <a:pt x="101" y="162"/>
                </a:lnTo>
                <a:lnTo>
                  <a:pt x="102" y="159"/>
                </a:lnTo>
                <a:lnTo>
                  <a:pt x="103" y="160"/>
                </a:lnTo>
                <a:lnTo>
                  <a:pt x="105" y="159"/>
                </a:lnTo>
                <a:lnTo>
                  <a:pt x="105" y="160"/>
                </a:lnTo>
                <a:lnTo>
                  <a:pt x="106" y="159"/>
                </a:lnTo>
                <a:lnTo>
                  <a:pt x="106" y="158"/>
                </a:lnTo>
                <a:lnTo>
                  <a:pt x="108" y="156"/>
                </a:lnTo>
                <a:lnTo>
                  <a:pt x="109" y="156"/>
                </a:lnTo>
                <a:lnTo>
                  <a:pt x="109" y="154"/>
                </a:lnTo>
                <a:lnTo>
                  <a:pt x="113" y="151"/>
                </a:lnTo>
                <a:lnTo>
                  <a:pt x="114" y="150"/>
                </a:lnTo>
                <a:lnTo>
                  <a:pt x="114" y="148"/>
                </a:lnTo>
                <a:lnTo>
                  <a:pt x="115" y="147"/>
                </a:lnTo>
                <a:lnTo>
                  <a:pt x="114" y="147"/>
                </a:lnTo>
                <a:lnTo>
                  <a:pt x="113" y="145"/>
                </a:lnTo>
                <a:lnTo>
                  <a:pt x="113" y="146"/>
                </a:lnTo>
                <a:lnTo>
                  <a:pt x="112" y="145"/>
                </a:lnTo>
                <a:lnTo>
                  <a:pt x="113" y="143"/>
                </a:lnTo>
                <a:lnTo>
                  <a:pt x="114" y="142"/>
                </a:lnTo>
                <a:lnTo>
                  <a:pt x="115" y="141"/>
                </a:lnTo>
                <a:lnTo>
                  <a:pt x="117" y="140"/>
                </a:lnTo>
                <a:lnTo>
                  <a:pt x="117" y="141"/>
                </a:lnTo>
                <a:lnTo>
                  <a:pt x="118" y="142"/>
                </a:lnTo>
                <a:lnTo>
                  <a:pt x="121" y="139"/>
                </a:lnTo>
                <a:lnTo>
                  <a:pt x="120" y="136"/>
                </a:lnTo>
                <a:lnTo>
                  <a:pt x="119" y="134"/>
                </a:lnTo>
                <a:lnTo>
                  <a:pt x="120" y="133"/>
                </a:lnTo>
                <a:lnTo>
                  <a:pt x="121" y="131"/>
                </a:lnTo>
                <a:lnTo>
                  <a:pt x="121" y="132"/>
                </a:lnTo>
                <a:lnTo>
                  <a:pt x="122" y="132"/>
                </a:lnTo>
                <a:lnTo>
                  <a:pt x="123" y="133"/>
                </a:lnTo>
                <a:lnTo>
                  <a:pt x="125" y="132"/>
                </a:lnTo>
                <a:lnTo>
                  <a:pt x="126" y="133"/>
                </a:lnTo>
                <a:lnTo>
                  <a:pt x="126" y="132"/>
                </a:lnTo>
                <a:lnTo>
                  <a:pt x="128" y="132"/>
                </a:lnTo>
                <a:lnTo>
                  <a:pt x="129" y="131"/>
                </a:lnTo>
                <a:lnTo>
                  <a:pt x="130" y="132"/>
                </a:lnTo>
                <a:lnTo>
                  <a:pt x="131" y="132"/>
                </a:lnTo>
                <a:lnTo>
                  <a:pt x="132" y="132"/>
                </a:lnTo>
                <a:lnTo>
                  <a:pt x="132" y="133"/>
                </a:lnTo>
                <a:lnTo>
                  <a:pt x="131" y="133"/>
                </a:lnTo>
                <a:lnTo>
                  <a:pt x="131" y="134"/>
                </a:lnTo>
                <a:lnTo>
                  <a:pt x="129" y="134"/>
                </a:lnTo>
                <a:lnTo>
                  <a:pt x="129" y="137"/>
                </a:lnTo>
                <a:lnTo>
                  <a:pt x="129" y="139"/>
                </a:lnTo>
                <a:lnTo>
                  <a:pt x="130" y="139"/>
                </a:lnTo>
                <a:lnTo>
                  <a:pt x="130" y="139"/>
                </a:lnTo>
                <a:lnTo>
                  <a:pt x="131" y="139"/>
                </a:lnTo>
                <a:lnTo>
                  <a:pt x="131" y="140"/>
                </a:lnTo>
                <a:lnTo>
                  <a:pt x="133" y="140"/>
                </a:lnTo>
                <a:lnTo>
                  <a:pt x="133" y="141"/>
                </a:lnTo>
                <a:lnTo>
                  <a:pt x="132" y="142"/>
                </a:lnTo>
                <a:lnTo>
                  <a:pt x="132" y="142"/>
                </a:lnTo>
                <a:lnTo>
                  <a:pt x="132" y="142"/>
                </a:lnTo>
                <a:lnTo>
                  <a:pt x="132" y="143"/>
                </a:lnTo>
                <a:lnTo>
                  <a:pt x="132" y="144"/>
                </a:lnTo>
                <a:lnTo>
                  <a:pt x="132" y="144"/>
                </a:lnTo>
                <a:lnTo>
                  <a:pt x="131" y="145"/>
                </a:lnTo>
                <a:lnTo>
                  <a:pt x="130" y="145"/>
                </a:lnTo>
                <a:lnTo>
                  <a:pt x="131" y="146"/>
                </a:lnTo>
                <a:lnTo>
                  <a:pt x="132" y="147"/>
                </a:lnTo>
                <a:lnTo>
                  <a:pt x="134" y="149"/>
                </a:lnTo>
                <a:lnTo>
                  <a:pt x="134" y="149"/>
                </a:lnTo>
                <a:lnTo>
                  <a:pt x="135" y="150"/>
                </a:lnTo>
                <a:lnTo>
                  <a:pt x="138" y="149"/>
                </a:lnTo>
                <a:lnTo>
                  <a:pt x="139" y="149"/>
                </a:lnTo>
                <a:lnTo>
                  <a:pt x="141" y="148"/>
                </a:lnTo>
                <a:lnTo>
                  <a:pt x="142" y="148"/>
                </a:lnTo>
                <a:lnTo>
                  <a:pt x="141" y="147"/>
                </a:lnTo>
                <a:lnTo>
                  <a:pt x="143" y="146"/>
                </a:lnTo>
                <a:lnTo>
                  <a:pt x="143" y="145"/>
                </a:lnTo>
                <a:lnTo>
                  <a:pt x="145" y="144"/>
                </a:lnTo>
                <a:lnTo>
                  <a:pt x="147" y="145"/>
                </a:lnTo>
                <a:lnTo>
                  <a:pt x="147" y="145"/>
                </a:lnTo>
                <a:lnTo>
                  <a:pt x="147" y="146"/>
                </a:lnTo>
                <a:lnTo>
                  <a:pt x="147" y="146"/>
                </a:lnTo>
                <a:lnTo>
                  <a:pt x="148" y="146"/>
                </a:lnTo>
                <a:lnTo>
                  <a:pt x="149" y="146"/>
                </a:lnTo>
                <a:lnTo>
                  <a:pt x="149" y="148"/>
                </a:lnTo>
                <a:lnTo>
                  <a:pt x="148" y="149"/>
                </a:lnTo>
                <a:lnTo>
                  <a:pt x="149" y="150"/>
                </a:lnTo>
                <a:lnTo>
                  <a:pt x="150" y="151"/>
                </a:lnTo>
                <a:lnTo>
                  <a:pt x="149" y="151"/>
                </a:lnTo>
                <a:lnTo>
                  <a:pt x="149" y="152"/>
                </a:lnTo>
                <a:lnTo>
                  <a:pt x="149" y="153"/>
                </a:lnTo>
                <a:lnTo>
                  <a:pt x="150" y="153"/>
                </a:lnTo>
                <a:lnTo>
                  <a:pt x="150" y="152"/>
                </a:lnTo>
                <a:lnTo>
                  <a:pt x="152" y="151"/>
                </a:lnTo>
                <a:lnTo>
                  <a:pt x="154" y="152"/>
                </a:lnTo>
                <a:lnTo>
                  <a:pt x="155" y="153"/>
                </a:lnTo>
                <a:lnTo>
                  <a:pt x="155" y="153"/>
                </a:lnTo>
                <a:lnTo>
                  <a:pt x="156" y="154"/>
                </a:lnTo>
                <a:lnTo>
                  <a:pt x="158" y="153"/>
                </a:lnTo>
                <a:lnTo>
                  <a:pt x="158" y="153"/>
                </a:lnTo>
                <a:lnTo>
                  <a:pt x="159" y="153"/>
                </a:lnTo>
                <a:lnTo>
                  <a:pt x="160" y="153"/>
                </a:lnTo>
                <a:lnTo>
                  <a:pt x="161" y="152"/>
                </a:lnTo>
                <a:lnTo>
                  <a:pt x="162" y="152"/>
                </a:lnTo>
                <a:lnTo>
                  <a:pt x="162" y="152"/>
                </a:lnTo>
                <a:lnTo>
                  <a:pt x="164" y="152"/>
                </a:lnTo>
                <a:lnTo>
                  <a:pt x="165" y="151"/>
                </a:lnTo>
                <a:lnTo>
                  <a:pt x="166" y="151"/>
                </a:lnTo>
                <a:lnTo>
                  <a:pt x="167" y="152"/>
                </a:lnTo>
                <a:lnTo>
                  <a:pt x="168" y="151"/>
                </a:lnTo>
                <a:lnTo>
                  <a:pt x="169" y="151"/>
                </a:lnTo>
                <a:lnTo>
                  <a:pt x="170" y="149"/>
                </a:lnTo>
                <a:lnTo>
                  <a:pt x="170" y="149"/>
                </a:lnTo>
                <a:lnTo>
                  <a:pt x="169" y="149"/>
                </a:lnTo>
                <a:lnTo>
                  <a:pt x="169" y="148"/>
                </a:lnTo>
                <a:lnTo>
                  <a:pt x="170" y="147"/>
                </a:lnTo>
                <a:lnTo>
                  <a:pt x="169" y="146"/>
                </a:lnTo>
                <a:lnTo>
                  <a:pt x="168" y="146"/>
                </a:lnTo>
                <a:lnTo>
                  <a:pt x="169" y="145"/>
                </a:lnTo>
                <a:lnTo>
                  <a:pt x="167" y="143"/>
                </a:lnTo>
                <a:lnTo>
                  <a:pt x="166" y="143"/>
                </a:lnTo>
                <a:lnTo>
                  <a:pt x="165" y="143"/>
                </a:lnTo>
                <a:lnTo>
                  <a:pt x="163" y="144"/>
                </a:lnTo>
                <a:lnTo>
                  <a:pt x="162" y="143"/>
                </a:lnTo>
                <a:lnTo>
                  <a:pt x="161" y="144"/>
                </a:lnTo>
                <a:lnTo>
                  <a:pt x="160" y="143"/>
                </a:lnTo>
                <a:lnTo>
                  <a:pt x="161" y="141"/>
                </a:lnTo>
                <a:lnTo>
                  <a:pt x="160" y="141"/>
                </a:lnTo>
                <a:lnTo>
                  <a:pt x="160" y="139"/>
                </a:lnTo>
                <a:lnTo>
                  <a:pt x="159" y="139"/>
                </a:lnTo>
                <a:lnTo>
                  <a:pt x="158" y="139"/>
                </a:lnTo>
                <a:lnTo>
                  <a:pt x="158" y="140"/>
                </a:lnTo>
                <a:lnTo>
                  <a:pt x="156" y="139"/>
                </a:lnTo>
                <a:lnTo>
                  <a:pt x="156" y="138"/>
                </a:lnTo>
                <a:lnTo>
                  <a:pt x="156" y="137"/>
                </a:lnTo>
                <a:lnTo>
                  <a:pt x="156" y="136"/>
                </a:lnTo>
                <a:lnTo>
                  <a:pt x="156" y="135"/>
                </a:lnTo>
                <a:lnTo>
                  <a:pt x="157" y="134"/>
                </a:lnTo>
                <a:lnTo>
                  <a:pt x="157" y="133"/>
                </a:lnTo>
                <a:lnTo>
                  <a:pt x="158" y="132"/>
                </a:lnTo>
                <a:lnTo>
                  <a:pt x="158" y="133"/>
                </a:lnTo>
                <a:lnTo>
                  <a:pt x="159" y="133"/>
                </a:lnTo>
                <a:lnTo>
                  <a:pt x="161" y="133"/>
                </a:lnTo>
                <a:lnTo>
                  <a:pt x="161" y="131"/>
                </a:lnTo>
                <a:lnTo>
                  <a:pt x="162" y="131"/>
                </a:lnTo>
                <a:lnTo>
                  <a:pt x="162" y="129"/>
                </a:lnTo>
                <a:lnTo>
                  <a:pt x="163" y="129"/>
                </a:lnTo>
                <a:lnTo>
                  <a:pt x="164" y="131"/>
                </a:lnTo>
                <a:lnTo>
                  <a:pt x="165" y="131"/>
                </a:lnTo>
                <a:lnTo>
                  <a:pt x="165" y="132"/>
                </a:lnTo>
                <a:lnTo>
                  <a:pt x="166" y="132"/>
                </a:lnTo>
                <a:lnTo>
                  <a:pt x="167" y="133"/>
                </a:lnTo>
                <a:lnTo>
                  <a:pt x="168" y="134"/>
                </a:lnTo>
                <a:lnTo>
                  <a:pt x="169" y="134"/>
                </a:lnTo>
                <a:lnTo>
                  <a:pt x="169" y="135"/>
                </a:lnTo>
                <a:lnTo>
                  <a:pt x="170" y="136"/>
                </a:lnTo>
                <a:lnTo>
                  <a:pt x="171" y="135"/>
                </a:lnTo>
                <a:lnTo>
                  <a:pt x="171" y="134"/>
                </a:lnTo>
                <a:lnTo>
                  <a:pt x="170" y="134"/>
                </a:lnTo>
                <a:lnTo>
                  <a:pt x="170" y="133"/>
                </a:lnTo>
                <a:lnTo>
                  <a:pt x="169" y="132"/>
                </a:lnTo>
                <a:lnTo>
                  <a:pt x="169" y="130"/>
                </a:lnTo>
                <a:lnTo>
                  <a:pt x="168" y="128"/>
                </a:lnTo>
                <a:lnTo>
                  <a:pt x="168" y="127"/>
                </a:lnTo>
                <a:lnTo>
                  <a:pt x="167" y="126"/>
                </a:lnTo>
                <a:lnTo>
                  <a:pt x="166" y="125"/>
                </a:lnTo>
                <a:lnTo>
                  <a:pt x="166" y="126"/>
                </a:lnTo>
                <a:lnTo>
                  <a:pt x="165" y="126"/>
                </a:lnTo>
                <a:lnTo>
                  <a:pt x="164" y="125"/>
                </a:lnTo>
                <a:lnTo>
                  <a:pt x="164" y="126"/>
                </a:lnTo>
                <a:lnTo>
                  <a:pt x="164" y="125"/>
                </a:lnTo>
                <a:lnTo>
                  <a:pt x="163" y="124"/>
                </a:lnTo>
                <a:lnTo>
                  <a:pt x="161" y="125"/>
                </a:lnTo>
                <a:lnTo>
                  <a:pt x="160" y="125"/>
                </a:lnTo>
                <a:lnTo>
                  <a:pt x="159" y="125"/>
                </a:lnTo>
                <a:lnTo>
                  <a:pt x="159" y="125"/>
                </a:lnTo>
                <a:lnTo>
                  <a:pt x="158" y="124"/>
                </a:lnTo>
                <a:lnTo>
                  <a:pt x="158" y="123"/>
                </a:lnTo>
                <a:lnTo>
                  <a:pt x="158" y="123"/>
                </a:lnTo>
                <a:lnTo>
                  <a:pt x="158" y="122"/>
                </a:lnTo>
                <a:lnTo>
                  <a:pt x="158" y="121"/>
                </a:lnTo>
                <a:lnTo>
                  <a:pt x="158" y="121"/>
                </a:lnTo>
                <a:lnTo>
                  <a:pt x="158" y="121"/>
                </a:lnTo>
                <a:lnTo>
                  <a:pt x="157" y="120"/>
                </a:lnTo>
                <a:lnTo>
                  <a:pt x="157" y="117"/>
                </a:lnTo>
                <a:lnTo>
                  <a:pt x="156" y="118"/>
                </a:lnTo>
                <a:lnTo>
                  <a:pt x="156" y="117"/>
                </a:lnTo>
                <a:lnTo>
                  <a:pt x="154" y="118"/>
                </a:lnTo>
                <a:lnTo>
                  <a:pt x="153" y="117"/>
                </a:lnTo>
                <a:lnTo>
                  <a:pt x="152" y="117"/>
                </a:lnTo>
                <a:lnTo>
                  <a:pt x="153" y="116"/>
                </a:lnTo>
                <a:lnTo>
                  <a:pt x="152" y="117"/>
                </a:lnTo>
                <a:lnTo>
                  <a:pt x="152" y="115"/>
                </a:lnTo>
                <a:lnTo>
                  <a:pt x="152" y="114"/>
                </a:lnTo>
                <a:lnTo>
                  <a:pt x="151" y="114"/>
                </a:lnTo>
                <a:lnTo>
                  <a:pt x="151" y="114"/>
                </a:lnTo>
                <a:lnTo>
                  <a:pt x="151" y="113"/>
                </a:lnTo>
                <a:lnTo>
                  <a:pt x="150" y="114"/>
                </a:lnTo>
                <a:lnTo>
                  <a:pt x="149" y="111"/>
                </a:lnTo>
                <a:lnTo>
                  <a:pt x="150" y="110"/>
                </a:lnTo>
                <a:lnTo>
                  <a:pt x="151" y="110"/>
                </a:lnTo>
                <a:lnTo>
                  <a:pt x="152" y="108"/>
                </a:lnTo>
                <a:lnTo>
                  <a:pt x="153" y="108"/>
                </a:lnTo>
                <a:lnTo>
                  <a:pt x="153" y="107"/>
                </a:lnTo>
                <a:lnTo>
                  <a:pt x="154" y="108"/>
                </a:lnTo>
                <a:lnTo>
                  <a:pt x="155" y="107"/>
                </a:lnTo>
                <a:lnTo>
                  <a:pt x="155" y="105"/>
                </a:lnTo>
                <a:lnTo>
                  <a:pt x="155" y="105"/>
                </a:lnTo>
                <a:lnTo>
                  <a:pt x="157" y="105"/>
                </a:lnTo>
                <a:lnTo>
                  <a:pt x="158" y="104"/>
                </a:lnTo>
                <a:lnTo>
                  <a:pt x="157" y="103"/>
                </a:lnTo>
                <a:lnTo>
                  <a:pt x="157" y="103"/>
                </a:lnTo>
                <a:lnTo>
                  <a:pt x="158" y="101"/>
                </a:lnTo>
                <a:lnTo>
                  <a:pt x="157" y="100"/>
                </a:lnTo>
                <a:lnTo>
                  <a:pt x="157" y="100"/>
                </a:lnTo>
                <a:lnTo>
                  <a:pt x="157" y="100"/>
                </a:lnTo>
                <a:lnTo>
                  <a:pt x="156" y="99"/>
                </a:lnTo>
                <a:lnTo>
                  <a:pt x="156" y="99"/>
                </a:lnTo>
                <a:lnTo>
                  <a:pt x="155" y="98"/>
                </a:lnTo>
                <a:lnTo>
                  <a:pt x="155" y="97"/>
                </a:lnTo>
                <a:lnTo>
                  <a:pt x="154" y="98"/>
                </a:lnTo>
                <a:lnTo>
                  <a:pt x="154" y="97"/>
                </a:lnTo>
                <a:lnTo>
                  <a:pt x="156" y="97"/>
                </a:lnTo>
                <a:lnTo>
                  <a:pt x="156" y="96"/>
                </a:lnTo>
                <a:lnTo>
                  <a:pt x="155" y="96"/>
                </a:lnTo>
                <a:lnTo>
                  <a:pt x="155" y="95"/>
                </a:lnTo>
                <a:lnTo>
                  <a:pt x="157" y="95"/>
                </a:lnTo>
                <a:lnTo>
                  <a:pt x="157" y="94"/>
                </a:lnTo>
                <a:lnTo>
                  <a:pt x="158" y="93"/>
                </a:lnTo>
                <a:lnTo>
                  <a:pt x="159" y="91"/>
                </a:lnTo>
                <a:lnTo>
                  <a:pt x="159" y="91"/>
                </a:lnTo>
                <a:lnTo>
                  <a:pt x="160" y="92"/>
                </a:lnTo>
                <a:lnTo>
                  <a:pt x="161" y="92"/>
                </a:lnTo>
                <a:lnTo>
                  <a:pt x="162" y="93"/>
                </a:lnTo>
                <a:lnTo>
                  <a:pt x="163" y="93"/>
                </a:lnTo>
                <a:lnTo>
                  <a:pt x="165" y="94"/>
                </a:lnTo>
                <a:lnTo>
                  <a:pt x="165" y="94"/>
                </a:lnTo>
                <a:lnTo>
                  <a:pt x="166" y="94"/>
                </a:lnTo>
                <a:lnTo>
                  <a:pt x="166" y="96"/>
                </a:lnTo>
                <a:lnTo>
                  <a:pt x="167" y="97"/>
                </a:lnTo>
                <a:lnTo>
                  <a:pt x="168" y="96"/>
                </a:lnTo>
                <a:lnTo>
                  <a:pt x="169" y="96"/>
                </a:lnTo>
                <a:lnTo>
                  <a:pt x="169" y="96"/>
                </a:lnTo>
                <a:lnTo>
                  <a:pt x="169" y="96"/>
                </a:lnTo>
                <a:lnTo>
                  <a:pt x="170" y="95"/>
                </a:lnTo>
                <a:lnTo>
                  <a:pt x="171" y="95"/>
                </a:lnTo>
                <a:lnTo>
                  <a:pt x="171" y="94"/>
                </a:lnTo>
                <a:lnTo>
                  <a:pt x="173" y="94"/>
                </a:lnTo>
                <a:lnTo>
                  <a:pt x="174" y="94"/>
                </a:lnTo>
                <a:lnTo>
                  <a:pt x="175" y="94"/>
                </a:lnTo>
                <a:lnTo>
                  <a:pt x="175" y="95"/>
                </a:lnTo>
                <a:lnTo>
                  <a:pt x="175" y="95"/>
                </a:lnTo>
                <a:lnTo>
                  <a:pt x="175" y="97"/>
                </a:lnTo>
                <a:lnTo>
                  <a:pt x="176" y="97"/>
                </a:lnTo>
                <a:lnTo>
                  <a:pt x="176" y="98"/>
                </a:lnTo>
                <a:lnTo>
                  <a:pt x="176" y="98"/>
                </a:lnTo>
                <a:lnTo>
                  <a:pt x="176" y="99"/>
                </a:lnTo>
                <a:lnTo>
                  <a:pt x="177" y="100"/>
                </a:lnTo>
                <a:lnTo>
                  <a:pt x="178" y="100"/>
                </a:lnTo>
                <a:lnTo>
                  <a:pt x="179" y="100"/>
                </a:lnTo>
                <a:lnTo>
                  <a:pt x="181" y="100"/>
                </a:lnTo>
                <a:lnTo>
                  <a:pt x="181" y="100"/>
                </a:lnTo>
                <a:lnTo>
                  <a:pt x="182" y="99"/>
                </a:lnTo>
                <a:lnTo>
                  <a:pt x="183" y="100"/>
                </a:lnTo>
                <a:lnTo>
                  <a:pt x="183" y="100"/>
                </a:lnTo>
                <a:lnTo>
                  <a:pt x="184" y="99"/>
                </a:lnTo>
                <a:lnTo>
                  <a:pt x="184" y="99"/>
                </a:lnTo>
                <a:lnTo>
                  <a:pt x="184" y="99"/>
                </a:lnTo>
                <a:lnTo>
                  <a:pt x="186" y="96"/>
                </a:lnTo>
                <a:lnTo>
                  <a:pt x="188" y="93"/>
                </a:lnTo>
                <a:lnTo>
                  <a:pt x="189" y="92"/>
                </a:lnTo>
                <a:lnTo>
                  <a:pt x="189" y="90"/>
                </a:lnTo>
                <a:lnTo>
                  <a:pt x="190" y="89"/>
                </a:lnTo>
                <a:lnTo>
                  <a:pt x="191" y="88"/>
                </a:lnTo>
                <a:lnTo>
                  <a:pt x="190" y="88"/>
                </a:lnTo>
                <a:lnTo>
                  <a:pt x="192" y="86"/>
                </a:lnTo>
                <a:lnTo>
                  <a:pt x="191" y="85"/>
                </a:lnTo>
                <a:lnTo>
                  <a:pt x="190" y="84"/>
                </a:lnTo>
                <a:lnTo>
                  <a:pt x="191" y="82"/>
                </a:lnTo>
                <a:lnTo>
                  <a:pt x="191" y="81"/>
                </a:lnTo>
                <a:lnTo>
                  <a:pt x="192" y="81"/>
                </a:lnTo>
                <a:lnTo>
                  <a:pt x="194" y="82"/>
                </a:lnTo>
                <a:lnTo>
                  <a:pt x="195" y="80"/>
                </a:lnTo>
                <a:lnTo>
                  <a:pt x="196" y="80"/>
                </a:lnTo>
                <a:lnTo>
                  <a:pt x="196" y="81"/>
                </a:lnTo>
                <a:lnTo>
                  <a:pt x="197" y="82"/>
                </a:lnTo>
                <a:lnTo>
                  <a:pt x="198" y="82"/>
                </a:lnTo>
                <a:lnTo>
                  <a:pt x="201" y="80"/>
                </a:lnTo>
                <a:lnTo>
                  <a:pt x="200" y="79"/>
                </a:lnTo>
                <a:lnTo>
                  <a:pt x="200" y="78"/>
                </a:lnTo>
                <a:lnTo>
                  <a:pt x="201" y="78"/>
                </a:lnTo>
                <a:lnTo>
                  <a:pt x="201" y="77"/>
                </a:lnTo>
                <a:lnTo>
                  <a:pt x="202" y="76"/>
                </a:lnTo>
                <a:lnTo>
                  <a:pt x="201" y="76"/>
                </a:lnTo>
                <a:lnTo>
                  <a:pt x="201" y="75"/>
                </a:lnTo>
                <a:lnTo>
                  <a:pt x="203" y="73"/>
                </a:lnTo>
                <a:lnTo>
                  <a:pt x="202" y="72"/>
                </a:lnTo>
                <a:lnTo>
                  <a:pt x="201" y="73"/>
                </a:lnTo>
                <a:lnTo>
                  <a:pt x="201" y="72"/>
                </a:lnTo>
                <a:lnTo>
                  <a:pt x="203" y="71"/>
                </a:lnTo>
                <a:lnTo>
                  <a:pt x="204" y="70"/>
                </a:lnTo>
                <a:lnTo>
                  <a:pt x="204" y="69"/>
                </a:lnTo>
                <a:lnTo>
                  <a:pt x="205" y="68"/>
                </a:lnTo>
                <a:lnTo>
                  <a:pt x="205" y="67"/>
                </a:lnTo>
                <a:lnTo>
                  <a:pt x="204" y="67"/>
                </a:lnTo>
                <a:lnTo>
                  <a:pt x="204" y="66"/>
                </a:lnTo>
                <a:lnTo>
                  <a:pt x="207" y="66"/>
                </a:lnTo>
                <a:lnTo>
                  <a:pt x="207" y="65"/>
                </a:lnTo>
                <a:lnTo>
                  <a:pt x="208" y="65"/>
                </a:lnTo>
                <a:lnTo>
                  <a:pt x="208" y="64"/>
                </a:lnTo>
                <a:lnTo>
                  <a:pt x="209" y="63"/>
                </a:lnTo>
                <a:lnTo>
                  <a:pt x="211" y="62"/>
                </a:lnTo>
                <a:lnTo>
                  <a:pt x="210" y="61"/>
                </a:lnTo>
                <a:lnTo>
                  <a:pt x="210" y="60"/>
                </a:lnTo>
                <a:lnTo>
                  <a:pt x="211" y="60"/>
                </a:lnTo>
                <a:lnTo>
                  <a:pt x="209" y="59"/>
                </a:lnTo>
                <a:lnTo>
                  <a:pt x="209" y="59"/>
                </a:lnTo>
                <a:lnTo>
                  <a:pt x="208" y="58"/>
                </a:lnTo>
                <a:lnTo>
                  <a:pt x="208" y="58"/>
                </a:lnTo>
                <a:lnTo>
                  <a:pt x="207" y="58"/>
                </a:lnTo>
                <a:lnTo>
                  <a:pt x="205" y="55"/>
                </a:lnTo>
                <a:lnTo>
                  <a:pt x="206" y="55"/>
                </a:lnTo>
                <a:lnTo>
                  <a:pt x="207" y="55"/>
                </a:lnTo>
                <a:lnTo>
                  <a:pt x="207" y="55"/>
                </a:lnTo>
                <a:lnTo>
                  <a:pt x="206" y="54"/>
                </a:lnTo>
                <a:lnTo>
                  <a:pt x="207" y="54"/>
                </a:lnTo>
                <a:lnTo>
                  <a:pt x="207" y="53"/>
                </a:lnTo>
                <a:lnTo>
                  <a:pt x="208" y="53"/>
                </a:lnTo>
                <a:lnTo>
                  <a:pt x="209" y="52"/>
                </a:lnTo>
                <a:lnTo>
                  <a:pt x="207" y="51"/>
                </a:lnTo>
                <a:lnTo>
                  <a:pt x="208" y="50"/>
                </a:lnTo>
                <a:lnTo>
                  <a:pt x="209" y="50"/>
                </a:lnTo>
                <a:lnTo>
                  <a:pt x="210" y="50"/>
                </a:lnTo>
                <a:lnTo>
                  <a:pt x="210" y="49"/>
                </a:lnTo>
                <a:lnTo>
                  <a:pt x="209" y="48"/>
                </a:lnTo>
                <a:lnTo>
                  <a:pt x="206" y="49"/>
                </a:lnTo>
                <a:lnTo>
                  <a:pt x="205" y="48"/>
                </a:lnTo>
                <a:lnTo>
                  <a:pt x="203" y="50"/>
                </a:lnTo>
                <a:lnTo>
                  <a:pt x="203" y="49"/>
                </a:lnTo>
                <a:lnTo>
                  <a:pt x="203" y="50"/>
                </a:lnTo>
                <a:lnTo>
                  <a:pt x="202" y="49"/>
                </a:lnTo>
                <a:lnTo>
                  <a:pt x="200" y="50"/>
                </a:lnTo>
                <a:lnTo>
                  <a:pt x="201" y="51"/>
                </a:lnTo>
                <a:lnTo>
                  <a:pt x="200" y="51"/>
                </a:lnTo>
                <a:lnTo>
                  <a:pt x="198" y="50"/>
                </a:lnTo>
                <a:lnTo>
                  <a:pt x="198" y="50"/>
                </a:lnTo>
                <a:lnTo>
                  <a:pt x="195" y="47"/>
                </a:lnTo>
                <a:lnTo>
                  <a:pt x="194" y="47"/>
                </a:lnTo>
                <a:lnTo>
                  <a:pt x="194" y="46"/>
                </a:lnTo>
                <a:lnTo>
                  <a:pt x="192" y="46"/>
                </a:lnTo>
                <a:lnTo>
                  <a:pt x="191" y="46"/>
                </a:lnTo>
                <a:lnTo>
                  <a:pt x="190" y="45"/>
                </a:lnTo>
                <a:lnTo>
                  <a:pt x="190" y="46"/>
                </a:lnTo>
                <a:lnTo>
                  <a:pt x="189" y="43"/>
                </a:lnTo>
                <a:lnTo>
                  <a:pt x="188" y="43"/>
                </a:lnTo>
                <a:lnTo>
                  <a:pt x="188" y="44"/>
                </a:lnTo>
                <a:lnTo>
                  <a:pt x="187" y="44"/>
                </a:lnTo>
                <a:lnTo>
                  <a:pt x="186" y="46"/>
                </a:lnTo>
                <a:lnTo>
                  <a:pt x="185" y="45"/>
                </a:lnTo>
                <a:lnTo>
                  <a:pt x="185" y="45"/>
                </a:lnTo>
                <a:lnTo>
                  <a:pt x="183" y="44"/>
                </a:lnTo>
                <a:lnTo>
                  <a:pt x="183" y="43"/>
                </a:lnTo>
                <a:lnTo>
                  <a:pt x="183" y="42"/>
                </a:lnTo>
                <a:lnTo>
                  <a:pt x="183" y="40"/>
                </a:lnTo>
                <a:lnTo>
                  <a:pt x="182" y="40"/>
                </a:lnTo>
                <a:lnTo>
                  <a:pt x="182" y="39"/>
                </a:lnTo>
                <a:lnTo>
                  <a:pt x="181" y="39"/>
                </a:lnTo>
                <a:lnTo>
                  <a:pt x="179" y="39"/>
                </a:lnTo>
                <a:lnTo>
                  <a:pt x="179" y="39"/>
                </a:lnTo>
                <a:lnTo>
                  <a:pt x="178" y="39"/>
                </a:lnTo>
                <a:lnTo>
                  <a:pt x="178" y="39"/>
                </a:lnTo>
                <a:lnTo>
                  <a:pt x="177" y="39"/>
                </a:lnTo>
                <a:lnTo>
                  <a:pt x="177" y="39"/>
                </a:lnTo>
                <a:lnTo>
                  <a:pt x="176" y="39"/>
                </a:lnTo>
                <a:lnTo>
                  <a:pt x="174" y="40"/>
                </a:lnTo>
                <a:lnTo>
                  <a:pt x="173" y="40"/>
                </a:lnTo>
                <a:lnTo>
                  <a:pt x="172" y="41"/>
                </a:lnTo>
                <a:lnTo>
                  <a:pt x="171" y="40"/>
                </a:lnTo>
                <a:lnTo>
                  <a:pt x="170" y="41"/>
                </a:lnTo>
                <a:lnTo>
                  <a:pt x="169" y="40"/>
                </a:lnTo>
                <a:lnTo>
                  <a:pt x="167" y="40"/>
                </a:lnTo>
                <a:lnTo>
                  <a:pt x="167" y="40"/>
                </a:lnTo>
                <a:lnTo>
                  <a:pt x="164" y="39"/>
                </a:lnTo>
                <a:lnTo>
                  <a:pt x="164" y="38"/>
                </a:lnTo>
                <a:lnTo>
                  <a:pt x="164" y="37"/>
                </a:lnTo>
                <a:lnTo>
                  <a:pt x="163" y="36"/>
                </a:lnTo>
                <a:lnTo>
                  <a:pt x="162" y="37"/>
                </a:lnTo>
                <a:lnTo>
                  <a:pt x="162" y="36"/>
                </a:lnTo>
                <a:lnTo>
                  <a:pt x="161" y="37"/>
                </a:lnTo>
                <a:lnTo>
                  <a:pt x="160" y="36"/>
                </a:lnTo>
                <a:lnTo>
                  <a:pt x="159" y="37"/>
                </a:lnTo>
                <a:lnTo>
                  <a:pt x="159" y="38"/>
                </a:lnTo>
                <a:lnTo>
                  <a:pt x="158" y="38"/>
                </a:lnTo>
                <a:lnTo>
                  <a:pt x="158" y="38"/>
                </a:lnTo>
                <a:lnTo>
                  <a:pt x="157" y="38"/>
                </a:lnTo>
                <a:lnTo>
                  <a:pt x="155" y="40"/>
                </a:lnTo>
                <a:lnTo>
                  <a:pt x="154" y="39"/>
                </a:lnTo>
                <a:lnTo>
                  <a:pt x="154" y="39"/>
                </a:lnTo>
                <a:lnTo>
                  <a:pt x="154" y="38"/>
                </a:lnTo>
                <a:lnTo>
                  <a:pt x="153" y="38"/>
                </a:lnTo>
                <a:lnTo>
                  <a:pt x="153" y="36"/>
                </a:lnTo>
                <a:lnTo>
                  <a:pt x="153" y="36"/>
                </a:lnTo>
                <a:lnTo>
                  <a:pt x="153" y="35"/>
                </a:lnTo>
                <a:lnTo>
                  <a:pt x="152" y="34"/>
                </a:lnTo>
                <a:lnTo>
                  <a:pt x="151" y="35"/>
                </a:lnTo>
                <a:lnTo>
                  <a:pt x="151" y="35"/>
                </a:lnTo>
                <a:lnTo>
                  <a:pt x="151" y="36"/>
                </a:lnTo>
                <a:lnTo>
                  <a:pt x="151" y="38"/>
                </a:lnTo>
                <a:lnTo>
                  <a:pt x="152" y="38"/>
                </a:lnTo>
                <a:lnTo>
                  <a:pt x="152" y="39"/>
                </a:lnTo>
                <a:lnTo>
                  <a:pt x="150" y="39"/>
                </a:lnTo>
                <a:lnTo>
                  <a:pt x="149" y="41"/>
                </a:lnTo>
                <a:lnTo>
                  <a:pt x="148" y="40"/>
                </a:lnTo>
                <a:lnTo>
                  <a:pt x="147" y="41"/>
                </a:lnTo>
                <a:lnTo>
                  <a:pt x="147" y="42"/>
                </a:lnTo>
                <a:lnTo>
                  <a:pt x="146" y="42"/>
                </a:lnTo>
                <a:lnTo>
                  <a:pt x="145" y="41"/>
                </a:lnTo>
                <a:lnTo>
                  <a:pt x="144" y="41"/>
                </a:lnTo>
                <a:lnTo>
                  <a:pt x="141" y="42"/>
                </a:lnTo>
                <a:lnTo>
                  <a:pt x="140" y="41"/>
                </a:lnTo>
                <a:lnTo>
                  <a:pt x="139" y="41"/>
                </a:lnTo>
                <a:lnTo>
                  <a:pt x="138" y="40"/>
                </a:lnTo>
                <a:lnTo>
                  <a:pt x="137" y="41"/>
                </a:lnTo>
                <a:lnTo>
                  <a:pt x="136" y="39"/>
                </a:lnTo>
                <a:lnTo>
                  <a:pt x="135" y="39"/>
                </a:lnTo>
                <a:lnTo>
                  <a:pt x="134" y="38"/>
                </a:lnTo>
                <a:lnTo>
                  <a:pt x="133" y="39"/>
                </a:lnTo>
                <a:lnTo>
                  <a:pt x="131" y="37"/>
                </a:lnTo>
                <a:lnTo>
                  <a:pt x="130" y="37"/>
                </a:lnTo>
                <a:lnTo>
                  <a:pt x="130" y="35"/>
                </a:lnTo>
                <a:lnTo>
                  <a:pt x="130" y="34"/>
                </a:lnTo>
                <a:lnTo>
                  <a:pt x="132" y="34"/>
                </a:lnTo>
                <a:lnTo>
                  <a:pt x="132" y="33"/>
                </a:lnTo>
                <a:lnTo>
                  <a:pt x="133" y="33"/>
                </a:lnTo>
                <a:lnTo>
                  <a:pt x="132" y="32"/>
                </a:lnTo>
                <a:lnTo>
                  <a:pt x="131" y="32"/>
                </a:lnTo>
                <a:lnTo>
                  <a:pt x="132" y="30"/>
                </a:lnTo>
                <a:lnTo>
                  <a:pt x="130" y="26"/>
                </a:lnTo>
                <a:lnTo>
                  <a:pt x="131" y="26"/>
                </a:lnTo>
                <a:lnTo>
                  <a:pt x="132" y="26"/>
                </a:lnTo>
                <a:lnTo>
                  <a:pt x="133" y="25"/>
                </a:lnTo>
                <a:lnTo>
                  <a:pt x="132" y="25"/>
                </a:lnTo>
                <a:lnTo>
                  <a:pt x="130" y="25"/>
                </a:lnTo>
                <a:lnTo>
                  <a:pt x="130" y="24"/>
                </a:lnTo>
                <a:lnTo>
                  <a:pt x="129" y="24"/>
                </a:lnTo>
                <a:lnTo>
                  <a:pt x="128" y="20"/>
                </a:lnTo>
                <a:lnTo>
                  <a:pt x="128" y="19"/>
                </a:lnTo>
                <a:lnTo>
                  <a:pt x="127" y="18"/>
                </a:lnTo>
                <a:lnTo>
                  <a:pt x="126" y="17"/>
                </a:lnTo>
                <a:lnTo>
                  <a:pt x="124" y="17"/>
                </a:lnTo>
                <a:lnTo>
                  <a:pt x="122" y="17"/>
                </a:lnTo>
                <a:lnTo>
                  <a:pt x="121" y="18"/>
                </a:lnTo>
                <a:lnTo>
                  <a:pt x="117" y="16"/>
                </a:lnTo>
                <a:lnTo>
                  <a:pt x="117" y="17"/>
                </a:lnTo>
                <a:lnTo>
                  <a:pt x="116" y="17"/>
                </a:lnTo>
                <a:lnTo>
                  <a:pt x="116" y="16"/>
                </a:lnTo>
                <a:lnTo>
                  <a:pt x="116" y="14"/>
                </a:lnTo>
                <a:lnTo>
                  <a:pt x="115" y="14"/>
                </a:lnTo>
                <a:lnTo>
                  <a:pt x="114" y="15"/>
                </a:lnTo>
                <a:lnTo>
                  <a:pt x="113" y="16"/>
                </a:lnTo>
                <a:lnTo>
                  <a:pt x="112" y="15"/>
                </a:lnTo>
                <a:lnTo>
                  <a:pt x="112" y="14"/>
                </a:lnTo>
                <a:lnTo>
                  <a:pt x="111" y="14"/>
                </a:lnTo>
                <a:lnTo>
                  <a:pt x="111" y="14"/>
                </a:lnTo>
                <a:lnTo>
                  <a:pt x="109" y="14"/>
                </a:lnTo>
                <a:lnTo>
                  <a:pt x="109" y="14"/>
                </a:lnTo>
                <a:lnTo>
                  <a:pt x="110" y="12"/>
                </a:lnTo>
                <a:lnTo>
                  <a:pt x="109" y="11"/>
                </a:lnTo>
                <a:lnTo>
                  <a:pt x="109" y="10"/>
                </a:lnTo>
                <a:lnTo>
                  <a:pt x="109" y="9"/>
                </a:lnTo>
                <a:lnTo>
                  <a:pt x="109" y="9"/>
                </a:lnTo>
                <a:lnTo>
                  <a:pt x="109" y="8"/>
                </a:lnTo>
                <a:lnTo>
                  <a:pt x="110" y="8"/>
                </a:lnTo>
                <a:lnTo>
                  <a:pt x="109" y="7"/>
                </a:lnTo>
                <a:lnTo>
                  <a:pt x="109" y="6"/>
                </a:lnTo>
                <a:lnTo>
                  <a:pt x="108" y="6"/>
                </a:lnTo>
                <a:lnTo>
                  <a:pt x="107" y="5"/>
                </a:lnTo>
                <a:lnTo>
                  <a:pt x="106" y="5"/>
                </a:lnTo>
                <a:lnTo>
                  <a:pt x="106" y="4"/>
                </a:lnTo>
                <a:lnTo>
                  <a:pt x="105" y="3"/>
                </a:lnTo>
                <a:lnTo>
                  <a:pt x="104" y="3"/>
                </a:lnTo>
                <a:lnTo>
                  <a:pt x="104" y="3"/>
                </a:lnTo>
                <a:lnTo>
                  <a:pt x="103" y="3"/>
                </a:lnTo>
                <a:lnTo>
                  <a:pt x="102" y="4"/>
                </a:lnTo>
                <a:lnTo>
                  <a:pt x="102" y="4"/>
                </a:lnTo>
                <a:lnTo>
                  <a:pt x="100" y="6"/>
                </a:lnTo>
                <a:lnTo>
                  <a:pt x="99" y="6"/>
                </a:lnTo>
                <a:lnTo>
                  <a:pt x="100" y="7"/>
                </a:lnTo>
                <a:lnTo>
                  <a:pt x="100" y="8"/>
                </a:lnTo>
                <a:lnTo>
                  <a:pt x="99" y="7"/>
                </a:lnTo>
                <a:lnTo>
                  <a:pt x="97" y="8"/>
                </a:lnTo>
                <a:lnTo>
                  <a:pt x="96" y="7"/>
                </a:lnTo>
                <a:lnTo>
                  <a:pt x="95" y="10"/>
                </a:lnTo>
                <a:lnTo>
                  <a:pt x="94" y="10"/>
                </a:lnTo>
                <a:lnTo>
                  <a:pt x="94" y="10"/>
                </a:lnTo>
                <a:lnTo>
                  <a:pt x="93" y="10"/>
                </a:lnTo>
                <a:lnTo>
                  <a:pt x="93" y="10"/>
                </a:lnTo>
                <a:lnTo>
                  <a:pt x="92" y="10"/>
                </a:lnTo>
                <a:lnTo>
                  <a:pt x="91" y="10"/>
                </a:lnTo>
                <a:lnTo>
                  <a:pt x="90" y="10"/>
                </a:lnTo>
                <a:lnTo>
                  <a:pt x="93" y="13"/>
                </a:lnTo>
                <a:lnTo>
                  <a:pt x="93" y="13"/>
                </a:lnTo>
                <a:lnTo>
                  <a:pt x="92" y="14"/>
                </a:lnTo>
                <a:lnTo>
                  <a:pt x="93" y="14"/>
                </a:lnTo>
                <a:lnTo>
                  <a:pt x="94" y="15"/>
                </a:lnTo>
                <a:lnTo>
                  <a:pt x="93" y="16"/>
                </a:lnTo>
                <a:lnTo>
                  <a:pt x="94" y="16"/>
                </a:lnTo>
                <a:lnTo>
                  <a:pt x="94" y="17"/>
                </a:lnTo>
                <a:lnTo>
                  <a:pt x="94" y="18"/>
                </a:lnTo>
                <a:lnTo>
                  <a:pt x="96" y="19"/>
                </a:lnTo>
                <a:lnTo>
                  <a:pt x="97" y="20"/>
                </a:lnTo>
                <a:lnTo>
                  <a:pt x="96" y="20"/>
                </a:lnTo>
                <a:lnTo>
                  <a:pt x="96" y="22"/>
                </a:lnTo>
                <a:lnTo>
                  <a:pt x="96" y="22"/>
                </a:lnTo>
                <a:lnTo>
                  <a:pt x="95" y="23"/>
                </a:lnTo>
                <a:lnTo>
                  <a:pt x="92" y="23"/>
                </a:lnTo>
                <a:lnTo>
                  <a:pt x="91" y="24"/>
                </a:lnTo>
                <a:lnTo>
                  <a:pt x="92" y="26"/>
                </a:lnTo>
                <a:lnTo>
                  <a:pt x="91" y="27"/>
                </a:lnTo>
                <a:lnTo>
                  <a:pt x="90" y="25"/>
                </a:lnTo>
                <a:lnTo>
                  <a:pt x="89" y="27"/>
                </a:lnTo>
                <a:lnTo>
                  <a:pt x="86" y="28"/>
                </a:lnTo>
                <a:lnTo>
                  <a:pt x="85" y="30"/>
                </a:lnTo>
                <a:lnTo>
                  <a:pt x="84" y="29"/>
                </a:lnTo>
                <a:lnTo>
                  <a:pt x="84" y="28"/>
                </a:lnTo>
                <a:lnTo>
                  <a:pt x="84" y="27"/>
                </a:lnTo>
                <a:lnTo>
                  <a:pt x="83" y="26"/>
                </a:lnTo>
                <a:lnTo>
                  <a:pt x="83" y="26"/>
                </a:lnTo>
                <a:lnTo>
                  <a:pt x="85" y="25"/>
                </a:lnTo>
                <a:lnTo>
                  <a:pt x="85" y="23"/>
                </a:lnTo>
                <a:lnTo>
                  <a:pt x="87" y="22"/>
                </a:lnTo>
                <a:lnTo>
                  <a:pt x="86" y="21"/>
                </a:lnTo>
                <a:lnTo>
                  <a:pt x="86" y="20"/>
                </a:lnTo>
                <a:lnTo>
                  <a:pt x="86" y="19"/>
                </a:lnTo>
                <a:lnTo>
                  <a:pt x="85" y="18"/>
                </a:lnTo>
                <a:lnTo>
                  <a:pt x="85" y="19"/>
                </a:lnTo>
                <a:lnTo>
                  <a:pt x="84" y="19"/>
                </a:lnTo>
                <a:lnTo>
                  <a:pt x="83" y="20"/>
                </a:lnTo>
                <a:lnTo>
                  <a:pt x="83" y="21"/>
                </a:lnTo>
                <a:lnTo>
                  <a:pt x="82" y="22"/>
                </a:lnTo>
                <a:lnTo>
                  <a:pt x="81" y="23"/>
                </a:lnTo>
                <a:lnTo>
                  <a:pt x="81" y="24"/>
                </a:lnTo>
                <a:lnTo>
                  <a:pt x="83" y="25"/>
                </a:lnTo>
                <a:lnTo>
                  <a:pt x="82" y="27"/>
                </a:lnTo>
                <a:lnTo>
                  <a:pt x="81" y="28"/>
                </a:lnTo>
                <a:lnTo>
                  <a:pt x="81" y="29"/>
                </a:lnTo>
                <a:lnTo>
                  <a:pt x="81" y="29"/>
                </a:lnTo>
                <a:lnTo>
                  <a:pt x="78" y="27"/>
                </a:lnTo>
                <a:lnTo>
                  <a:pt x="76" y="26"/>
                </a:lnTo>
                <a:lnTo>
                  <a:pt x="76" y="28"/>
                </a:lnTo>
                <a:lnTo>
                  <a:pt x="74" y="26"/>
                </a:lnTo>
                <a:lnTo>
                  <a:pt x="72" y="25"/>
                </a:lnTo>
                <a:lnTo>
                  <a:pt x="71" y="26"/>
                </a:lnTo>
                <a:lnTo>
                  <a:pt x="71" y="27"/>
                </a:lnTo>
                <a:lnTo>
                  <a:pt x="72" y="29"/>
                </a:lnTo>
                <a:lnTo>
                  <a:pt x="71" y="29"/>
                </a:lnTo>
                <a:lnTo>
                  <a:pt x="71" y="30"/>
                </a:lnTo>
                <a:lnTo>
                  <a:pt x="72" y="31"/>
                </a:lnTo>
                <a:lnTo>
                  <a:pt x="72" y="31"/>
                </a:lnTo>
                <a:lnTo>
                  <a:pt x="72" y="32"/>
                </a:lnTo>
                <a:lnTo>
                  <a:pt x="71" y="32"/>
                </a:lnTo>
                <a:lnTo>
                  <a:pt x="71" y="33"/>
                </a:lnTo>
                <a:lnTo>
                  <a:pt x="72" y="34"/>
                </a:lnTo>
                <a:lnTo>
                  <a:pt x="73" y="35"/>
                </a:lnTo>
                <a:lnTo>
                  <a:pt x="73" y="38"/>
                </a:lnTo>
                <a:lnTo>
                  <a:pt x="71" y="39"/>
                </a:lnTo>
                <a:lnTo>
                  <a:pt x="70" y="39"/>
                </a:lnTo>
                <a:lnTo>
                  <a:pt x="67" y="40"/>
                </a:lnTo>
                <a:lnTo>
                  <a:pt x="66" y="40"/>
                </a:lnTo>
                <a:lnTo>
                  <a:pt x="64" y="39"/>
                </a:lnTo>
                <a:lnTo>
                  <a:pt x="62" y="38"/>
                </a:lnTo>
                <a:lnTo>
                  <a:pt x="63" y="40"/>
                </a:lnTo>
                <a:lnTo>
                  <a:pt x="62" y="40"/>
                </a:lnTo>
                <a:lnTo>
                  <a:pt x="62" y="40"/>
                </a:lnTo>
                <a:lnTo>
                  <a:pt x="61" y="42"/>
                </a:lnTo>
                <a:lnTo>
                  <a:pt x="60" y="41"/>
                </a:lnTo>
                <a:lnTo>
                  <a:pt x="58" y="38"/>
                </a:lnTo>
                <a:lnTo>
                  <a:pt x="57" y="37"/>
                </a:lnTo>
                <a:lnTo>
                  <a:pt x="57" y="38"/>
                </a:lnTo>
                <a:lnTo>
                  <a:pt x="57" y="36"/>
                </a:lnTo>
                <a:lnTo>
                  <a:pt x="56" y="37"/>
                </a:lnTo>
                <a:lnTo>
                  <a:pt x="54" y="37"/>
                </a:lnTo>
                <a:lnTo>
                  <a:pt x="53" y="40"/>
                </a:lnTo>
                <a:lnTo>
                  <a:pt x="53" y="39"/>
                </a:lnTo>
                <a:lnTo>
                  <a:pt x="52" y="39"/>
                </a:lnTo>
                <a:lnTo>
                  <a:pt x="51" y="38"/>
                </a:lnTo>
                <a:lnTo>
                  <a:pt x="52" y="37"/>
                </a:lnTo>
                <a:lnTo>
                  <a:pt x="52" y="34"/>
                </a:lnTo>
                <a:lnTo>
                  <a:pt x="51" y="33"/>
                </a:lnTo>
                <a:lnTo>
                  <a:pt x="50" y="33"/>
                </a:lnTo>
                <a:lnTo>
                  <a:pt x="51" y="32"/>
                </a:lnTo>
                <a:lnTo>
                  <a:pt x="49" y="32"/>
                </a:lnTo>
                <a:lnTo>
                  <a:pt x="49" y="31"/>
                </a:lnTo>
                <a:lnTo>
                  <a:pt x="48" y="29"/>
                </a:lnTo>
                <a:lnTo>
                  <a:pt x="48" y="31"/>
                </a:lnTo>
                <a:lnTo>
                  <a:pt x="47" y="32"/>
                </a:lnTo>
                <a:lnTo>
                  <a:pt x="46" y="31"/>
                </a:lnTo>
                <a:lnTo>
                  <a:pt x="45" y="32"/>
                </a:lnTo>
                <a:lnTo>
                  <a:pt x="46" y="33"/>
                </a:lnTo>
                <a:lnTo>
                  <a:pt x="45" y="35"/>
                </a:lnTo>
                <a:lnTo>
                  <a:pt x="44" y="36"/>
                </a:lnTo>
                <a:lnTo>
                  <a:pt x="44" y="35"/>
                </a:lnTo>
                <a:lnTo>
                  <a:pt x="42" y="35"/>
                </a:lnTo>
                <a:lnTo>
                  <a:pt x="41" y="34"/>
                </a:lnTo>
                <a:lnTo>
                  <a:pt x="38" y="32"/>
                </a:lnTo>
                <a:lnTo>
                  <a:pt x="36" y="33"/>
                </a:lnTo>
                <a:lnTo>
                  <a:pt x="36" y="30"/>
                </a:lnTo>
                <a:lnTo>
                  <a:pt x="35" y="29"/>
                </a:lnTo>
                <a:lnTo>
                  <a:pt x="34" y="29"/>
                </a:lnTo>
                <a:lnTo>
                  <a:pt x="33" y="28"/>
                </a:lnTo>
                <a:lnTo>
                  <a:pt x="32" y="27"/>
                </a:lnTo>
                <a:lnTo>
                  <a:pt x="32" y="28"/>
                </a:lnTo>
                <a:lnTo>
                  <a:pt x="29" y="26"/>
                </a:lnTo>
                <a:lnTo>
                  <a:pt x="28" y="24"/>
                </a:lnTo>
                <a:lnTo>
                  <a:pt x="28" y="23"/>
                </a:lnTo>
                <a:lnTo>
                  <a:pt x="27" y="23"/>
                </a:lnTo>
                <a:lnTo>
                  <a:pt x="28" y="21"/>
                </a:lnTo>
                <a:lnTo>
                  <a:pt x="27" y="20"/>
                </a:lnTo>
                <a:lnTo>
                  <a:pt x="27" y="18"/>
                </a:lnTo>
                <a:lnTo>
                  <a:pt x="25" y="17"/>
                </a:lnTo>
                <a:lnTo>
                  <a:pt x="26" y="15"/>
                </a:lnTo>
                <a:lnTo>
                  <a:pt x="25" y="15"/>
                </a:lnTo>
                <a:lnTo>
                  <a:pt x="25" y="14"/>
                </a:lnTo>
                <a:lnTo>
                  <a:pt x="26" y="14"/>
                </a:lnTo>
                <a:lnTo>
                  <a:pt x="24" y="12"/>
                </a:lnTo>
                <a:lnTo>
                  <a:pt x="23" y="11"/>
                </a:lnTo>
                <a:lnTo>
                  <a:pt x="23" y="11"/>
                </a:lnTo>
                <a:lnTo>
                  <a:pt x="22" y="9"/>
                </a:lnTo>
                <a:lnTo>
                  <a:pt x="22" y="10"/>
                </a:lnTo>
                <a:lnTo>
                  <a:pt x="21" y="9"/>
                </a:lnTo>
                <a:lnTo>
                  <a:pt x="22" y="8"/>
                </a:lnTo>
                <a:lnTo>
                  <a:pt x="22" y="7"/>
                </a:lnTo>
                <a:lnTo>
                  <a:pt x="22" y="6"/>
                </a:lnTo>
                <a:lnTo>
                  <a:pt x="22" y="5"/>
                </a:lnTo>
                <a:lnTo>
                  <a:pt x="22" y="5"/>
                </a:lnTo>
                <a:lnTo>
                  <a:pt x="22" y="4"/>
                </a:lnTo>
                <a:lnTo>
                  <a:pt x="18" y="4"/>
                </a:lnTo>
                <a:lnTo>
                  <a:pt x="16" y="3"/>
                </a:lnTo>
                <a:lnTo>
                  <a:pt x="15" y="3"/>
                </a:lnTo>
                <a:lnTo>
                  <a:pt x="14" y="1"/>
                </a:lnTo>
                <a:lnTo>
                  <a:pt x="13" y="1"/>
                </a:lnTo>
                <a:lnTo>
                  <a:pt x="11" y="0"/>
                </a:lnTo>
                <a:lnTo>
                  <a:pt x="10" y="2"/>
                </a:lnTo>
                <a:lnTo>
                  <a:pt x="8" y="2"/>
                </a:lnTo>
                <a:lnTo>
                  <a:pt x="9" y="4"/>
                </a:lnTo>
                <a:lnTo>
                  <a:pt x="8" y="5"/>
                </a:lnTo>
                <a:lnTo>
                  <a:pt x="8" y="6"/>
                </a:lnTo>
                <a:lnTo>
                  <a:pt x="7" y="7"/>
                </a:lnTo>
                <a:lnTo>
                  <a:pt x="7" y="7"/>
                </a:lnTo>
                <a:lnTo>
                  <a:pt x="4" y="7"/>
                </a:lnTo>
                <a:lnTo>
                  <a:pt x="3" y="7"/>
                </a:lnTo>
                <a:lnTo>
                  <a:pt x="3" y="8"/>
                </a:lnTo>
                <a:lnTo>
                  <a:pt x="2" y="8"/>
                </a:lnTo>
                <a:lnTo>
                  <a:pt x="3" y="10"/>
                </a:lnTo>
                <a:lnTo>
                  <a:pt x="3" y="12"/>
                </a:lnTo>
                <a:lnTo>
                  <a:pt x="3" y="14"/>
                </a:lnTo>
                <a:lnTo>
                  <a:pt x="3" y="14"/>
                </a:lnTo>
                <a:lnTo>
                  <a:pt x="5" y="14"/>
                </a:lnTo>
                <a:lnTo>
                  <a:pt x="4" y="16"/>
                </a:lnTo>
                <a:lnTo>
                  <a:pt x="5" y="17"/>
                </a:lnTo>
                <a:lnTo>
                  <a:pt x="6" y="17"/>
                </a:lnTo>
                <a:lnTo>
                  <a:pt x="9" y="19"/>
                </a:lnTo>
                <a:lnTo>
                  <a:pt x="7" y="20"/>
                </a:lnTo>
                <a:lnTo>
                  <a:pt x="6" y="20"/>
                </a:lnTo>
                <a:lnTo>
                  <a:pt x="6" y="22"/>
                </a:lnTo>
                <a:lnTo>
                  <a:pt x="3" y="24"/>
                </a:lnTo>
                <a:lnTo>
                  <a:pt x="3" y="25"/>
                </a:lnTo>
                <a:lnTo>
                  <a:pt x="4" y="25"/>
                </a:lnTo>
                <a:lnTo>
                  <a:pt x="4" y="27"/>
                </a:lnTo>
                <a:lnTo>
                  <a:pt x="3" y="27"/>
                </a:lnTo>
                <a:lnTo>
                  <a:pt x="4" y="28"/>
                </a:lnTo>
                <a:lnTo>
                  <a:pt x="1" y="28"/>
                </a:lnTo>
                <a:lnTo>
                  <a:pt x="0" y="30"/>
                </a:lnTo>
                <a:lnTo>
                  <a:pt x="1" y="30"/>
                </a:lnTo>
                <a:lnTo>
                  <a:pt x="1" y="32"/>
                </a:lnTo>
                <a:lnTo>
                  <a:pt x="1" y="34"/>
                </a:lnTo>
                <a:lnTo>
                  <a:pt x="3" y="36"/>
                </a:lnTo>
                <a:lnTo>
                  <a:pt x="5" y="36"/>
                </a:lnTo>
                <a:lnTo>
                  <a:pt x="5" y="37"/>
                </a:lnTo>
                <a:lnTo>
                  <a:pt x="6" y="38"/>
                </a:lnTo>
                <a:lnTo>
                  <a:pt x="11" y="40"/>
                </a:lnTo>
                <a:lnTo>
                  <a:pt x="16" y="43"/>
                </a:lnTo>
                <a:lnTo>
                  <a:pt x="15" y="46"/>
                </a:lnTo>
                <a:lnTo>
                  <a:pt x="16" y="47"/>
                </a:lnTo>
                <a:lnTo>
                  <a:pt x="17" y="49"/>
                </a:lnTo>
                <a:lnTo>
                  <a:pt x="19" y="51"/>
                </a:lnTo>
                <a:lnTo>
                  <a:pt x="19" y="53"/>
                </a:lnTo>
                <a:lnTo>
                  <a:pt x="18" y="54"/>
                </a:lnTo>
                <a:lnTo>
                  <a:pt x="19" y="55"/>
                </a:lnTo>
                <a:lnTo>
                  <a:pt x="18" y="55"/>
                </a:lnTo>
                <a:lnTo>
                  <a:pt x="20" y="57"/>
                </a:lnTo>
                <a:lnTo>
                  <a:pt x="20" y="58"/>
                </a:lnTo>
                <a:lnTo>
                  <a:pt x="21" y="58"/>
                </a:lnTo>
                <a:lnTo>
                  <a:pt x="21" y="59"/>
                </a:lnTo>
                <a:lnTo>
                  <a:pt x="22" y="61"/>
                </a:lnTo>
                <a:lnTo>
                  <a:pt x="26" y="65"/>
                </a:lnTo>
                <a:lnTo>
                  <a:pt x="27" y="66"/>
                </a:lnTo>
                <a:lnTo>
                  <a:pt x="24" y="69"/>
                </a:lnTo>
                <a:lnTo>
                  <a:pt x="23" y="67"/>
                </a:lnTo>
                <a:lnTo>
                  <a:pt x="22" y="67"/>
                </a:lnTo>
                <a:lnTo>
                  <a:pt x="22" y="68"/>
                </a:lnTo>
                <a:lnTo>
                  <a:pt x="21" y="69"/>
                </a:lnTo>
                <a:lnTo>
                  <a:pt x="22" y="69"/>
                </a:lnTo>
                <a:lnTo>
                  <a:pt x="21" y="70"/>
                </a:lnTo>
                <a:lnTo>
                  <a:pt x="22" y="71"/>
                </a:lnTo>
                <a:lnTo>
                  <a:pt x="23" y="73"/>
                </a:lnTo>
                <a:lnTo>
                  <a:pt x="25" y="75"/>
                </a:lnTo>
                <a:lnTo>
                  <a:pt x="24" y="77"/>
                </a:lnTo>
                <a:lnTo>
                  <a:pt x="24" y="77"/>
                </a:lnTo>
                <a:lnTo>
                  <a:pt x="25" y="78"/>
                </a:lnTo>
                <a:lnTo>
                  <a:pt x="26" y="80"/>
                </a:lnTo>
                <a:lnTo>
                  <a:pt x="27" y="80"/>
                </a:lnTo>
                <a:lnTo>
                  <a:pt x="27" y="81"/>
                </a:lnTo>
                <a:lnTo>
                  <a:pt x="26" y="82"/>
                </a:lnTo>
                <a:lnTo>
                  <a:pt x="26" y="84"/>
                </a:lnTo>
                <a:lnTo>
                  <a:pt x="27" y="84"/>
                </a:lnTo>
                <a:lnTo>
                  <a:pt x="26" y="86"/>
                </a:lnTo>
                <a:lnTo>
                  <a:pt x="27" y="87"/>
                </a:lnTo>
                <a:lnTo>
                  <a:pt x="27" y="90"/>
                </a:lnTo>
                <a:lnTo>
                  <a:pt x="27" y="91"/>
                </a:lnTo>
                <a:lnTo>
                  <a:pt x="27" y="92"/>
                </a:lnTo>
                <a:lnTo>
                  <a:pt x="27" y="93"/>
                </a:lnTo>
                <a:lnTo>
                  <a:pt x="27" y="93"/>
                </a:lnTo>
                <a:lnTo>
                  <a:pt x="28" y="96"/>
                </a:lnTo>
                <a:lnTo>
                  <a:pt x="28" y="99"/>
                </a:lnTo>
                <a:lnTo>
                  <a:pt x="27" y="101"/>
                </a:lnTo>
                <a:lnTo>
                  <a:pt x="26" y="105"/>
                </a:lnTo>
                <a:lnTo>
                  <a:pt x="27" y="106"/>
                </a:lnTo>
                <a:lnTo>
                  <a:pt x="27" y="107"/>
                </a:lnTo>
                <a:lnTo>
                  <a:pt x="28" y="113"/>
                </a:lnTo>
                <a:lnTo>
                  <a:pt x="28" y="115"/>
                </a:lnTo>
                <a:lnTo>
                  <a:pt x="28" y="117"/>
                </a:lnTo>
                <a:lnTo>
                  <a:pt x="28" y="122"/>
                </a:lnTo>
                <a:lnTo>
                  <a:pt x="27" y="124"/>
                </a:lnTo>
                <a:lnTo>
                  <a:pt x="28" y="126"/>
                </a:lnTo>
                <a:lnTo>
                  <a:pt x="28" y="127"/>
                </a:lnTo>
                <a:lnTo>
                  <a:pt x="29" y="130"/>
                </a:lnTo>
                <a:lnTo>
                  <a:pt x="28" y="130"/>
                </a:lnTo>
                <a:lnTo>
                  <a:pt x="29" y="132"/>
                </a:lnTo>
                <a:lnTo>
                  <a:pt x="29" y="133"/>
                </a:lnTo>
                <a:lnTo>
                  <a:pt x="28" y="133"/>
                </a:lnTo>
                <a:lnTo>
                  <a:pt x="29" y="136"/>
                </a:lnTo>
                <a:lnTo>
                  <a:pt x="30" y="137"/>
                </a:lnTo>
                <a:lnTo>
                  <a:pt x="31" y="138"/>
                </a:lnTo>
                <a:lnTo>
                  <a:pt x="32" y="139"/>
                </a:lnTo>
                <a:lnTo>
                  <a:pt x="33" y="137"/>
                </a:lnTo>
                <a:lnTo>
                  <a:pt x="32" y="136"/>
                </a:lnTo>
                <a:lnTo>
                  <a:pt x="33" y="134"/>
                </a:lnTo>
                <a:lnTo>
                  <a:pt x="33" y="133"/>
                </a:lnTo>
                <a:lnTo>
                  <a:pt x="33" y="133"/>
                </a:lnTo>
                <a:lnTo>
                  <a:pt x="33" y="132"/>
                </a:lnTo>
                <a:lnTo>
                  <a:pt x="33" y="131"/>
                </a:lnTo>
                <a:lnTo>
                  <a:pt x="34" y="131"/>
                </a:lnTo>
                <a:lnTo>
                  <a:pt x="34" y="130"/>
                </a:lnTo>
                <a:lnTo>
                  <a:pt x="35" y="129"/>
                </a:lnTo>
                <a:lnTo>
                  <a:pt x="36" y="129"/>
                </a:lnTo>
                <a:lnTo>
                  <a:pt x="36" y="128"/>
                </a:lnTo>
                <a:lnTo>
                  <a:pt x="36" y="127"/>
                </a:lnTo>
                <a:lnTo>
                  <a:pt x="37" y="127"/>
                </a:lnTo>
                <a:lnTo>
                  <a:pt x="38" y="125"/>
                </a:lnTo>
                <a:lnTo>
                  <a:pt x="39" y="125"/>
                </a:lnTo>
                <a:lnTo>
                  <a:pt x="40" y="124"/>
                </a:lnTo>
                <a:lnTo>
                  <a:pt x="40" y="126"/>
                </a:lnTo>
                <a:lnTo>
                  <a:pt x="40" y="128"/>
                </a:lnTo>
                <a:lnTo>
                  <a:pt x="41" y="128"/>
                </a:lnTo>
                <a:lnTo>
                  <a:pt x="42" y="129"/>
                </a:lnTo>
                <a:lnTo>
                  <a:pt x="42" y="130"/>
                </a:lnTo>
                <a:lnTo>
                  <a:pt x="42" y="129"/>
                </a:lnTo>
                <a:lnTo>
                  <a:pt x="42" y="130"/>
                </a:lnTo>
                <a:lnTo>
                  <a:pt x="43" y="130"/>
                </a:lnTo>
                <a:lnTo>
                  <a:pt x="44" y="132"/>
                </a:lnTo>
                <a:lnTo>
                  <a:pt x="44" y="133"/>
                </a:lnTo>
                <a:lnTo>
                  <a:pt x="46" y="134"/>
                </a:lnTo>
                <a:lnTo>
                  <a:pt x="46" y="136"/>
                </a:lnTo>
                <a:lnTo>
                  <a:pt x="48" y="137"/>
                </a:lnTo>
                <a:lnTo>
                  <a:pt x="47" y="138"/>
                </a:lnTo>
                <a:lnTo>
                  <a:pt x="48" y="138"/>
                </a:lnTo>
                <a:lnTo>
                  <a:pt x="47" y="139"/>
                </a:lnTo>
                <a:lnTo>
                  <a:pt x="46" y="139"/>
                </a:lnTo>
                <a:lnTo>
                  <a:pt x="46" y="140"/>
                </a:lnTo>
                <a:lnTo>
                  <a:pt x="45" y="140"/>
                </a:lnTo>
                <a:lnTo>
                  <a:pt x="45" y="141"/>
                </a:lnTo>
                <a:lnTo>
                  <a:pt x="46" y="143"/>
                </a:lnTo>
                <a:lnTo>
                  <a:pt x="47" y="144"/>
                </a:lnTo>
                <a:lnTo>
                  <a:pt x="48" y="146"/>
                </a:lnTo>
                <a:lnTo>
                  <a:pt x="47" y="146"/>
                </a:lnTo>
                <a:lnTo>
                  <a:pt x="48" y="147"/>
                </a:lnTo>
                <a:lnTo>
                  <a:pt x="50" y="147"/>
                </a:lnTo>
                <a:lnTo>
                  <a:pt x="50" y="149"/>
                </a:lnTo>
                <a:lnTo>
                  <a:pt x="50" y="149"/>
                </a:lnTo>
                <a:lnTo>
                  <a:pt x="50" y="150"/>
                </a:lnTo>
                <a:lnTo>
                  <a:pt x="50" y="151"/>
                </a:lnTo>
                <a:lnTo>
                  <a:pt x="53" y="147"/>
                </a:lnTo>
                <a:lnTo>
                  <a:pt x="54" y="148"/>
                </a:lnTo>
                <a:lnTo>
                  <a:pt x="55" y="149"/>
                </a:lnTo>
                <a:lnTo>
                  <a:pt x="56" y="148"/>
                </a:lnTo>
                <a:lnTo>
                  <a:pt x="57" y="146"/>
                </a:lnTo>
                <a:lnTo>
                  <a:pt x="58" y="146"/>
                </a:lnTo>
                <a:lnTo>
                  <a:pt x="58" y="148"/>
                </a:lnTo>
                <a:lnTo>
                  <a:pt x="58" y="149"/>
                </a:lnTo>
                <a:lnTo>
                  <a:pt x="59" y="150"/>
                </a:lnTo>
                <a:lnTo>
                  <a:pt x="59" y="152"/>
                </a:lnTo>
                <a:lnTo>
                  <a:pt x="61" y="152"/>
                </a:lnTo>
                <a:lnTo>
                  <a:pt x="60" y="153"/>
                </a:lnTo>
                <a:lnTo>
                  <a:pt x="61" y="153"/>
                </a:lnTo>
                <a:lnTo>
                  <a:pt x="62" y="156"/>
                </a:lnTo>
                <a:lnTo>
                  <a:pt x="61" y="157"/>
                </a:lnTo>
                <a:lnTo>
                  <a:pt x="62" y="157"/>
                </a:lnTo>
                <a:lnTo>
                  <a:pt x="64" y="160"/>
                </a:lnTo>
                <a:lnTo>
                  <a:pt x="64" y="162"/>
                </a:lnTo>
                <a:lnTo>
                  <a:pt x="65" y="163"/>
                </a:lnTo>
                <a:lnTo>
                  <a:pt x="66" y="163"/>
                </a:lnTo>
                <a:close/>
              </a:path>
            </a:pathLst>
          </a:custGeom>
          <a:solidFill>
            <a:srgbClr val="7FA8D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3747898" y="4994116"/>
            <a:ext cx="769560" cy="673365"/>
          </a:xfrm>
          <a:custGeom>
            <a:avLst/>
            <a:gdLst/>
            <a:ahLst/>
            <a:cxnLst/>
            <a:rect l="l" t="t" r="r" b="b"/>
            <a:pathLst>
              <a:path w="120" h="105">
                <a:moveTo>
                  <a:pt x="113" y="15"/>
                </a:moveTo>
                <a:lnTo>
                  <a:pt x="111" y="16"/>
                </a:lnTo>
                <a:lnTo>
                  <a:pt x="110" y="17"/>
                </a:lnTo>
                <a:lnTo>
                  <a:pt x="111" y="19"/>
                </a:lnTo>
                <a:lnTo>
                  <a:pt x="110" y="20"/>
                </a:lnTo>
                <a:lnTo>
                  <a:pt x="109" y="21"/>
                </a:lnTo>
                <a:lnTo>
                  <a:pt x="110" y="22"/>
                </a:lnTo>
                <a:lnTo>
                  <a:pt x="109" y="23"/>
                </a:lnTo>
                <a:lnTo>
                  <a:pt x="108" y="22"/>
                </a:lnTo>
                <a:lnTo>
                  <a:pt x="108" y="23"/>
                </a:lnTo>
                <a:lnTo>
                  <a:pt x="106" y="23"/>
                </a:lnTo>
                <a:lnTo>
                  <a:pt x="106" y="22"/>
                </a:lnTo>
                <a:lnTo>
                  <a:pt x="105" y="22"/>
                </a:lnTo>
                <a:lnTo>
                  <a:pt x="104" y="21"/>
                </a:lnTo>
                <a:lnTo>
                  <a:pt x="103" y="22"/>
                </a:lnTo>
                <a:lnTo>
                  <a:pt x="102" y="22"/>
                </a:lnTo>
                <a:lnTo>
                  <a:pt x="102" y="21"/>
                </a:lnTo>
                <a:lnTo>
                  <a:pt x="103" y="20"/>
                </a:lnTo>
                <a:lnTo>
                  <a:pt x="103" y="18"/>
                </a:lnTo>
                <a:lnTo>
                  <a:pt x="103" y="18"/>
                </a:lnTo>
                <a:lnTo>
                  <a:pt x="103" y="17"/>
                </a:lnTo>
                <a:lnTo>
                  <a:pt x="102" y="16"/>
                </a:lnTo>
                <a:lnTo>
                  <a:pt x="100" y="17"/>
                </a:lnTo>
                <a:lnTo>
                  <a:pt x="101" y="18"/>
                </a:lnTo>
                <a:lnTo>
                  <a:pt x="101" y="19"/>
                </a:lnTo>
                <a:lnTo>
                  <a:pt x="101" y="19"/>
                </a:lnTo>
                <a:lnTo>
                  <a:pt x="100" y="20"/>
                </a:lnTo>
                <a:lnTo>
                  <a:pt x="99" y="19"/>
                </a:lnTo>
                <a:lnTo>
                  <a:pt x="99" y="18"/>
                </a:lnTo>
                <a:lnTo>
                  <a:pt x="100" y="18"/>
                </a:lnTo>
                <a:lnTo>
                  <a:pt x="100" y="17"/>
                </a:lnTo>
                <a:lnTo>
                  <a:pt x="99" y="15"/>
                </a:lnTo>
                <a:lnTo>
                  <a:pt x="100" y="15"/>
                </a:lnTo>
                <a:lnTo>
                  <a:pt x="100" y="14"/>
                </a:lnTo>
                <a:lnTo>
                  <a:pt x="100" y="13"/>
                </a:lnTo>
                <a:lnTo>
                  <a:pt x="99" y="12"/>
                </a:lnTo>
                <a:lnTo>
                  <a:pt x="97" y="13"/>
                </a:lnTo>
                <a:lnTo>
                  <a:pt x="94" y="12"/>
                </a:lnTo>
                <a:lnTo>
                  <a:pt x="95" y="9"/>
                </a:lnTo>
                <a:lnTo>
                  <a:pt x="94" y="9"/>
                </a:lnTo>
                <a:lnTo>
                  <a:pt x="94" y="7"/>
                </a:lnTo>
                <a:lnTo>
                  <a:pt x="94" y="6"/>
                </a:lnTo>
                <a:lnTo>
                  <a:pt x="94" y="6"/>
                </a:lnTo>
                <a:lnTo>
                  <a:pt x="93" y="4"/>
                </a:lnTo>
                <a:lnTo>
                  <a:pt x="93" y="3"/>
                </a:lnTo>
                <a:lnTo>
                  <a:pt x="93" y="3"/>
                </a:lnTo>
                <a:lnTo>
                  <a:pt x="92" y="4"/>
                </a:lnTo>
                <a:lnTo>
                  <a:pt x="91" y="3"/>
                </a:lnTo>
                <a:lnTo>
                  <a:pt x="90" y="4"/>
                </a:lnTo>
                <a:lnTo>
                  <a:pt x="89" y="3"/>
                </a:lnTo>
                <a:lnTo>
                  <a:pt x="88" y="4"/>
                </a:lnTo>
                <a:lnTo>
                  <a:pt x="86" y="4"/>
                </a:lnTo>
                <a:lnTo>
                  <a:pt x="86" y="5"/>
                </a:lnTo>
                <a:lnTo>
                  <a:pt x="85" y="5"/>
                </a:lnTo>
                <a:lnTo>
                  <a:pt x="85" y="6"/>
                </a:lnTo>
                <a:lnTo>
                  <a:pt x="84" y="5"/>
                </a:lnTo>
                <a:lnTo>
                  <a:pt x="84" y="4"/>
                </a:lnTo>
                <a:lnTo>
                  <a:pt x="83" y="4"/>
                </a:lnTo>
                <a:lnTo>
                  <a:pt x="84" y="2"/>
                </a:lnTo>
                <a:lnTo>
                  <a:pt x="82" y="0"/>
                </a:lnTo>
                <a:lnTo>
                  <a:pt x="81" y="2"/>
                </a:lnTo>
                <a:lnTo>
                  <a:pt x="81" y="1"/>
                </a:lnTo>
                <a:lnTo>
                  <a:pt x="79" y="2"/>
                </a:lnTo>
                <a:lnTo>
                  <a:pt x="79" y="0"/>
                </a:lnTo>
                <a:lnTo>
                  <a:pt x="77" y="1"/>
                </a:lnTo>
                <a:lnTo>
                  <a:pt x="76" y="1"/>
                </a:lnTo>
                <a:lnTo>
                  <a:pt x="75" y="1"/>
                </a:lnTo>
                <a:lnTo>
                  <a:pt x="76" y="2"/>
                </a:lnTo>
                <a:lnTo>
                  <a:pt x="76" y="2"/>
                </a:lnTo>
                <a:lnTo>
                  <a:pt x="76" y="3"/>
                </a:lnTo>
                <a:lnTo>
                  <a:pt x="75" y="3"/>
                </a:lnTo>
                <a:lnTo>
                  <a:pt x="75" y="4"/>
                </a:lnTo>
                <a:lnTo>
                  <a:pt x="75" y="5"/>
                </a:lnTo>
                <a:lnTo>
                  <a:pt x="76" y="6"/>
                </a:lnTo>
                <a:lnTo>
                  <a:pt x="75" y="9"/>
                </a:lnTo>
                <a:lnTo>
                  <a:pt x="74" y="9"/>
                </a:lnTo>
                <a:lnTo>
                  <a:pt x="74" y="10"/>
                </a:lnTo>
                <a:lnTo>
                  <a:pt x="73" y="10"/>
                </a:lnTo>
                <a:lnTo>
                  <a:pt x="73" y="11"/>
                </a:lnTo>
                <a:lnTo>
                  <a:pt x="72" y="10"/>
                </a:lnTo>
                <a:lnTo>
                  <a:pt x="72" y="9"/>
                </a:lnTo>
                <a:lnTo>
                  <a:pt x="72" y="9"/>
                </a:lnTo>
                <a:lnTo>
                  <a:pt x="72" y="9"/>
                </a:lnTo>
                <a:lnTo>
                  <a:pt x="72" y="8"/>
                </a:lnTo>
                <a:lnTo>
                  <a:pt x="71" y="8"/>
                </a:lnTo>
                <a:lnTo>
                  <a:pt x="68" y="8"/>
                </a:lnTo>
                <a:lnTo>
                  <a:pt x="68" y="8"/>
                </a:lnTo>
                <a:lnTo>
                  <a:pt x="67" y="9"/>
                </a:lnTo>
                <a:lnTo>
                  <a:pt x="68" y="10"/>
                </a:lnTo>
                <a:lnTo>
                  <a:pt x="67" y="11"/>
                </a:lnTo>
                <a:lnTo>
                  <a:pt x="66" y="10"/>
                </a:lnTo>
                <a:lnTo>
                  <a:pt x="64" y="11"/>
                </a:lnTo>
                <a:lnTo>
                  <a:pt x="65" y="12"/>
                </a:lnTo>
                <a:lnTo>
                  <a:pt x="66" y="12"/>
                </a:lnTo>
                <a:lnTo>
                  <a:pt x="65" y="14"/>
                </a:lnTo>
                <a:lnTo>
                  <a:pt x="65" y="14"/>
                </a:lnTo>
                <a:lnTo>
                  <a:pt x="64" y="15"/>
                </a:lnTo>
                <a:lnTo>
                  <a:pt x="64" y="14"/>
                </a:lnTo>
                <a:lnTo>
                  <a:pt x="63" y="14"/>
                </a:lnTo>
                <a:lnTo>
                  <a:pt x="63" y="15"/>
                </a:lnTo>
                <a:lnTo>
                  <a:pt x="63" y="16"/>
                </a:lnTo>
                <a:lnTo>
                  <a:pt x="62" y="16"/>
                </a:lnTo>
                <a:lnTo>
                  <a:pt x="63" y="18"/>
                </a:lnTo>
                <a:lnTo>
                  <a:pt x="62" y="18"/>
                </a:lnTo>
                <a:lnTo>
                  <a:pt x="62" y="17"/>
                </a:lnTo>
                <a:lnTo>
                  <a:pt x="61" y="17"/>
                </a:lnTo>
                <a:lnTo>
                  <a:pt x="59" y="17"/>
                </a:lnTo>
                <a:lnTo>
                  <a:pt x="59" y="16"/>
                </a:lnTo>
                <a:lnTo>
                  <a:pt x="60" y="16"/>
                </a:lnTo>
                <a:lnTo>
                  <a:pt x="60" y="15"/>
                </a:lnTo>
                <a:lnTo>
                  <a:pt x="61" y="14"/>
                </a:lnTo>
                <a:lnTo>
                  <a:pt x="60" y="14"/>
                </a:lnTo>
                <a:lnTo>
                  <a:pt x="61" y="13"/>
                </a:lnTo>
                <a:lnTo>
                  <a:pt x="60" y="13"/>
                </a:lnTo>
                <a:lnTo>
                  <a:pt x="60" y="13"/>
                </a:lnTo>
                <a:lnTo>
                  <a:pt x="60" y="12"/>
                </a:lnTo>
                <a:lnTo>
                  <a:pt x="59" y="12"/>
                </a:lnTo>
                <a:lnTo>
                  <a:pt x="59" y="11"/>
                </a:lnTo>
                <a:lnTo>
                  <a:pt x="57" y="9"/>
                </a:lnTo>
                <a:lnTo>
                  <a:pt x="57" y="10"/>
                </a:lnTo>
                <a:lnTo>
                  <a:pt x="57" y="11"/>
                </a:lnTo>
                <a:lnTo>
                  <a:pt x="59" y="13"/>
                </a:lnTo>
                <a:lnTo>
                  <a:pt x="58" y="13"/>
                </a:lnTo>
                <a:lnTo>
                  <a:pt x="58" y="15"/>
                </a:lnTo>
                <a:lnTo>
                  <a:pt x="57" y="15"/>
                </a:lnTo>
                <a:lnTo>
                  <a:pt x="58" y="16"/>
                </a:lnTo>
                <a:lnTo>
                  <a:pt x="58" y="16"/>
                </a:lnTo>
                <a:lnTo>
                  <a:pt x="56" y="15"/>
                </a:lnTo>
                <a:lnTo>
                  <a:pt x="56" y="16"/>
                </a:lnTo>
                <a:lnTo>
                  <a:pt x="56" y="17"/>
                </a:lnTo>
                <a:lnTo>
                  <a:pt x="55" y="18"/>
                </a:lnTo>
                <a:lnTo>
                  <a:pt x="54" y="17"/>
                </a:lnTo>
                <a:lnTo>
                  <a:pt x="54" y="16"/>
                </a:lnTo>
                <a:lnTo>
                  <a:pt x="53" y="16"/>
                </a:lnTo>
                <a:lnTo>
                  <a:pt x="52" y="15"/>
                </a:lnTo>
                <a:lnTo>
                  <a:pt x="51" y="14"/>
                </a:lnTo>
                <a:lnTo>
                  <a:pt x="50" y="14"/>
                </a:lnTo>
                <a:lnTo>
                  <a:pt x="50" y="13"/>
                </a:lnTo>
                <a:lnTo>
                  <a:pt x="49" y="13"/>
                </a:lnTo>
                <a:lnTo>
                  <a:pt x="48" y="11"/>
                </a:lnTo>
                <a:lnTo>
                  <a:pt x="47" y="11"/>
                </a:lnTo>
                <a:lnTo>
                  <a:pt x="47" y="13"/>
                </a:lnTo>
                <a:lnTo>
                  <a:pt x="46" y="13"/>
                </a:lnTo>
                <a:lnTo>
                  <a:pt x="46" y="15"/>
                </a:lnTo>
                <a:lnTo>
                  <a:pt x="44" y="15"/>
                </a:lnTo>
                <a:lnTo>
                  <a:pt x="43" y="15"/>
                </a:lnTo>
                <a:lnTo>
                  <a:pt x="43" y="14"/>
                </a:lnTo>
                <a:lnTo>
                  <a:pt x="42" y="15"/>
                </a:lnTo>
                <a:lnTo>
                  <a:pt x="42" y="16"/>
                </a:lnTo>
                <a:lnTo>
                  <a:pt x="41" y="17"/>
                </a:lnTo>
                <a:lnTo>
                  <a:pt x="41" y="18"/>
                </a:lnTo>
                <a:lnTo>
                  <a:pt x="41" y="19"/>
                </a:lnTo>
                <a:lnTo>
                  <a:pt x="41" y="20"/>
                </a:lnTo>
                <a:lnTo>
                  <a:pt x="41" y="21"/>
                </a:lnTo>
                <a:lnTo>
                  <a:pt x="43" y="22"/>
                </a:lnTo>
                <a:lnTo>
                  <a:pt x="43" y="21"/>
                </a:lnTo>
                <a:lnTo>
                  <a:pt x="44" y="21"/>
                </a:lnTo>
                <a:lnTo>
                  <a:pt x="45" y="21"/>
                </a:lnTo>
                <a:lnTo>
                  <a:pt x="45" y="23"/>
                </a:lnTo>
                <a:lnTo>
                  <a:pt x="46" y="23"/>
                </a:lnTo>
                <a:lnTo>
                  <a:pt x="45" y="25"/>
                </a:lnTo>
                <a:lnTo>
                  <a:pt x="46" y="26"/>
                </a:lnTo>
                <a:lnTo>
                  <a:pt x="47" y="25"/>
                </a:lnTo>
                <a:lnTo>
                  <a:pt x="48" y="26"/>
                </a:lnTo>
                <a:lnTo>
                  <a:pt x="50" y="25"/>
                </a:lnTo>
                <a:lnTo>
                  <a:pt x="51" y="25"/>
                </a:lnTo>
                <a:lnTo>
                  <a:pt x="52" y="25"/>
                </a:lnTo>
                <a:lnTo>
                  <a:pt x="54" y="27"/>
                </a:lnTo>
                <a:lnTo>
                  <a:pt x="53" y="28"/>
                </a:lnTo>
                <a:lnTo>
                  <a:pt x="54" y="28"/>
                </a:lnTo>
                <a:lnTo>
                  <a:pt x="55" y="29"/>
                </a:lnTo>
                <a:lnTo>
                  <a:pt x="54" y="30"/>
                </a:lnTo>
                <a:lnTo>
                  <a:pt x="54" y="31"/>
                </a:lnTo>
                <a:lnTo>
                  <a:pt x="55" y="31"/>
                </a:lnTo>
                <a:lnTo>
                  <a:pt x="55" y="31"/>
                </a:lnTo>
                <a:lnTo>
                  <a:pt x="54" y="33"/>
                </a:lnTo>
                <a:lnTo>
                  <a:pt x="53" y="33"/>
                </a:lnTo>
                <a:lnTo>
                  <a:pt x="52" y="34"/>
                </a:lnTo>
                <a:lnTo>
                  <a:pt x="51" y="33"/>
                </a:lnTo>
                <a:lnTo>
                  <a:pt x="50" y="33"/>
                </a:lnTo>
                <a:lnTo>
                  <a:pt x="49" y="34"/>
                </a:lnTo>
                <a:lnTo>
                  <a:pt x="47" y="34"/>
                </a:lnTo>
                <a:lnTo>
                  <a:pt x="47" y="34"/>
                </a:lnTo>
                <a:lnTo>
                  <a:pt x="46" y="34"/>
                </a:lnTo>
                <a:lnTo>
                  <a:pt x="45" y="35"/>
                </a:lnTo>
                <a:lnTo>
                  <a:pt x="44" y="35"/>
                </a:lnTo>
                <a:lnTo>
                  <a:pt x="43" y="35"/>
                </a:lnTo>
                <a:lnTo>
                  <a:pt x="43" y="35"/>
                </a:lnTo>
                <a:lnTo>
                  <a:pt x="41" y="36"/>
                </a:lnTo>
                <a:lnTo>
                  <a:pt x="40" y="35"/>
                </a:lnTo>
                <a:lnTo>
                  <a:pt x="40" y="35"/>
                </a:lnTo>
                <a:lnTo>
                  <a:pt x="39" y="34"/>
                </a:lnTo>
                <a:lnTo>
                  <a:pt x="37" y="33"/>
                </a:lnTo>
                <a:lnTo>
                  <a:pt x="35" y="34"/>
                </a:lnTo>
                <a:lnTo>
                  <a:pt x="35" y="35"/>
                </a:lnTo>
                <a:lnTo>
                  <a:pt x="34" y="37"/>
                </a:lnTo>
                <a:lnTo>
                  <a:pt x="33" y="39"/>
                </a:lnTo>
                <a:lnTo>
                  <a:pt x="34" y="39"/>
                </a:lnTo>
                <a:lnTo>
                  <a:pt x="33" y="40"/>
                </a:lnTo>
                <a:lnTo>
                  <a:pt x="33" y="41"/>
                </a:lnTo>
                <a:lnTo>
                  <a:pt x="32" y="43"/>
                </a:lnTo>
                <a:lnTo>
                  <a:pt x="32" y="42"/>
                </a:lnTo>
                <a:lnTo>
                  <a:pt x="30" y="42"/>
                </a:lnTo>
                <a:lnTo>
                  <a:pt x="26" y="44"/>
                </a:lnTo>
                <a:lnTo>
                  <a:pt x="25" y="44"/>
                </a:lnTo>
                <a:lnTo>
                  <a:pt x="26" y="43"/>
                </a:lnTo>
                <a:lnTo>
                  <a:pt x="25" y="43"/>
                </a:lnTo>
                <a:lnTo>
                  <a:pt x="24" y="44"/>
                </a:lnTo>
                <a:lnTo>
                  <a:pt x="23" y="43"/>
                </a:lnTo>
                <a:lnTo>
                  <a:pt x="21" y="44"/>
                </a:lnTo>
                <a:lnTo>
                  <a:pt x="20" y="43"/>
                </a:lnTo>
                <a:lnTo>
                  <a:pt x="19" y="44"/>
                </a:lnTo>
                <a:lnTo>
                  <a:pt x="18" y="42"/>
                </a:lnTo>
                <a:lnTo>
                  <a:pt x="16" y="40"/>
                </a:lnTo>
                <a:lnTo>
                  <a:pt x="13" y="43"/>
                </a:lnTo>
                <a:lnTo>
                  <a:pt x="13" y="44"/>
                </a:lnTo>
                <a:lnTo>
                  <a:pt x="13" y="44"/>
                </a:lnTo>
                <a:lnTo>
                  <a:pt x="12" y="45"/>
                </a:lnTo>
                <a:lnTo>
                  <a:pt x="11" y="43"/>
                </a:lnTo>
                <a:lnTo>
                  <a:pt x="10" y="43"/>
                </a:lnTo>
                <a:lnTo>
                  <a:pt x="9" y="42"/>
                </a:lnTo>
                <a:lnTo>
                  <a:pt x="9" y="41"/>
                </a:lnTo>
                <a:lnTo>
                  <a:pt x="8" y="41"/>
                </a:lnTo>
                <a:lnTo>
                  <a:pt x="7" y="41"/>
                </a:lnTo>
                <a:lnTo>
                  <a:pt x="6" y="44"/>
                </a:lnTo>
                <a:lnTo>
                  <a:pt x="4" y="45"/>
                </a:lnTo>
                <a:lnTo>
                  <a:pt x="2" y="48"/>
                </a:lnTo>
                <a:lnTo>
                  <a:pt x="1" y="48"/>
                </a:lnTo>
                <a:lnTo>
                  <a:pt x="1" y="49"/>
                </a:lnTo>
                <a:lnTo>
                  <a:pt x="1" y="49"/>
                </a:lnTo>
                <a:lnTo>
                  <a:pt x="2" y="49"/>
                </a:lnTo>
                <a:lnTo>
                  <a:pt x="1" y="49"/>
                </a:lnTo>
                <a:lnTo>
                  <a:pt x="0" y="49"/>
                </a:lnTo>
                <a:lnTo>
                  <a:pt x="1" y="51"/>
                </a:lnTo>
                <a:lnTo>
                  <a:pt x="2" y="50"/>
                </a:lnTo>
                <a:lnTo>
                  <a:pt x="2" y="50"/>
                </a:lnTo>
                <a:lnTo>
                  <a:pt x="4" y="52"/>
                </a:lnTo>
                <a:lnTo>
                  <a:pt x="4" y="53"/>
                </a:lnTo>
                <a:lnTo>
                  <a:pt x="4" y="54"/>
                </a:lnTo>
                <a:lnTo>
                  <a:pt x="3" y="54"/>
                </a:lnTo>
                <a:lnTo>
                  <a:pt x="2" y="55"/>
                </a:lnTo>
                <a:lnTo>
                  <a:pt x="3" y="57"/>
                </a:lnTo>
                <a:lnTo>
                  <a:pt x="4" y="57"/>
                </a:lnTo>
                <a:lnTo>
                  <a:pt x="3" y="59"/>
                </a:lnTo>
                <a:lnTo>
                  <a:pt x="5" y="61"/>
                </a:lnTo>
                <a:lnTo>
                  <a:pt x="5" y="62"/>
                </a:lnTo>
                <a:lnTo>
                  <a:pt x="10" y="62"/>
                </a:lnTo>
                <a:lnTo>
                  <a:pt x="10" y="61"/>
                </a:lnTo>
                <a:lnTo>
                  <a:pt x="11" y="59"/>
                </a:lnTo>
                <a:lnTo>
                  <a:pt x="15" y="59"/>
                </a:lnTo>
                <a:lnTo>
                  <a:pt x="17" y="58"/>
                </a:lnTo>
                <a:lnTo>
                  <a:pt x="18" y="59"/>
                </a:lnTo>
                <a:lnTo>
                  <a:pt x="17" y="60"/>
                </a:lnTo>
                <a:lnTo>
                  <a:pt x="18" y="60"/>
                </a:lnTo>
                <a:lnTo>
                  <a:pt x="19" y="60"/>
                </a:lnTo>
                <a:lnTo>
                  <a:pt x="20" y="61"/>
                </a:lnTo>
                <a:lnTo>
                  <a:pt x="20" y="62"/>
                </a:lnTo>
                <a:lnTo>
                  <a:pt x="20" y="62"/>
                </a:lnTo>
                <a:lnTo>
                  <a:pt x="21" y="63"/>
                </a:lnTo>
                <a:lnTo>
                  <a:pt x="21" y="63"/>
                </a:lnTo>
                <a:lnTo>
                  <a:pt x="22" y="64"/>
                </a:lnTo>
                <a:lnTo>
                  <a:pt x="22" y="65"/>
                </a:lnTo>
                <a:lnTo>
                  <a:pt x="22" y="65"/>
                </a:lnTo>
                <a:lnTo>
                  <a:pt x="22" y="66"/>
                </a:lnTo>
                <a:lnTo>
                  <a:pt x="20" y="66"/>
                </a:lnTo>
                <a:lnTo>
                  <a:pt x="19" y="68"/>
                </a:lnTo>
                <a:lnTo>
                  <a:pt x="19" y="68"/>
                </a:lnTo>
                <a:lnTo>
                  <a:pt x="19" y="70"/>
                </a:lnTo>
                <a:lnTo>
                  <a:pt x="19" y="71"/>
                </a:lnTo>
                <a:lnTo>
                  <a:pt x="18" y="72"/>
                </a:lnTo>
                <a:lnTo>
                  <a:pt x="17" y="72"/>
                </a:lnTo>
                <a:lnTo>
                  <a:pt x="18" y="73"/>
                </a:lnTo>
                <a:lnTo>
                  <a:pt x="17" y="75"/>
                </a:lnTo>
                <a:lnTo>
                  <a:pt x="16" y="75"/>
                </a:lnTo>
                <a:lnTo>
                  <a:pt x="17" y="76"/>
                </a:lnTo>
                <a:lnTo>
                  <a:pt x="16" y="80"/>
                </a:lnTo>
                <a:lnTo>
                  <a:pt x="15" y="79"/>
                </a:lnTo>
                <a:lnTo>
                  <a:pt x="14" y="81"/>
                </a:lnTo>
                <a:lnTo>
                  <a:pt x="15" y="82"/>
                </a:lnTo>
                <a:lnTo>
                  <a:pt x="17" y="83"/>
                </a:lnTo>
                <a:lnTo>
                  <a:pt x="17" y="84"/>
                </a:lnTo>
                <a:lnTo>
                  <a:pt x="17" y="85"/>
                </a:lnTo>
                <a:lnTo>
                  <a:pt x="17" y="85"/>
                </a:lnTo>
                <a:lnTo>
                  <a:pt x="17" y="85"/>
                </a:lnTo>
                <a:lnTo>
                  <a:pt x="19" y="84"/>
                </a:lnTo>
                <a:lnTo>
                  <a:pt x="19" y="87"/>
                </a:lnTo>
                <a:lnTo>
                  <a:pt x="21" y="88"/>
                </a:lnTo>
                <a:lnTo>
                  <a:pt x="21" y="89"/>
                </a:lnTo>
                <a:lnTo>
                  <a:pt x="25" y="90"/>
                </a:lnTo>
                <a:lnTo>
                  <a:pt x="25" y="91"/>
                </a:lnTo>
                <a:lnTo>
                  <a:pt x="24" y="91"/>
                </a:lnTo>
                <a:lnTo>
                  <a:pt x="25" y="92"/>
                </a:lnTo>
                <a:lnTo>
                  <a:pt x="24" y="92"/>
                </a:lnTo>
                <a:lnTo>
                  <a:pt x="23" y="91"/>
                </a:lnTo>
                <a:lnTo>
                  <a:pt x="23" y="92"/>
                </a:lnTo>
                <a:lnTo>
                  <a:pt x="23" y="92"/>
                </a:lnTo>
                <a:lnTo>
                  <a:pt x="22" y="94"/>
                </a:lnTo>
                <a:lnTo>
                  <a:pt x="21" y="95"/>
                </a:lnTo>
                <a:lnTo>
                  <a:pt x="22" y="95"/>
                </a:lnTo>
                <a:lnTo>
                  <a:pt x="23" y="96"/>
                </a:lnTo>
                <a:lnTo>
                  <a:pt x="22" y="97"/>
                </a:lnTo>
                <a:lnTo>
                  <a:pt x="21" y="98"/>
                </a:lnTo>
                <a:lnTo>
                  <a:pt x="19" y="100"/>
                </a:lnTo>
                <a:lnTo>
                  <a:pt x="19" y="102"/>
                </a:lnTo>
                <a:lnTo>
                  <a:pt x="20" y="102"/>
                </a:lnTo>
                <a:lnTo>
                  <a:pt x="21" y="104"/>
                </a:lnTo>
                <a:lnTo>
                  <a:pt x="22" y="104"/>
                </a:lnTo>
                <a:lnTo>
                  <a:pt x="23" y="105"/>
                </a:lnTo>
                <a:lnTo>
                  <a:pt x="24" y="104"/>
                </a:lnTo>
                <a:lnTo>
                  <a:pt x="25" y="103"/>
                </a:lnTo>
                <a:lnTo>
                  <a:pt x="26" y="102"/>
                </a:lnTo>
                <a:lnTo>
                  <a:pt x="26" y="102"/>
                </a:lnTo>
                <a:lnTo>
                  <a:pt x="29" y="101"/>
                </a:lnTo>
                <a:lnTo>
                  <a:pt x="29" y="99"/>
                </a:lnTo>
                <a:lnTo>
                  <a:pt x="30" y="98"/>
                </a:lnTo>
                <a:lnTo>
                  <a:pt x="33" y="96"/>
                </a:lnTo>
                <a:lnTo>
                  <a:pt x="34" y="98"/>
                </a:lnTo>
                <a:lnTo>
                  <a:pt x="35" y="98"/>
                </a:lnTo>
                <a:lnTo>
                  <a:pt x="36" y="97"/>
                </a:lnTo>
                <a:lnTo>
                  <a:pt x="37" y="97"/>
                </a:lnTo>
                <a:lnTo>
                  <a:pt x="39" y="100"/>
                </a:lnTo>
                <a:lnTo>
                  <a:pt x="41" y="100"/>
                </a:lnTo>
                <a:lnTo>
                  <a:pt x="41" y="101"/>
                </a:lnTo>
                <a:lnTo>
                  <a:pt x="43" y="101"/>
                </a:lnTo>
                <a:lnTo>
                  <a:pt x="44" y="102"/>
                </a:lnTo>
                <a:lnTo>
                  <a:pt x="45" y="103"/>
                </a:lnTo>
                <a:lnTo>
                  <a:pt x="46" y="102"/>
                </a:lnTo>
                <a:lnTo>
                  <a:pt x="48" y="102"/>
                </a:lnTo>
                <a:lnTo>
                  <a:pt x="48" y="103"/>
                </a:lnTo>
                <a:lnTo>
                  <a:pt x="50" y="104"/>
                </a:lnTo>
                <a:lnTo>
                  <a:pt x="50" y="103"/>
                </a:lnTo>
                <a:lnTo>
                  <a:pt x="51" y="102"/>
                </a:lnTo>
                <a:lnTo>
                  <a:pt x="52" y="101"/>
                </a:lnTo>
                <a:lnTo>
                  <a:pt x="53" y="101"/>
                </a:lnTo>
                <a:lnTo>
                  <a:pt x="53" y="99"/>
                </a:lnTo>
                <a:lnTo>
                  <a:pt x="52" y="97"/>
                </a:lnTo>
                <a:lnTo>
                  <a:pt x="53" y="97"/>
                </a:lnTo>
                <a:lnTo>
                  <a:pt x="53" y="96"/>
                </a:lnTo>
                <a:lnTo>
                  <a:pt x="55" y="96"/>
                </a:lnTo>
                <a:lnTo>
                  <a:pt x="58" y="95"/>
                </a:lnTo>
                <a:lnTo>
                  <a:pt x="60" y="94"/>
                </a:lnTo>
                <a:lnTo>
                  <a:pt x="61" y="94"/>
                </a:lnTo>
                <a:lnTo>
                  <a:pt x="62" y="93"/>
                </a:lnTo>
                <a:lnTo>
                  <a:pt x="62" y="92"/>
                </a:lnTo>
                <a:lnTo>
                  <a:pt x="67" y="92"/>
                </a:lnTo>
                <a:lnTo>
                  <a:pt x="67" y="90"/>
                </a:lnTo>
                <a:lnTo>
                  <a:pt x="68" y="90"/>
                </a:lnTo>
                <a:lnTo>
                  <a:pt x="69" y="90"/>
                </a:lnTo>
                <a:lnTo>
                  <a:pt x="70" y="89"/>
                </a:lnTo>
                <a:lnTo>
                  <a:pt x="70" y="88"/>
                </a:lnTo>
                <a:lnTo>
                  <a:pt x="69" y="87"/>
                </a:lnTo>
                <a:lnTo>
                  <a:pt x="69" y="86"/>
                </a:lnTo>
                <a:lnTo>
                  <a:pt x="69" y="86"/>
                </a:lnTo>
                <a:lnTo>
                  <a:pt x="70" y="84"/>
                </a:lnTo>
                <a:lnTo>
                  <a:pt x="71" y="84"/>
                </a:lnTo>
                <a:lnTo>
                  <a:pt x="71" y="83"/>
                </a:lnTo>
                <a:lnTo>
                  <a:pt x="73" y="82"/>
                </a:lnTo>
                <a:lnTo>
                  <a:pt x="73" y="82"/>
                </a:lnTo>
                <a:lnTo>
                  <a:pt x="74" y="82"/>
                </a:lnTo>
                <a:lnTo>
                  <a:pt x="74" y="83"/>
                </a:lnTo>
                <a:lnTo>
                  <a:pt x="76" y="85"/>
                </a:lnTo>
                <a:lnTo>
                  <a:pt x="76" y="86"/>
                </a:lnTo>
                <a:lnTo>
                  <a:pt x="76" y="86"/>
                </a:lnTo>
                <a:lnTo>
                  <a:pt x="77" y="87"/>
                </a:lnTo>
                <a:lnTo>
                  <a:pt x="77" y="86"/>
                </a:lnTo>
                <a:lnTo>
                  <a:pt x="78" y="87"/>
                </a:lnTo>
                <a:lnTo>
                  <a:pt x="78" y="88"/>
                </a:lnTo>
                <a:lnTo>
                  <a:pt x="78" y="89"/>
                </a:lnTo>
                <a:lnTo>
                  <a:pt x="79" y="89"/>
                </a:lnTo>
                <a:lnTo>
                  <a:pt x="79" y="89"/>
                </a:lnTo>
                <a:lnTo>
                  <a:pt x="79" y="91"/>
                </a:lnTo>
                <a:lnTo>
                  <a:pt x="80" y="91"/>
                </a:lnTo>
                <a:lnTo>
                  <a:pt x="81" y="90"/>
                </a:lnTo>
                <a:lnTo>
                  <a:pt x="82" y="90"/>
                </a:lnTo>
                <a:lnTo>
                  <a:pt x="82" y="88"/>
                </a:lnTo>
                <a:lnTo>
                  <a:pt x="83" y="88"/>
                </a:lnTo>
                <a:lnTo>
                  <a:pt x="83" y="89"/>
                </a:lnTo>
                <a:lnTo>
                  <a:pt x="84" y="91"/>
                </a:lnTo>
                <a:lnTo>
                  <a:pt x="85" y="90"/>
                </a:lnTo>
                <a:lnTo>
                  <a:pt x="85" y="90"/>
                </a:lnTo>
                <a:lnTo>
                  <a:pt x="85" y="91"/>
                </a:lnTo>
                <a:lnTo>
                  <a:pt x="86" y="92"/>
                </a:lnTo>
                <a:lnTo>
                  <a:pt x="85" y="92"/>
                </a:lnTo>
                <a:lnTo>
                  <a:pt x="87" y="93"/>
                </a:lnTo>
                <a:lnTo>
                  <a:pt x="90" y="91"/>
                </a:lnTo>
                <a:lnTo>
                  <a:pt x="92" y="91"/>
                </a:lnTo>
                <a:lnTo>
                  <a:pt x="92" y="90"/>
                </a:lnTo>
                <a:lnTo>
                  <a:pt x="93" y="88"/>
                </a:lnTo>
                <a:lnTo>
                  <a:pt x="93" y="86"/>
                </a:lnTo>
                <a:lnTo>
                  <a:pt x="94" y="86"/>
                </a:lnTo>
                <a:lnTo>
                  <a:pt x="93" y="85"/>
                </a:lnTo>
                <a:lnTo>
                  <a:pt x="94" y="85"/>
                </a:lnTo>
                <a:lnTo>
                  <a:pt x="95" y="85"/>
                </a:lnTo>
                <a:lnTo>
                  <a:pt x="95" y="85"/>
                </a:lnTo>
                <a:lnTo>
                  <a:pt x="95" y="84"/>
                </a:lnTo>
                <a:lnTo>
                  <a:pt x="96" y="83"/>
                </a:lnTo>
                <a:lnTo>
                  <a:pt x="97" y="83"/>
                </a:lnTo>
                <a:lnTo>
                  <a:pt x="98" y="84"/>
                </a:lnTo>
                <a:lnTo>
                  <a:pt x="98" y="85"/>
                </a:lnTo>
                <a:lnTo>
                  <a:pt x="99" y="84"/>
                </a:lnTo>
                <a:lnTo>
                  <a:pt x="102" y="86"/>
                </a:lnTo>
                <a:lnTo>
                  <a:pt x="102" y="87"/>
                </a:lnTo>
                <a:lnTo>
                  <a:pt x="103" y="88"/>
                </a:lnTo>
                <a:lnTo>
                  <a:pt x="102" y="85"/>
                </a:lnTo>
                <a:lnTo>
                  <a:pt x="102" y="84"/>
                </a:lnTo>
                <a:lnTo>
                  <a:pt x="103" y="83"/>
                </a:lnTo>
                <a:lnTo>
                  <a:pt x="104" y="83"/>
                </a:lnTo>
                <a:lnTo>
                  <a:pt x="103" y="82"/>
                </a:lnTo>
                <a:lnTo>
                  <a:pt x="104" y="81"/>
                </a:lnTo>
                <a:lnTo>
                  <a:pt x="106" y="80"/>
                </a:lnTo>
                <a:lnTo>
                  <a:pt x="106" y="82"/>
                </a:lnTo>
                <a:lnTo>
                  <a:pt x="106" y="82"/>
                </a:lnTo>
                <a:lnTo>
                  <a:pt x="106" y="83"/>
                </a:lnTo>
                <a:lnTo>
                  <a:pt x="107" y="82"/>
                </a:lnTo>
                <a:lnTo>
                  <a:pt x="109" y="82"/>
                </a:lnTo>
                <a:lnTo>
                  <a:pt x="111" y="83"/>
                </a:lnTo>
                <a:lnTo>
                  <a:pt x="112" y="82"/>
                </a:lnTo>
                <a:lnTo>
                  <a:pt x="111" y="82"/>
                </a:lnTo>
                <a:lnTo>
                  <a:pt x="111" y="80"/>
                </a:lnTo>
                <a:lnTo>
                  <a:pt x="112" y="78"/>
                </a:lnTo>
                <a:lnTo>
                  <a:pt x="110" y="78"/>
                </a:lnTo>
                <a:lnTo>
                  <a:pt x="109" y="79"/>
                </a:lnTo>
                <a:lnTo>
                  <a:pt x="108" y="79"/>
                </a:lnTo>
                <a:lnTo>
                  <a:pt x="108" y="78"/>
                </a:lnTo>
                <a:lnTo>
                  <a:pt x="109" y="78"/>
                </a:lnTo>
                <a:lnTo>
                  <a:pt x="109" y="78"/>
                </a:lnTo>
                <a:lnTo>
                  <a:pt x="110" y="77"/>
                </a:lnTo>
                <a:lnTo>
                  <a:pt x="110" y="77"/>
                </a:lnTo>
                <a:lnTo>
                  <a:pt x="111" y="77"/>
                </a:lnTo>
                <a:lnTo>
                  <a:pt x="111" y="77"/>
                </a:lnTo>
                <a:lnTo>
                  <a:pt x="112" y="76"/>
                </a:lnTo>
                <a:lnTo>
                  <a:pt x="113" y="76"/>
                </a:lnTo>
                <a:lnTo>
                  <a:pt x="113" y="77"/>
                </a:lnTo>
                <a:lnTo>
                  <a:pt x="113" y="78"/>
                </a:lnTo>
                <a:lnTo>
                  <a:pt x="114" y="76"/>
                </a:lnTo>
                <a:lnTo>
                  <a:pt x="114" y="78"/>
                </a:lnTo>
                <a:lnTo>
                  <a:pt x="116" y="78"/>
                </a:lnTo>
                <a:lnTo>
                  <a:pt x="117" y="78"/>
                </a:lnTo>
                <a:lnTo>
                  <a:pt x="117" y="77"/>
                </a:lnTo>
                <a:lnTo>
                  <a:pt x="117" y="75"/>
                </a:lnTo>
                <a:lnTo>
                  <a:pt x="117" y="75"/>
                </a:lnTo>
                <a:lnTo>
                  <a:pt x="119" y="73"/>
                </a:lnTo>
                <a:lnTo>
                  <a:pt x="118" y="72"/>
                </a:lnTo>
                <a:lnTo>
                  <a:pt x="119" y="71"/>
                </a:lnTo>
                <a:lnTo>
                  <a:pt x="119" y="70"/>
                </a:lnTo>
                <a:lnTo>
                  <a:pt x="119" y="69"/>
                </a:lnTo>
                <a:lnTo>
                  <a:pt x="120" y="69"/>
                </a:lnTo>
                <a:lnTo>
                  <a:pt x="120" y="69"/>
                </a:lnTo>
                <a:lnTo>
                  <a:pt x="119" y="68"/>
                </a:lnTo>
                <a:lnTo>
                  <a:pt x="118" y="66"/>
                </a:lnTo>
                <a:lnTo>
                  <a:pt x="119" y="64"/>
                </a:lnTo>
                <a:lnTo>
                  <a:pt x="118" y="65"/>
                </a:lnTo>
                <a:lnTo>
                  <a:pt x="117" y="66"/>
                </a:lnTo>
                <a:lnTo>
                  <a:pt x="116" y="65"/>
                </a:lnTo>
                <a:lnTo>
                  <a:pt x="115" y="65"/>
                </a:lnTo>
                <a:lnTo>
                  <a:pt x="115" y="64"/>
                </a:lnTo>
                <a:lnTo>
                  <a:pt x="116" y="62"/>
                </a:lnTo>
                <a:lnTo>
                  <a:pt x="117" y="61"/>
                </a:lnTo>
                <a:lnTo>
                  <a:pt x="117" y="61"/>
                </a:lnTo>
                <a:lnTo>
                  <a:pt x="117" y="60"/>
                </a:lnTo>
                <a:lnTo>
                  <a:pt x="117" y="60"/>
                </a:lnTo>
                <a:lnTo>
                  <a:pt x="117" y="60"/>
                </a:lnTo>
                <a:lnTo>
                  <a:pt x="116" y="57"/>
                </a:lnTo>
                <a:lnTo>
                  <a:pt x="116" y="57"/>
                </a:lnTo>
                <a:lnTo>
                  <a:pt x="115" y="57"/>
                </a:lnTo>
                <a:lnTo>
                  <a:pt x="115" y="56"/>
                </a:lnTo>
                <a:lnTo>
                  <a:pt x="116" y="56"/>
                </a:lnTo>
                <a:lnTo>
                  <a:pt x="118" y="54"/>
                </a:lnTo>
                <a:lnTo>
                  <a:pt x="119" y="54"/>
                </a:lnTo>
                <a:lnTo>
                  <a:pt x="118" y="53"/>
                </a:lnTo>
                <a:lnTo>
                  <a:pt x="118" y="51"/>
                </a:lnTo>
                <a:lnTo>
                  <a:pt x="120" y="50"/>
                </a:lnTo>
                <a:lnTo>
                  <a:pt x="119" y="48"/>
                </a:lnTo>
                <a:lnTo>
                  <a:pt x="119" y="47"/>
                </a:lnTo>
                <a:lnTo>
                  <a:pt x="118" y="48"/>
                </a:lnTo>
                <a:lnTo>
                  <a:pt x="118" y="47"/>
                </a:lnTo>
                <a:lnTo>
                  <a:pt x="118" y="46"/>
                </a:lnTo>
                <a:lnTo>
                  <a:pt x="117" y="46"/>
                </a:lnTo>
                <a:lnTo>
                  <a:pt x="117" y="46"/>
                </a:lnTo>
                <a:lnTo>
                  <a:pt x="114" y="46"/>
                </a:lnTo>
                <a:lnTo>
                  <a:pt x="113" y="46"/>
                </a:lnTo>
                <a:lnTo>
                  <a:pt x="112" y="48"/>
                </a:lnTo>
                <a:lnTo>
                  <a:pt x="111" y="48"/>
                </a:lnTo>
                <a:lnTo>
                  <a:pt x="111" y="46"/>
                </a:lnTo>
                <a:lnTo>
                  <a:pt x="109" y="47"/>
                </a:lnTo>
                <a:lnTo>
                  <a:pt x="108" y="48"/>
                </a:lnTo>
                <a:lnTo>
                  <a:pt x="108" y="49"/>
                </a:lnTo>
                <a:lnTo>
                  <a:pt x="106" y="49"/>
                </a:lnTo>
                <a:lnTo>
                  <a:pt x="104" y="48"/>
                </a:lnTo>
                <a:lnTo>
                  <a:pt x="106" y="47"/>
                </a:lnTo>
                <a:lnTo>
                  <a:pt x="107" y="46"/>
                </a:lnTo>
                <a:lnTo>
                  <a:pt x="107" y="45"/>
                </a:lnTo>
                <a:lnTo>
                  <a:pt x="108" y="43"/>
                </a:lnTo>
                <a:lnTo>
                  <a:pt x="110" y="43"/>
                </a:lnTo>
                <a:lnTo>
                  <a:pt x="109" y="42"/>
                </a:lnTo>
                <a:lnTo>
                  <a:pt x="111" y="42"/>
                </a:lnTo>
                <a:lnTo>
                  <a:pt x="111" y="39"/>
                </a:lnTo>
                <a:lnTo>
                  <a:pt x="112" y="40"/>
                </a:lnTo>
                <a:lnTo>
                  <a:pt x="112" y="39"/>
                </a:lnTo>
                <a:lnTo>
                  <a:pt x="113" y="40"/>
                </a:lnTo>
                <a:lnTo>
                  <a:pt x="114" y="40"/>
                </a:lnTo>
                <a:lnTo>
                  <a:pt x="114" y="38"/>
                </a:lnTo>
                <a:lnTo>
                  <a:pt x="116" y="37"/>
                </a:lnTo>
                <a:lnTo>
                  <a:pt x="117" y="36"/>
                </a:lnTo>
                <a:lnTo>
                  <a:pt x="117" y="34"/>
                </a:lnTo>
                <a:lnTo>
                  <a:pt x="118" y="34"/>
                </a:lnTo>
                <a:lnTo>
                  <a:pt x="116" y="33"/>
                </a:lnTo>
                <a:lnTo>
                  <a:pt x="115" y="33"/>
                </a:lnTo>
                <a:lnTo>
                  <a:pt x="116" y="32"/>
                </a:lnTo>
                <a:lnTo>
                  <a:pt x="115" y="31"/>
                </a:lnTo>
                <a:lnTo>
                  <a:pt x="115" y="30"/>
                </a:lnTo>
                <a:lnTo>
                  <a:pt x="114" y="29"/>
                </a:lnTo>
                <a:lnTo>
                  <a:pt x="114" y="28"/>
                </a:lnTo>
                <a:lnTo>
                  <a:pt x="115" y="26"/>
                </a:lnTo>
                <a:lnTo>
                  <a:pt x="114" y="25"/>
                </a:lnTo>
                <a:lnTo>
                  <a:pt x="114" y="26"/>
                </a:lnTo>
                <a:lnTo>
                  <a:pt x="114" y="22"/>
                </a:lnTo>
                <a:lnTo>
                  <a:pt x="115" y="20"/>
                </a:lnTo>
                <a:lnTo>
                  <a:pt x="114" y="20"/>
                </a:lnTo>
                <a:lnTo>
                  <a:pt x="114" y="20"/>
                </a:lnTo>
                <a:lnTo>
                  <a:pt x="113" y="19"/>
                </a:lnTo>
                <a:lnTo>
                  <a:pt x="113" y="19"/>
                </a:lnTo>
                <a:lnTo>
                  <a:pt x="113" y="18"/>
                </a:lnTo>
                <a:lnTo>
                  <a:pt x="113" y="18"/>
                </a:lnTo>
                <a:lnTo>
                  <a:pt x="113" y="16"/>
                </a:lnTo>
                <a:close/>
              </a:path>
            </a:pathLst>
          </a:custGeom>
          <a:solidFill>
            <a:srgbClr val="7FA8D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933447" y="4974877"/>
            <a:ext cx="1154340" cy="1179992"/>
          </a:xfrm>
          <a:custGeom>
            <a:avLst/>
            <a:gdLst/>
            <a:ahLst/>
            <a:cxnLst/>
            <a:rect l="l" t="t" r="r" b="b"/>
            <a:pathLst>
              <a:path w="180" h="184">
                <a:moveTo>
                  <a:pt x="162" y="38"/>
                </a:moveTo>
                <a:lnTo>
                  <a:pt x="161" y="38"/>
                </a:lnTo>
                <a:lnTo>
                  <a:pt x="161" y="37"/>
                </a:lnTo>
                <a:lnTo>
                  <a:pt x="161" y="36"/>
                </a:lnTo>
                <a:lnTo>
                  <a:pt x="162" y="36"/>
                </a:lnTo>
                <a:lnTo>
                  <a:pt x="161" y="35"/>
                </a:lnTo>
                <a:lnTo>
                  <a:pt x="160" y="34"/>
                </a:lnTo>
                <a:lnTo>
                  <a:pt x="161" y="33"/>
                </a:lnTo>
                <a:lnTo>
                  <a:pt x="161" y="31"/>
                </a:lnTo>
                <a:lnTo>
                  <a:pt x="160" y="31"/>
                </a:lnTo>
                <a:lnTo>
                  <a:pt x="159" y="31"/>
                </a:lnTo>
                <a:lnTo>
                  <a:pt x="159" y="31"/>
                </a:lnTo>
                <a:lnTo>
                  <a:pt x="159" y="30"/>
                </a:lnTo>
                <a:lnTo>
                  <a:pt x="159" y="30"/>
                </a:lnTo>
                <a:lnTo>
                  <a:pt x="157" y="29"/>
                </a:lnTo>
                <a:lnTo>
                  <a:pt x="155" y="30"/>
                </a:lnTo>
                <a:lnTo>
                  <a:pt x="155" y="31"/>
                </a:lnTo>
                <a:lnTo>
                  <a:pt x="153" y="32"/>
                </a:lnTo>
                <a:lnTo>
                  <a:pt x="154" y="33"/>
                </a:lnTo>
                <a:lnTo>
                  <a:pt x="153" y="33"/>
                </a:lnTo>
                <a:lnTo>
                  <a:pt x="151" y="34"/>
                </a:lnTo>
                <a:lnTo>
                  <a:pt x="150" y="34"/>
                </a:lnTo>
                <a:lnTo>
                  <a:pt x="147" y="35"/>
                </a:lnTo>
                <a:lnTo>
                  <a:pt x="146" y="34"/>
                </a:lnTo>
                <a:lnTo>
                  <a:pt x="146" y="34"/>
                </a:lnTo>
                <a:lnTo>
                  <a:pt x="144" y="32"/>
                </a:lnTo>
                <a:lnTo>
                  <a:pt x="143" y="31"/>
                </a:lnTo>
                <a:lnTo>
                  <a:pt x="142" y="30"/>
                </a:lnTo>
                <a:lnTo>
                  <a:pt x="143" y="30"/>
                </a:lnTo>
                <a:lnTo>
                  <a:pt x="144" y="29"/>
                </a:lnTo>
                <a:lnTo>
                  <a:pt x="144" y="29"/>
                </a:lnTo>
                <a:lnTo>
                  <a:pt x="144" y="28"/>
                </a:lnTo>
                <a:lnTo>
                  <a:pt x="144" y="27"/>
                </a:lnTo>
                <a:lnTo>
                  <a:pt x="144" y="27"/>
                </a:lnTo>
                <a:lnTo>
                  <a:pt x="144" y="27"/>
                </a:lnTo>
                <a:lnTo>
                  <a:pt x="145" y="26"/>
                </a:lnTo>
                <a:lnTo>
                  <a:pt x="145" y="25"/>
                </a:lnTo>
                <a:lnTo>
                  <a:pt x="143" y="25"/>
                </a:lnTo>
                <a:lnTo>
                  <a:pt x="143" y="24"/>
                </a:lnTo>
                <a:lnTo>
                  <a:pt x="142" y="24"/>
                </a:lnTo>
                <a:lnTo>
                  <a:pt x="142" y="24"/>
                </a:lnTo>
                <a:lnTo>
                  <a:pt x="141" y="22"/>
                </a:lnTo>
                <a:lnTo>
                  <a:pt x="141" y="19"/>
                </a:lnTo>
                <a:lnTo>
                  <a:pt x="143" y="19"/>
                </a:lnTo>
                <a:lnTo>
                  <a:pt x="143" y="18"/>
                </a:lnTo>
                <a:lnTo>
                  <a:pt x="144" y="18"/>
                </a:lnTo>
                <a:lnTo>
                  <a:pt x="144" y="17"/>
                </a:lnTo>
                <a:lnTo>
                  <a:pt x="143" y="17"/>
                </a:lnTo>
                <a:lnTo>
                  <a:pt x="142" y="17"/>
                </a:lnTo>
                <a:lnTo>
                  <a:pt x="141" y="16"/>
                </a:lnTo>
                <a:lnTo>
                  <a:pt x="140" y="17"/>
                </a:lnTo>
                <a:lnTo>
                  <a:pt x="138" y="17"/>
                </a:lnTo>
                <a:lnTo>
                  <a:pt x="138" y="18"/>
                </a:lnTo>
                <a:lnTo>
                  <a:pt x="137" y="17"/>
                </a:lnTo>
                <a:lnTo>
                  <a:pt x="135" y="18"/>
                </a:lnTo>
                <a:lnTo>
                  <a:pt x="134" y="17"/>
                </a:lnTo>
                <a:lnTo>
                  <a:pt x="133" y="17"/>
                </a:lnTo>
                <a:lnTo>
                  <a:pt x="133" y="16"/>
                </a:lnTo>
                <a:lnTo>
                  <a:pt x="132" y="18"/>
                </a:lnTo>
                <a:lnTo>
                  <a:pt x="131" y="19"/>
                </a:lnTo>
                <a:lnTo>
                  <a:pt x="132" y="21"/>
                </a:lnTo>
                <a:lnTo>
                  <a:pt x="133" y="24"/>
                </a:lnTo>
                <a:lnTo>
                  <a:pt x="130" y="27"/>
                </a:lnTo>
                <a:lnTo>
                  <a:pt x="129" y="26"/>
                </a:lnTo>
                <a:lnTo>
                  <a:pt x="129" y="25"/>
                </a:lnTo>
                <a:lnTo>
                  <a:pt x="127" y="26"/>
                </a:lnTo>
                <a:lnTo>
                  <a:pt x="126" y="27"/>
                </a:lnTo>
                <a:lnTo>
                  <a:pt x="125" y="28"/>
                </a:lnTo>
                <a:lnTo>
                  <a:pt x="124" y="30"/>
                </a:lnTo>
                <a:lnTo>
                  <a:pt x="125" y="31"/>
                </a:lnTo>
                <a:lnTo>
                  <a:pt x="125" y="30"/>
                </a:lnTo>
                <a:lnTo>
                  <a:pt x="126" y="32"/>
                </a:lnTo>
                <a:lnTo>
                  <a:pt x="127" y="32"/>
                </a:lnTo>
                <a:lnTo>
                  <a:pt x="126" y="33"/>
                </a:lnTo>
                <a:lnTo>
                  <a:pt x="126" y="35"/>
                </a:lnTo>
                <a:lnTo>
                  <a:pt x="125" y="36"/>
                </a:lnTo>
                <a:lnTo>
                  <a:pt x="121" y="39"/>
                </a:lnTo>
                <a:lnTo>
                  <a:pt x="121" y="41"/>
                </a:lnTo>
                <a:lnTo>
                  <a:pt x="120" y="41"/>
                </a:lnTo>
                <a:lnTo>
                  <a:pt x="118" y="43"/>
                </a:lnTo>
                <a:lnTo>
                  <a:pt x="118" y="44"/>
                </a:lnTo>
                <a:lnTo>
                  <a:pt x="117" y="45"/>
                </a:lnTo>
                <a:lnTo>
                  <a:pt x="117" y="44"/>
                </a:lnTo>
                <a:lnTo>
                  <a:pt x="115" y="45"/>
                </a:lnTo>
                <a:lnTo>
                  <a:pt x="114" y="44"/>
                </a:lnTo>
                <a:lnTo>
                  <a:pt x="113" y="47"/>
                </a:lnTo>
                <a:lnTo>
                  <a:pt x="114" y="51"/>
                </a:lnTo>
                <a:lnTo>
                  <a:pt x="113" y="53"/>
                </a:lnTo>
                <a:lnTo>
                  <a:pt x="113" y="53"/>
                </a:lnTo>
                <a:lnTo>
                  <a:pt x="113" y="55"/>
                </a:lnTo>
                <a:lnTo>
                  <a:pt x="114" y="57"/>
                </a:lnTo>
                <a:lnTo>
                  <a:pt x="115" y="61"/>
                </a:lnTo>
                <a:lnTo>
                  <a:pt x="116" y="61"/>
                </a:lnTo>
                <a:lnTo>
                  <a:pt x="116" y="64"/>
                </a:lnTo>
                <a:lnTo>
                  <a:pt x="116" y="64"/>
                </a:lnTo>
                <a:lnTo>
                  <a:pt x="116" y="65"/>
                </a:lnTo>
                <a:lnTo>
                  <a:pt x="116" y="65"/>
                </a:lnTo>
                <a:lnTo>
                  <a:pt x="115" y="65"/>
                </a:lnTo>
                <a:lnTo>
                  <a:pt x="115" y="68"/>
                </a:lnTo>
                <a:lnTo>
                  <a:pt x="114" y="68"/>
                </a:lnTo>
                <a:lnTo>
                  <a:pt x="113" y="68"/>
                </a:lnTo>
                <a:lnTo>
                  <a:pt x="112" y="68"/>
                </a:lnTo>
                <a:lnTo>
                  <a:pt x="112" y="69"/>
                </a:lnTo>
                <a:lnTo>
                  <a:pt x="110" y="70"/>
                </a:lnTo>
                <a:lnTo>
                  <a:pt x="109" y="71"/>
                </a:lnTo>
                <a:lnTo>
                  <a:pt x="107" y="70"/>
                </a:lnTo>
                <a:lnTo>
                  <a:pt x="108" y="69"/>
                </a:lnTo>
                <a:lnTo>
                  <a:pt x="107" y="68"/>
                </a:lnTo>
                <a:lnTo>
                  <a:pt x="106" y="68"/>
                </a:lnTo>
                <a:lnTo>
                  <a:pt x="104" y="69"/>
                </a:lnTo>
                <a:lnTo>
                  <a:pt x="103" y="69"/>
                </a:lnTo>
                <a:lnTo>
                  <a:pt x="102" y="70"/>
                </a:lnTo>
                <a:lnTo>
                  <a:pt x="100" y="71"/>
                </a:lnTo>
                <a:lnTo>
                  <a:pt x="100" y="71"/>
                </a:lnTo>
                <a:lnTo>
                  <a:pt x="98" y="72"/>
                </a:lnTo>
                <a:lnTo>
                  <a:pt x="97" y="74"/>
                </a:lnTo>
                <a:lnTo>
                  <a:pt x="95" y="73"/>
                </a:lnTo>
                <a:lnTo>
                  <a:pt x="94" y="74"/>
                </a:lnTo>
                <a:lnTo>
                  <a:pt x="93" y="73"/>
                </a:lnTo>
                <a:lnTo>
                  <a:pt x="91" y="74"/>
                </a:lnTo>
                <a:lnTo>
                  <a:pt x="91" y="74"/>
                </a:lnTo>
                <a:lnTo>
                  <a:pt x="90" y="73"/>
                </a:lnTo>
                <a:lnTo>
                  <a:pt x="91" y="72"/>
                </a:lnTo>
                <a:lnTo>
                  <a:pt x="88" y="70"/>
                </a:lnTo>
                <a:lnTo>
                  <a:pt x="87" y="70"/>
                </a:lnTo>
                <a:lnTo>
                  <a:pt x="86" y="69"/>
                </a:lnTo>
                <a:lnTo>
                  <a:pt x="88" y="68"/>
                </a:lnTo>
                <a:lnTo>
                  <a:pt x="87" y="67"/>
                </a:lnTo>
                <a:lnTo>
                  <a:pt x="87" y="67"/>
                </a:lnTo>
                <a:lnTo>
                  <a:pt x="85" y="64"/>
                </a:lnTo>
                <a:lnTo>
                  <a:pt x="84" y="64"/>
                </a:lnTo>
                <a:lnTo>
                  <a:pt x="83" y="62"/>
                </a:lnTo>
                <a:lnTo>
                  <a:pt x="84" y="62"/>
                </a:lnTo>
                <a:lnTo>
                  <a:pt x="84" y="60"/>
                </a:lnTo>
                <a:lnTo>
                  <a:pt x="84" y="60"/>
                </a:lnTo>
                <a:lnTo>
                  <a:pt x="85" y="58"/>
                </a:lnTo>
                <a:lnTo>
                  <a:pt x="84" y="58"/>
                </a:lnTo>
                <a:lnTo>
                  <a:pt x="84" y="58"/>
                </a:lnTo>
                <a:lnTo>
                  <a:pt x="84" y="59"/>
                </a:lnTo>
                <a:lnTo>
                  <a:pt x="84" y="59"/>
                </a:lnTo>
                <a:lnTo>
                  <a:pt x="83" y="59"/>
                </a:lnTo>
                <a:lnTo>
                  <a:pt x="83" y="58"/>
                </a:lnTo>
                <a:lnTo>
                  <a:pt x="82" y="58"/>
                </a:lnTo>
                <a:lnTo>
                  <a:pt x="83" y="56"/>
                </a:lnTo>
                <a:lnTo>
                  <a:pt x="82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78" y="52"/>
                </a:lnTo>
                <a:lnTo>
                  <a:pt x="79" y="48"/>
                </a:lnTo>
                <a:lnTo>
                  <a:pt x="78" y="48"/>
                </a:lnTo>
                <a:lnTo>
                  <a:pt x="77" y="48"/>
                </a:lnTo>
                <a:lnTo>
                  <a:pt x="76" y="47"/>
                </a:lnTo>
                <a:lnTo>
                  <a:pt x="76" y="45"/>
                </a:lnTo>
                <a:lnTo>
                  <a:pt x="74" y="42"/>
                </a:lnTo>
                <a:lnTo>
                  <a:pt x="73" y="42"/>
                </a:lnTo>
                <a:lnTo>
                  <a:pt x="74" y="41"/>
                </a:lnTo>
                <a:lnTo>
                  <a:pt x="73" y="38"/>
                </a:lnTo>
                <a:lnTo>
                  <a:pt x="72" y="38"/>
                </a:lnTo>
                <a:lnTo>
                  <a:pt x="73" y="37"/>
                </a:lnTo>
                <a:lnTo>
                  <a:pt x="71" y="37"/>
                </a:lnTo>
                <a:lnTo>
                  <a:pt x="71" y="35"/>
                </a:lnTo>
                <a:lnTo>
                  <a:pt x="70" y="34"/>
                </a:lnTo>
                <a:lnTo>
                  <a:pt x="70" y="33"/>
                </a:lnTo>
                <a:lnTo>
                  <a:pt x="70" y="31"/>
                </a:lnTo>
                <a:lnTo>
                  <a:pt x="69" y="31"/>
                </a:lnTo>
                <a:lnTo>
                  <a:pt x="68" y="33"/>
                </a:lnTo>
                <a:lnTo>
                  <a:pt x="67" y="34"/>
                </a:lnTo>
                <a:lnTo>
                  <a:pt x="66" y="33"/>
                </a:lnTo>
                <a:lnTo>
                  <a:pt x="65" y="32"/>
                </a:lnTo>
                <a:lnTo>
                  <a:pt x="62" y="36"/>
                </a:lnTo>
                <a:lnTo>
                  <a:pt x="62" y="35"/>
                </a:lnTo>
                <a:lnTo>
                  <a:pt x="62" y="34"/>
                </a:lnTo>
                <a:lnTo>
                  <a:pt x="62" y="34"/>
                </a:lnTo>
                <a:lnTo>
                  <a:pt x="62" y="32"/>
                </a:lnTo>
                <a:lnTo>
                  <a:pt x="60" y="32"/>
                </a:lnTo>
                <a:lnTo>
                  <a:pt x="59" y="31"/>
                </a:lnTo>
                <a:lnTo>
                  <a:pt x="60" y="31"/>
                </a:lnTo>
                <a:lnTo>
                  <a:pt x="59" y="29"/>
                </a:lnTo>
                <a:lnTo>
                  <a:pt x="58" y="28"/>
                </a:lnTo>
                <a:lnTo>
                  <a:pt x="57" y="26"/>
                </a:lnTo>
                <a:lnTo>
                  <a:pt x="57" y="25"/>
                </a:lnTo>
                <a:lnTo>
                  <a:pt x="58" y="25"/>
                </a:lnTo>
                <a:lnTo>
                  <a:pt x="58" y="24"/>
                </a:lnTo>
                <a:lnTo>
                  <a:pt x="59" y="24"/>
                </a:lnTo>
                <a:lnTo>
                  <a:pt x="60" y="23"/>
                </a:lnTo>
                <a:lnTo>
                  <a:pt x="59" y="23"/>
                </a:lnTo>
                <a:lnTo>
                  <a:pt x="60" y="22"/>
                </a:lnTo>
                <a:lnTo>
                  <a:pt x="58" y="21"/>
                </a:lnTo>
                <a:lnTo>
                  <a:pt x="58" y="19"/>
                </a:lnTo>
                <a:lnTo>
                  <a:pt x="56" y="18"/>
                </a:lnTo>
                <a:lnTo>
                  <a:pt x="56" y="17"/>
                </a:lnTo>
                <a:lnTo>
                  <a:pt x="55" y="15"/>
                </a:lnTo>
                <a:lnTo>
                  <a:pt x="54" y="15"/>
                </a:lnTo>
                <a:lnTo>
                  <a:pt x="54" y="14"/>
                </a:lnTo>
                <a:lnTo>
                  <a:pt x="54" y="15"/>
                </a:lnTo>
                <a:lnTo>
                  <a:pt x="54" y="14"/>
                </a:lnTo>
                <a:lnTo>
                  <a:pt x="53" y="13"/>
                </a:lnTo>
                <a:lnTo>
                  <a:pt x="52" y="13"/>
                </a:lnTo>
                <a:lnTo>
                  <a:pt x="52" y="11"/>
                </a:lnTo>
                <a:lnTo>
                  <a:pt x="52" y="9"/>
                </a:lnTo>
                <a:lnTo>
                  <a:pt x="51" y="10"/>
                </a:lnTo>
                <a:lnTo>
                  <a:pt x="50" y="10"/>
                </a:lnTo>
                <a:lnTo>
                  <a:pt x="49" y="12"/>
                </a:lnTo>
                <a:lnTo>
                  <a:pt x="48" y="12"/>
                </a:lnTo>
                <a:lnTo>
                  <a:pt x="48" y="13"/>
                </a:lnTo>
                <a:lnTo>
                  <a:pt x="48" y="14"/>
                </a:lnTo>
                <a:lnTo>
                  <a:pt x="47" y="14"/>
                </a:lnTo>
                <a:lnTo>
                  <a:pt x="46" y="15"/>
                </a:lnTo>
                <a:lnTo>
                  <a:pt x="46" y="16"/>
                </a:lnTo>
                <a:lnTo>
                  <a:pt x="45" y="16"/>
                </a:lnTo>
                <a:lnTo>
                  <a:pt x="45" y="17"/>
                </a:lnTo>
                <a:lnTo>
                  <a:pt x="45" y="18"/>
                </a:lnTo>
                <a:lnTo>
                  <a:pt x="45" y="18"/>
                </a:lnTo>
                <a:lnTo>
                  <a:pt x="45" y="19"/>
                </a:lnTo>
                <a:lnTo>
                  <a:pt x="44" y="21"/>
                </a:lnTo>
                <a:lnTo>
                  <a:pt x="45" y="22"/>
                </a:lnTo>
                <a:lnTo>
                  <a:pt x="44" y="24"/>
                </a:lnTo>
                <a:lnTo>
                  <a:pt x="43" y="23"/>
                </a:lnTo>
                <a:lnTo>
                  <a:pt x="42" y="22"/>
                </a:lnTo>
                <a:lnTo>
                  <a:pt x="41" y="21"/>
                </a:lnTo>
                <a:lnTo>
                  <a:pt x="40" y="18"/>
                </a:lnTo>
                <a:lnTo>
                  <a:pt x="41" y="18"/>
                </a:lnTo>
                <a:lnTo>
                  <a:pt x="41" y="17"/>
                </a:lnTo>
                <a:lnTo>
                  <a:pt x="40" y="15"/>
                </a:lnTo>
                <a:lnTo>
                  <a:pt x="41" y="15"/>
                </a:lnTo>
                <a:lnTo>
                  <a:pt x="40" y="12"/>
                </a:lnTo>
                <a:lnTo>
                  <a:pt x="40" y="11"/>
                </a:lnTo>
                <a:lnTo>
                  <a:pt x="39" y="9"/>
                </a:lnTo>
                <a:lnTo>
                  <a:pt x="40" y="7"/>
                </a:lnTo>
                <a:lnTo>
                  <a:pt x="40" y="2"/>
                </a:lnTo>
                <a:lnTo>
                  <a:pt x="40" y="0"/>
                </a:lnTo>
                <a:lnTo>
                  <a:pt x="39" y="1"/>
                </a:lnTo>
                <a:lnTo>
                  <a:pt x="38" y="1"/>
                </a:lnTo>
                <a:lnTo>
                  <a:pt x="38" y="1"/>
                </a:lnTo>
                <a:lnTo>
                  <a:pt x="37" y="1"/>
                </a:lnTo>
                <a:lnTo>
                  <a:pt x="37" y="2"/>
                </a:lnTo>
                <a:lnTo>
                  <a:pt x="38" y="4"/>
                </a:lnTo>
                <a:lnTo>
                  <a:pt x="36" y="6"/>
                </a:lnTo>
                <a:lnTo>
                  <a:pt x="36" y="8"/>
                </a:lnTo>
                <a:lnTo>
                  <a:pt x="37" y="8"/>
                </a:lnTo>
                <a:lnTo>
                  <a:pt x="37" y="9"/>
                </a:lnTo>
                <a:lnTo>
                  <a:pt x="36" y="9"/>
                </a:lnTo>
                <a:lnTo>
                  <a:pt x="36" y="10"/>
                </a:lnTo>
                <a:lnTo>
                  <a:pt x="34" y="10"/>
                </a:lnTo>
                <a:lnTo>
                  <a:pt x="34" y="9"/>
                </a:lnTo>
                <a:lnTo>
                  <a:pt x="34" y="7"/>
                </a:lnTo>
                <a:lnTo>
                  <a:pt x="33" y="5"/>
                </a:lnTo>
                <a:lnTo>
                  <a:pt x="33" y="5"/>
                </a:lnTo>
                <a:lnTo>
                  <a:pt x="32" y="6"/>
                </a:lnTo>
                <a:lnTo>
                  <a:pt x="31" y="5"/>
                </a:lnTo>
                <a:lnTo>
                  <a:pt x="30" y="6"/>
                </a:lnTo>
                <a:lnTo>
                  <a:pt x="31" y="7"/>
                </a:lnTo>
                <a:lnTo>
                  <a:pt x="31" y="7"/>
                </a:lnTo>
                <a:lnTo>
                  <a:pt x="31" y="8"/>
                </a:lnTo>
                <a:lnTo>
                  <a:pt x="31" y="9"/>
                </a:lnTo>
                <a:lnTo>
                  <a:pt x="31" y="11"/>
                </a:lnTo>
                <a:lnTo>
                  <a:pt x="29" y="12"/>
                </a:lnTo>
                <a:lnTo>
                  <a:pt x="30" y="15"/>
                </a:lnTo>
                <a:lnTo>
                  <a:pt x="30" y="16"/>
                </a:lnTo>
                <a:lnTo>
                  <a:pt x="31" y="17"/>
                </a:lnTo>
                <a:lnTo>
                  <a:pt x="32" y="20"/>
                </a:lnTo>
                <a:lnTo>
                  <a:pt x="32" y="20"/>
                </a:lnTo>
                <a:lnTo>
                  <a:pt x="31" y="21"/>
                </a:lnTo>
                <a:lnTo>
                  <a:pt x="31" y="22"/>
                </a:lnTo>
                <a:lnTo>
                  <a:pt x="30" y="23"/>
                </a:lnTo>
                <a:lnTo>
                  <a:pt x="29" y="24"/>
                </a:lnTo>
                <a:lnTo>
                  <a:pt x="28" y="23"/>
                </a:lnTo>
                <a:lnTo>
                  <a:pt x="26" y="24"/>
                </a:lnTo>
                <a:lnTo>
                  <a:pt x="26" y="24"/>
                </a:lnTo>
                <a:lnTo>
                  <a:pt x="25" y="25"/>
                </a:lnTo>
                <a:lnTo>
                  <a:pt x="24" y="24"/>
                </a:lnTo>
                <a:lnTo>
                  <a:pt x="24" y="23"/>
                </a:lnTo>
                <a:lnTo>
                  <a:pt x="24" y="23"/>
                </a:lnTo>
                <a:lnTo>
                  <a:pt x="24" y="21"/>
                </a:lnTo>
                <a:lnTo>
                  <a:pt x="23" y="20"/>
                </a:lnTo>
                <a:lnTo>
                  <a:pt x="23" y="18"/>
                </a:lnTo>
                <a:lnTo>
                  <a:pt x="21" y="19"/>
                </a:lnTo>
                <a:lnTo>
                  <a:pt x="21" y="19"/>
                </a:lnTo>
                <a:lnTo>
                  <a:pt x="22" y="21"/>
                </a:lnTo>
                <a:lnTo>
                  <a:pt x="20" y="22"/>
                </a:lnTo>
                <a:lnTo>
                  <a:pt x="20" y="23"/>
                </a:lnTo>
                <a:lnTo>
                  <a:pt x="19" y="23"/>
                </a:lnTo>
                <a:lnTo>
                  <a:pt x="20" y="24"/>
                </a:lnTo>
                <a:lnTo>
                  <a:pt x="19" y="27"/>
                </a:lnTo>
                <a:lnTo>
                  <a:pt x="19" y="28"/>
                </a:lnTo>
                <a:lnTo>
                  <a:pt x="20" y="28"/>
                </a:lnTo>
                <a:lnTo>
                  <a:pt x="20" y="29"/>
                </a:lnTo>
                <a:lnTo>
                  <a:pt x="20" y="30"/>
                </a:lnTo>
                <a:lnTo>
                  <a:pt x="20" y="31"/>
                </a:lnTo>
                <a:lnTo>
                  <a:pt x="21" y="34"/>
                </a:lnTo>
                <a:lnTo>
                  <a:pt x="22" y="35"/>
                </a:lnTo>
                <a:lnTo>
                  <a:pt x="22" y="38"/>
                </a:lnTo>
                <a:lnTo>
                  <a:pt x="23" y="38"/>
                </a:lnTo>
                <a:lnTo>
                  <a:pt x="24" y="37"/>
                </a:lnTo>
                <a:lnTo>
                  <a:pt x="24" y="35"/>
                </a:lnTo>
                <a:lnTo>
                  <a:pt x="25" y="35"/>
                </a:lnTo>
                <a:lnTo>
                  <a:pt x="25" y="35"/>
                </a:lnTo>
                <a:lnTo>
                  <a:pt x="27" y="36"/>
                </a:lnTo>
                <a:lnTo>
                  <a:pt x="27" y="35"/>
                </a:lnTo>
                <a:lnTo>
                  <a:pt x="27" y="37"/>
                </a:lnTo>
                <a:lnTo>
                  <a:pt x="29" y="37"/>
                </a:lnTo>
                <a:lnTo>
                  <a:pt x="29" y="37"/>
                </a:lnTo>
                <a:lnTo>
                  <a:pt x="30" y="37"/>
                </a:lnTo>
                <a:lnTo>
                  <a:pt x="29" y="39"/>
                </a:lnTo>
                <a:lnTo>
                  <a:pt x="30" y="40"/>
                </a:lnTo>
                <a:lnTo>
                  <a:pt x="29" y="40"/>
                </a:lnTo>
                <a:lnTo>
                  <a:pt x="30" y="42"/>
                </a:lnTo>
                <a:lnTo>
                  <a:pt x="30" y="43"/>
                </a:lnTo>
                <a:lnTo>
                  <a:pt x="30" y="44"/>
                </a:lnTo>
                <a:lnTo>
                  <a:pt x="30" y="45"/>
                </a:lnTo>
                <a:lnTo>
                  <a:pt x="29" y="45"/>
                </a:lnTo>
                <a:lnTo>
                  <a:pt x="29" y="48"/>
                </a:lnTo>
                <a:lnTo>
                  <a:pt x="30" y="49"/>
                </a:lnTo>
                <a:lnTo>
                  <a:pt x="30" y="50"/>
                </a:lnTo>
                <a:lnTo>
                  <a:pt x="30" y="50"/>
                </a:lnTo>
                <a:lnTo>
                  <a:pt x="30" y="53"/>
                </a:lnTo>
                <a:lnTo>
                  <a:pt x="29" y="53"/>
                </a:lnTo>
                <a:lnTo>
                  <a:pt x="30" y="55"/>
                </a:lnTo>
                <a:lnTo>
                  <a:pt x="29" y="57"/>
                </a:lnTo>
                <a:lnTo>
                  <a:pt x="30" y="57"/>
                </a:lnTo>
                <a:lnTo>
                  <a:pt x="30" y="58"/>
                </a:lnTo>
                <a:lnTo>
                  <a:pt x="30" y="59"/>
                </a:lnTo>
                <a:lnTo>
                  <a:pt x="29" y="60"/>
                </a:lnTo>
                <a:lnTo>
                  <a:pt x="29" y="65"/>
                </a:lnTo>
                <a:lnTo>
                  <a:pt x="28" y="65"/>
                </a:lnTo>
                <a:lnTo>
                  <a:pt x="27" y="67"/>
                </a:lnTo>
                <a:lnTo>
                  <a:pt x="28" y="67"/>
                </a:lnTo>
                <a:lnTo>
                  <a:pt x="28" y="68"/>
                </a:lnTo>
                <a:lnTo>
                  <a:pt x="28" y="69"/>
                </a:lnTo>
                <a:lnTo>
                  <a:pt x="28" y="70"/>
                </a:lnTo>
                <a:lnTo>
                  <a:pt x="27" y="70"/>
                </a:lnTo>
                <a:lnTo>
                  <a:pt x="27" y="69"/>
                </a:lnTo>
                <a:lnTo>
                  <a:pt x="25" y="70"/>
                </a:lnTo>
                <a:lnTo>
                  <a:pt x="26" y="73"/>
                </a:lnTo>
                <a:lnTo>
                  <a:pt x="26" y="73"/>
                </a:lnTo>
                <a:lnTo>
                  <a:pt x="27" y="74"/>
                </a:lnTo>
                <a:lnTo>
                  <a:pt x="27" y="76"/>
                </a:lnTo>
                <a:lnTo>
                  <a:pt x="26" y="77"/>
                </a:lnTo>
                <a:lnTo>
                  <a:pt x="24" y="76"/>
                </a:lnTo>
                <a:lnTo>
                  <a:pt x="24" y="76"/>
                </a:lnTo>
                <a:lnTo>
                  <a:pt x="23" y="77"/>
                </a:lnTo>
                <a:lnTo>
                  <a:pt x="22" y="79"/>
                </a:lnTo>
                <a:lnTo>
                  <a:pt x="21" y="80"/>
                </a:lnTo>
                <a:lnTo>
                  <a:pt x="21" y="81"/>
                </a:lnTo>
                <a:lnTo>
                  <a:pt x="19" y="82"/>
                </a:lnTo>
                <a:lnTo>
                  <a:pt x="19" y="82"/>
                </a:lnTo>
                <a:lnTo>
                  <a:pt x="18" y="81"/>
                </a:lnTo>
                <a:lnTo>
                  <a:pt x="16" y="80"/>
                </a:lnTo>
                <a:lnTo>
                  <a:pt x="16" y="81"/>
                </a:lnTo>
                <a:lnTo>
                  <a:pt x="16" y="82"/>
                </a:lnTo>
                <a:lnTo>
                  <a:pt x="15" y="83"/>
                </a:lnTo>
                <a:lnTo>
                  <a:pt x="16" y="84"/>
                </a:lnTo>
                <a:lnTo>
                  <a:pt x="15" y="86"/>
                </a:lnTo>
                <a:lnTo>
                  <a:pt x="14" y="85"/>
                </a:lnTo>
                <a:lnTo>
                  <a:pt x="14" y="87"/>
                </a:lnTo>
                <a:lnTo>
                  <a:pt x="12" y="87"/>
                </a:lnTo>
                <a:lnTo>
                  <a:pt x="12" y="88"/>
                </a:lnTo>
                <a:lnTo>
                  <a:pt x="11" y="89"/>
                </a:lnTo>
                <a:lnTo>
                  <a:pt x="10" y="89"/>
                </a:lnTo>
                <a:lnTo>
                  <a:pt x="10" y="88"/>
                </a:lnTo>
                <a:lnTo>
                  <a:pt x="9" y="88"/>
                </a:lnTo>
                <a:lnTo>
                  <a:pt x="8" y="90"/>
                </a:lnTo>
                <a:lnTo>
                  <a:pt x="7" y="92"/>
                </a:lnTo>
                <a:lnTo>
                  <a:pt x="6" y="92"/>
                </a:lnTo>
                <a:lnTo>
                  <a:pt x="6" y="96"/>
                </a:lnTo>
                <a:lnTo>
                  <a:pt x="7" y="96"/>
                </a:lnTo>
                <a:lnTo>
                  <a:pt x="7" y="97"/>
                </a:lnTo>
                <a:lnTo>
                  <a:pt x="7" y="97"/>
                </a:lnTo>
                <a:lnTo>
                  <a:pt x="5" y="97"/>
                </a:lnTo>
                <a:lnTo>
                  <a:pt x="4" y="98"/>
                </a:lnTo>
                <a:lnTo>
                  <a:pt x="2" y="98"/>
                </a:lnTo>
                <a:lnTo>
                  <a:pt x="2" y="99"/>
                </a:lnTo>
                <a:lnTo>
                  <a:pt x="2" y="100"/>
                </a:lnTo>
                <a:lnTo>
                  <a:pt x="2" y="102"/>
                </a:lnTo>
                <a:lnTo>
                  <a:pt x="2" y="105"/>
                </a:lnTo>
                <a:lnTo>
                  <a:pt x="1" y="106"/>
                </a:lnTo>
                <a:lnTo>
                  <a:pt x="4" y="106"/>
                </a:lnTo>
                <a:lnTo>
                  <a:pt x="4" y="107"/>
                </a:lnTo>
                <a:lnTo>
                  <a:pt x="5" y="108"/>
                </a:lnTo>
                <a:lnTo>
                  <a:pt x="4" y="108"/>
                </a:lnTo>
                <a:lnTo>
                  <a:pt x="4" y="109"/>
                </a:lnTo>
                <a:lnTo>
                  <a:pt x="5" y="109"/>
                </a:lnTo>
                <a:lnTo>
                  <a:pt x="6" y="110"/>
                </a:lnTo>
                <a:lnTo>
                  <a:pt x="5" y="111"/>
                </a:lnTo>
                <a:lnTo>
                  <a:pt x="5" y="112"/>
                </a:lnTo>
                <a:lnTo>
                  <a:pt x="5" y="112"/>
                </a:lnTo>
                <a:lnTo>
                  <a:pt x="5" y="113"/>
                </a:lnTo>
                <a:lnTo>
                  <a:pt x="3" y="115"/>
                </a:lnTo>
                <a:lnTo>
                  <a:pt x="2" y="116"/>
                </a:lnTo>
                <a:lnTo>
                  <a:pt x="0" y="117"/>
                </a:lnTo>
                <a:lnTo>
                  <a:pt x="0" y="117"/>
                </a:lnTo>
                <a:lnTo>
                  <a:pt x="2" y="118"/>
                </a:lnTo>
                <a:lnTo>
                  <a:pt x="3" y="119"/>
                </a:lnTo>
                <a:lnTo>
                  <a:pt x="3" y="118"/>
                </a:lnTo>
                <a:lnTo>
                  <a:pt x="4" y="119"/>
                </a:lnTo>
                <a:lnTo>
                  <a:pt x="6" y="117"/>
                </a:lnTo>
                <a:lnTo>
                  <a:pt x="8" y="117"/>
                </a:lnTo>
                <a:lnTo>
                  <a:pt x="8" y="116"/>
                </a:lnTo>
                <a:lnTo>
                  <a:pt x="10" y="115"/>
                </a:lnTo>
                <a:lnTo>
                  <a:pt x="12" y="114"/>
                </a:lnTo>
                <a:lnTo>
                  <a:pt x="15" y="114"/>
                </a:lnTo>
                <a:lnTo>
                  <a:pt x="17" y="114"/>
                </a:lnTo>
                <a:lnTo>
                  <a:pt x="22" y="114"/>
                </a:lnTo>
                <a:lnTo>
                  <a:pt x="23" y="115"/>
                </a:lnTo>
                <a:lnTo>
                  <a:pt x="24" y="115"/>
                </a:lnTo>
                <a:lnTo>
                  <a:pt x="24" y="115"/>
                </a:lnTo>
                <a:lnTo>
                  <a:pt x="25" y="114"/>
                </a:lnTo>
                <a:lnTo>
                  <a:pt x="28" y="115"/>
                </a:lnTo>
                <a:lnTo>
                  <a:pt x="28" y="114"/>
                </a:lnTo>
                <a:lnTo>
                  <a:pt x="29" y="115"/>
                </a:lnTo>
                <a:lnTo>
                  <a:pt x="27" y="117"/>
                </a:lnTo>
                <a:lnTo>
                  <a:pt x="26" y="117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5" y="118"/>
                </a:lnTo>
                <a:lnTo>
                  <a:pt x="24" y="119"/>
                </a:lnTo>
                <a:lnTo>
                  <a:pt x="24" y="121"/>
                </a:lnTo>
                <a:lnTo>
                  <a:pt x="24" y="122"/>
                </a:lnTo>
                <a:lnTo>
                  <a:pt x="26" y="122"/>
                </a:lnTo>
                <a:lnTo>
                  <a:pt x="27" y="123"/>
                </a:lnTo>
                <a:lnTo>
                  <a:pt x="27" y="124"/>
                </a:lnTo>
                <a:lnTo>
                  <a:pt x="27" y="124"/>
                </a:lnTo>
                <a:lnTo>
                  <a:pt x="27" y="126"/>
                </a:lnTo>
                <a:lnTo>
                  <a:pt x="28" y="126"/>
                </a:lnTo>
                <a:lnTo>
                  <a:pt x="28" y="126"/>
                </a:lnTo>
                <a:lnTo>
                  <a:pt x="26" y="128"/>
                </a:lnTo>
                <a:lnTo>
                  <a:pt x="26" y="129"/>
                </a:lnTo>
                <a:lnTo>
                  <a:pt x="28" y="129"/>
                </a:lnTo>
                <a:lnTo>
                  <a:pt x="28" y="130"/>
                </a:lnTo>
                <a:lnTo>
                  <a:pt x="28" y="132"/>
                </a:lnTo>
                <a:lnTo>
                  <a:pt x="27" y="132"/>
                </a:lnTo>
                <a:lnTo>
                  <a:pt x="28" y="132"/>
                </a:lnTo>
                <a:lnTo>
                  <a:pt x="29" y="133"/>
                </a:lnTo>
                <a:lnTo>
                  <a:pt x="27" y="135"/>
                </a:lnTo>
                <a:lnTo>
                  <a:pt x="28" y="136"/>
                </a:lnTo>
                <a:lnTo>
                  <a:pt x="30" y="136"/>
                </a:lnTo>
                <a:lnTo>
                  <a:pt x="31" y="136"/>
                </a:lnTo>
                <a:lnTo>
                  <a:pt x="31" y="137"/>
                </a:lnTo>
                <a:lnTo>
                  <a:pt x="32" y="138"/>
                </a:lnTo>
                <a:lnTo>
                  <a:pt x="34" y="138"/>
                </a:lnTo>
                <a:lnTo>
                  <a:pt x="35" y="138"/>
                </a:lnTo>
                <a:lnTo>
                  <a:pt x="37" y="137"/>
                </a:lnTo>
                <a:lnTo>
                  <a:pt x="38" y="138"/>
                </a:lnTo>
                <a:lnTo>
                  <a:pt x="41" y="139"/>
                </a:lnTo>
                <a:lnTo>
                  <a:pt x="40" y="140"/>
                </a:lnTo>
                <a:lnTo>
                  <a:pt x="41" y="142"/>
                </a:lnTo>
                <a:lnTo>
                  <a:pt x="40" y="143"/>
                </a:lnTo>
                <a:lnTo>
                  <a:pt x="39" y="142"/>
                </a:lnTo>
                <a:lnTo>
                  <a:pt x="39" y="142"/>
                </a:lnTo>
                <a:lnTo>
                  <a:pt x="39" y="144"/>
                </a:lnTo>
                <a:lnTo>
                  <a:pt x="38" y="144"/>
                </a:lnTo>
                <a:lnTo>
                  <a:pt x="37" y="146"/>
                </a:lnTo>
                <a:lnTo>
                  <a:pt x="36" y="146"/>
                </a:lnTo>
                <a:lnTo>
                  <a:pt x="37" y="150"/>
                </a:lnTo>
                <a:lnTo>
                  <a:pt x="36" y="151"/>
                </a:lnTo>
                <a:lnTo>
                  <a:pt x="37" y="152"/>
                </a:lnTo>
                <a:lnTo>
                  <a:pt x="35" y="153"/>
                </a:lnTo>
                <a:lnTo>
                  <a:pt x="34" y="154"/>
                </a:lnTo>
                <a:lnTo>
                  <a:pt x="34" y="155"/>
                </a:lnTo>
                <a:lnTo>
                  <a:pt x="33" y="156"/>
                </a:lnTo>
                <a:lnTo>
                  <a:pt x="33" y="157"/>
                </a:lnTo>
                <a:lnTo>
                  <a:pt x="32" y="158"/>
                </a:lnTo>
                <a:lnTo>
                  <a:pt x="32" y="159"/>
                </a:lnTo>
                <a:lnTo>
                  <a:pt x="32" y="159"/>
                </a:lnTo>
                <a:lnTo>
                  <a:pt x="33" y="160"/>
                </a:lnTo>
                <a:lnTo>
                  <a:pt x="36" y="160"/>
                </a:lnTo>
                <a:lnTo>
                  <a:pt x="39" y="160"/>
                </a:lnTo>
                <a:lnTo>
                  <a:pt x="39" y="160"/>
                </a:lnTo>
                <a:lnTo>
                  <a:pt x="40" y="160"/>
                </a:lnTo>
                <a:lnTo>
                  <a:pt x="41" y="161"/>
                </a:lnTo>
                <a:lnTo>
                  <a:pt x="42" y="161"/>
                </a:lnTo>
                <a:lnTo>
                  <a:pt x="43" y="161"/>
                </a:lnTo>
                <a:lnTo>
                  <a:pt x="44" y="161"/>
                </a:lnTo>
                <a:lnTo>
                  <a:pt x="47" y="162"/>
                </a:lnTo>
                <a:lnTo>
                  <a:pt x="47" y="162"/>
                </a:lnTo>
                <a:lnTo>
                  <a:pt x="49" y="162"/>
                </a:lnTo>
                <a:lnTo>
                  <a:pt x="49" y="163"/>
                </a:lnTo>
                <a:lnTo>
                  <a:pt x="49" y="164"/>
                </a:lnTo>
                <a:lnTo>
                  <a:pt x="49" y="165"/>
                </a:lnTo>
                <a:lnTo>
                  <a:pt x="48" y="165"/>
                </a:lnTo>
                <a:lnTo>
                  <a:pt x="48" y="167"/>
                </a:lnTo>
                <a:lnTo>
                  <a:pt x="49" y="170"/>
                </a:lnTo>
                <a:lnTo>
                  <a:pt x="50" y="171"/>
                </a:lnTo>
                <a:lnTo>
                  <a:pt x="51" y="170"/>
                </a:lnTo>
                <a:lnTo>
                  <a:pt x="52" y="170"/>
                </a:lnTo>
                <a:lnTo>
                  <a:pt x="53" y="171"/>
                </a:lnTo>
                <a:lnTo>
                  <a:pt x="51" y="173"/>
                </a:lnTo>
                <a:lnTo>
                  <a:pt x="52" y="174"/>
                </a:lnTo>
                <a:lnTo>
                  <a:pt x="52" y="175"/>
                </a:lnTo>
                <a:lnTo>
                  <a:pt x="53" y="174"/>
                </a:lnTo>
                <a:lnTo>
                  <a:pt x="53" y="174"/>
                </a:lnTo>
                <a:lnTo>
                  <a:pt x="54" y="175"/>
                </a:lnTo>
                <a:lnTo>
                  <a:pt x="55" y="175"/>
                </a:lnTo>
                <a:lnTo>
                  <a:pt x="56" y="174"/>
                </a:lnTo>
                <a:lnTo>
                  <a:pt x="58" y="174"/>
                </a:lnTo>
                <a:lnTo>
                  <a:pt x="59" y="176"/>
                </a:lnTo>
                <a:lnTo>
                  <a:pt x="60" y="176"/>
                </a:lnTo>
                <a:lnTo>
                  <a:pt x="61" y="176"/>
                </a:lnTo>
                <a:lnTo>
                  <a:pt x="64" y="175"/>
                </a:lnTo>
                <a:lnTo>
                  <a:pt x="67" y="171"/>
                </a:lnTo>
                <a:lnTo>
                  <a:pt x="71" y="171"/>
                </a:lnTo>
                <a:lnTo>
                  <a:pt x="72" y="169"/>
                </a:lnTo>
                <a:lnTo>
                  <a:pt x="73" y="169"/>
                </a:lnTo>
                <a:lnTo>
                  <a:pt x="73" y="171"/>
                </a:lnTo>
                <a:lnTo>
                  <a:pt x="73" y="172"/>
                </a:lnTo>
                <a:lnTo>
                  <a:pt x="74" y="173"/>
                </a:lnTo>
                <a:lnTo>
                  <a:pt x="73" y="174"/>
                </a:lnTo>
                <a:lnTo>
                  <a:pt x="75" y="174"/>
                </a:lnTo>
                <a:lnTo>
                  <a:pt x="75" y="176"/>
                </a:lnTo>
                <a:lnTo>
                  <a:pt x="74" y="176"/>
                </a:lnTo>
                <a:lnTo>
                  <a:pt x="74" y="177"/>
                </a:lnTo>
                <a:lnTo>
                  <a:pt x="73" y="177"/>
                </a:lnTo>
                <a:lnTo>
                  <a:pt x="74" y="179"/>
                </a:lnTo>
                <a:lnTo>
                  <a:pt x="75" y="180"/>
                </a:lnTo>
                <a:lnTo>
                  <a:pt x="75" y="181"/>
                </a:lnTo>
                <a:lnTo>
                  <a:pt x="76" y="183"/>
                </a:lnTo>
                <a:lnTo>
                  <a:pt x="78" y="182"/>
                </a:lnTo>
                <a:lnTo>
                  <a:pt x="81" y="181"/>
                </a:lnTo>
                <a:lnTo>
                  <a:pt x="83" y="182"/>
                </a:lnTo>
                <a:lnTo>
                  <a:pt x="82" y="183"/>
                </a:lnTo>
                <a:lnTo>
                  <a:pt x="83" y="183"/>
                </a:lnTo>
                <a:lnTo>
                  <a:pt x="84" y="183"/>
                </a:lnTo>
                <a:lnTo>
                  <a:pt x="85" y="184"/>
                </a:lnTo>
                <a:lnTo>
                  <a:pt x="86" y="184"/>
                </a:lnTo>
                <a:lnTo>
                  <a:pt x="87" y="182"/>
                </a:lnTo>
                <a:lnTo>
                  <a:pt x="88" y="182"/>
                </a:lnTo>
                <a:lnTo>
                  <a:pt x="88" y="181"/>
                </a:lnTo>
                <a:lnTo>
                  <a:pt x="86" y="180"/>
                </a:lnTo>
                <a:lnTo>
                  <a:pt x="86" y="179"/>
                </a:lnTo>
                <a:lnTo>
                  <a:pt x="86" y="178"/>
                </a:lnTo>
                <a:lnTo>
                  <a:pt x="86" y="176"/>
                </a:lnTo>
                <a:lnTo>
                  <a:pt x="87" y="176"/>
                </a:lnTo>
                <a:lnTo>
                  <a:pt x="86" y="174"/>
                </a:lnTo>
                <a:lnTo>
                  <a:pt x="87" y="174"/>
                </a:lnTo>
                <a:lnTo>
                  <a:pt x="88" y="173"/>
                </a:lnTo>
                <a:lnTo>
                  <a:pt x="87" y="173"/>
                </a:lnTo>
                <a:lnTo>
                  <a:pt x="87" y="173"/>
                </a:lnTo>
                <a:lnTo>
                  <a:pt x="87" y="171"/>
                </a:lnTo>
                <a:lnTo>
                  <a:pt x="86" y="171"/>
                </a:lnTo>
                <a:lnTo>
                  <a:pt x="87" y="169"/>
                </a:lnTo>
                <a:lnTo>
                  <a:pt x="85" y="167"/>
                </a:lnTo>
                <a:lnTo>
                  <a:pt x="85" y="166"/>
                </a:lnTo>
                <a:lnTo>
                  <a:pt x="85" y="166"/>
                </a:lnTo>
                <a:lnTo>
                  <a:pt x="83" y="165"/>
                </a:lnTo>
                <a:lnTo>
                  <a:pt x="84" y="165"/>
                </a:lnTo>
                <a:lnTo>
                  <a:pt x="83" y="162"/>
                </a:lnTo>
                <a:lnTo>
                  <a:pt x="83" y="162"/>
                </a:lnTo>
                <a:lnTo>
                  <a:pt x="83" y="161"/>
                </a:lnTo>
                <a:lnTo>
                  <a:pt x="82" y="159"/>
                </a:lnTo>
                <a:lnTo>
                  <a:pt x="83" y="159"/>
                </a:lnTo>
                <a:lnTo>
                  <a:pt x="84" y="158"/>
                </a:lnTo>
                <a:lnTo>
                  <a:pt x="85" y="156"/>
                </a:lnTo>
                <a:lnTo>
                  <a:pt x="85" y="156"/>
                </a:lnTo>
                <a:lnTo>
                  <a:pt x="85" y="154"/>
                </a:lnTo>
                <a:lnTo>
                  <a:pt x="87" y="154"/>
                </a:lnTo>
                <a:lnTo>
                  <a:pt x="88" y="155"/>
                </a:lnTo>
                <a:lnTo>
                  <a:pt x="88" y="155"/>
                </a:lnTo>
                <a:lnTo>
                  <a:pt x="89" y="156"/>
                </a:lnTo>
                <a:lnTo>
                  <a:pt x="90" y="156"/>
                </a:lnTo>
                <a:lnTo>
                  <a:pt x="90" y="155"/>
                </a:lnTo>
                <a:lnTo>
                  <a:pt x="92" y="155"/>
                </a:lnTo>
                <a:lnTo>
                  <a:pt x="93" y="155"/>
                </a:lnTo>
                <a:lnTo>
                  <a:pt x="95" y="155"/>
                </a:lnTo>
                <a:lnTo>
                  <a:pt x="95" y="156"/>
                </a:lnTo>
                <a:lnTo>
                  <a:pt x="96" y="156"/>
                </a:lnTo>
                <a:lnTo>
                  <a:pt x="98" y="156"/>
                </a:lnTo>
                <a:lnTo>
                  <a:pt x="97" y="155"/>
                </a:lnTo>
                <a:lnTo>
                  <a:pt x="99" y="153"/>
                </a:lnTo>
                <a:lnTo>
                  <a:pt x="100" y="153"/>
                </a:lnTo>
                <a:lnTo>
                  <a:pt x="101" y="151"/>
                </a:lnTo>
                <a:lnTo>
                  <a:pt x="100" y="150"/>
                </a:lnTo>
                <a:lnTo>
                  <a:pt x="101" y="150"/>
                </a:lnTo>
                <a:lnTo>
                  <a:pt x="102" y="148"/>
                </a:lnTo>
                <a:lnTo>
                  <a:pt x="103" y="148"/>
                </a:lnTo>
                <a:lnTo>
                  <a:pt x="104" y="149"/>
                </a:lnTo>
                <a:lnTo>
                  <a:pt x="104" y="150"/>
                </a:lnTo>
                <a:lnTo>
                  <a:pt x="105" y="149"/>
                </a:lnTo>
                <a:lnTo>
                  <a:pt x="106" y="150"/>
                </a:lnTo>
                <a:lnTo>
                  <a:pt x="107" y="150"/>
                </a:lnTo>
                <a:lnTo>
                  <a:pt x="109" y="152"/>
                </a:lnTo>
                <a:lnTo>
                  <a:pt x="110" y="152"/>
                </a:lnTo>
                <a:lnTo>
                  <a:pt x="111" y="152"/>
                </a:lnTo>
                <a:lnTo>
                  <a:pt x="111" y="154"/>
                </a:lnTo>
                <a:lnTo>
                  <a:pt x="112" y="155"/>
                </a:lnTo>
                <a:lnTo>
                  <a:pt x="113" y="155"/>
                </a:lnTo>
                <a:lnTo>
                  <a:pt x="114" y="156"/>
                </a:lnTo>
                <a:lnTo>
                  <a:pt x="115" y="155"/>
                </a:lnTo>
                <a:lnTo>
                  <a:pt x="115" y="155"/>
                </a:lnTo>
                <a:lnTo>
                  <a:pt x="117" y="153"/>
                </a:lnTo>
                <a:lnTo>
                  <a:pt x="117" y="152"/>
                </a:lnTo>
                <a:lnTo>
                  <a:pt x="117" y="151"/>
                </a:lnTo>
                <a:lnTo>
                  <a:pt x="118" y="151"/>
                </a:lnTo>
                <a:lnTo>
                  <a:pt x="119" y="151"/>
                </a:lnTo>
                <a:lnTo>
                  <a:pt x="120" y="148"/>
                </a:lnTo>
                <a:lnTo>
                  <a:pt x="123" y="149"/>
                </a:lnTo>
                <a:lnTo>
                  <a:pt x="122" y="150"/>
                </a:lnTo>
                <a:lnTo>
                  <a:pt x="124" y="153"/>
                </a:lnTo>
                <a:lnTo>
                  <a:pt x="125" y="151"/>
                </a:lnTo>
                <a:lnTo>
                  <a:pt x="125" y="150"/>
                </a:lnTo>
                <a:lnTo>
                  <a:pt x="127" y="148"/>
                </a:lnTo>
                <a:lnTo>
                  <a:pt x="132" y="153"/>
                </a:lnTo>
                <a:lnTo>
                  <a:pt x="134" y="155"/>
                </a:lnTo>
                <a:lnTo>
                  <a:pt x="134" y="154"/>
                </a:lnTo>
                <a:lnTo>
                  <a:pt x="135" y="150"/>
                </a:lnTo>
                <a:lnTo>
                  <a:pt x="137" y="148"/>
                </a:lnTo>
                <a:lnTo>
                  <a:pt x="140" y="147"/>
                </a:lnTo>
                <a:lnTo>
                  <a:pt x="140" y="147"/>
                </a:lnTo>
                <a:lnTo>
                  <a:pt x="140" y="149"/>
                </a:lnTo>
                <a:lnTo>
                  <a:pt x="140" y="149"/>
                </a:lnTo>
                <a:lnTo>
                  <a:pt x="141" y="150"/>
                </a:lnTo>
                <a:lnTo>
                  <a:pt x="142" y="151"/>
                </a:lnTo>
                <a:lnTo>
                  <a:pt x="145" y="149"/>
                </a:lnTo>
                <a:lnTo>
                  <a:pt x="145" y="148"/>
                </a:lnTo>
                <a:lnTo>
                  <a:pt x="147" y="147"/>
                </a:lnTo>
                <a:lnTo>
                  <a:pt x="149" y="148"/>
                </a:lnTo>
                <a:lnTo>
                  <a:pt x="150" y="148"/>
                </a:lnTo>
                <a:lnTo>
                  <a:pt x="150" y="147"/>
                </a:lnTo>
                <a:lnTo>
                  <a:pt x="150" y="147"/>
                </a:lnTo>
                <a:lnTo>
                  <a:pt x="151" y="146"/>
                </a:lnTo>
                <a:lnTo>
                  <a:pt x="152" y="145"/>
                </a:lnTo>
                <a:lnTo>
                  <a:pt x="152" y="144"/>
                </a:lnTo>
                <a:lnTo>
                  <a:pt x="152" y="143"/>
                </a:lnTo>
                <a:lnTo>
                  <a:pt x="151" y="141"/>
                </a:lnTo>
                <a:lnTo>
                  <a:pt x="153" y="141"/>
                </a:lnTo>
                <a:lnTo>
                  <a:pt x="153" y="140"/>
                </a:lnTo>
                <a:lnTo>
                  <a:pt x="154" y="140"/>
                </a:lnTo>
                <a:lnTo>
                  <a:pt x="154" y="140"/>
                </a:lnTo>
                <a:lnTo>
                  <a:pt x="155" y="139"/>
                </a:lnTo>
                <a:lnTo>
                  <a:pt x="157" y="138"/>
                </a:lnTo>
                <a:lnTo>
                  <a:pt x="158" y="138"/>
                </a:lnTo>
                <a:lnTo>
                  <a:pt x="159" y="137"/>
                </a:lnTo>
                <a:lnTo>
                  <a:pt x="160" y="138"/>
                </a:lnTo>
                <a:lnTo>
                  <a:pt x="161" y="137"/>
                </a:lnTo>
                <a:lnTo>
                  <a:pt x="162" y="135"/>
                </a:lnTo>
                <a:lnTo>
                  <a:pt x="163" y="137"/>
                </a:lnTo>
                <a:lnTo>
                  <a:pt x="164" y="137"/>
                </a:lnTo>
                <a:lnTo>
                  <a:pt x="165" y="137"/>
                </a:lnTo>
                <a:lnTo>
                  <a:pt x="166" y="139"/>
                </a:lnTo>
                <a:lnTo>
                  <a:pt x="167" y="140"/>
                </a:lnTo>
                <a:lnTo>
                  <a:pt x="166" y="138"/>
                </a:lnTo>
                <a:lnTo>
                  <a:pt x="168" y="137"/>
                </a:lnTo>
                <a:lnTo>
                  <a:pt x="169" y="136"/>
                </a:lnTo>
                <a:lnTo>
                  <a:pt x="170" y="136"/>
                </a:lnTo>
                <a:lnTo>
                  <a:pt x="170" y="136"/>
                </a:lnTo>
                <a:lnTo>
                  <a:pt x="169" y="135"/>
                </a:lnTo>
                <a:lnTo>
                  <a:pt x="170" y="135"/>
                </a:lnTo>
                <a:lnTo>
                  <a:pt x="171" y="133"/>
                </a:lnTo>
                <a:lnTo>
                  <a:pt x="172" y="133"/>
                </a:lnTo>
                <a:lnTo>
                  <a:pt x="172" y="132"/>
                </a:lnTo>
                <a:lnTo>
                  <a:pt x="173" y="132"/>
                </a:lnTo>
                <a:lnTo>
                  <a:pt x="176" y="133"/>
                </a:lnTo>
                <a:lnTo>
                  <a:pt x="176" y="134"/>
                </a:lnTo>
                <a:lnTo>
                  <a:pt x="179" y="131"/>
                </a:lnTo>
                <a:lnTo>
                  <a:pt x="179" y="130"/>
                </a:lnTo>
                <a:lnTo>
                  <a:pt x="180" y="127"/>
                </a:lnTo>
                <a:lnTo>
                  <a:pt x="179" y="126"/>
                </a:lnTo>
                <a:lnTo>
                  <a:pt x="180" y="125"/>
                </a:lnTo>
                <a:lnTo>
                  <a:pt x="180" y="124"/>
                </a:lnTo>
                <a:lnTo>
                  <a:pt x="180" y="124"/>
                </a:lnTo>
                <a:lnTo>
                  <a:pt x="179" y="124"/>
                </a:lnTo>
                <a:lnTo>
                  <a:pt x="178" y="121"/>
                </a:lnTo>
                <a:lnTo>
                  <a:pt x="178" y="121"/>
                </a:lnTo>
                <a:lnTo>
                  <a:pt x="177" y="120"/>
                </a:lnTo>
                <a:lnTo>
                  <a:pt x="177" y="119"/>
                </a:lnTo>
                <a:lnTo>
                  <a:pt x="176" y="119"/>
                </a:lnTo>
                <a:lnTo>
                  <a:pt x="174" y="119"/>
                </a:lnTo>
                <a:lnTo>
                  <a:pt x="174" y="120"/>
                </a:lnTo>
                <a:lnTo>
                  <a:pt x="173" y="120"/>
                </a:lnTo>
                <a:lnTo>
                  <a:pt x="173" y="121"/>
                </a:lnTo>
                <a:lnTo>
                  <a:pt x="172" y="121"/>
                </a:lnTo>
                <a:lnTo>
                  <a:pt x="172" y="120"/>
                </a:lnTo>
                <a:lnTo>
                  <a:pt x="171" y="120"/>
                </a:lnTo>
                <a:lnTo>
                  <a:pt x="170" y="120"/>
                </a:lnTo>
                <a:lnTo>
                  <a:pt x="169" y="121"/>
                </a:lnTo>
                <a:lnTo>
                  <a:pt x="168" y="118"/>
                </a:lnTo>
                <a:lnTo>
                  <a:pt x="168" y="118"/>
                </a:lnTo>
                <a:lnTo>
                  <a:pt x="166" y="118"/>
                </a:lnTo>
                <a:lnTo>
                  <a:pt x="166" y="121"/>
                </a:lnTo>
                <a:lnTo>
                  <a:pt x="164" y="120"/>
                </a:lnTo>
                <a:lnTo>
                  <a:pt x="162" y="119"/>
                </a:lnTo>
                <a:lnTo>
                  <a:pt x="161" y="119"/>
                </a:lnTo>
                <a:lnTo>
                  <a:pt x="161" y="120"/>
                </a:lnTo>
                <a:lnTo>
                  <a:pt x="161" y="120"/>
                </a:lnTo>
                <a:lnTo>
                  <a:pt x="160" y="119"/>
                </a:lnTo>
                <a:lnTo>
                  <a:pt x="159" y="118"/>
                </a:lnTo>
                <a:lnTo>
                  <a:pt x="160" y="118"/>
                </a:lnTo>
                <a:lnTo>
                  <a:pt x="160" y="117"/>
                </a:lnTo>
                <a:lnTo>
                  <a:pt x="160" y="117"/>
                </a:lnTo>
                <a:lnTo>
                  <a:pt x="159" y="115"/>
                </a:lnTo>
                <a:lnTo>
                  <a:pt x="159" y="114"/>
                </a:lnTo>
                <a:lnTo>
                  <a:pt x="159" y="114"/>
                </a:lnTo>
                <a:lnTo>
                  <a:pt x="158" y="113"/>
                </a:lnTo>
                <a:lnTo>
                  <a:pt x="158" y="113"/>
                </a:lnTo>
                <a:lnTo>
                  <a:pt x="158" y="112"/>
                </a:lnTo>
                <a:lnTo>
                  <a:pt x="156" y="111"/>
                </a:lnTo>
                <a:lnTo>
                  <a:pt x="154" y="112"/>
                </a:lnTo>
                <a:lnTo>
                  <a:pt x="151" y="111"/>
                </a:lnTo>
                <a:lnTo>
                  <a:pt x="149" y="112"/>
                </a:lnTo>
                <a:lnTo>
                  <a:pt x="150" y="114"/>
                </a:lnTo>
                <a:lnTo>
                  <a:pt x="149" y="114"/>
                </a:lnTo>
                <a:lnTo>
                  <a:pt x="147" y="113"/>
                </a:lnTo>
                <a:lnTo>
                  <a:pt x="148" y="112"/>
                </a:lnTo>
                <a:lnTo>
                  <a:pt x="147" y="112"/>
                </a:lnTo>
                <a:lnTo>
                  <a:pt x="147" y="112"/>
                </a:lnTo>
                <a:lnTo>
                  <a:pt x="146" y="110"/>
                </a:lnTo>
                <a:lnTo>
                  <a:pt x="146" y="109"/>
                </a:lnTo>
                <a:lnTo>
                  <a:pt x="145" y="107"/>
                </a:lnTo>
                <a:lnTo>
                  <a:pt x="146" y="104"/>
                </a:lnTo>
                <a:lnTo>
                  <a:pt x="146" y="103"/>
                </a:lnTo>
                <a:lnTo>
                  <a:pt x="148" y="101"/>
                </a:lnTo>
                <a:lnTo>
                  <a:pt x="149" y="100"/>
                </a:lnTo>
                <a:lnTo>
                  <a:pt x="150" y="99"/>
                </a:lnTo>
                <a:lnTo>
                  <a:pt x="149" y="98"/>
                </a:lnTo>
                <a:lnTo>
                  <a:pt x="148" y="98"/>
                </a:lnTo>
                <a:lnTo>
                  <a:pt x="149" y="97"/>
                </a:lnTo>
                <a:lnTo>
                  <a:pt x="150" y="95"/>
                </a:lnTo>
                <a:lnTo>
                  <a:pt x="150" y="95"/>
                </a:lnTo>
                <a:lnTo>
                  <a:pt x="150" y="94"/>
                </a:lnTo>
                <a:lnTo>
                  <a:pt x="151" y="95"/>
                </a:lnTo>
                <a:lnTo>
                  <a:pt x="152" y="95"/>
                </a:lnTo>
                <a:lnTo>
                  <a:pt x="151" y="94"/>
                </a:lnTo>
                <a:lnTo>
                  <a:pt x="152" y="94"/>
                </a:lnTo>
                <a:lnTo>
                  <a:pt x="152" y="93"/>
                </a:lnTo>
                <a:lnTo>
                  <a:pt x="148" y="92"/>
                </a:lnTo>
                <a:lnTo>
                  <a:pt x="148" y="91"/>
                </a:lnTo>
                <a:lnTo>
                  <a:pt x="146" y="90"/>
                </a:lnTo>
                <a:lnTo>
                  <a:pt x="146" y="87"/>
                </a:lnTo>
                <a:lnTo>
                  <a:pt x="144" y="88"/>
                </a:lnTo>
                <a:lnTo>
                  <a:pt x="144" y="88"/>
                </a:lnTo>
                <a:lnTo>
                  <a:pt x="144" y="88"/>
                </a:lnTo>
                <a:lnTo>
                  <a:pt x="144" y="87"/>
                </a:lnTo>
                <a:lnTo>
                  <a:pt x="144" y="86"/>
                </a:lnTo>
                <a:lnTo>
                  <a:pt x="142" y="85"/>
                </a:lnTo>
                <a:lnTo>
                  <a:pt x="141" y="84"/>
                </a:lnTo>
                <a:lnTo>
                  <a:pt x="142" y="82"/>
                </a:lnTo>
                <a:lnTo>
                  <a:pt x="143" y="83"/>
                </a:lnTo>
                <a:lnTo>
                  <a:pt x="144" y="79"/>
                </a:lnTo>
                <a:lnTo>
                  <a:pt x="143" y="78"/>
                </a:lnTo>
                <a:lnTo>
                  <a:pt x="144" y="78"/>
                </a:lnTo>
                <a:lnTo>
                  <a:pt x="145" y="76"/>
                </a:lnTo>
                <a:lnTo>
                  <a:pt x="144" y="75"/>
                </a:lnTo>
                <a:lnTo>
                  <a:pt x="145" y="75"/>
                </a:lnTo>
                <a:lnTo>
                  <a:pt x="146" y="74"/>
                </a:lnTo>
                <a:lnTo>
                  <a:pt x="146" y="73"/>
                </a:lnTo>
                <a:lnTo>
                  <a:pt x="146" y="71"/>
                </a:lnTo>
                <a:lnTo>
                  <a:pt x="146" y="71"/>
                </a:lnTo>
                <a:lnTo>
                  <a:pt x="147" y="69"/>
                </a:lnTo>
                <a:lnTo>
                  <a:pt x="149" y="69"/>
                </a:lnTo>
                <a:lnTo>
                  <a:pt x="149" y="68"/>
                </a:lnTo>
                <a:lnTo>
                  <a:pt x="149" y="68"/>
                </a:lnTo>
                <a:lnTo>
                  <a:pt x="149" y="67"/>
                </a:lnTo>
                <a:lnTo>
                  <a:pt x="148" y="66"/>
                </a:lnTo>
                <a:lnTo>
                  <a:pt x="148" y="66"/>
                </a:lnTo>
                <a:lnTo>
                  <a:pt x="147" y="65"/>
                </a:lnTo>
                <a:lnTo>
                  <a:pt x="147" y="65"/>
                </a:lnTo>
                <a:lnTo>
                  <a:pt x="147" y="64"/>
                </a:lnTo>
                <a:lnTo>
                  <a:pt x="146" y="63"/>
                </a:lnTo>
                <a:lnTo>
                  <a:pt x="145" y="63"/>
                </a:lnTo>
                <a:lnTo>
                  <a:pt x="144" y="63"/>
                </a:lnTo>
                <a:lnTo>
                  <a:pt x="145" y="62"/>
                </a:lnTo>
                <a:lnTo>
                  <a:pt x="144" y="61"/>
                </a:lnTo>
                <a:lnTo>
                  <a:pt x="142" y="62"/>
                </a:lnTo>
                <a:lnTo>
                  <a:pt x="138" y="62"/>
                </a:lnTo>
                <a:lnTo>
                  <a:pt x="137" y="64"/>
                </a:lnTo>
                <a:lnTo>
                  <a:pt x="137" y="65"/>
                </a:lnTo>
                <a:lnTo>
                  <a:pt x="132" y="65"/>
                </a:lnTo>
                <a:lnTo>
                  <a:pt x="132" y="64"/>
                </a:lnTo>
                <a:lnTo>
                  <a:pt x="130" y="62"/>
                </a:lnTo>
                <a:lnTo>
                  <a:pt x="131" y="60"/>
                </a:lnTo>
                <a:lnTo>
                  <a:pt x="130" y="60"/>
                </a:lnTo>
                <a:lnTo>
                  <a:pt x="129" y="58"/>
                </a:lnTo>
                <a:lnTo>
                  <a:pt x="130" y="57"/>
                </a:lnTo>
                <a:lnTo>
                  <a:pt x="131" y="57"/>
                </a:lnTo>
                <a:lnTo>
                  <a:pt x="131" y="56"/>
                </a:lnTo>
                <a:lnTo>
                  <a:pt x="131" y="55"/>
                </a:lnTo>
                <a:lnTo>
                  <a:pt x="129" y="53"/>
                </a:lnTo>
                <a:lnTo>
                  <a:pt x="129" y="53"/>
                </a:lnTo>
                <a:lnTo>
                  <a:pt x="128" y="54"/>
                </a:lnTo>
                <a:lnTo>
                  <a:pt x="127" y="52"/>
                </a:lnTo>
                <a:lnTo>
                  <a:pt x="128" y="52"/>
                </a:lnTo>
                <a:lnTo>
                  <a:pt x="129" y="52"/>
                </a:lnTo>
                <a:lnTo>
                  <a:pt x="128" y="52"/>
                </a:lnTo>
                <a:lnTo>
                  <a:pt x="128" y="52"/>
                </a:lnTo>
                <a:lnTo>
                  <a:pt x="128" y="51"/>
                </a:lnTo>
                <a:lnTo>
                  <a:pt x="129" y="51"/>
                </a:lnTo>
                <a:lnTo>
                  <a:pt x="131" y="48"/>
                </a:lnTo>
                <a:lnTo>
                  <a:pt x="133" y="47"/>
                </a:lnTo>
                <a:lnTo>
                  <a:pt x="134" y="44"/>
                </a:lnTo>
                <a:lnTo>
                  <a:pt x="135" y="44"/>
                </a:lnTo>
                <a:lnTo>
                  <a:pt x="136" y="44"/>
                </a:lnTo>
                <a:lnTo>
                  <a:pt x="136" y="45"/>
                </a:lnTo>
                <a:lnTo>
                  <a:pt x="137" y="46"/>
                </a:lnTo>
                <a:lnTo>
                  <a:pt x="138" y="46"/>
                </a:lnTo>
                <a:lnTo>
                  <a:pt x="139" y="48"/>
                </a:lnTo>
                <a:lnTo>
                  <a:pt x="140" y="47"/>
                </a:lnTo>
                <a:lnTo>
                  <a:pt x="140" y="47"/>
                </a:lnTo>
                <a:lnTo>
                  <a:pt x="140" y="46"/>
                </a:lnTo>
                <a:lnTo>
                  <a:pt x="143" y="43"/>
                </a:lnTo>
                <a:lnTo>
                  <a:pt x="145" y="45"/>
                </a:lnTo>
                <a:lnTo>
                  <a:pt x="146" y="47"/>
                </a:lnTo>
                <a:lnTo>
                  <a:pt x="147" y="46"/>
                </a:lnTo>
                <a:lnTo>
                  <a:pt x="148" y="47"/>
                </a:lnTo>
                <a:lnTo>
                  <a:pt x="150" y="46"/>
                </a:lnTo>
                <a:lnTo>
                  <a:pt x="151" y="47"/>
                </a:lnTo>
                <a:lnTo>
                  <a:pt x="152" y="46"/>
                </a:lnTo>
                <a:lnTo>
                  <a:pt x="153" y="46"/>
                </a:lnTo>
                <a:lnTo>
                  <a:pt x="152" y="47"/>
                </a:lnTo>
                <a:lnTo>
                  <a:pt x="153" y="47"/>
                </a:lnTo>
                <a:lnTo>
                  <a:pt x="157" y="45"/>
                </a:lnTo>
                <a:lnTo>
                  <a:pt x="159" y="45"/>
                </a:lnTo>
                <a:lnTo>
                  <a:pt x="159" y="46"/>
                </a:lnTo>
                <a:lnTo>
                  <a:pt x="160" y="44"/>
                </a:lnTo>
                <a:lnTo>
                  <a:pt x="160" y="43"/>
                </a:lnTo>
                <a:lnTo>
                  <a:pt x="161" y="42"/>
                </a:lnTo>
                <a:lnTo>
                  <a:pt x="160" y="42"/>
                </a:lnTo>
                <a:lnTo>
                  <a:pt x="161" y="40"/>
                </a:lnTo>
                <a:lnTo>
                  <a:pt x="161" y="40"/>
                </a:lnTo>
                <a:close/>
              </a:path>
            </a:pathLst>
          </a:custGeom>
          <a:solidFill>
            <a:srgbClr val="D9E6F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746614" y="3737168"/>
            <a:ext cx="2443353" cy="1507055"/>
          </a:xfrm>
          <a:custGeom>
            <a:avLst/>
            <a:gdLst/>
            <a:ahLst/>
            <a:cxnLst/>
            <a:rect l="l" t="t" r="r" b="b"/>
            <a:pathLst>
              <a:path w="381" h="235">
                <a:moveTo>
                  <a:pt x="222" y="19"/>
                </a:moveTo>
                <a:lnTo>
                  <a:pt x="219" y="17"/>
                </a:lnTo>
                <a:lnTo>
                  <a:pt x="217" y="15"/>
                </a:lnTo>
                <a:lnTo>
                  <a:pt x="215" y="15"/>
                </a:lnTo>
                <a:lnTo>
                  <a:pt x="215" y="13"/>
                </a:lnTo>
                <a:lnTo>
                  <a:pt x="214" y="14"/>
                </a:lnTo>
                <a:lnTo>
                  <a:pt x="213" y="14"/>
                </a:lnTo>
                <a:lnTo>
                  <a:pt x="212" y="13"/>
                </a:lnTo>
                <a:lnTo>
                  <a:pt x="210" y="12"/>
                </a:lnTo>
                <a:lnTo>
                  <a:pt x="209" y="11"/>
                </a:lnTo>
                <a:lnTo>
                  <a:pt x="207" y="11"/>
                </a:lnTo>
                <a:lnTo>
                  <a:pt x="207" y="12"/>
                </a:lnTo>
                <a:lnTo>
                  <a:pt x="206" y="12"/>
                </a:lnTo>
                <a:lnTo>
                  <a:pt x="205" y="10"/>
                </a:lnTo>
                <a:lnTo>
                  <a:pt x="204" y="9"/>
                </a:lnTo>
                <a:lnTo>
                  <a:pt x="204" y="8"/>
                </a:lnTo>
                <a:lnTo>
                  <a:pt x="203" y="7"/>
                </a:lnTo>
                <a:lnTo>
                  <a:pt x="202" y="8"/>
                </a:lnTo>
                <a:lnTo>
                  <a:pt x="202" y="7"/>
                </a:lnTo>
                <a:lnTo>
                  <a:pt x="200" y="6"/>
                </a:lnTo>
                <a:lnTo>
                  <a:pt x="200" y="7"/>
                </a:lnTo>
                <a:lnTo>
                  <a:pt x="198" y="6"/>
                </a:lnTo>
                <a:lnTo>
                  <a:pt x="197" y="7"/>
                </a:lnTo>
                <a:lnTo>
                  <a:pt x="197" y="6"/>
                </a:lnTo>
                <a:lnTo>
                  <a:pt x="196" y="7"/>
                </a:lnTo>
                <a:lnTo>
                  <a:pt x="193" y="6"/>
                </a:lnTo>
                <a:lnTo>
                  <a:pt x="192" y="7"/>
                </a:lnTo>
                <a:lnTo>
                  <a:pt x="188" y="7"/>
                </a:lnTo>
                <a:lnTo>
                  <a:pt x="185" y="7"/>
                </a:lnTo>
                <a:lnTo>
                  <a:pt x="184" y="6"/>
                </a:lnTo>
                <a:lnTo>
                  <a:pt x="184" y="5"/>
                </a:lnTo>
                <a:lnTo>
                  <a:pt x="183" y="5"/>
                </a:lnTo>
                <a:lnTo>
                  <a:pt x="182" y="5"/>
                </a:lnTo>
                <a:lnTo>
                  <a:pt x="180" y="6"/>
                </a:lnTo>
                <a:lnTo>
                  <a:pt x="179" y="6"/>
                </a:lnTo>
                <a:lnTo>
                  <a:pt x="178" y="7"/>
                </a:lnTo>
                <a:lnTo>
                  <a:pt x="175" y="6"/>
                </a:lnTo>
                <a:lnTo>
                  <a:pt x="174" y="7"/>
                </a:lnTo>
                <a:lnTo>
                  <a:pt x="173" y="7"/>
                </a:lnTo>
                <a:lnTo>
                  <a:pt x="173" y="6"/>
                </a:lnTo>
                <a:lnTo>
                  <a:pt x="171" y="6"/>
                </a:lnTo>
                <a:lnTo>
                  <a:pt x="170" y="6"/>
                </a:lnTo>
                <a:lnTo>
                  <a:pt x="167" y="6"/>
                </a:lnTo>
                <a:lnTo>
                  <a:pt x="166" y="7"/>
                </a:lnTo>
                <a:lnTo>
                  <a:pt x="165" y="6"/>
                </a:lnTo>
                <a:lnTo>
                  <a:pt x="164" y="6"/>
                </a:lnTo>
                <a:lnTo>
                  <a:pt x="163" y="7"/>
                </a:lnTo>
                <a:lnTo>
                  <a:pt x="162" y="7"/>
                </a:lnTo>
                <a:lnTo>
                  <a:pt x="161" y="7"/>
                </a:lnTo>
                <a:lnTo>
                  <a:pt x="160" y="7"/>
                </a:lnTo>
                <a:lnTo>
                  <a:pt x="160" y="9"/>
                </a:lnTo>
                <a:lnTo>
                  <a:pt x="160" y="9"/>
                </a:lnTo>
                <a:lnTo>
                  <a:pt x="159" y="10"/>
                </a:lnTo>
                <a:lnTo>
                  <a:pt x="159" y="10"/>
                </a:lnTo>
                <a:lnTo>
                  <a:pt x="157" y="13"/>
                </a:lnTo>
                <a:lnTo>
                  <a:pt x="156" y="13"/>
                </a:lnTo>
                <a:lnTo>
                  <a:pt x="156" y="13"/>
                </a:lnTo>
                <a:lnTo>
                  <a:pt x="154" y="14"/>
                </a:lnTo>
                <a:lnTo>
                  <a:pt x="152" y="14"/>
                </a:lnTo>
                <a:lnTo>
                  <a:pt x="150" y="14"/>
                </a:lnTo>
                <a:lnTo>
                  <a:pt x="149" y="14"/>
                </a:lnTo>
                <a:lnTo>
                  <a:pt x="148" y="16"/>
                </a:lnTo>
                <a:lnTo>
                  <a:pt x="147" y="16"/>
                </a:lnTo>
                <a:lnTo>
                  <a:pt x="146" y="15"/>
                </a:lnTo>
                <a:lnTo>
                  <a:pt x="144" y="14"/>
                </a:lnTo>
                <a:lnTo>
                  <a:pt x="143" y="13"/>
                </a:lnTo>
                <a:lnTo>
                  <a:pt x="142" y="12"/>
                </a:lnTo>
                <a:lnTo>
                  <a:pt x="140" y="12"/>
                </a:lnTo>
                <a:lnTo>
                  <a:pt x="138" y="12"/>
                </a:lnTo>
                <a:lnTo>
                  <a:pt x="132" y="14"/>
                </a:lnTo>
                <a:lnTo>
                  <a:pt x="127" y="14"/>
                </a:lnTo>
                <a:lnTo>
                  <a:pt x="127" y="15"/>
                </a:lnTo>
                <a:lnTo>
                  <a:pt x="126" y="16"/>
                </a:lnTo>
                <a:lnTo>
                  <a:pt x="121" y="17"/>
                </a:lnTo>
                <a:lnTo>
                  <a:pt x="120" y="17"/>
                </a:lnTo>
                <a:lnTo>
                  <a:pt x="119" y="17"/>
                </a:lnTo>
                <a:lnTo>
                  <a:pt x="119" y="16"/>
                </a:lnTo>
                <a:lnTo>
                  <a:pt x="118" y="15"/>
                </a:lnTo>
                <a:lnTo>
                  <a:pt x="116" y="15"/>
                </a:lnTo>
                <a:lnTo>
                  <a:pt x="116" y="16"/>
                </a:lnTo>
                <a:lnTo>
                  <a:pt x="112" y="15"/>
                </a:lnTo>
                <a:lnTo>
                  <a:pt x="111" y="16"/>
                </a:lnTo>
                <a:lnTo>
                  <a:pt x="105" y="12"/>
                </a:lnTo>
                <a:lnTo>
                  <a:pt x="103" y="13"/>
                </a:lnTo>
                <a:lnTo>
                  <a:pt x="102" y="12"/>
                </a:lnTo>
                <a:lnTo>
                  <a:pt x="102" y="11"/>
                </a:lnTo>
                <a:lnTo>
                  <a:pt x="101" y="10"/>
                </a:lnTo>
                <a:lnTo>
                  <a:pt x="100" y="8"/>
                </a:lnTo>
                <a:lnTo>
                  <a:pt x="101" y="7"/>
                </a:lnTo>
                <a:lnTo>
                  <a:pt x="101" y="6"/>
                </a:lnTo>
                <a:lnTo>
                  <a:pt x="101" y="6"/>
                </a:lnTo>
                <a:lnTo>
                  <a:pt x="98" y="5"/>
                </a:lnTo>
                <a:lnTo>
                  <a:pt x="97" y="5"/>
                </a:lnTo>
                <a:lnTo>
                  <a:pt x="95" y="4"/>
                </a:lnTo>
                <a:lnTo>
                  <a:pt x="92" y="3"/>
                </a:lnTo>
                <a:lnTo>
                  <a:pt x="92" y="2"/>
                </a:lnTo>
                <a:lnTo>
                  <a:pt x="91" y="4"/>
                </a:lnTo>
                <a:lnTo>
                  <a:pt x="90" y="3"/>
                </a:lnTo>
                <a:lnTo>
                  <a:pt x="90" y="4"/>
                </a:lnTo>
                <a:lnTo>
                  <a:pt x="89" y="5"/>
                </a:lnTo>
                <a:lnTo>
                  <a:pt x="88" y="5"/>
                </a:lnTo>
                <a:lnTo>
                  <a:pt x="84" y="7"/>
                </a:lnTo>
                <a:lnTo>
                  <a:pt x="83" y="7"/>
                </a:lnTo>
                <a:lnTo>
                  <a:pt x="83" y="9"/>
                </a:lnTo>
                <a:lnTo>
                  <a:pt x="83" y="10"/>
                </a:lnTo>
                <a:lnTo>
                  <a:pt x="81" y="10"/>
                </a:lnTo>
                <a:lnTo>
                  <a:pt x="81" y="10"/>
                </a:lnTo>
                <a:lnTo>
                  <a:pt x="77" y="10"/>
                </a:lnTo>
                <a:lnTo>
                  <a:pt x="76" y="10"/>
                </a:lnTo>
                <a:lnTo>
                  <a:pt x="73" y="9"/>
                </a:lnTo>
                <a:lnTo>
                  <a:pt x="73" y="8"/>
                </a:lnTo>
                <a:lnTo>
                  <a:pt x="72" y="7"/>
                </a:lnTo>
                <a:lnTo>
                  <a:pt x="71" y="6"/>
                </a:lnTo>
                <a:lnTo>
                  <a:pt x="71" y="6"/>
                </a:lnTo>
                <a:lnTo>
                  <a:pt x="68" y="6"/>
                </a:lnTo>
                <a:lnTo>
                  <a:pt x="68" y="5"/>
                </a:lnTo>
                <a:lnTo>
                  <a:pt x="67" y="5"/>
                </a:lnTo>
                <a:lnTo>
                  <a:pt x="67" y="4"/>
                </a:lnTo>
                <a:lnTo>
                  <a:pt x="67" y="4"/>
                </a:lnTo>
                <a:lnTo>
                  <a:pt x="66" y="4"/>
                </a:lnTo>
                <a:lnTo>
                  <a:pt x="65" y="4"/>
                </a:lnTo>
                <a:lnTo>
                  <a:pt x="65" y="5"/>
                </a:lnTo>
                <a:lnTo>
                  <a:pt x="65" y="5"/>
                </a:lnTo>
                <a:lnTo>
                  <a:pt x="65" y="5"/>
                </a:lnTo>
                <a:lnTo>
                  <a:pt x="64" y="5"/>
                </a:lnTo>
                <a:lnTo>
                  <a:pt x="62" y="4"/>
                </a:lnTo>
                <a:lnTo>
                  <a:pt x="59" y="3"/>
                </a:lnTo>
                <a:lnTo>
                  <a:pt x="59" y="3"/>
                </a:lnTo>
                <a:lnTo>
                  <a:pt x="59" y="2"/>
                </a:lnTo>
                <a:lnTo>
                  <a:pt x="58" y="1"/>
                </a:lnTo>
                <a:lnTo>
                  <a:pt x="56" y="1"/>
                </a:lnTo>
                <a:lnTo>
                  <a:pt x="55" y="1"/>
                </a:lnTo>
                <a:lnTo>
                  <a:pt x="55" y="0"/>
                </a:lnTo>
                <a:lnTo>
                  <a:pt x="54" y="1"/>
                </a:lnTo>
                <a:lnTo>
                  <a:pt x="53" y="1"/>
                </a:lnTo>
                <a:lnTo>
                  <a:pt x="52" y="1"/>
                </a:lnTo>
                <a:lnTo>
                  <a:pt x="51" y="2"/>
                </a:lnTo>
                <a:lnTo>
                  <a:pt x="53" y="5"/>
                </a:lnTo>
                <a:lnTo>
                  <a:pt x="51" y="4"/>
                </a:lnTo>
                <a:lnTo>
                  <a:pt x="50" y="5"/>
                </a:lnTo>
                <a:lnTo>
                  <a:pt x="50" y="6"/>
                </a:lnTo>
                <a:lnTo>
                  <a:pt x="47" y="7"/>
                </a:lnTo>
                <a:lnTo>
                  <a:pt x="47" y="6"/>
                </a:lnTo>
                <a:lnTo>
                  <a:pt x="46" y="7"/>
                </a:lnTo>
                <a:lnTo>
                  <a:pt x="46" y="7"/>
                </a:lnTo>
                <a:lnTo>
                  <a:pt x="45" y="8"/>
                </a:lnTo>
                <a:lnTo>
                  <a:pt x="45" y="9"/>
                </a:lnTo>
                <a:lnTo>
                  <a:pt x="45" y="10"/>
                </a:lnTo>
                <a:lnTo>
                  <a:pt x="44" y="10"/>
                </a:lnTo>
                <a:lnTo>
                  <a:pt x="44" y="11"/>
                </a:lnTo>
                <a:lnTo>
                  <a:pt x="43" y="11"/>
                </a:lnTo>
                <a:lnTo>
                  <a:pt x="43" y="11"/>
                </a:lnTo>
                <a:lnTo>
                  <a:pt x="42" y="13"/>
                </a:lnTo>
                <a:lnTo>
                  <a:pt x="42" y="14"/>
                </a:lnTo>
                <a:lnTo>
                  <a:pt x="41" y="14"/>
                </a:lnTo>
                <a:lnTo>
                  <a:pt x="41" y="15"/>
                </a:lnTo>
                <a:lnTo>
                  <a:pt x="40" y="17"/>
                </a:lnTo>
                <a:lnTo>
                  <a:pt x="40" y="18"/>
                </a:lnTo>
                <a:lnTo>
                  <a:pt x="38" y="18"/>
                </a:lnTo>
                <a:lnTo>
                  <a:pt x="37" y="18"/>
                </a:lnTo>
                <a:lnTo>
                  <a:pt x="36" y="18"/>
                </a:lnTo>
                <a:lnTo>
                  <a:pt x="34" y="18"/>
                </a:lnTo>
                <a:lnTo>
                  <a:pt x="34" y="17"/>
                </a:lnTo>
                <a:lnTo>
                  <a:pt x="30" y="17"/>
                </a:lnTo>
                <a:lnTo>
                  <a:pt x="30" y="17"/>
                </a:lnTo>
                <a:lnTo>
                  <a:pt x="29" y="17"/>
                </a:lnTo>
                <a:lnTo>
                  <a:pt x="28" y="17"/>
                </a:lnTo>
                <a:lnTo>
                  <a:pt x="27" y="17"/>
                </a:lnTo>
                <a:lnTo>
                  <a:pt x="27" y="16"/>
                </a:lnTo>
                <a:lnTo>
                  <a:pt x="25" y="16"/>
                </a:lnTo>
                <a:lnTo>
                  <a:pt x="25" y="16"/>
                </a:lnTo>
                <a:lnTo>
                  <a:pt x="24" y="16"/>
                </a:lnTo>
                <a:lnTo>
                  <a:pt x="24" y="18"/>
                </a:lnTo>
                <a:lnTo>
                  <a:pt x="24" y="18"/>
                </a:lnTo>
                <a:lnTo>
                  <a:pt x="23" y="18"/>
                </a:lnTo>
                <a:lnTo>
                  <a:pt x="21" y="21"/>
                </a:lnTo>
                <a:lnTo>
                  <a:pt x="21" y="22"/>
                </a:lnTo>
                <a:lnTo>
                  <a:pt x="20" y="21"/>
                </a:lnTo>
                <a:lnTo>
                  <a:pt x="19" y="22"/>
                </a:lnTo>
                <a:lnTo>
                  <a:pt x="19" y="21"/>
                </a:lnTo>
                <a:lnTo>
                  <a:pt x="17" y="22"/>
                </a:lnTo>
                <a:lnTo>
                  <a:pt x="16" y="22"/>
                </a:lnTo>
                <a:lnTo>
                  <a:pt x="15" y="23"/>
                </a:lnTo>
                <a:lnTo>
                  <a:pt x="17" y="24"/>
                </a:lnTo>
                <a:lnTo>
                  <a:pt x="17" y="24"/>
                </a:lnTo>
                <a:lnTo>
                  <a:pt x="16" y="26"/>
                </a:lnTo>
                <a:lnTo>
                  <a:pt x="17" y="26"/>
                </a:lnTo>
                <a:lnTo>
                  <a:pt x="16" y="29"/>
                </a:lnTo>
                <a:lnTo>
                  <a:pt x="16" y="30"/>
                </a:lnTo>
                <a:lnTo>
                  <a:pt x="14" y="31"/>
                </a:lnTo>
                <a:lnTo>
                  <a:pt x="14" y="31"/>
                </a:lnTo>
                <a:lnTo>
                  <a:pt x="14" y="32"/>
                </a:lnTo>
                <a:lnTo>
                  <a:pt x="15" y="32"/>
                </a:lnTo>
                <a:lnTo>
                  <a:pt x="14" y="34"/>
                </a:lnTo>
                <a:lnTo>
                  <a:pt x="15" y="36"/>
                </a:lnTo>
                <a:lnTo>
                  <a:pt x="15" y="37"/>
                </a:lnTo>
                <a:lnTo>
                  <a:pt x="17" y="39"/>
                </a:lnTo>
                <a:lnTo>
                  <a:pt x="17" y="40"/>
                </a:lnTo>
                <a:lnTo>
                  <a:pt x="18" y="40"/>
                </a:lnTo>
                <a:lnTo>
                  <a:pt x="18" y="41"/>
                </a:lnTo>
                <a:lnTo>
                  <a:pt x="18" y="42"/>
                </a:lnTo>
                <a:lnTo>
                  <a:pt x="18" y="42"/>
                </a:lnTo>
                <a:lnTo>
                  <a:pt x="19" y="44"/>
                </a:lnTo>
                <a:lnTo>
                  <a:pt x="19" y="44"/>
                </a:lnTo>
                <a:lnTo>
                  <a:pt x="19" y="45"/>
                </a:lnTo>
                <a:lnTo>
                  <a:pt x="18" y="48"/>
                </a:lnTo>
                <a:lnTo>
                  <a:pt x="19" y="49"/>
                </a:lnTo>
                <a:lnTo>
                  <a:pt x="20" y="50"/>
                </a:lnTo>
                <a:lnTo>
                  <a:pt x="19" y="51"/>
                </a:lnTo>
                <a:lnTo>
                  <a:pt x="18" y="53"/>
                </a:lnTo>
                <a:lnTo>
                  <a:pt x="19" y="53"/>
                </a:lnTo>
                <a:lnTo>
                  <a:pt x="19" y="55"/>
                </a:lnTo>
                <a:lnTo>
                  <a:pt x="18" y="56"/>
                </a:lnTo>
                <a:lnTo>
                  <a:pt x="19" y="57"/>
                </a:lnTo>
                <a:lnTo>
                  <a:pt x="17" y="59"/>
                </a:lnTo>
                <a:lnTo>
                  <a:pt x="16" y="59"/>
                </a:lnTo>
                <a:lnTo>
                  <a:pt x="15" y="59"/>
                </a:lnTo>
                <a:lnTo>
                  <a:pt x="14" y="61"/>
                </a:lnTo>
                <a:lnTo>
                  <a:pt x="12" y="61"/>
                </a:lnTo>
                <a:lnTo>
                  <a:pt x="11" y="62"/>
                </a:lnTo>
                <a:lnTo>
                  <a:pt x="9" y="59"/>
                </a:lnTo>
                <a:lnTo>
                  <a:pt x="8" y="57"/>
                </a:lnTo>
                <a:lnTo>
                  <a:pt x="9" y="56"/>
                </a:lnTo>
                <a:lnTo>
                  <a:pt x="9" y="55"/>
                </a:lnTo>
                <a:lnTo>
                  <a:pt x="9" y="53"/>
                </a:lnTo>
                <a:lnTo>
                  <a:pt x="9" y="52"/>
                </a:lnTo>
                <a:lnTo>
                  <a:pt x="7" y="53"/>
                </a:lnTo>
                <a:lnTo>
                  <a:pt x="6" y="53"/>
                </a:lnTo>
                <a:lnTo>
                  <a:pt x="6" y="54"/>
                </a:lnTo>
                <a:lnTo>
                  <a:pt x="4" y="53"/>
                </a:lnTo>
                <a:lnTo>
                  <a:pt x="4" y="54"/>
                </a:lnTo>
                <a:lnTo>
                  <a:pt x="2" y="54"/>
                </a:lnTo>
                <a:lnTo>
                  <a:pt x="2" y="54"/>
                </a:lnTo>
                <a:lnTo>
                  <a:pt x="3" y="57"/>
                </a:lnTo>
                <a:lnTo>
                  <a:pt x="2" y="58"/>
                </a:lnTo>
                <a:lnTo>
                  <a:pt x="2" y="60"/>
                </a:lnTo>
                <a:lnTo>
                  <a:pt x="0" y="62"/>
                </a:lnTo>
                <a:lnTo>
                  <a:pt x="1" y="64"/>
                </a:lnTo>
                <a:lnTo>
                  <a:pt x="1" y="63"/>
                </a:lnTo>
                <a:lnTo>
                  <a:pt x="3" y="66"/>
                </a:lnTo>
                <a:lnTo>
                  <a:pt x="2" y="67"/>
                </a:lnTo>
                <a:lnTo>
                  <a:pt x="5" y="69"/>
                </a:lnTo>
                <a:lnTo>
                  <a:pt x="5" y="70"/>
                </a:lnTo>
                <a:lnTo>
                  <a:pt x="4" y="70"/>
                </a:lnTo>
                <a:lnTo>
                  <a:pt x="3" y="71"/>
                </a:lnTo>
                <a:lnTo>
                  <a:pt x="2" y="71"/>
                </a:lnTo>
                <a:lnTo>
                  <a:pt x="3" y="73"/>
                </a:lnTo>
                <a:lnTo>
                  <a:pt x="3" y="75"/>
                </a:lnTo>
                <a:lnTo>
                  <a:pt x="4" y="75"/>
                </a:lnTo>
                <a:lnTo>
                  <a:pt x="4" y="76"/>
                </a:lnTo>
                <a:lnTo>
                  <a:pt x="4" y="77"/>
                </a:lnTo>
                <a:lnTo>
                  <a:pt x="3" y="78"/>
                </a:lnTo>
                <a:lnTo>
                  <a:pt x="2" y="78"/>
                </a:lnTo>
                <a:lnTo>
                  <a:pt x="1" y="79"/>
                </a:lnTo>
                <a:lnTo>
                  <a:pt x="2" y="79"/>
                </a:lnTo>
                <a:lnTo>
                  <a:pt x="2" y="80"/>
                </a:lnTo>
                <a:lnTo>
                  <a:pt x="1" y="82"/>
                </a:lnTo>
                <a:lnTo>
                  <a:pt x="2" y="83"/>
                </a:lnTo>
                <a:lnTo>
                  <a:pt x="3" y="84"/>
                </a:lnTo>
                <a:lnTo>
                  <a:pt x="3" y="84"/>
                </a:lnTo>
                <a:lnTo>
                  <a:pt x="4" y="88"/>
                </a:lnTo>
                <a:lnTo>
                  <a:pt x="4" y="88"/>
                </a:lnTo>
                <a:lnTo>
                  <a:pt x="4" y="90"/>
                </a:lnTo>
                <a:lnTo>
                  <a:pt x="5" y="92"/>
                </a:lnTo>
                <a:lnTo>
                  <a:pt x="7" y="92"/>
                </a:lnTo>
                <a:lnTo>
                  <a:pt x="8" y="93"/>
                </a:lnTo>
                <a:lnTo>
                  <a:pt x="10" y="93"/>
                </a:lnTo>
                <a:lnTo>
                  <a:pt x="10" y="92"/>
                </a:lnTo>
                <a:lnTo>
                  <a:pt x="12" y="92"/>
                </a:lnTo>
                <a:lnTo>
                  <a:pt x="12" y="92"/>
                </a:lnTo>
                <a:lnTo>
                  <a:pt x="12" y="93"/>
                </a:lnTo>
                <a:lnTo>
                  <a:pt x="13" y="93"/>
                </a:lnTo>
                <a:lnTo>
                  <a:pt x="14" y="95"/>
                </a:lnTo>
                <a:lnTo>
                  <a:pt x="14" y="96"/>
                </a:lnTo>
                <a:lnTo>
                  <a:pt x="16" y="95"/>
                </a:lnTo>
                <a:lnTo>
                  <a:pt x="16" y="95"/>
                </a:lnTo>
                <a:lnTo>
                  <a:pt x="17" y="96"/>
                </a:lnTo>
                <a:lnTo>
                  <a:pt x="18" y="98"/>
                </a:lnTo>
                <a:lnTo>
                  <a:pt x="19" y="99"/>
                </a:lnTo>
                <a:lnTo>
                  <a:pt x="20" y="99"/>
                </a:lnTo>
                <a:lnTo>
                  <a:pt x="19" y="100"/>
                </a:lnTo>
                <a:lnTo>
                  <a:pt x="20" y="101"/>
                </a:lnTo>
                <a:lnTo>
                  <a:pt x="20" y="103"/>
                </a:lnTo>
                <a:lnTo>
                  <a:pt x="20" y="103"/>
                </a:lnTo>
                <a:lnTo>
                  <a:pt x="21" y="105"/>
                </a:lnTo>
                <a:lnTo>
                  <a:pt x="22" y="106"/>
                </a:lnTo>
                <a:lnTo>
                  <a:pt x="24" y="106"/>
                </a:lnTo>
                <a:lnTo>
                  <a:pt x="26" y="107"/>
                </a:lnTo>
                <a:lnTo>
                  <a:pt x="26" y="108"/>
                </a:lnTo>
                <a:lnTo>
                  <a:pt x="27" y="109"/>
                </a:lnTo>
                <a:lnTo>
                  <a:pt x="29" y="111"/>
                </a:lnTo>
                <a:lnTo>
                  <a:pt x="31" y="111"/>
                </a:lnTo>
                <a:lnTo>
                  <a:pt x="32" y="112"/>
                </a:lnTo>
                <a:lnTo>
                  <a:pt x="34" y="115"/>
                </a:lnTo>
                <a:lnTo>
                  <a:pt x="35" y="116"/>
                </a:lnTo>
                <a:lnTo>
                  <a:pt x="35" y="117"/>
                </a:lnTo>
                <a:lnTo>
                  <a:pt x="37" y="117"/>
                </a:lnTo>
                <a:lnTo>
                  <a:pt x="37" y="117"/>
                </a:lnTo>
                <a:lnTo>
                  <a:pt x="37" y="118"/>
                </a:lnTo>
                <a:lnTo>
                  <a:pt x="38" y="120"/>
                </a:lnTo>
                <a:lnTo>
                  <a:pt x="37" y="121"/>
                </a:lnTo>
                <a:lnTo>
                  <a:pt x="38" y="121"/>
                </a:lnTo>
                <a:lnTo>
                  <a:pt x="37" y="122"/>
                </a:lnTo>
                <a:lnTo>
                  <a:pt x="38" y="123"/>
                </a:lnTo>
                <a:lnTo>
                  <a:pt x="40" y="124"/>
                </a:lnTo>
                <a:lnTo>
                  <a:pt x="40" y="123"/>
                </a:lnTo>
                <a:lnTo>
                  <a:pt x="41" y="122"/>
                </a:lnTo>
                <a:lnTo>
                  <a:pt x="41" y="121"/>
                </a:lnTo>
                <a:lnTo>
                  <a:pt x="42" y="121"/>
                </a:lnTo>
                <a:lnTo>
                  <a:pt x="44" y="120"/>
                </a:lnTo>
                <a:lnTo>
                  <a:pt x="45" y="119"/>
                </a:lnTo>
                <a:lnTo>
                  <a:pt x="44" y="118"/>
                </a:lnTo>
                <a:lnTo>
                  <a:pt x="45" y="118"/>
                </a:lnTo>
                <a:lnTo>
                  <a:pt x="45" y="118"/>
                </a:lnTo>
                <a:lnTo>
                  <a:pt x="45" y="116"/>
                </a:lnTo>
                <a:lnTo>
                  <a:pt x="45" y="116"/>
                </a:lnTo>
                <a:lnTo>
                  <a:pt x="45" y="116"/>
                </a:lnTo>
                <a:lnTo>
                  <a:pt x="45" y="115"/>
                </a:lnTo>
                <a:lnTo>
                  <a:pt x="48" y="117"/>
                </a:lnTo>
                <a:lnTo>
                  <a:pt x="48" y="116"/>
                </a:lnTo>
                <a:lnTo>
                  <a:pt x="49" y="116"/>
                </a:lnTo>
                <a:lnTo>
                  <a:pt x="50" y="116"/>
                </a:lnTo>
                <a:lnTo>
                  <a:pt x="52" y="118"/>
                </a:lnTo>
                <a:lnTo>
                  <a:pt x="54" y="119"/>
                </a:lnTo>
                <a:lnTo>
                  <a:pt x="55" y="119"/>
                </a:lnTo>
                <a:lnTo>
                  <a:pt x="55" y="119"/>
                </a:lnTo>
                <a:lnTo>
                  <a:pt x="56" y="120"/>
                </a:lnTo>
                <a:lnTo>
                  <a:pt x="58" y="120"/>
                </a:lnTo>
                <a:lnTo>
                  <a:pt x="58" y="121"/>
                </a:lnTo>
                <a:lnTo>
                  <a:pt x="57" y="123"/>
                </a:lnTo>
                <a:lnTo>
                  <a:pt x="59" y="124"/>
                </a:lnTo>
                <a:lnTo>
                  <a:pt x="59" y="125"/>
                </a:lnTo>
                <a:lnTo>
                  <a:pt x="58" y="125"/>
                </a:lnTo>
                <a:lnTo>
                  <a:pt x="58" y="127"/>
                </a:lnTo>
                <a:lnTo>
                  <a:pt x="59" y="127"/>
                </a:lnTo>
                <a:lnTo>
                  <a:pt x="60" y="128"/>
                </a:lnTo>
                <a:lnTo>
                  <a:pt x="61" y="128"/>
                </a:lnTo>
                <a:lnTo>
                  <a:pt x="63" y="131"/>
                </a:lnTo>
                <a:lnTo>
                  <a:pt x="64" y="131"/>
                </a:lnTo>
                <a:lnTo>
                  <a:pt x="65" y="133"/>
                </a:lnTo>
                <a:lnTo>
                  <a:pt x="66" y="133"/>
                </a:lnTo>
                <a:lnTo>
                  <a:pt x="65" y="134"/>
                </a:lnTo>
                <a:lnTo>
                  <a:pt x="67" y="134"/>
                </a:lnTo>
                <a:lnTo>
                  <a:pt x="67" y="135"/>
                </a:lnTo>
                <a:lnTo>
                  <a:pt x="66" y="136"/>
                </a:lnTo>
                <a:lnTo>
                  <a:pt x="67" y="136"/>
                </a:lnTo>
                <a:lnTo>
                  <a:pt x="67" y="137"/>
                </a:lnTo>
                <a:lnTo>
                  <a:pt x="68" y="137"/>
                </a:lnTo>
                <a:lnTo>
                  <a:pt x="68" y="138"/>
                </a:lnTo>
                <a:lnTo>
                  <a:pt x="71" y="138"/>
                </a:lnTo>
                <a:lnTo>
                  <a:pt x="71" y="139"/>
                </a:lnTo>
                <a:lnTo>
                  <a:pt x="72" y="139"/>
                </a:lnTo>
                <a:lnTo>
                  <a:pt x="73" y="141"/>
                </a:lnTo>
                <a:lnTo>
                  <a:pt x="74" y="141"/>
                </a:lnTo>
                <a:lnTo>
                  <a:pt x="74" y="141"/>
                </a:lnTo>
                <a:lnTo>
                  <a:pt x="74" y="141"/>
                </a:lnTo>
                <a:lnTo>
                  <a:pt x="75" y="141"/>
                </a:lnTo>
                <a:lnTo>
                  <a:pt x="76" y="142"/>
                </a:lnTo>
                <a:lnTo>
                  <a:pt x="76" y="144"/>
                </a:lnTo>
                <a:lnTo>
                  <a:pt x="77" y="144"/>
                </a:lnTo>
                <a:lnTo>
                  <a:pt x="77" y="146"/>
                </a:lnTo>
                <a:lnTo>
                  <a:pt x="78" y="146"/>
                </a:lnTo>
                <a:lnTo>
                  <a:pt x="78" y="148"/>
                </a:lnTo>
                <a:lnTo>
                  <a:pt x="78" y="149"/>
                </a:lnTo>
                <a:lnTo>
                  <a:pt x="79" y="150"/>
                </a:lnTo>
                <a:lnTo>
                  <a:pt x="80" y="152"/>
                </a:lnTo>
                <a:lnTo>
                  <a:pt x="80" y="152"/>
                </a:lnTo>
                <a:lnTo>
                  <a:pt x="80" y="153"/>
                </a:lnTo>
                <a:lnTo>
                  <a:pt x="81" y="153"/>
                </a:lnTo>
                <a:lnTo>
                  <a:pt x="82" y="152"/>
                </a:lnTo>
                <a:lnTo>
                  <a:pt x="83" y="152"/>
                </a:lnTo>
                <a:lnTo>
                  <a:pt x="85" y="152"/>
                </a:lnTo>
                <a:lnTo>
                  <a:pt x="85" y="151"/>
                </a:lnTo>
                <a:lnTo>
                  <a:pt x="87" y="151"/>
                </a:lnTo>
                <a:lnTo>
                  <a:pt x="88" y="151"/>
                </a:lnTo>
                <a:lnTo>
                  <a:pt x="89" y="152"/>
                </a:lnTo>
                <a:lnTo>
                  <a:pt x="91" y="152"/>
                </a:lnTo>
                <a:lnTo>
                  <a:pt x="91" y="153"/>
                </a:lnTo>
                <a:lnTo>
                  <a:pt x="92" y="154"/>
                </a:lnTo>
                <a:lnTo>
                  <a:pt x="92" y="154"/>
                </a:lnTo>
                <a:lnTo>
                  <a:pt x="91" y="154"/>
                </a:lnTo>
                <a:lnTo>
                  <a:pt x="91" y="156"/>
                </a:lnTo>
                <a:lnTo>
                  <a:pt x="92" y="156"/>
                </a:lnTo>
                <a:lnTo>
                  <a:pt x="91" y="158"/>
                </a:lnTo>
                <a:lnTo>
                  <a:pt x="92" y="158"/>
                </a:lnTo>
                <a:lnTo>
                  <a:pt x="91" y="160"/>
                </a:lnTo>
                <a:lnTo>
                  <a:pt x="91" y="161"/>
                </a:lnTo>
                <a:lnTo>
                  <a:pt x="92" y="161"/>
                </a:lnTo>
                <a:lnTo>
                  <a:pt x="93" y="163"/>
                </a:lnTo>
                <a:lnTo>
                  <a:pt x="94" y="163"/>
                </a:lnTo>
                <a:lnTo>
                  <a:pt x="94" y="164"/>
                </a:lnTo>
                <a:lnTo>
                  <a:pt x="95" y="164"/>
                </a:lnTo>
                <a:lnTo>
                  <a:pt x="95" y="165"/>
                </a:lnTo>
                <a:lnTo>
                  <a:pt x="95" y="166"/>
                </a:lnTo>
                <a:lnTo>
                  <a:pt x="97" y="166"/>
                </a:lnTo>
                <a:lnTo>
                  <a:pt x="98" y="167"/>
                </a:lnTo>
                <a:lnTo>
                  <a:pt x="99" y="168"/>
                </a:lnTo>
                <a:lnTo>
                  <a:pt x="99" y="169"/>
                </a:lnTo>
                <a:lnTo>
                  <a:pt x="102" y="171"/>
                </a:lnTo>
                <a:lnTo>
                  <a:pt x="103" y="171"/>
                </a:lnTo>
                <a:lnTo>
                  <a:pt x="104" y="171"/>
                </a:lnTo>
                <a:lnTo>
                  <a:pt x="106" y="170"/>
                </a:lnTo>
                <a:lnTo>
                  <a:pt x="107" y="170"/>
                </a:lnTo>
                <a:lnTo>
                  <a:pt x="108" y="171"/>
                </a:lnTo>
                <a:lnTo>
                  <a:pt x="108" y="173"/>
                </a:lnTo>
                <a:lnTo>
                  <a:pt x="107" y="174"/>
                </a:lnTo>
                <a:lnTo>
                  <a:pt x="106" y="174"/>
                </a:lnTo>
                <a:lnTo>
                  <a:pt x="106" y="176"/>
                </a:lnTo>
                <a:lnTo>
                  <a:pt x="106" y="177"/>
                </a:lnTo>
                <a:lnTo>
                  <a:pt x="107" y="178"/>
                </a:lnTo>
                <a:lnTo>
                  <a:pt x="107" y="178"/>
                </a:lnTo>
                <a:lnTo>
                  <a:pt x="108" y="179"/>
                </a:lnTo>
                <a:lnTo>
                  <a:pt x="110" y="179"/>
                </a:lnTo>
                <a:lnTo>
                  <a:pt x="110" y="180"/>
                </a:lnTo>
                <a:lnTo>
                  <a:pt x="111" y="179"/>
                </a:lnTo>
                <a:lnTo>
                  <a:pt x="113" y="179"/>
                </a:lnTo>
                <a:lnTo>
                  <a:pt x="115" y="180"/>
                </a:lnTo>
                <a:lnTo>
                  <a:pt x="115" y="181"/>
                </a:lnTo>
                <a:lnTo>
                  <a:pt x="116" y="181"/>
                </a:lnTo>
                <a:lnTo>
                  <a:pt x="117" y="179"/>
                </a:lnTo>
                <a:lnTo>
                  <a:pt x="117" y="179"/>
                </a:lnTo>
                <a:lnTo>
                  <a:pt x="117" y="182"/>
                </a:lnTo>
                <a:lnTo>
                  <a:pt x="119" y="184"/>
                </a:lnTo>
                <a:lnTo>
                  <a:pt x="120" y="186"/>
                </a:lnTo>
                <a:lnTo>
                  <a:pt x="120" y="187"/>
                </a:lnTo>
                <a:lnTo>
                  <a:pt x="121" y="188"/>
                </a:lnTo>
                <a:lnTo>
                  <a:pt x="120" y="189"/>
                </a:lnTo>
                <a:lnTo>
                  <a:pt x="121" y="190"/>
                </a:lnTo>
                <a:lnTo>
                  <a:pt x="122" y="191"/>
                </a:lnTo>
                <a:lnTo>
                  <a:pt x="123" y="190"/>
                </a:lnTo>
                <a:lnTo>
                  <a:pt x="123" y="188"/>
                </a:lnTo>
                <a:lnTo>
                  <a:pt x="123" y="187"/>
                </a:lnTo>
                <a:lnTo>
                  <a:pt x="124" y="187"/>
                </a:lnTo>
                <a:lnTo>
                  <a:pt x="126" y="185"/>
                </a:lnTo>
                <a:lnTo>
                  <a:pt x="126" y="187"/>
                </a:lnTo>
                <a:lnTo>
                  <a:pt x="126" y="187"/>
                </a:lnTo>
                <a:lnTo>
                  <a:pt x="126" y="190"/>
                </a:lnTo>
                <a:lnTo>
                  <a:pt x="127" y="190"/>
                </a:lnTo>
                <a:lnTo>
                  <a:pt x="129" y="192"/>
                </a:lnTo>
                <a:lnTo>
                  <a:pt x="130" y="192"/>
                </a:lnTo>
                <a:lnTo>
                  <a:pt x="130" y="191"/>
                </a:lnTo>
                <a:lnTo>
                  <a:pt x="131" y="191"/>
                </a:lnTo>
                <a:lnTo>
                  <a:pt x="131" y="190"/>
                </a:lnTo>
                <a:lnTo>
                  <a:pt x="132" y="189"/>
                </a:lnTo>
                <a:lnTo>
                  <a:pt x="132" y="189"/>
                </a:lnTo>
                <a:lnTo>
                  <a:pt x="133" y="188"/>
                </a:lnTo>
                <a:lnTo>
                  <a:pt x="133" y="188"/>
                </a:lnTo>
                <a:lnTo>
                  <a:pt x="134" y="189"/>
                </a:lnTo>
                <a:lnTo>
                  <a:pt x="134" y="189"/>
                </a:lnTo>
                <a:lnTo>
                  <a:pt x="135" y="189"/>
                </a:lnTo>
                <a:lnTo>
                  <a:pt x="137" y="189"/>
                </a:lnTo>
                <a:lnTo>
                  <a:pt x="136" y="190"/>
                </a:lnTo>
                <a:lnTo>
                  <a:pt x="138" y="191"/>
                </a:lnTo>
                <a:lnTo>
                  <a:pt x="138" y="191"/>
                </a:lnTo>
                <a:lnTo>
                  <a:pt x="139" y="192"/>
                </a:lnTo>
                <a:lnTo>
                  <a:pt x="139" y="192"/>
                </a:lnTo>
                <a:lnTo>
                  <a:pt x="139" y="193"/>
                </a:lnTo>
                <a:lnTo>
                  <a:pt x="141" y="193"/>
                </a:lnTo>
                <a:lnTo>
                  <a:pt x="142" y="194"/>
                </a:lnTo>
                <a:lnTo>
                  <a:pt x="142" y="196"/>
                </a:lnTo>
                <a:lnTo>
                  <a:pt x="145" y="197"/>
                </a:lnTo>
                <a:lnTo>
                  <a:pt x="146" y="196"/>
                </a:lnTo>
                <a:lnTo>
                  <a:pt x="147" y="197"/>
                </a:lnTo>
                <a:lnTo>
                  <a:pt x="148" y="197"/>
                </a:lnTo>
                <a:lnTo>
                  <a:pt x="148" y="197"/>
                </a:lnTo>
                <a:lnTo>
                  <a:pt x="149" y="197"/>
                </a:lnTo>
                <a:lnTo>
                  <a:pt x="152" y="197"/>
                </a:lnTo>
                <a:lnTo>
                  <a:pt x="152" y="198"/>
                </a:lnTo>
                <a:lnTo>
                  <a:pt x="153" y="198"/>
                </a:lnTo>
                <a:lnTo>
                  <a:pt x="153" y="198"/>
                </a:lnTo>
                <a:lnTo>
                  <a:pt x="154" y="199"/>
                </a:lnTo>
                <a:lnTo>
                  <a:pt x="157" y="196"/>
                </a:lnTo>
                <a:lnTo>
                  <a:pt x="160" y="198"/>
                </a:lnTo>
                <a:lnTo>
                  <a:pt x="161" y="198"/>
                </a:lnTo>
                <a:lnTo>
                  <a:pt x="162" y="199"/>
                </a:lnTo>
                <a:lnTo>
                  <a:pt x="163" y="199"/>
                </a:lnTo>
                <a:lnTo>
                  <a:pt x="162" y="198"/>
                </a:lnTo>
                <a:lnTo>
                  <a:pt x="163" y="197"/>
                </a:lnTo>
                <a:lnTo>
                  <a:pt x="164" y="197"/>
                </a:lnTo>
                <a:lnTo>
                  <a:pt x="165" y="197"/>
                </a:lnTo>
                <a:lnTo>
                  <a:pt x="165" y="198"/>
                </a:lnTo>
                <a:lnTo>
                  <a:pt x="167" y="197"/>
                </a:lnTo>
                <a:lnTo>
                  <a:pt x="168" y="197"/>
                </a:lnTo>
                <a:lnTo>
                  <a:pt x="170" y="196"/>
                </a:lnTo>
                <a:lnTo>
                  <a:pt x="171" y="197"/>
                </a:lnTo>
                <a:lnTo>
                  <a:pt x="172" y="195"/>
                </a:lnTo>
                <a:lnTo>
                  <a:pt x="173" y="195"/>
                </a:lnTo>
                <a:lnTo>
                  <a:pt x="174" y="196"/>
                </a:lnTo>
                <a:lnTo>
                  <a:pt x="176" y="196"/>
                </a:lnTo>
                <a:lnTo>
                  <a:pt x="177" y="198"/>
                </a:lnTo>
                <a:lnTo>
                  <a:pt x="177" y="200"/>
                </a:lnTo>
                <a:lnTo>
                  <a:pt x="177" y="200"/>
                </a:lnTo>
                <a:lnTo>
                  <a:pt x="177" y="202"/>
                </a:lnTo>
                <a:lnTo>
                  <a:pt x="177" y="202"/>
                </a:lnTo>
                <a:lnTo>
                  <a:pt x="176" y="204"/>
                </a:lnTo>
                <a:lnTo>
                  <a:pt x="176" y="206"/>
                </a:lnTo>
                <a:lnTo>
                  <a:pt x="174" y="208"/>
                </a:lnTo>
                <a:lnTo>
                  <a:pt x="174" y="209"/>
                </a:lnTo>
                <a:lnTo>
                  <a:pt x="174" y="210"/>
                </a:lnTo>
                <a:lnTo>
                  <a:pt x="174" y="211"/>
                </a:lnTo>
                <a:lnTo>
                  <a:pt x="174" y="212"/>
                </a:lnTo>
                <a:lnTo>
                  <a:pt x="175" y="212"/>
                </a:lnTo>
                <a:lnTo>
                  <a:pt x="176" y="213"/>
                </a:lnTo>
                <a:lnTo>
                  <a:pt x="176" y="213"/>
                </a:lnTo>
                <a:lnTo>
                  <a:pt x="176" y="215"/>
                </a:lnTo>
                <a:lnTo>
                  <a:pt x="177" y="216"/>
                </a:lnTo>
                <a:lnTo>
                  <a:pt x="179" y="216"/>
                </a:lnTo>
                <a:lnTo>
                  <a:pt x="179" y="215"/>
                </a:lnTo>
                <a:lnTo>
                  <a:pt x="180" y="214"/>
                </a:lnTo>
                <a:lnTo>
                  <a:pt x="181" y="213"/>
                </a:lnTo>
                <a:lnTo>
                  <a:pt x="180" y="211"/>
                </a:lnTo>
                <a:lnTo>
                  <a:pt x="180" y="209"/>
                </a:lnTo>
                <a:lnTo>
                  <a:pt x="182" y="209"/>
                </a:lnTo>
                <a:lnTo>
                  <a:pt x="181" y="208"/>
                </a:lnTo>
                <a:lnTo>
                  <a:pt x="181" y="207"/>
                </a:lnTo>
                <a:lnTo>
                  <a:pt x="182" y="207"/>
                </a:lnTo>
                <a:lnTo>
                  <a:pt x="184" y="204"/>
                </a:lnTo>
                <a:lnTo>
                  <a:pt x="185" y="203"/>
                </a:lnTo>
                <a:lnTo>
                  <a:pt x="187" y="203"/>
                </a:lnTo>
                <a:lnTo>
                  <a:pt x="190" y="198"/>
                </a:lnTo>
                <a:lnTo>
                  <a:pt x="191" y="198"/>
                </a:lnTo>
                <a:lnTo>
                  <a:pt x="192" y="197"/>
                </a:lnTo>
                <a:lnTo>
                  <a:pt x="195" y="197"/>
                </a:lnTo>
                <a:lnTo>
                  <a:pt x="196" y="197"/>
                </a:lnTo>
                <a:lnTo>
                  <a:pt x="196" y="196"/>
                </a:lnTo>
                <a:lnTo>
                  <a:pt x="198" y="196"/>
                </a:lnTo>
                <a:lnTo>
                  <a:pt x="198" y="197"/>
                </a:lnTo>
                <a:lnTo>
                  <a:pt x="200" y="197"/>
                </a:lnTo>
                <a:lnTo>
                  <a:pt x="201" y="199"/>
                </a:lnTo>
                <a:lnTo>
                  <a:pt x="202" y="199"/>
                </a:lnTo>
                <a:lnTo>
                  <a:pt x="202" y="199"/>
                </a:lnTo>
                <a:lnTo>
                  <a:pt x="203" y="198"/>
                </a:lnTo>
                <a:lnTo>
                  <a:pt x="203" y="198"/>
                </a:lnTo>
                <a:lnTo>
                  <a:pt x="205" y="199"/>
                </a:lnTo>
                <a:lnTo>
                  <a:pt x="206" y="199"/>
                </a:lnTo>
                <a:lnTo>
                  <a:pt x="207" y="202"/>
                </a:lnTo>
                <a:lnTo>
                  <a:pt x="209" y="202"/>
                </a:lnTo>
                <a:lnTo>
                  <a:pt x="210" y="202"/>
                </a:lnTo>
                <a:lnTo>
                  <a:pt x="211" y="203"/>
                </a:lnTo>
                <a:lnTo>
                  <a:pt x="214" y="202"/>
                </a:lnTo>
                <a:lnTo>
                  <a:pt x="215" y="203"/>
                </a:lnTo>
                <a:lnTo>
                  <a:pt x="215" y="204"/>
                </a:lnTo>
                <a:lnTo>
                  <a:pt x="217" y="206"/>
                </a:lnTo>
                <a:lnTo>
                  <a:pt x="218" y="206"/>
                </a:lnTo>
                <a:lnTo>
                  <a:pt x="219" y="206"/>
                </a:lnTo>
                <a:lnTo>
                  <a:pt x="218" y="207"/>
                </a:lnTo>
                <a:lnTo>
                  <a:pt x="219" y="208"/>
                </a:lnTo>
                <a:lnTo>
                  <a:pt x="221" y="208"/>
                </a:lnTo>
                <a:lnTo>
                  <a:pt x="222" y="208"/>
                </a:lnTo>
                <a:lnTo>
                  <a:pt x="222" y="206"/>
                </a:lnTo>
                <a:lnTo>
                  <a:pt x="223" y="206"/>
                </a:lnTo>
                <a:lnTo>
                  <a:pt x="224" y="206"/>
                </a:lnTo>
                <a:lnTo>
                  <a:pt x="226" y="204"/>
                </a:lnTo>
                <a:lnTo>
                  <a:pt x="228" y="206"/>
                </a:lnTo>
                <a:lnTo>
                  <a:pt x="229" y="207"/>
                </a:lnTo>
                <a:lnTo>
                  <a:pt x="229" y="207"/>
                </a:lnTo>
                <a:lnTo>
                  <a:pt x="231" y="209"/>
                </a:lnTo>
                <a:lnTo>
                  <a:pt x="231" y="210"/>
                </a:lnTo>
                <a:lnTo>
                  <a:pt x="230" y="209"/>
                </a:lnTo>
                <a:lnTo>
                  <a:pt x="229" y="210"/>
                </a:lnTo>
                <a:lnTo>
                  <a:pt x="231" y="210"/>
                </a:lnTo>
                <a:lnTo>
                  <a:pt x="231" y="212"/>
                </a:lnTo>
                <a:lnTo>
                  <a:pt x="231" y="213"/>
                </a:lnTo>
                <a:lnTo>
                  <a:pt x="229" y="215"/>
                </a:lnTo>
                <a:lnTo>
                  <a:pt x="229" y="215"/>
                </a:lnTo>
                <a:lnTo>
                  <a:pt x="229" y="216"/>
                </a:lnTo>
                <a:lnTo>
                  <a:pt x="229" y="217"/>
                </a:lnTo>
                <a:lnTo>
                  <a:pt x="232" y="219"/>
                </a:lnTo>
                <a:lnTo>
                  <a:pt x="234" y="218"/>
                </a:lnTo>
                <a:lnTo>
                  <a:pt x="236" y="219"/>
                </a:lnTo>
                <a:lnTo>
                  <a:pt x="238" y="219"/>
                </a:lnTo>
                <a:lnTo>
                  <a:pt x="239" y="224"/>
                </a:lnTo>
                <a:lnTo>
                  <a:pt x="238" y="225"/>
                </a:lnTo>
                <a:lnTo>
                  <a:pt x="238" y="226"/>
                </a:lnTo>
                <a:lnTo>
                  <a:pt x="237" y="226"/>
                </a:lnTo>
                <a:lnTo>
                  <a:pt x="237" y="227"/>
                </a:lnTo>
                <a:lnTo>
                  <a:pt x="237" y="229"/>
                </a:lnTo>
                <a:lnTo>
                  <a:pt x="238" y="229"/>
                </a:lnTo>
                <a:lnTo>
                  <a:pt x="238" y="231"/>
                </a:lnTo>
                <a:lnTo>
                  <a:pt x="238" y="233"/>
                </a:lnTo>
                <a:lnTo>
                  <a:pt x="249" y="233"/>
                </a:lnTo>
                <a:lnTo>
                  <a:pt x="252" y="234"/>
                </a:lnTo>
                <a:lnTo>
                  <a:pt x="254" y="234"/>
                </a:lnTo>
                <a:lnTo>
                  <a:pt x="258" y="235"/>
                </a:lnTo>
                <a:lnTo>
                  <a:pt x="267" y="235"/>
                </a:lnTo>
                <a:lnTo>
                  <a:pt x="271" y="234"/>
                </a:lnTo>
                <a:lnTo>
                  <a:pt x="272" y="234"/>
                </a:lnTo>
                <a:lnTo>
                  <a:pt x="273" y="233"/>
                </a:lnTo>
                <a:lnTo>
                  <a:pt x="273" y="231"/>
                </a:lnTo>
                <a:lnTo>
                  <a:pt x="276" y="228"/>
                </a:lnTo>
                <a:lnTo>
                  <a:pt x="283" y="222"/>
                </a:lnTo>
                <a:lnTo>
                  <a:pt x="288" y="222"/>
                </a:lnTo>
                <a:lnTo>
                  <a:pt x="295" y="220"/>
                </a:lnTo>
                <a:lnTo>
                  <a:pt x="298" y="218"/>
                </a:lnTo>
                <a:lnTo>
                  <a:pt x="304" y="216"/>
                </a:lnTo>
                <a:lnTo>
                  <a:pt x="306" y="212"/>
                </a:lnTo>
                <a:lnTo>
                  <a:pt x="313" y="210"/>
                </a:lnTo>
                <a:lnTo>
                  <a:pt x="314" y="210"/>
                </a:lnTo>
                <a:lnTo>
                  <a:pt x="316" y="209"/>
                </a:lnTo>
                <a:lnTo>
                  <a:pt x="317" y="211"/>
                </a:lnTo>
                <a:lnTo>
                  <a:pt x="317" y="211"/>
                </a:lnTo>
                <a:lnTo>
                  <a:pt x="318" y="212"/>
                </a:lnTo>
                <a:lnTo>
                  <a:pt x="320" y="212"/>
                </a:lnTo>
                <a:lnTo>
                  <a:pt x="320" y="212"/>
                </a:lnTo>
                <a:lnTo>
                  <a:pt x="324" y="212"/>
                </a:lnTo>
                <a:lnTo>
                  <a:pt x="324" y="214"/>
                </a:lnTo>
                <a:lnTo>
                  <a:pt x="326" y="214"/>
                </a:lnTo>
                <a:lnTo>
                  <a:pt x="326" y="214"/>
                </a:lnTo>
                <a:lnTo>
                  <a:pt x="327" y="213"/>
                </a:lnTo>
                <a:lnTo>
                  <a:pt x="327" y="214"/>
                </a:lnTo>
                <a:lnTo>
                  <a:pt x="328" y="216"/>
                </a:lnTo>
                <a:lnTo>
                  <a:pt x="329" y="216"/>
                </a:lnTo>
                <a:lnTo>
                  <a:pt x="330" y="217"/>
                </a:lnTo>
                <a:lnTo>
                  <a:pt x="331" y="219"/>
                </a:lnTo>
                <a:lnTo>
                  <a:pt x="332" y="218"/>
                </a:lnTo>
                <a:lnTo>
                  <a:pt x="333" y="219"/>
                </a:lnTo>
                <a:lnTo>
                  <a:pt x="334" y="220"/>
                </a:lnTo>
                <a:lnTo>
                  <a:pt x="337" y="221"/>
                </a:lnTo>
                <a:lnTo>
                  <a:pt x="337" y="222"/>
                </a:lnTo>
                <a:lnTo>
                  <a:pt x="338" y="222"/>
                </a:lnTo>
                <a:lnTo>
                  <a:pt x="338" y="224"/>
                </a:lnTo>
                <a:lnTo>
                  <a:pt x="339" y="224"/>
                </a:lnTo>
                <a:lnTo>
                  <a:pt x="339" y="223"/>
                </a:lnTo>
                <a:lnTo>
                  <a:pt x="341" y="222"/>
                </a:lnTo>
                <a:lnTo>
                  <a:pt x="342" y="221"/>
                </a:lnTo>
                <a:lnTo>
                  <a:pt x="344" y="220"/>
                </a:lnTo>
                <a:lnTo>
                  <a:pt x="344" y="221"/>
                </a:lnTo>
                <a:lnTo>
                  <a:pt x="345" y="221"/>
                </a:lnTo>
                <a:lnTo>
                  <a:pt x="345" y="221"/>
                </a:lnTo>
                <a:lnTo>
                  <a:pt x="345" y="219"/>
                </a:lnTo>
                <a:lnTo>
                  <a:pt x="346" y="218"/>
                </a:lnTo>
                <a:lnTo>
                  <a:pt x="345" y="218"/>
                </a:lnTo>
                <a:lnTo>
                  <a:pt x="345" y="217"/>
                </a:lnTo>
                <a:lnTo>
                  <a:pt x="344" y="217"/>
                </a:lnTo>
                <a:lnTo>
                  <a:pt x="344" y="217"/>
                </a:lnTo>
                <a:lnTo>
                  <a:pt x="345" y="216"/>
                </a:lnTo>
                <a:lnTo>
                  <a:pt x="344" y="215"/>
                </a:lnTo>
                <a:lnTo>
                  <a:pt x="345" y="215"/>
                </a:lnTo>
                <a:lnTo>
                  <a:pt x="345" y="213"/>
                </a:lnTo>
                <a:lnTo>
                  <a:pt x="346" y="213"/>
                </a:lnTo>
                <a:lnTo>
                  <a:pt x="346" y="212"/>
                </a:lnTo>
                <a:lnTo>
                  <a:pt x="347" y="212"/>
                </a:lnTo>
                <a:lnTo>
                  <a:pt x="347" y="213"/>
                </a:lnTo>
                <a:lnTo>
                  <a:pt x="347" y="212"/>
                </a:lnTo>
                <a:lnTo>
                  <a:pt x="348" y="211"/>
                </a:lnTo>
                <a:lnTo>
                  <a:pt x="348" y="211"/>
                </a:lnTo>
                <a:lnTo>
                  <a:pt x="348" y="210"/>
                </a:lnTo>
                <a:lnTo>
                  <a:pt x="349" y="209"/>
                </a:lnTo>
                <a:lnTo>
                  <a:pt x="349" y="208"/>
                </a:lnTo>
                <a:lnTo>
                  <a:pt x="349" y="208"/>
                </a:lnTo>
                <a:lnTo>
                  <a:pt x="350" y="207"/>
                </a:lnTo>
                <a:lnTo>
                  <a:pt x="351" y="207"/>
                </a:lnTo>
                <a:lnTo>
                  <a:pt x="351" y="207"/>
                </a:lnTo>
                <a:lnTo>
                  <a:pt x="352" y="207"/>
                </a:lnTo>
                <a:lnTo>
                  <a:pt x="353" y="209"/>
                </a:lnTo>
                <a:lnTo>
                  <a:pt x="353" y="210"/>
                </a:lnTo>
                <a:lnTo>
                  <a:pt x="354" y="212"/>
                </a:lnTo>
                <a:lnTo>
                  <a:pt x="355" y="212"/>
                </a:lnTo>
                <a:lnTo>
                  <a:pt x="356" y="211"/>
                </a:lnTo>
                <a:lnTo>
                  <a:pt x="356" y="211"/>
                </a:lnTo>
                <a:lnTo>
                  <a:pt x="358" y="214"/>
                </a:lnTo>
                <a:lnTo>
                  <a:pt x="358" y="215"/>
                </a:lnTo>
                <a:lnTo>
                  <a:pt x="358" y="215"/>
                </a:lnTo>
                <a:lnTo>
                  <a:pt x="360" y="215"/>
                </a:lnTo>
                <a:lnTo>
                  <a:pt x="360" y="216"/>
                </a:lnTo>
                <a:lnTo>
                  <a:pt x="360" y="216"/>
                </a:lnTo>
                <a:lnTo>
                  <a:pt x="361" y="216"/>
                </a:lnTo>
                <a:lnTo>
                  <a:pt x="361" y="215"/>
                </a:lnTo>
                <a:lnTo>
                  <a:pt x="363" y="214"/>
                </a:lnTo>
                <a:lnTo>
                  <a:pt x="362" y="212"/>
                </a:lnTo>
                <a:lnTo>
                  <a:pt x="362" y="212"/>
                </a:lnTo>
                <a:lnTo>
                  <a:pt x="364" y="211"/>
                </a:lnTo>
                <a:lnTo>
                  <a:pt x="364" y="213"/>
                </a:lnTo>
                <a:lnTo>
                  <a:pt x="365" y="214"/>
                </a:lnTo>
                <a:lnTo>
                  <a:pt x="365" y="216"/>
                </a:lnTo>
                <a:lnTo>
                  <a:pt x="365" y="216"/>
                </a:lnTo>
                <a:lnTo>
                  <a:pt x="365" y="217"/>
                </a:lnTo>
                <a:lnTo>
                  <a:pt x="366" y="218"/>
                </a:lnTo>
                <a:lnTo>
                  <a:pt x="367" y="217"/>
                </a:lnTo>
                <a:lnTo>
                  <a:pt x="367" y="217"/>
                </a:lnTo>
                <a:lnTo>
                  <a:pt x="369" y="216"/>
                </a:lnTo>
                <a:lnTo>
                  <a:pt x="370" y="217"/>
                </a:lnTo>
                <a:lnTo>
                  <a:pt x="371" y="216"/>
                </a:lnTo>
                <a:lnTo>
                  <a:pt x="372" y="215"/>
                </a:lnTo>
                <a:lnTo>
                  <a:pt x="372" y="214"/>
                </a:lnTo>
                <a:lnTo>
                  <a:pt x="373" y="213"/>
                </a:lnTo>
                <a:lnTo>
                  <a:pt x="373" y="213"/>
                </a:lnTo>
                <a:lnTo>
                  <a:pt x="372" y="210"/>
                </a:lnTo>
                <a:lnTo>
                  <a:pt x="371" y="209"/>
                </a:lnTo>
                <a:lnTo>
                  <a:pt x="371" y="208"/>
                </a:lnTo>
                <a:lnTo>
                  <a:pt x="370" y="205"/>
                </a:lnTo>
                <a:lnTo>
                  <a:pt x="372" y="204"/>
                </a:lnTo>
                <a:lnTo>
                  <a:pt x="372" y="202"/>
                </a:lnTo>
                <a:lnTo>
                  <a:pt x="372" y="201"/>
                </a:lnTo>
                <a:lnTo>
                  <a:pt x="372" y="200"/>
                </a:lnTo>
                <a:lnTo>
                  <a:pt x="372" y="200"/>
                </a:lnTo>
                <a:lnTo>
                  <a:pt x="371" y="199"/>
                </a:lnTo>
                <a:lnTo>
                  <a:pt x="372" y="198"/>
                </a:lnTo>
                <a:lnTo>
                  <a:pt x="373" y="199"/>
                </a:lnTo>
                <a:lnTo>
                  <a:pt x="374" y="198"/>
                </a:lnTo>
                <a:lnTo>
                  <a:pt x="374" y="198"/>
                </a:lnTo>
                <a:lnTo>
                  <a:pt x="375" y="200"/>
                </a:lnTo>
                <a:lnTo>
                  <a:pt x="375" y="202"/>
                </a:lnTo>
                <a:lnTo>
                  <a:pt x="375" y="203"/>
                </a:lnTo>
                <a:lnTo>
                  <a:pt x="377" y="203"/>
                </a:lnTo>
                <a:lnTo>
                  <a:pt x="377" y="202"/>
                </a:lnTo>
                <a:lnTo>
                  <a:pt x="378" y="202"/>
                </a:lnTo>
                <a:lnTo>
                  <a:pt x="378" y="201"/>
                </a:lnTo>
                <a:lnTo>
                  <a:pt x="377" y="201"/>
                </a:lnTo>
                <a:lnTo>
                  <a:pt x="377" y="199"/>
                </a:lnTo>
                <a:lnTo>
                  <a:pt x="379" y="197"/>
                </a:lnTo>
                <a:lnTo>
                  <a:pt x="378" y="194"/>
                </a:lnTo>
                <a:lnTo>
                  <a:pt x="379" y="194"/>
                </a:lnTo>
                <a:lnTo>
                  <a:pt x="379" y="194"/>
                </a:lnTo>
                <a:lnTo>
                  <a:pt x="380" y="194"/>
                </a:lnTo>
                <a:lnTo>
                  <a:pt x="381" y="193"/>
                </a:lnTo>
                <a:lnTo>
                  <a:pt x="381" y="191"/>
                </a:lnTo>
                <a:lnTo>
                  <a:pt x="380" y="185"/>
                </a:lnTo>
                <a:lnTo>
                  <a:pt x="380" y="184"/>
                </a:lnTo>
                <a:lnTo>
                  <a:pt x="379" y="183"/>
                </a:lnTo>
                <a:lnTo>
                  <a:pt x="380" y="179"/>
                </a:lnTo>
                <a:lnTo>
                  <a:pt x="381" y="177"/>
                </a:lnTo>
                <a:lnTo>
                  <a:pt x="381" y="174"/>
                </a:lnTo>
                <a:lnTo>
                  <a:pt x="380" y="171"/>
                </a:lnTo>
                <a:lnTo>
                  <a:pt x="380" y="171"/>
                </a:lnTo>
                <a:lnTo>
                  <a:pt x="380" y="170"/>
                </a:lnTo>
                <a:lnTo>
                  <a:pt x="380" y="169"/>
                </a:lnTo>
                <a:lnTo>
                  <a:pt x="380" y="168"/>
                </a:lnTo>
                <a:lnTo>
                  <a:pt x="380" y="165"/>
                </a:lnTo>
                <a:lnTo>
                  <a:pt x="379" y="164"/>
                </a:lnTo>
                <a:lnTo>
                  <a:pt x="380" y="162"/>
                </a:lnTo>
                <a:lnTo>
                  <a:pt x="379" y="162"/>
                </a:lnTo>
                <a:lnTo>
                  <a:pt x="379" y="160"/>
                </a:lnTo>
                <a:lnTo>
                  <a:pt x="380" y="159"/>
                </a:lnTo>
                <a:lnTo>
                  <a:pt x="380" y="158"/>
                </a:lnTo>
                <a:lnTo>
                  <a:pt x="379" y="158"/>
                </a:lnTo>
                <a:lnTo>
                  <a:pt x="378" y="156"/>
                </a:lnTo>
                <a:lnTo>
                  <a:pt x="377" y="155"/>
                </a:lnTo>
                <a:lnTo>
                  <a:pt x="377" y="155"/>
                </a:lnTo>
                <a:lnTo>
                  <a:pt x="378" y="153"/>
                </a:lnTo>
                <a:lnTo>
                  <a:pt x="376" y="151"/>
                </a:lnTo>
                <a:lnTo>
                  <a:pt x="375" y="149"/>
                </a:lnTo>
                <a:lnTo>
                  <a:pt x="374" y="148"/>
                </a:lnTo>
                <a:lnTo>
                  <a:pt x="375" y="147"/>
                </a:lnTo>
                <a:lnTo>
                  <a:pt x="374" y="147"/>
                </a:lnTo>
                <a:lnTo>
                  <a:pt x="375" y="146"/>
                </a:lnTo>
                <a:lnTo>
                  <a:pt x="375" y="145"/>
                </a:lnTo>
                <a:lnTo>
                  <a:pt x="376" y="145"/>
                </a:lnTo>
                <a:lnTo>
                  <a:pt x="377" y="147"/>
                </a:lnTo>
                <a:lnTo>
                  <a:pt x="380" y="144"/>
                </a:lnTo>
                <a:lnTo>
                  <a:pt x="379" y="143"/>
                </a:lnTo>
                <a:lnTo>
                  <a:pt x="375" y="139"/>
                </a:lnTo>
                <a:lnTo>
                  <a:pt x="374" y="137"/>
                </a:lnTo>
                <a:lnTo>
                  <a:pt x="374" y="136"/>
                </a:lnTo>
                <a:lnTo>
                  <a:pt x="373" y="136"/>
                </a:lnTo>
                <a:lnTo>
                  <a:pt x="373" y="135"/>
                </a:lnTo>
                <a:lnTo>
                  <a:pt x="371" y="133"/>
                </a:lnTo>
                <a:lnTo>
                  <a:pt x="372" y="133"/>
                </a:lnTo>
                <a:lnTo>
                  <a:pt x="371" y="132"/>
                </a:lnTo>
                <a:lnTo>
                  <a:pt x="372" y="131"/>
                </a:lnTo>
                <a:lnTo>
                  <a:pt x="372" y="129"/>
                </a:lnTo>
                <a:lnTo>
                  <a:pt x="370" y="127"/>
                </a:lnTo>
                <a:lnTo>
                  <a:pt x="369" y="125"/>
                </a:lnTo>
                <a:lnTo>
                  <a:pt x="368" y="124"/>
                </a:lnTo>
                <a:lnTo>
                  <a:pt x="369" y="121"/>
                </a:lnTo>
                <a:lnTo>
                  <a:pt x="364" y="118"/>
                </a:lnTo>
                <a:lnTo>
                  <a:pt x="361" y="117"/>
                </a:lnTo>
                <a:lnTo>
                  <a:pt x="361" y="117"/>
                </a:lnTo>
                <a:lnTo>
                  <a:pt x="355" y="116"/>
                </a:lnTo>
                <a:lnTo>
                  <a:pt x="355" y="115"/>
                </a:lnTo>
                <a:lnTo>
                  <a:pt x="353" y="116"/>
                </a:lnTo>
                <a:lnTo>
                  <a:pt x="353" y="115"/>
                </a:lnTo>
                <a:lnTo>
                  <a:pt x="352" y="116"/>
                </a:lnTo>
                <a:lnTo>
                  <a:pt x="352" y="116"/>
                </a:lnTo>
                <a:lnTo>
                  <a:pt x="353" y="117"/>
                </a:lnTo>
                <a:lnTo>
                  <a:pt x="352" y="118"/>
                </a:lnTo>
                <a:lnTo>
                  <a:pt x="353" y="118"/>
                </a:lnTo>
                <a:lnTo>
                  <a:pt x="354" y="121"/>
                </a:lnTo>
                <a:lnTo>
                  <a:pt x="353" y="121"/>
                </a:lnTo>
                <a:lnTo>
                  <a:pt x="353" y="122"/>
                </a:lnTo>
                <a:lnTo>
                  <a:pt x="352" y="121"/>
                </a:lnTo>
                <a:lnTo>
                  <a:pt x="351" y="121"/>
                </a:lnTo>
                <a:lnTo>
                  <a:pt x="350" y="124"/>
                </a:lnTo>
                <a:lnTo>
                  <a:pt x="350" y="125"/>
                </a:lnTo>
                <a:lnTo>
                  <a:pt x="351" y="125"/>
                </a:lnTo>
                <a:lnTo>
                  <a:pt x="351" y="126"/>
                </a:lnTo>
                <a:lnTo>
                  <a:pt x="351" y="126"/>
                </a:lnTo>
                <a:lnTo>
                  <a:pt x="350" y="126"/>
                </a:lnTo>
                <a:lnTo>
                  <a:pt x="349" y="125"/>
                </a:lnTo>
                <a:lnTo>
                  <a:pt x="349" y="126"/>
                </a:lnTo>
                <a:lnTo>
                  <a:pt x="350" y="126"/>
                </a:lnTo>
                <a:lnTo>
                  <a:pt x="349" y="127"/>
                </a:lnTo>
                <a:lnTo>
                  <a:pt x="349" y="127"/>
                </a:lnTo>
                <a:lnTo>
                  <a:pt x="348" y="127"/>
                </a:lnTo>
                <a:lnTo>
                  <a:pt x="346" y="126"/>
                </a:lnTo>
                <a:lnTo>
                  <a:pt x="345" y="126"/>
                </a:lnTo>
                <a:lnTo>
                  <a:pt x="344" y="126"/>
                </a:lnTo>
                <a:lnTo>
                  <a:pt x="344" y="127"/>
                </a:lnTo>
                <a:lnTo>
                  <a:pt x="344" y="128"/>
                </a:lnTo>
                <a:lnTo>
                  <a:pt x="343" y="127"/>
                </a:lnTo>
                <a:lnTo>
                  <a:pt x="342" y="127"/>
                </a:lnTo>
                <a:lnTo>
                  <a:pt x="342" y="128"/>
                </a:lnTo>
                <a:lnTo>
                  <a:pt x="342" y="127"/>
                </a:lnTo>
                <a:lnTo>
                  <a:pt x="340" y="127"/>
                </a:lnTo>
                <a:lnTo>
                  <a:pt x="340" y="127"/>
                </a:lnTo>
                <a:lnTo>
                  <a:pt x="340" y="128"/>
                </a:lnTo>
                <a:lnTo>
                  <a:pt x="341" y="130"/>
                </a:lnTo>
                <a:lnTo>
                  <a:pt x="340" y="130"/>
                </a:lnTo>
                <a:lnTo>
                  <a:pt x="340" y="131"/>
                </a:lnTo>
                <a:lnTo>
                  <a:pt x="341" y="134"/>
                </a:lnTo>
                <a:lnTo>
                  <a:pt x="340" y="135"/>
                </a:lnTo>
                <a:lnTo>
                  <a:pt x="339" y="134"/>
                </a:lnTo>
                <a:lnTo>
                  <a:pt x="339" y="133"/>
                </a:lnTo>
                <a:lnTo>
                  <a:pt x="338" y="134"/>
                </a:lnTo>
                <a:lnTo>
                  <a:pt x="337" y="133"/>
                </a:lnTo>
                <a:lnTo>
                  <a:pt x="336" y="133"/>
                </a:lnTo>
                <a:lnTo>
                  <a:pt x="335" y="132"/>
                </a:lnTo>
                <a:lnTo>
                  <a:pt x="334" y="130"/>
                </a:lnTo>
                <a:lnTo>
                  <a:pt x="333" y="128"/>
                </a:lnTo>
                <a:lnTo>
                  <a:pt x="331" y="128"/>
                </a:lnTo>
                <a:lnTo>
                  <a:pt x="330" y="128"/>
                </a:lnTo>
                <a:lnTo>
                  <a:pt x="330" y="129"/>
                </a:lnTo>
                <a:lnTo>
                  <a:pt x="330" y="130"/>
                </a:lnTo>
                <a:lnTo>
                  <a:pt x="329" y="130"/>
                </a:lnTo>
                <a:lnTo>
                  <a:pt x="329" y="131"/>
                </a:lnTo>
                <a:lnTo>
                  <a:pt x="330" y="132"/>
                </a:lnTo>
                <a:lnTo>
                  <a:pt x="330" y="132"/>
                </a:lnTo>
                <a:lnTo>
                  <a:pt x="330" y="133"/>
                </a:lnTo>
                <a:lnTo>
                  <a:pt x="329" y="135"/>
                </a:lnTo>
                <a:lnTo>
                  <a:pt x="328" y="135"/>
                </a:lnTo>
                <a:lnTo>
                  <a:pt x="328" y="133"/>
                </a:lnTo>
                <a:lnTo>
                  <a:pt x="327" y="132"/>
                </a:lnTo>
                <a:lnTo>
                  <a:pt x="325" y="131"/>
                </a:lnTo>
                <a:lnTo>
                  <a:pt x="325" y="130"/>
                </a:lnTo>
                <a:lnTo>
                  <a:pt x="324" y="130"/>
                </a:lnTo>
                <a:lnTo>
                  <a:pt x="322" y="133"/>
                </a:lnTo>
                <a:lnTo>
                  <a:pt x="321" y="131"/>
                </a:lnTo>
                <a:lnTo>
                  <a:pt x="319" y="130"/>
                </a:lnTo>
                <a:lnTo>
                  <a:pt x="317" y="131"/>
                </a:lnTo>
                <a:lnTo>
                  <a:pt x="316" y="131"/>
                </a:lnTo>
                <a:lnTo>
                  <a:pt x="315" y="129"/>
                </a:lnTo>
                <a:lnTo>
                  <a:pt x="315" y="127"/>
                </a:lnTo>
                <a:lnTo>
                  <a:pt x="314" y="126"/>
                </a:lnTo>
                <a:lnTo>
                  <a:pt x="314" y="126"/>
                </a:lnTo>
                <a:lnTo>
                  <a:pt x="315" y="125"/>
                </a:lnTo>
                <a:lnTo>
                  <a:pt x="316" y="125"/>
                </a:lnTo>
                <a:lnTo>
                  <a:pt x="315" y="124"/>
                </a:lnTo>
                <a:lnTo>
                  <a:pt x="316" y="123"/>
                </a:lnTo>
                <a:lnTo>
                  <a:pt x="316" y="121"/>
                </a:lnTo>
                <a:lnTo>
                  <a:pt x="315" y="121"/>
                </a:lnTo>
                <a:lnTo>
                  <a:pt x="315" y="121"/>
                </a:lnTo>
                <a:lnTo>
                  <a:pt x="315" y="121"/>
                </a:lnTo>
                <a:lnTo>
                  <a:pt x="314" y="121"/>
                </a:lnTo>
                <a:lnTo>
                  <a:pt x="313" y="120"/>
                </a:lnTo>
                <a:lnTo>
                  <a:pt x="313" y="117"/>
                </a:lnTo>
                <a:lnTo>
                  <a:pt x="312" y="117"/>
                </a:lnTo>
                <a:lnTo>
                  <a:pt x="312" y="118"/>
                </a:lnTo>
                <a:lnTo>
                  <a:pt x="310" y="118"/>
                </a:lnTo>
                <a:lnTo>
                  <a:pt x="309" y="118"/>
                </a:lnTo>
                <a:lnTo>
                  <a:pt x="310" y="117"/>
                </a:lnTo>
                <a:lnTo>
                  <a:pt x="313" y="117"/>
                </a:lnTo>
                <a:lnTo>
                  <a:pt x="312" y="116"/>
                </a:lnTo>
                <a:lnTo>
                  <a:pt x="312" y="115"/>
                </a:lnTo>
                <a:lnTo>
                  <a:pt x="310" y="116"/>
                </a:lnTo>
                <a:lnTo>
                  <a:pt x="308" y="114"/>
                </a:lnTo>
                <a:lnTo>
                  <a:pt x="307" y="115"/>
                </a:lnTo>
                <a:lnTo>
                  <a:pt x="307" y="114"/>
                </a:lnTo>
                <a:lnTo>
                  <a:pt x="306" y="113"/>
                </a:lnTo>
                <a:lnTo>
                  <a:pt x="306" y="113"/>
                </a:lnTo>
                <a:lnTo>
                  <a:pt x="305" y="113"/>
                </a:lnTo>
                <a:lnTo>
                  <a:pt x="305" y="112"/>
                </a:lnTo>
                <a:lnTo>
                  <a:pt x="304" y="112"/>
                </a:lnTo>
                <a:lnTo>
                  <a:pt x="304" y="110"/>
                </a:lnTo>
                <a:lnTo>
                  <a:pt x="302" y="108"/>
                </a:lnTo>
                <a:lnTo>
                  <a:pt x="300" y="110"/>
                </a:lnTo>
                <a:lnTo>
                  <a:pt x="299" y="109"/>
                </a:lnTo>
                <a:lnTo>
                  <a:pt x="299" y="110"/>
                </a:lnTo>
                <a:lnTo>
                  <a:pt x="298" y="110"/>
                </a:lnTo>
                <a:lnTo>
                  <a:pt x="297" y="109"/>
                </a:lnTo>
                <a:lnTo>
                  <a:pt x="297" y="111"/>
                </a:lnTo>
                <a:lnTo>
                  <a:pt x="295" y="111"/>
                </a:lnTo>
                <a:lnTo>
                  <a:pt x="295" y="111"/>
                </a:lnTo>
                <a:lnTo>
                  <a:pt x="293" y="111"/>
                </a:lnTo>
                <a:lnTo>
                  <a:pt x="293" y="112"/>
                </a:lnTo>
                <a:lnTo>
                  <a:pt x="292" y="112"/>
                </a:lnTo>
                <a:lnTo>
                  <a:pt x="291" y="112"/>
                </a:lnTo>
                <a:lnTo>
                  <a:pt x="291" y="111"/>
                </a:lnTo>
                <a:lnTo>
                  <a:pt x="290" y="112"/>
                </a:lnTo>
                <a:lnTo>
                  <a:pt x="289" y="112"/>
                </a:lnTo>
                <a:lnTo>
                  <a:pt x="289" y="111"/>
                </a:lnTo>
                <a:lnTo>
                  <a:pt x="287" y="111"/>
                </a:lnTo>
                <a:lnTo>
                  <a:pt x="286" y="109"/>
                </a:lnTo>
                <a:lnTo>
                  <a:pt x="285" y="108"/>
                </a:lnTo>
                <a:lnTo>
                  <a:pt x="283" y="108"/>
                </a:lnTo>
                <a:lnTo>
                  <a:pt x="283" y="109"/>
                </a:lnTo>
                <a:lnTo>
                  <a:pt x="281" y="110"/>
                </a:lnTo>
                <a:lnTo>
                  <a:pt x="280" y="110"/>
                </a:lnTo>
                <a:lnTo>
                  <a:pt x="280" y="109"/>
                </a:lnTo>
                <a:lnTo>
                  <a:pt x="280" y="108"/>
                </a:lnTo>
                <a:lnTo>
                  <a:pt x="279" y="108"/>
                </a:lnTo>
                <a:lnTo>
                  <a:pt x="278" y="109"/>
                </a:lnTo>
                <a:lnTo>
                  <a:pt x="277" y="107"/>
                </a:lnTo>
                <a:lnTo>
                  <a:pt x="277" y="106"/>
                </a:lnTo>
                <a:lnTo>
                  <a:pt x="276" y="106"/>
                </a:lnTo>
                <a:lnTo>
                  <a:pt x="276" y="105"/>
                </a:lnTo>
                <a:lnTo>
                  <a:pt x="275" y="105"/>
                </a:lnTo>
                <a:lnTo>
                  <a:pt x="274" y="106"/>
                </a:lnTo>
                <a:lnTo>
                  <a:pt x="273" y="106"/>
                </a:lnTo>
                <a:lnTo>
                  <a:pt x="272" y="103"/>
                </a:lnTo>
                <a:lnTo>
                  <a:pt x="269" y="104"/>
                </a:lnTo>
                <a:lnTo>
                  <a:pt x="268" y="103"/>
                </a:lnTo>
                <a:lnTo>
                  <a:pt x="268" y="103"/>
                </a:lnTo>
                <a:lnTo>
                  <a:pt x="266" y="102"/>
                </a:lnTo>
                <a:lnTo>
                  <a:pt x="265" y="103"/>
                </a:lnTo>
                <a:lnTo>
                  <a:pt x="265" y="103"/>
                </a:lnTo>
                <a:lnTo>
                  <a:pt x="262" y="102"/>
                </a:lnTo>
                <a:lnTo>
                  <a:pt x="262" y="101"/>
                </a:lnTo>
                <a:lnTo>
                  <a:pt x="261" y="102"/>
                </a:lnTo>
                <a:lnTo>
                  <a:pt x="260" y="101"/>
                </a:lnTo>
                <a:lnTo>
                  <a:pt x="259" y="102"/>
                </a:lnTo>
                <a:lnTo>
                  <a:pt x="259" y="101"/>
                </a:lnTo>
                <a:lnTo>
                  <a:pt x="258" y="102"/>
                </a:lnTo>
                <a:lnTo>
                  <a:pt x="257" y="101"/>
                </a:lnTo>
                <a:lnTo>
                  <a:pt x="257" y="100"/>
                </a:lnTo>
                <a:lnTo>
                  <a:pt x="257" y="100"/>
                </a:lnTo>
                <a:lnTo>
                  <a:pt x="258" y="99"/>
                </a:lnTo>
                <a:lnTo>
                  <a:pt x="257" y="98"/>
                </a:lnTo>
                <a:lnTo>
                  <a:pt x="256" y="98"/>
                </a:lnTo>
                <a:lnTo>
                  <a:pt x="252" y="99"/>
                </a:lnTo>
                <a:lnTo>
                  <a:pt x="252" y="97"/>
                </a:lnTo>
                <a:lnTo>
                  <a:pt x="251" y="97"/>
                </a:lnTo>
                <a:lnTo>
                  <a:pt x="251" y="96"/>
                </a:lnTo>
                <a:lnTo>
                  <a:pt x="250" y="96"/>
                </a:lnTo>
                <a:lnTo>
                  <a:pt x="246" y="93"/>
                </a:lnTo>
                <a:lnTo>
                  <a:pt x="246" y="91"/>
                </a:lnTo>
                <a:lnTo>
                  <a:pt x="245" y="91"/>
                </a:lnTo>
                <a:lnTo>
                  <a:pt x="244" y="92"/>
                </a:lnTo>
                <a:lnTo>
                  <a:pt x="240" y="90"/>
                </a:lnTo>
                <a:lnTo>
                  <a:pt x="239" y="90"/>
                </a:lnTo>
                <a:lnTo>
                  <a:pt x="239" y="90"/>
                </a:lnTo>
                <a:lnTo>
                  <a:pt x="238" y="91"/>
                </a:lnTo>
                <a:lnTo>
                  <a:pt x="237" y="90"/>
                </a:lnTo>
                <a:lnTo>
                  <a:pt x="236" y="90"/>
                </a:lnTo>
                <a:lnTo>
                  <a:pt x="234" y="89"/>
                </a:lnTo>
                <a:lnTo>
                  <a:pt x="234" y="90"/>
                </a:lnTo>
                <a:lnTo>
                  <a:pt x="234" y="89"/>
                </a:lnTo>
                <a:lnTo>
                  <a:pt x="232" y="89"/>
                </a:lnTo>
                <a:lnTo>
                  <a:pt x="231" y="88"/>
                </a:lnTo>
                <a:lnTo>
                  <a:pt x="230" y="88"/>
                </a:lnTo>
                <a:lnTo>
                  <a:pt x="227" y="85"/>
                </a:lnTo>
                <a:lnTo>
                  <a:pt x="225" y="85"/>
                </a:lnTo>
                <a:lnTo>
                  <a:pt x="224" y="84"/>
                </a:lnTo>
                <a:lnTo>
                  <a:pt x="223" y="81"/>
                </a:lnTo>
                <a:lnTo>
                  <a:pt x="220" y="79"/>
                </a:lnTo>
                <a:lnTo>
                  <a:pt x="220" y="78"/>
                </a:lnTo>
                <a:lnTo>
                  <a:pt x="219" y="77"/>
                </a:lnTo>
                <a:lnTo>
                  <a:pt x="219" y="76"/>
                </a:lnTo>
                <a:lnTo>
                  <a:pt x="219" y="74"/>
                </a:lnTo>
                <a:lnTo>
                  <a:pt x="219" y="74"/>
                </a:lnTo>
                <a:lnTo>
                  <a:pt x="219" y="73"/>
                </a:lnTo>
                <a:lnTo>
                  <a:pt x="218" y="73"/>
                </a:lnTo>
                <a:lnTo>
                  <a:pt x="218" y="72"/>
                </a:lnTo>
                <a:lnTo>
                  <a:pt x="218" y="71"/>
                </a:lnTo>
                <a:lnTo>
                  <a:pt x="218" y="71"/>
                </a:lnTo>
                <a:lnTo>
                  <a:pt x="217" y="70"/>
                </a:lnTo>
                <a:lnTo>
                  <a:pt x="216" y="69"/>
                </a:lnTo>
                <a:lnTo>
                  <a:pt x="214" y="67"/>
                </a:lnTo>
                <a:lnTo>
                  <a:pt x="214" y="66"/>
                </a:lnTo>
                <a:lnTo>
                  <a:pt x="214" y="65"/>
                </a:lnTo>
                <a:lnTo>
                  <a:pt x="214" y="65"/>
                </a:lnTo>
                <a:lnTo>
                  <a:pt x="214" y="64"/>
                </a:lnTo>
                <a:lnTo>
                  <a:pt x="215" y="63"/>
                </a:lnTo>
                <a:lnTo>
                  <a:pt x="216" y="64"/>
                </a:lnTo>
                <a:lnTo>
                  <a:pt x="216" y="63"/>
                </a:lnTo>
                <a:lnTo>
                  <a:pt x="217" y="63"/>
                </a:lnTo>
                <a:lnTo>
                  <a:pt x="218" y="61"/>
                </a:lnTo>
                <a:lnTo>
                  <a:pt x="218" y="60"/>
                </a:lnTo>
                <a:lnTo>
                  <a:pt x="219" y="59"/>
                </a:lnTo>
                <a:lnTo>
                  <a:pt x="219" y="59"/>
                </a:lnTo>
                <a:lnTo>
                  <a:pt x="218" y="58"/>
                </a:lnTo>
                <a:lnTo>
                  <a:pt x="219" y="56"/>
                </a:lnTo>
                <a:lnTo>
                  <a:pt x="219" y="54"/>
                </a:lnTo>
                <a:lnTo>
                  <a:pt x="218" y="53"/>
                </a:lnTo>
                <a:lnTo>
                  <a:pt x="219" y="52"/>
                </a:lnTo>
                <a:lnTo>
                  <a:pt x="218" y="51"/>
                </a:lnTo>
                <a:lnTo>
                  <a:pt x="218" y="50"/>
                </a:lnTo>
                <a:lnTo>
                  <a:pt x="219" y="50"/>
                </a:lnTo>
                <a:lnTo>
                  <a:pt x="220" y="49"/>
                </a:lnTo>
                <a:lnTo>
                  <a:pt x="221" y="48"/>
                </a:lnTo>
                <a:lnTo>
                  <a:pt x="220" y="47"/>
                </a:lnTo>
                <a:lnTo>
                  <a:pt x="220" y="47"/>
                </a:lnTo>
                <a:lnTo>
                  <a:pt x="220" y="46"/>
                </a:lnTo>
                <a:lnTo>
                  <a:pt x="220" y="46"/>
                </a:lnTo>
                <a:lnTo>
                  <a:pt x="219" y="46"/>
                </a:lnTo>
                <a:lnTo>
                  <a:pt x="218" y="45"/>
                </a:lnTo>
                <a:lnTo>
                  <a:pt x="217" y="46"/>
                </a:lnTo>
                <a:lnTo>
                  <a:pt x="216" y="46"/>
                </a:lnTo>
                <a:lnTo>
                  <a:pt x="216" y="45"/>
                </a:lnTo>
                <a:lnTo>
                  <a:pt x="217" y="41"/>
                </a:lnTo>
                <a:lnTo>
                  <a:pt x="215" y="40"/>
                </a:lnTo>
                <a:lnTo>
                  <a:pt x="215" y="38"/>
                </a:lnTo>
                <a:lnTo>
                  <a:pt x="216" y="37"/>
                </a:lnTo>
                <a:lnTo>
                  <a:pt x="216" y="36"/>
                </a:lnTo>
                <a:lnTo>
                  <a:pt x="216" y="36"/>
                </a:lnTo>
                <a:lnTo>
                  <a:pt x="216" y="35"/>
                </a:lnTo>
                <a:lnTo>
                  <a:pt x="218" y="35"/>
                </a:lnTo>
                <a:lnTo>
                  <a:pt x="219" y="34"/>
                </a:lnTo>
                <a:lnTo>
                  <a:pt x="219" y="34"/>
                </a:lnTo>
                <a:lnTo>
                  <a:pt x="221" y="33"/>
                </a:lnTo>
                <a:lnTo>
                  <a:pt x="221" y="32"/>
                </a:lnTo>
                <a:lnTo>
                  <a:pt x="220" y="32"/>
                </a:lnTo>
                <a:lnTo>
                  <a:pt x="220" y="31"/>
                </a:lnTo>
                <a:lnTo>
                  <a:pt x="221" y="31"/>
                </a:lnTo>
                <a:lnTo>
                  <a:pt x="221" y="31"/>
                </a:lnTo>
                <a:lnTo>
                  <a:pt x="222" y="30"/>
                </a:lnTo>
                <a:lnTo>
                  <a:pt x="221" y="29"/>
                </a:lnTo>
                <a:lnTo>
                  <a:pt x="221" y="29"/>
                </a:lnTo>
                <a:lnTo>
                  <a:pt x="222" y="27"/>
                </a:lnTo>
                <a:lnTo>
                  <a:pt x="222" y="26"/>
                </a:lnTo>
                <a:lnTo>
                  <a:pt x="222" y="26"/>
                </a:lnTo>
                <a:lnTo>
                  <a:pt x="223" y="25"/>
                </a:lnTo>
                <a:lnTo>
                  <a:pt x="223" y="24"/>
                </a:lnTo>
                <a:lnTo>
                  <a:pt x="219" y="24"/>
                </a:lnTo>
                <a:lnTo>
                  <a:pt x="219" y="24"/>
                </a:lnTo>
                <a:lnTo>
                  <a:pt x="217" y="22"/>
                </a:lnTo>
                <a:lnTo>
                  <a:pt x="217" y="21"/>
                </a:lnTo>
                <a:lnTo>
                  <a:pt x="217" y="20"/>
                </a:lnTo>
                <a:lnTo>
                  <a:pt x="217" y="19"/>
                </a:lnTo>
                <a:lnTo>
                  <a:pt x="218" y="20"/>
                </a:lnTo>
                <a:lnTo>
                  <a:pt x="220" y="20"/>
                </a:lnTo>
                <a:lnTo>
                  <a:pt x="222" y="19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991592" y="3461409"/>
            <a:ext cx="660539" cy="1160753"/>
          </a:xfrm>
          <a:custGeom>
            <a:avLst/>
            <a:gdLst/>
            <a:ahLst/>
            <a:cxnLst/>
            <a:rect l="l" t="t" r="r" b="b"/>
            <a:pathLst>
              <a:path w="103" h="181">
                <a:moveTo>
                  <a:pt x="89" y="115"/>
                </a:moveTo>
                <a:lnTo>
                  <a:pt x="87" y="115"/>
                </a:lnTo>
                <a:lnTo>
                  <a:pt x="86" y="113"/>
                </a:lnTo>
                <a:lnTo>
                  <a:pt x="86" y="110"/>
                </a:lnTo>
                <a:lnTo>
                  <a:pt x="86" y="108"/>
                </a:lnTo>
                <a:lnTo>
                  <a:pt x="87" y="105"/>
                </a:lnTo>
                <a:lnTo>
                  <a:pt x="88" y="102"/>
                </a:lnTo>
                <a:lnTo>
                  <a:pt x="88" y="100"/>
                </a:lnTo>
                <a:lnTo>
                  <a:pt x="89" y="98"/>
                </a:lnTo>
                <a:lnTo>
                  <a:pt x="90" y="96"/>
                </a:lnTo>
                <a:lnTo>
                  <a:pt x="92" y="91"/>
                </a:lnTo>
                <a:lnTo>
                  <a:pt x="91" y="89"/>
                </a:lnTo>
                <a:lnTo>
                  <a:pt x="91" y="85"/>
                </a:lnTo>
                <a:lnTo>
                  <a:pt x="90" y="85"/>
                </a:lnTo>
                <a:lnTo>
                  <a:pt x="90" y="84"/>
                </a:lnTo>
                <a:lnTo>
                  <a:pt x="90" y="83"/>
                </a:lnTo>
                <a:lnTo>
                  <a:pt x="89" y="83"/>
                </a:lnTo>
                <a:lnTo>
                  <a:pt x="88" y="79"/>
                </a:lnTo>
                <a:lnTo>
                  <a:pt x="89" y="77"/>
                </a:lnTo>
                <a:lnTo>
                  <a:pt x="88" y="75"/>
                </a:lnTo>
                <a:lnTo>
                  <a:pt x="89" y="73"/>
                </a:lnTo>
                <a:lnTo>
                  <a:pt x="88" y="72"/>
                </a:lnTo>
                <a:lnTo>
                  <a:pt x="89" y="72"/>
                </a:lnTo>
                <a:lnTo>
                  <a:pt x="89" y="69"/>
                </a:lnTo>
                <a:lnTo>
                  <a:pt x="87" y="67"/>
                </a:lnTo>
                <a:lnTo>
                  <a:pt x="87" y="67"/>
                </a:lnTo>
                <a:lnTo>
                  <a:pt x="88" y="67"/>
                </a:lnTo>
                <a:lnTo>
                  <a:pt x="88" y="66"/>
                </a:lnTo>
                <a:lnTo>
                  <a:pt x="87" y="65"/>
                </a:lnTo>
                <a:lnTo>
                  <a:pt x="87" y="63"/>
                </a:lnTo>
                <a:lnTo>
                  <a:pt x="86" y="63"/>
                </a:lnTo>
                <a:lnTo>
                  <a:pt x="87" y="62"/>
                </a:lnTo>
                <a:lnTo>
                  <a:pt x="87" y="61"/>
                </a:lnTo>
                <a:lnTo>
                  <a:pt x="86" y="60"/>
                </a:lnTo>
                <a:lnTo>
                  <a:pt x="86" y="59"/>
                </a:lnTo>
                <a:lnTo>
                  <a:pt x="87" y="60"/>
                </a:lnTo>
                <a:lnTo>
                  <a:pt x="87" y="59"/>
                </a:lnTo>
                <a:lnTo>
                  <a:pt x="89" y="57"/>
                </a:lnTo>
                <a:lnTo>
                  <a:pt x="89" y="57"/>
                </a:lnTo>
                <a:lnTo>
                  <a:pt x="91" y="53"/>
                </a:lnTo>
                <a:lnTo>
                  <a:pt x="91" y="53"/>
                </a:lnTo>
                <a:lnTo>
                  <a:pt x="91" y="52"/>
                </a:lnTo>
                <a:lnTo>
                  <a:pt x="91" y="52"/>
                </a:lnTo>
                <a:lnTo>
                  <a:pt x="90" y="51"/>
                </a:lnTo>
                <a:lnTo>
                  <a:pt x="90" y="50"/>
                </a:lnTo>
                <a:lnTo>
                  <a:pt x="92" y="49"/>
                </a:lnTo>
                <a:lnTo>
                  <a:pt x="92" y="47"/>
                </a:lnTo>
                <a:lnTo>
                  <a:pt x="93" y="47"/>
                </a:lnTo>
                <a:lnTo>
                  <a:pt x="92" y="45"/>
                </a:lnTo>
                <a:lnTo>
                  <a:pt x="93" y="45"/>
                </a:lnTo>
                <a:lnTo>
                  <a:pt x="92" y="44"/>
                </a:lnTo>
                <a:lnTo>
                  <a:pt x="91" y="44"/>
                </a:lnTo>
                <a:lnTo>
                  <a:pt x="91" y="43"/>
                </a:lnTo>
                <a:lnTo>
                  <a:pt x="92" y="43"/>
                </a:lnTo>
                <a:lnTo>
                  <a:pt x="91" y="42"/>
                </a:lnTo>
                <a:lnTo>
                  <a:pt x="90" y="42"/>
                </a:lnTo>
                <a:lnTo>
                  <a:pt x="89" y="39"/>
                </a:lnTo>
                <a:lnTo>
                  <a:pt x="87" y="38"/>
                </a:lnTo>
                <a:lnTo>
                  <a:pt x="87" y="35"/>
                </a:lnTo>
                <a:lnTo>
                  <a:pt x="87" y="34"/>
                </a:lnTo>
                <a:lnTo>
                  <a:pt x="87" y="33"/>
                </a:lnTo>
                <a:lnTo>
                  <a:pt x="88" y="32"/>
                </a:lnTo>
                <a:lnTo>
                  <a:pt x="88" y="30"/>
                </a:lnTo>
                <a:lnTo>
                  <a:pt x="89" y="30"/>
                </a:lnTo>
                <a:lnTo>
                  <a:pt x="90" y="29"/>
                </a:lnTo>
                <a:lnTo>
                  <a:pt x="91" y="28"/>
                </a:lnTo>
                <a:lnTo>
                  <a:pt x="91" y="27"/>
                </a:lnTo>
                <a:lnTo>
                  <a:pt x="93" y="26"/>
                </a:lnTo>
                <a:lnTo>
                  <a:pt x="93" y="25"/>
                </a:lnTo>
                <a:lnTo>
                  <a:pt x="93" y="25"/>
                </a:lnTo>
                <a:lnTo>
                  <a:pt x="93" y="23"/>
                </a:lnTo>
                <a:lnTo>
                  <a:pt x="93" y="23"/>
                </a:lnTo>
                <a:lnTo>
                  <a:pt x="93" y="22"/>
                </a:lnTo>
                <a:lnTo>
                  <a:pt x="95" y="17"/>
                </a:lnTo>
                <a:lnTo>
                  <a:pt x="94" y="17"/>
                </a:lnTo>
                <a:lnTo>
                  <a:pt x="95" y="16"/>
                </a:lnTo>
                <a:lnTo>
                  <a:pt x="95" y="15"/>
                </a:lnTo>
                <a:lnTo>
                  <a:pt x="94" y="14"/>
                </a:lnTo>
                <a:lnTo>
                  <a:pt x="94" y="14"/>
                </a:lnTo>
                <a:lnTo>
                  <a:pt x="96" y="13"/>
                </a:lnTo>
                <a:lnTo>
                  <a:pt x="97" y="12"/>
                </a:lnTo>
                <a:lnTo>
                  <a:pt x="97" y="11"/>
                </a:lnTo>
                <a:lnTo>
                  <a:pt x="97" y="10"/>
                </a:lnTo>
                <a:lnTo>
                  <a:pt x="98" y="7"/>
                </a:lnTo>
                <a:lnTo>
                  <a:pt x="97" y="7"/>
                </a:lnTo>
                <a:lnTo>
                  <a:pt x="97" y="6"/>
                </a:lnTo>
                <a:lnTo>
                  <a:pt x="97" y="6"/>
                </a:lnTo>
                <a:lnTo>
                  <a:pt x="97" y="6"/>
                </a:lnTo>
                <a:lnTo>
                  <a:pt x="97" y="5"/>
                </a:lnTo>
                <a:lnTo>
                  <a:pt x="95" y="5"/>
                </a:lnTo>
                <a:lnTo>
                  <a:pt x="95" y="5"/>
                </a:lnTo>
                <a:lnTo>
                  <a:pt x="95" y="5"/>
                </a:lnTo>
                <a:lnTo>
                  <a:pt x="95" y="4"/>
                </a:lnTo>
                <a:lnTo>
                  <a:pt x="95" y="3"/>
                </a:lnTo>
                <a:lnTo>
                  <a:pt x="95" y="2"/>
                </a:lnTo>
                <a:lnTo>
                  <a:pt x="96" y="2"/>
                </a:lnTo>
                <a:lnTo>
                  <a:pt x="96" y="1"/>
                </a:lnTo>
                <a:lnTo>
                  <a:pt x="96" y="0"/>
                </a:lnTo>
                <a:lnTo>
                  <a:pt x="95" y="1"/>
                </a:lnTo>
                <a:lnTo>
                  <a:pt x="94" y="1"/>
                </a:lnTo>
                <a:lnTo>
                  <a:pt x="91" y="3"/>
                </a:lnTo>
                <a:lnTo>
                  <a:pt x="89" y="6"/>
                </a:lnTo>
                <a:lnTo>
                  <a:pt x="89" y="8"/>
                </a:lnTo>
                <a:lnTo>
                  <a:pt x="87" y="8"/>
                </a:lnTo>
                <a:lnTo>
                  <a:pt x="87" y="8"/>
                </a:lnTo>
                <a:lnTo>
                  <a:pt x="86" y="6"/>
                </a:lnTo>
                <a:lnTo>
                  <a:pt x="85" y="6"/>
                </a:lnTo>
                <a:lnTo>
                  <a:pt x="84" y="6"/>
                </a:lnTo>
                <a:lnTo>
                  <a:pt x="84" y="7"/>
                </a:lnTo>
                <a:lnTo>
                  <a:pt x="83" y="7"/>
                </a:lnTo>
                <a:lnTo>
                  <a:pt x="81" y="5"/>
                </a:lnTo>
                <a:lnTo>
                  <a:pt x="79" y="4"/>
                </a:lnTo>
                <a:lnTo>
                  <a:pt x="79" y="5"/>
                </a:lnTo>
                <a:lnTo>
                  <a:pt x="79" y="6"/>
                </a:lnTo>
                <a:lnTo>
                  <a:pt x="79" y="6"/>
                </a:lnTo>
                <a:lnTo>
                  <a:pt x="80" y="8"/>
                </a:lnTo>
                <a:lnTo>
                  <a:pt x="77" y="10"/>
                </a:lnTo>
                <a:lnTo>
                  <a:pt x="76" y="10"/>
                </a:lnTo>
                <a:lnTo>
                  <a:pt x="75" y="9"/>
                </a:lnTo>
                <a:lnTo>
                  <a:pt x="75" y="9"/>
                </a:lnTo>
                <a:lnTo>
                  <a:pt x="76" y="10"/>
                </a:lnTo>
                <a:lnTo>
                  <a:pt x="75" y="12"/>
                </a:lnTo>
                <a:lnTo>
                  <a:pt x="76" y="12"/>
                </a:lnTo>
                <a:lnTo>
                  <a:pt x="74" y="12"/>
                </a:lnTo>
                <a:lnTo>
                  <a:pt x="73" y="14"/>
                </a:lnTo>
                <a:lnTo>
                  <a:pt x="71" y="15"/>
                </a:lnTo>
                <a:lnTo>
                  <a:pt x="72" y="16"/>
                </a:lnTo>
                <a:lnTo>
                  <a:pt x="71" y="17"/>
                </a:lnTo>
                <a:lnTo>
                  <a:pt x="71" y="18"/>
                </a:lnTo>
                <a:lnTo>
                  <a:pt x="69" y="20"/>
                </a:lnTo>
                <a:lnTo>
                  <a:pt x="69" y="19"/>
                </a:lnTo>
                <a:lnTo>
                  <a:pt x="68" y="20"/>
                </a:lnTo>
                <a:lnTo>
                  <a:pt x="67" y="22"/>
                </a:lnTo>
                <a:lnTo>
                  <a:pt x="66" y="22"/>
                </a:lnTo>
                <a:lnTo>
                  <a:pt x="66" y="23"/>
                </a:lnTo>
                <a:lnTo>
                  <a:pt x="66" y="24"/>
                </a:lnTo>
                <a:lnTo>
                  <a:pt x="66" y="24"/>
                </a:lnTo>
                <a:lnTo>
                  <a:pt x="65" y="24"/>
                </a:lnTo>
                <a:lnTo>
                  <a:pt x="63" y="26"/>
                </a:lnTo>
                <a:lnTo>
                  <a:pt x="61" y="28"/>
                </a:lnTo>
                <a:lnTo>
                  <a:pt x="61" y="29"/>
                </a:lnTo>
                <a:lnTo>
                  <a:pt x="60" y="30"/>
                </a:lnTo>
                <a:lnTo>
                  <a:pt x="60" y="32"/>
                </a:lnTo>
                <a:lnTo>
                  <a:pt x="60" y="33"/>
                </a:lnTo>
                <a:lnTo>
                  <a:pt x="59" y="34"/>
                </a:lnTo>
                <a:lnTo>
                  <a:pt x="60" y="35"/>
                </a:lnTo>
                <a:lnTo>
                  <a:pt x="62" y="36"/>
                </a:lnTo>
                <a:lnTo>
                  <a:pt x="61" y="37"/>
                </a:lnTo>
                <a:lnTo>
                  <a:pt x="62" y="38"/>
                </a:lnTo>
                <a:lnTo>
                  <a:pt x="61" y="38"/>
                </a:lnTo>
                <a:lnTo>
                  <a:pt x="61" y="39"/>
                </a:lnTo>
                <a:lnTo>
                  <a:pt x="60" y="40"/>
                </a:lnTo>
                <a:lnTo>
                  <a:pt x="59" y="38"/>
                </a:lnTo>
                <a:lnTo>
                  <a:pt x="58" y="37"/>
                </a:lnTo>
                <a:lnTo>
                  <a:pt x="57" y="37"/>
                </a:lnTo>
                <a:lnTo>
                  <a:pt x="58" y="39"/>
                </a:lnTo>
                <a:lnTo>
                  <a:pt x="57" y="40"/>
                </a:lnTo>
                <a:lnTo>
                  <a:pt x="57" y="43"/>
                </a:lnTo>
                <a:lnTo>
                  <a:pt x="57" y="46"/>
                </a:lnTo>
                <a:lnTo>
                  <a:pt x="54" y="47"/>
                </a:lnTo>
                <a:lnTo>
                  <a:pt x="53" y="46"/>
                </a:lnTo>
                <a:lnTo>
                  <a:pt x="51" y="47"/>
                </a:lnTo>
                <a:lnTo>
                  <a:pt x="49" y="47"/>
                </a:lnTo>
                <a:lnTo>
                  <a:pt x="48" y="46"/>
                </a:lnTo>
                <a:lnTo>
                  <a:pt x="46" y="47"/>
                </a:lnTo>
                <a:lnTo>
                  <a:pt x="44" y="47"/>
                </a:lnTo>
                <a:lnTo>
                  <a:pt x="44" y="46"/>
                </a:lnTo>
                <a:lnTo>
                  <a:pt x="44" y="46"/>
                </a:lnTo>
                <a:lnTo>
                  <a:pt x="43" y="45"/>
                </a:lnTo>
                <a:lnTo>
                  <a:pt x="43" y="44"/>
                </a:lnTo>
                <a:lnTo>
                  <a:pt x="38" y="43"/>
                </a:lnTo>
                <a:lnTo>
                  <a:pt x="38" y="42"/>
                </a:lnTo>
                <a:lnTo>
                  <a:pt x="37" y="42"/>
                </a:lnTo>
                <a:lnTo>
                  <a:pt x="37" y="44"/>
                </a:lnTo>
                <a:lnTo>
                  <a:pt x="37" y="44"/>
                </a:lnTo>
                <a:lnTo>
                  <a:pt x="36" y="44"/>
                </a:lnTo>
                <a:lnTo>
                  <a:pt x="34" y="45"/>
                </a:lnTo>
                <a:lnTo>
                  <a:pt x="34" y="46"/>
                </a:lnTo>
                <a:lnTo>
                  <a:pt x="33" y="46"/>
                </a:lnTo>
                <a:lnTo>
                  <a:pt x="32" y="46"/>
                </a:lnTo>
                <a:lnTo>
                  <a:pt x="33" y="47"/>
                </a:lnTo>
                <a:lnTo>
                  <a:pt x="33" y="47"/>
                </a:lnTo>
                <a:lnTo>
                  <a:pt x="32" y="48"/>
                </a:lnTo>
                <a:lnTo>
                  <a:pt x="31" y="48"/>
                </a:lnTo>
                <a:lnTo>
                  <a:pt x="32" y="49"/>
                </a:lnTo>
                <a:lnTo>
                  <a:pt x="32" y="49"/>
                </a:lnTo>
                <a:lnTo>
                  <a:pt x="32" y="50"/>
                </a:lnTo>
                <a:lnTo>
                  <a:pt x="31" y="51"/>
                </a:lnTo>
                <a:lnTo>
                  <a:pt x="30" y="54"/>
                </a:lnTo>
                <a:lnTo>
                  <a:pt x="31" y="57"/>
                </a:lnTo>
                <a:lnTo>
                  <a:pt x="31" y="57"/>
                </a:lnTo>
                <a:lnTo>
                  <a:pt x="32" y="58"/>
                </a:lnTo>
                <a:lnTo>
                  <a:pt x="31" y="60"/>
                </a:lnTo>
                <a:lnTo>
                  <a:pt x="31" y="59"/>
                </a:lnTo>
                <a:lnTo>
                  <a:pt x="31" y="60"/>
                </a:lnTo>
                <a:lnTo>
                  <a:pt x="32" y="64"/>
                </a:lnTo>
                <a:lnTo>
                  <a:pt x="32" y="64"/>
                </a:lnTo>
                <a:lnTo>
                  <a:pt x="33" y="64"/>
                </a:lnTo>
                <a:lnTo>
                  <a:pt x="35" y="64"/>
                </a:lnTo>
                <a:lnTo>
                  <a:pt x="36" y="65"/>
                </a:lnTo>
                <a:lnTo>
                  <a:pt x="36" y="66"/>
                </a:lnTo>
                <a:lnTo>
                  <a:pt x="37" y="66"/>
                </a:lnTo>
                <a:lnTo>
                  <a:pt x="38" y="66"/>
                </a:lnTo>
                <a:lnTo>
                  <a:pt x="38" y="66"/>
                </a:lnTo>
                <a:lnTo>
                  <a:pt x="42" y="68"/>
                </a:lnTo>
                <a:lnTo>
                  <a:pt x="43" y="69"/>
                </a:lnTo>
                <a:lnTo>
                  <a:pt x="43" y="70"/>
                </a:lnTo>
                <a:lnTo>
                  <a:pt x="44" y="69"/>
                </a:lnTo>
                <a:lnTo>
                  <a:pt x="44" y="70"/>
                </a:lnTo>
                <a:lnTo>
                  <a:pt x="44" y="70"/>
                </a:lnTo>
                <a:lnTo>
                  <a:pt x="45" y="71"/>
                </a:lnTo>
                <a:lnTo>
                  <a:pt x="45" y="71"/>
                </a:lnTo>
                <a:lnTo>
                  <a:pt x="46" y="71"/>
                </a:lnTo>
                <a:lnTo>
                  <a:pt x="47" y="72"/>
                </a:lnTo>
                <a:lnTo>
                  <a:pt x="48" y="70"/>
                </a:lnTo>
                <a:lnTo>
                  <a:pt x="48" y="70"/>
                </a:lnTo>
                <a:lnTo>
                  <a:pt x="48" y="71"/>
                </a:lnTo>
                <a:lnTo>
                  <a:pt x="49" y="72"/>
                </a:lnTo>
                <a:lnTo>
                  <a:pt x="50" y="72"/>
                </a:lnTo>
                <a:lnTo>
                  <a:pt x="51" y="73"/>
                </a:lnTo>
                <a:lnTo>
                  <a:pt x="51" y="74"/>
                </a:lnTo>
                <a:lnTo>
                  <a:pt x="52" y="75"/>
                </a:lnTo>
                <a:lnTo>
                  <a:pt x="53" y="75"/>
                </a:lnTo>
                <a:lnTo>
                  <a:pt x="53" y="74"/>
                </a:lnTo>
                <a:lnTo>
                  <a:pt x="53" y="73"/>
                </a:lnTo>
                <a:lnTo>
                  <a:pt x="54" y="74"/>
                </a:lnTo>
                <a:lnTo>
                  <a:pt x="55" y="74"/>
                </a:lnTo>
                <a:lnTo>
                  <a:pt x="56" y="75"/>
                </a:lnTo>
                <a:lnTo>
                  <a:pt x="56" y="78"/>
                </a:lnTo>
                <a:lnTo>
                  <a:pt x="57" y="81"/>
                </a:lnTo>
                <a:lnTo>
                  <a:pt x="57" y="83"/>
                </a:lnTo>
                <a:lnTo>
                  <a:pt x="57" y="84"/>
                </a:lnTo>
                <a:lnTo>
                  <a:pt x="56" y="84"/>
                </a:lnTo>
                <a:lnTo>
                  <a:pt x="56" y="85"/>
                </a:lnTo>
                <a:lnTo>
                  <a:pt x="55" y="85"/>
                </a:lnTo>
                <a:lnTo>
                  <a:pt x="54" y="86"/>
                </a:lnTo>
                <a:lnTo>
                  <a:pt x="54" y="87"/>
                </a:lnTo>
                <a:lnTo>
                  <a:pt x="54" y="88"/>
                </a:lnTo>
                <a:lnTo>
                  <a:pt x="54" y="90"/>
                </a:lnTo>
                <a:lnTo>
                  <a:pt x="54" y="91"/>
                </a:lnTo>
                <a:lnTo>
                  <a:pt x="55" y="93"/>
                </a:lnTo>
                <a:lnTo>
                  <a:pt x="56" y="95"/>
                </a:lnTo>
                <a:lnTo>
                  <a:pt x="56" y="96"/>
                </a:lnTo>
                <a:lnTo>
                  <a:pt x="56" y="97"/>
                </a:lnTo>
                <a:lnTo>
                  <a:pt x="56" y="100"/>
                </a:lnTo>
                <a:lnTo>
                  <a:pt x="56" y="100"/>
                </a:lnTo>
                <a:lnTo>
                  <a:pt x="55" y="100"/>
                </a:lnTo>
                <a:lnTo>
                  <a:pt x="54" y="101"/>
                </a:lnTo>
                <a:lnTo>
                  <a:pt x="52" y="101"/>
                </a:lnTo>
                <a:lnTo>
                  <a:pt x="51" y="100"/>
                </a:lnTo>
                <a:lnTo>
                  <a:pt x="49" y="101"/>
                </a:lnTo>
                <a:lnTo>
                  <a:pt x="49" y="101"/>
                </a:lnTo>
                <a:lnTo>
                  <a:pt x="48" y="100"/>
                </a:lnTo>
                <a:lnTo>
                  <a:pt x="46" y="102"/>
                </a:lnTo>
                <a:lnTo>
                  <a:pt x="44" y="102"/>
                </a:lnTo>
                <a:lnTo>
                  <a:pt x="44" y="101"/>
                </a:lnTo>
                <a:lnTo>
                  <a:pt x="43" y="102"/>
                </a:lnTo>
                <a:lnTo>
                  <a:pt x="40" y="100"/>
                </a:lnTo>
                <a:lnTo>
                  <a:pt x="40" y="101"/>
                </a:lnTo>
                <a:lnTo>
                  <a:pt x="39" y="102"/>
                </a:lnTo>
                <a:lnTo>
                  <a:pt x="39" y="103"/>
                </a:lnTo>
                <a:lnTo>
                  <a:pt x="41" y="106"/>
                </a:lnTo>
                <a:lnTo>
                  <a:pt x="43" y="107"/>
                </a:lnTo>
                <a:lnTo>
                  <a:pt x="42" y="108"/>
                </a:lnTo>
                <a:lnTo>
                  <a:pt x="39" y="109"/>
                </a:lnTo>
                <a:lnTo>
                  <a:pt x="38" y="108"/>
                </a:lnTo>
                <a:lnTo>
                  <a:pt x="37" y="108"/>
                </a:lnTo>
                <a:lnTo>
                  <a:pt x="37" y="110"/>
                </a:lnTo>
                <a:lnTo>
                  <a:pt x="32" y="109"/>
                </a:lnTo>
                <a:lnTo>
                  <a:pt x="32" y="110"/>
                </a:lnTo>
                <a:lnTo>
                  <a:pt x="30" y="110"/>
                </a:lnTo>
                <a:lnTo>
                  <a:pt x="30" y="109"/>
                </a:lnTo>
                <a:lnTo>
                  <a:pt x="29" y="109"/>
                </a:lnTo>
                <a:lnTo>
                  <a:pt x="29" y="108"/>
                </a:lnTo>
                <a:lnTo>
                  <a:pt x="28" y="107"/>
                </a:lnTo>
                <a:lnTo>
                  <a:pt x="27" y="107"/>
                </a:lnTo>
                <a:lnTo>
                  <a:pt x="27" y="106"/>
                </a:lnTo>
                <a:lnTo>
                  <a:pt x="26" y="106"/>
                </a:lnTo>
                <a:lnTo>
                  <a:pt x="25" y="106"/>
                </a:lnTo>
                <a:lnTo>
                  <a:pt x="24" y="106"/>
                </a:lnTo>
                <a:lnTo>
                  <a:pt x="22" y="106"/>
                </a:lnTo>
                <a:lnTo>
                  <a:pt x="22" y="106"/>
                </a:lnTo>
                <a:lnTo>
                  <a:pt x="20" y="106"/>
                </a:lnTo>
                <a:lnTo>
                  <a:pt x="19" y="106"/>
                </a:lnTo>
                <a:lnTo>
                  <a:pt x="18" y="108"/>
                </a:lnTo>
                <a:lnTo>
                  <a:pt x="18" y="111"/>
                </a:lnTo>
                <a:lnTo>
                  <a:pt x="19" y="111"/>
                </a:lnTo>
                <a:lnTo>
                  <a:pt x="19" y="113"/>
                </a:lnTo>
                <a:lnTo>
                  <a:pt x="18" y="114"/>
                </a:lnTo>
                <a:lnTo>
                  <a:pt x="17" y="115"/>
                </a:lnTo>
                <a:lnTo>
                  <a:pt x="17" y="115"/>
                </a:lnTo>
                <a:lnTo>
                  <a:pt x="17" y="116"/>
                </a:lnTo>
                <a:lnTo>
                  <a:pt x="16" y="116"/>
                </a:lnTo>
                <a:lnTo>
                  <a:pt x="15" y="118"/>
                </a:lnTo>
                <a:lnTo>
                  <a:pt x="15" y="118"/>
                </a:lnTo>
                <a:lnTo>
                  <a:pt x="15" y="119"/>
                </a:lnTo>
                <a:lnTo>
                  <a:pt x="17" y="119"/>
                </a:lnTo>
                <a:lnTo>
                  <a:pt x="18" y="119"/>
                </a:lnTo>
                <a:lnTo>
                  <a:pt x="18" y="119"/>
                </a:lnTo>
                <a:lnTo>
                  <a:pt x="20" y="120"/>
                </a:lnTo>
                <a:lnTo>
                  <a:pt x="21" y="122"/>
                </a:lnTo>
                <a:lnTo>
                  <a:pt x="22" y="122"/>
                </a:lnTo>
                <a:lnTo>
                  <a:pt x="22" y="123"/>
                </a:lnTo>
                <a:lnTo>
                  <a:pt x="22" y="124"/>
                </a:lnTo>
                <a:lnTo>
                  <a:pt x="21" y="125"/>
                </a:lnTo>
                <a:lnTo>
                  <a:pt x="21" y="125"/>
                </a:lnTo>
                <a:lnTo>
                  <a:pt x="21" y="125"/>
                </a:lnTo>
                <a:lnTo>
                  <a:pt x="20" y="125"/>
                </a:lnTo>
                <a:lnTo>
                  <a:pt x="19" y="124"/>
                </a:lnTo>
                <a:lnTo>
                  <a:pt x="19" y="124"/>
                </a:lnTo>
                <a:lnTo>
                  <a:pt x="18" y="125"/>
                </a:lnTo>
                <a:lnTo>
                  <a:pt x="19" y="125"/>
                </a:lnTo>
                <a:lnTo>
                  <a:pt x="19" y="126"/>
                </a:lnTo>
                <a:lnTo>
                  <a:pt x="20" y="127"/>
                </a:lnTo>
                <a:lnTo>
                  <a:pt x="19" y="128"/>
                </a:lnTo>
                <a:lnTo>
                  <a:pt x="18" y="128"/>
                </a:lnTo>
                <a:lnTo>
                  <a:pt x="18" y="130"/>
                </a:lnTo>
                <a:lnTo>
                  <a:pt x="18" y="130"/>
                </a:lnTo>
                <a:lnTo>
                  <a:pt x="18" y="132"/>
                </a:lnTo>
                <a:lnTo>
                  <a:pt x="17" y="133"/>
                </a:lnTo>
                <a:lnTo>
                  <a:pt x="17" y="134"/>
                </a:lnTo>
                <a:lnTo>
                  <a:pt x="18" y="134"/>
                </a:lnTo>
                <a:lnTo>
                  <a:pt x="18" y="135"/>
                </a:lnTo>
                <a:lnTo>
                  <a:pt x="18" y="136"/>
                </a:lnTo>
                <a:lnTo>
                  <a:pt x="18" y="136"/>
                </a:lnTo>
                <a:lnTo>
                  <a:pt x="18" y="138"/>
                </a:lnTo>
                <a:lnTo>
                  <a:pt x="19" y="138"/>
                </a:lnTo>
                <a:lnTo>
                  <a:pt x="20" y="139"/>
                </a:lnTo>
                <a:lnTo>
                  <a:pt x="20" y="140"/>
                </a:lnTo>
                <a:lnTo>
                  <a:pt x="19" y="142"/>
                </a:lnTo>
                <a:lnTo>
                  <a:pt x="17" y="142"/>
                </a:lnTo>
                <a:lnTo>
                  <a:pt x="17" y="140"/>
                </a:lnTo>
                <a:lnTo>
                  <a:pt x="16" y="140"/>
                </a:lnTo>
                <a:lnTo>
                  <a:pt x="16" y="140"/>
                </a:lnTo>
                <a:lnTo>
                  <a:pt x="15" y="140"/>
                </a:lnTo>
                <a:lnTo>
                  <a:pt x="12" y="141"/>
                </a:lnTo>
                <a:lnTo>
                  <a:pt x="11" y="141"/>
                </a:lnTo>
                <a:lnTo>
                  <a:pt x="11" y="140"/>
                </a:lnTo>
                <a:lnTo>
                  <a:pt x="11" y="140"/>
                </a:lnTo>
                <a:lnTo>
                  <a:pt x="8" y="140"/>
                </a:lnTo>
                <a:lnTo>
                  <a:pt x="6" y="143"/>
                </a:lnTo>
                <a:lnTo>
                  <a:pt x="6" y="145"/>
                </a:lnTo>
                <a:lnTo>
                  <a:pt x="4" y="145"/>
                </a:lnTo>
                <a:lnTo>
                  <a:pt x="4" y="146"/>
                </a:lnTo>
                <a:lnTo>
                  <a:pt x="4" y="147"/>
                </a:lnTo>
                <a:lnTo>
                  <a:pt x="5" y="148"/>
                </a:lnTo>
                <a:lnTo>
                  <a:pt x="7" y="148"/>
                </a:lnTo>
                <a:lnTo>
                  <a:pt x="8" y="148"/>
                </a:lnTo>
                <a:lnTo>
                  <a:pt x="8" y="149"/>
                </a:lnTo>
                <a:lnTo>
                  <a:pt x="9" y="150"/>
                </a:lnTo>
                <a:lnTo>
                  <a:pt x="8" y="150"/>
                </a:lnTo>
                <a:lnTo>
                  <a:pt x="7" y="150"/>
                </a:lnTo>
                <a:lnTo>
                  <a:pt x="8" y="150"/>
                </a:lnTo>
                <a:lnTo>
                  <a:pt x="8" y="151"/>
                </a:lnTo>
                <a:lnTo>
                  <a:pt x="8" y="152"/>
                </a:lnTo>
                <a:lnTo>
                  <a:pt x="8" y="154"/>
                </a:lnTo>
                <a:lnTo>
                  <a:pt x="7" y="155"/>
                </a:lnTo>
                <a:lnTo>
                  <a:pt x="6" y="155"/>
                </a:lnTo>
                <a:lnTo>
                  <a:pt x="2" y="157"/>
                </a:lnTo>
                <a:lnTo>
                  <a:pt x="1" y="157"/>
                </a:lnTo>
                <a:lnTo>
                  <a:pt x="0" y="156"/>
                </a:lnTo>
                <a:lnTo>
                  <a:pt x="0" y="156"/>
                </a:lnTo>
                <a:lnTo>
                  <a:pt x="0" y="157"/>
                </a:lnTo>
                <a:lnTo>
                  <a:pt x="0" y="157"/>
                </a:lnTo>
                <a:lnTo>
                  <a:pt x="0" y="159"/>
                </a:lnTo>
                <a:lnTo>
                  <a:pt x="1" y="159"/>
                </a:lnTo>
                <a:lnTo>
                  <a:pt x="1" y="160"/>
                </a:lnTo>
                <a:lnTo>
                  <a:pt x="1" y="160"/>
                </a:lnTo>
                <a:lnTo>
                  <a:pt x="2" y="161"/>
                </a:lnTo>
                <a:lnTo>
                  <a:pt x="4" y="159"/>
                </a:lnTo>
                <a:lnTo>
                  <a:pt x="5" y="159"/>
                </a:lnTo>
                <a:lnTo>
                  <a:pt x="5" y="159"/>
                </a:lnTo>
                <a:lnTo>
                  <a:pt x="6" y="159"/>
                </a:lnTo>
                <a:lnTo>
                  <a:pt x="6" y="158"/>
                </a:lnTo>
                <a:lnTo>
                  <a:pt x="7" y="157"/>
                </a:lnTo>
                <a:lnTo>
                  <a:pt x="8" y="158"/>
                </a:lnTo>
                <a:lnTo>
                  <a:pt x="9" y="157"/>
                </a:lnTo>
                <a:lnTo>
                  <a:pt x="9" y="158"/>
                </a:lnTo>
                <a:lnTo>
                  <a:pt x="10" y="157"/>
                </a:lnTo>
                <a:lnTo>
                  <a:pt x="11" y="158"/>
                </a:lnTo>
                <a:lnTo>
                  <a:pt x="11" y="159"/>
                </a:lnTo>
                <a:lnTo>
                  <a:pt x="11" y="160"/>
                </a:lnTo>
                <a:lnTo>
                  <a:pt x="14" y="161"/>
                </a:lnTo>
                <a:lnTo>
                  <a:pt x="14" y="161"/>
                </a:lnTo>
                <a:lnTo>
                  <a:pt x="16" y="161"/>
                </a:lnTo>
                <a:lnTo>
                  <a:pt x="17" y="162"/>
                </a:lnTo>
                <a:lnTo>
                  <a:pt x="18" y="161"/>
                </a:lnTo>
                <a:lnTo>
                  <a:pt x="19" y="162"/>
                </a:lnTo>
                <a:lnTo>
                  <a:pt x="20" y="161"/>
                </a:lnTo>
                <a:lnTo>
                  <a:pt x="21" y="161"/>
                </a:lnTo>
                <a:lnTo>
                  <a:pt x="23" y="160"/>
                </a:lnTo>
                <a:lnTo>
                  <a:pt x="24" y="160"/>
                </a:lnTo>
                <a:lnTo>
                  <a:pt x="24" y="160"/>
                </a:lnTo>
                <a:lnTo>
                  <a:pt x="25" y="160"/>
                </a:lnTo>
                <a:lnTo>
                  <a:pt x="25" y="160"/>
                </a:lnTo>
                <a:lnTo>
                  <a:pt x="26" y="160"/>
                </a:lnTo>
                <a:lnTo>
                  <a:pt x="26" y="160"/>
                </a:lnTo>
                <a:lnTo>
                  <a:pt x="28" y="160"/>
                </a:lnTo>
                <a:lnTo>
                  <a:pt x="29" y="160"/>
                </a:lnTo>
                <a:lnTo>
                  <a:pt x="29" y="161"/>
                </a:lnTo>
                <a:lnTo>
                  <a:pt x="30" y="161"/>
                </a:lnTo>
                <a:lnTo>
                  <a:pt x="30" y="163"/>
                </a:lnTo>
                <a:lnTo>
                  <a:pt x="30" y="164"/>
                </a:lnTo>
                <a:lnTo>
                  <a:pt x="30" y="165"/>
                </a:lnTo>
                <a:lnTo>
                  <a:pt x="32" y="166"/>
                </a:lnTo>
                <a:lnTo>
                  <a:pt x="32" y="166"/>
                </a:lnTo>
                <a:lnTo>
                  <a:pt x="33" y="167"/>
                </a:lnTo>
                <a:lnTo>
                  <a:pt x="34" y="165"/>
                </a:lnTo>
                <a:lnTo>
                  <a:pt x="35" y="165"/>
                </a:lnTo>
                <a:lnTo>
                  <a:pt x="35" y="164"/>
                </a:lnTo>
                <a:lnTo>
                  <a:pt x="36" y="164"/>
                </a:lnTo>
                <a:lnTo>
                  <a:pt x="37" y="167"/>
                </a:lnTo>
                <a:lnTo>
                  <a:pt x="37" y="166"/>
                </a:lnTo>
                <a:lnTo>
                  <a:pt x="38" y="167"/>
                </a:lnTo>
                <a:lnTo>
                  <a:pt x="39" y="167"/>
                </a:lnTo>
                <a:lnTo>
                  <a:pt x="41" y="167"/>
                </a:lnTo>
                <a:lnTo>
                  <a:pt x="41" y="168"/>
                </a:lnTo>
                <a:lnTo>
                  <a:pt x="42" y="168"/>
                </a:lnTo>
                <a:lnTo>
                  <a:pt x="45" y="171"/>
                </a:lnTo>
                <a:lnTo>
                  <a:pt x="45" y="171"/>
                </a:lnTo>
                <a:lnTo>
                  <a:pt x="47" y="172"/>
                </a:lnTo>
                <a:lnTo>
                  <a:pt x="48" y="172"/>
                </a:lnTo>
                <a:lnTo>
                  <a:pt x="47" y="171"/>
                </a:lnTo>
                <a:lnTo>
                  <a:pt x="49" y="170"/>
                </a:lnTo>
                <a:lnTo>
                  <a:pt x="50" y="171"/>
                </a:lnTo>
                <a:lnTo>
                  <a:pt x="50" y="170"/>
                </a:lnTo>
                <a:lnTo>
                  <a:pt x="50" y="171"/>
                </a:lnTo>
                <a:lnTo>
                  <a:pt x="52" y="169"/>
                </a:lnTo>
                <a:lnTo>
                  <a:pt x="53" y="170"/>
                </a:lnTo>
                <a:lnTo>
                  <a:pt x="56" y="169"/>
                </a:lnTo>
                <a:lnTo>
                  <a:pt x="57" y="170"/>
                </a:lnTo>
                <a:lnTo>
                  <a:pt x="57" y="171"/>
                </a:lnTo>
                <a:lnTo>
                  <a:pt x="58" y="171"/>
                </a:lnTo>
                <a:lnTo>
                  <a:pt x="60" y="173"/>
                </a:lnTo>
                <a:lnTo>
                  <a:pt x="61" y="173"/>
                </a:lnTo>
                <a:lnTo>
                  <a:pt x="62" y="174"/>
                </a:lnTo>
                <a:lnTo>
                  <a:pt x="63" y="174"/>
                </a:lnTo>
                <a:lnTo>
                  <a:pt x="64" y="176"/>
                </a:lnTo>
                <a:lnTo>
                  <a:pt x="66" y="176"/>
                </a:lnTo>
                <a:lnTo>
                  <a:pt x="68" y="177"/>
                </a:lnTo>
                <a:lnTo>
                  <a:pt x="70" y="178"/>
                </a:lnTo>
                <a:lnTo>
                  <a:pt x="70" y="179"/>
                </a:lnTo>
                <a:lnTo>
                  <a:pt x="72" y="179"/>
                </a:lnTo>
                <a:lnTo>
                  <a:pt x="72" y="180"/>
                </a:lnTo>
                <a:lnTo>
                  <a:pt x="71" y="180"/>
                </a:lnTo>
                <a:lnTo>
                  <a:pt x="72" y="181"/>
                </a:lnTo>
                <a:lnTo>
                  <a:pt x="72" y="181"/>
                </a:lnTo>
                <a:lnTo>
                  <a:pt x="74" y="181"/>
                </a:lnTo>
                <a:lnTo>
                  <a:pt x="78" y="181"/>
                </a:lnTo>
                <a:lnTo>
                  <a:pt x="78" y="179"/>
                </a:lnTo>
                <a:lnTo>
                  <a:pt x="78" y="179"/>
                </a:lnTo>
                <a:lnTo>
                  <a:pt x="77" y="177"/>
                </a:lnTo>
                <a:lnTo>
                  <a:pt x="78" y="175"/>
                </a:lnTo>
                <a:lnTo>
                  <a:pt x="77" y="174"/>
                </a:lnTo>
                <a:lnTo>
                  <a:pt x="78" y="172"/>
                </a:lnTo>
                <a:lnTo>
                  <a:pt x="77" y="171"/>
                </a:lnTo>
                <a:lnTo>
                  <a:pt x="77" y="170"/>
                </a:lnTo>
                <a:lnTo>
                  <a:pt x="77" y="170"/>
                </a:lnTo>
                <a:lnTo>
                  <a:pt x="76" y="170"/>
                </a:lnTo>
                <a:lnTo>
                  <a:pt x="75" y="168"/>
                </a:lnTo>
                <a:lnTo>
                  <a:pt x="76" y="167"/>
                </a:lnTo>
                <a:lnTo>
                  <a:pt x="75" y="166"/>
                </a:lnTo>
                <a:lnTo>
                  <a:pt x="76" y="165"/>
                </a:lnTo>
                <a:lnTo>
                  <a:pt x="76" y="165"/>
                </a:lnTo>
                <a:lnTo>
                  <a:pt x="77" y="163"/>
                </a:lnTo>
                <a:lnTo>
                  <a:pt x="78" y="162"/>
                </a:lnTo>
                <a:lnTo>
                  <a:pt x="77" y="162"/>
                </a:lnTo>
                <a:lnTo>
                  <a:pt x="77" y="161"/>
                </a:lnTo>
                <a:lnTo>
                  <a:pt x="79" y="161"/>
                </a:lnTo>
                <a:lnTo>
                  <a:pt x="81" y="161"/>
                </a:lnTo>
                <a:lnTo>
                  <a:pt x="83" y="161"/>
                </a:lnTo>
                <a:lnTo>
                  <a:pt x="85" y="162"/>
                </a:lnTo>
                <a:lnTo>
                  <a:pt x="86" y="161"/>
                </a:lnTo>
                <a:lnTo>
                  <a:pt x="86" y="160"/>
                </a:lnTo>
                <a:lnTo>
                  <a:pt x="87" y="161"/>
                </a:lnTo>
                <a:lnTo>
                  <a:pt x="88" y="160"/>
                </a:lnTo>
                <a:lnTo>
                  <a:pt x="87" y="159"/>
                </a:lnTo>
                <a:lnTo>
                  <a:pt x="87" y="157"/>
                </a:lnTo>
                <a:lnTo>
                  <a:pt x="87" y="156"/>
                </a:lnTo>
                <a:lnTo>
                  <a:pt x="87" y="156"/>
                </a:lnTo>
                <a:lnTo>
                  <a:pt x="86" y="155"/>
                </a:lnTo>
                <a:lnTo>
                  <a:pt x="82" y="154"/>
                </a:lnTo>
                <a:lnTo>
                  <a:pt x="81" y="154"/>
                </a:lnTo>
                <a:lnTo>
                  <a:pt x="81" y="154"/>
                </a:lnTo>
                <a:lnTo>
                  <a:pt x="80" y="154"/>
                </a:lnTo>
                <a:lnTo>
                  <a:pt x="80" y="154"/>
                </a:lnTo>
                <a:lnTo>
                  <a:pt x="80" y="150"/>
                </a:lnTo>
                <a:lnTo>
                  <a:pt x="78" y="149"/>
                </a:lnTo>
                <a:lnTo>
                  <a:pt x="76" y="149"/>
                </a:lnTo>
                <a:lnTo>
                  <a:pt x="73" y="149"/>
                </a:lnTo>
                <a:lnTo>
                  <a:pt x="75" y="146"/>
                </a:lnTo>
                <a:lnTo>
                  <a:pt x="76" y="146"/>
                </a:lnTo>
                <a:lnTo>
                  <a:pt x="77" y="146"/>
                </a:lnTo>
                <a:lnTo>
                  <a:pt x="79" y="146"/>
                </a:lnTo>
                <a:lnTo>
                  <a:pt x="81" y="146"/>
                </a:lnTo>
                <a:lnTo>
                  <a:pt x="84" y="147"/>
                </a:lnTo>
                <a:lnTo>
                  <a:pt x="87" y="147"/>
                </a:lnTo>
                <a:lnTo>
                  <a:pt x="88" y="148"/>
                </a:lnTo>
                <a:lnTo>
                  <a:pt x="90" y="147"/>
                </a:lnTo>
                <a:lnTo>
                  <a:pt x="91" y="147"/>
                </a:lnTo>
                <a:lnTo>
                  <a:pt x="93" y="147"/>
                </a:lnTo>
                <a:lnTo>
                  <a:pt x="94" y="145"/>
                </a:lnTo>
                <a:lnTo>
                  <a:pt x="94" y="145"/>
                </a:lnTo>
                <a:lnTo>
                  <a:pt x="95" y="147"/>
                </a:lnTo>
                <a:lnTo>
                  <a:pt x="95" y="148"/>
                </a:lnTo>
                <a:lnTo>
                  <a:pt x="96" y="147"/>
                </a:lnTo>
                <a:lnTo>
                  <a:pt x="97" y="149"/>
                </a:lnTo>
                <a:lnTo>
                  <a:pt x="98" y="147"/>
                </a:lnTo>
                <a:lnTo>
                  <a:pt x="99" y="147"/>
                </a:lnTo>
                <a:lnTo>
                  <a:pt x="99" y="146"/>
                </a:lnTo>
                <a:lnTo>
                  <a:pt x="101" y="146"/>
                </a:lnTo>
                <a:lnTo>
                  <a:pt x="102" y="145"/>
                </a:lnTo>
                <a:lnTo>
                  <a:pt x="102" y="145"/>
                </a:lnTo>
                <a:lnTo>
                  <a:pt x="103" y="143"/>
                </a:lnTo>
                <a:lnTo>
                  <a:pt x="103" y="142"/>
                </a:lnTo>
                <a:lnTo>
                  <a:pt x="102" y="141"/>
                </a:lnTo>
                <a:lnTo>
                  <a:pt x="102" y="140"/>
                </a:lnTo>
                <a:lnTo>
                  <a:pt x="102" y="137"/>
                </a:lnTo>
                <a:lnTo>
                  <a:pt x="101" y="137"/>
                </a:lnTo>
                <a:lnTo>
                  <a:pt x="100" y="136"/>
                </a:lnTo>
                <a:lnTo>
                  <a:pt x="98" y="135"/>
                </a:lnTo>
                <a:lnTo>
                  <a:pt x="99" y="134"/>
                </a:lnTo>
                <a:lnTo>
                  <a:pt x="97" y="133"/>
                </a:lnTo>
                <a:lnTo>
                  <a:pt x="97" y="133"/>
                </a:lnTo>
                <a:lnTo>
                  <a:pt x="96" y="132"/>
                </a:lnTo>
                <a:lnTo>
                  <a:pt x="95" y="131"/>
                </a:lnTo>
                <a:lnTo>
                  <a:pt x="94" y="131"/>
                </a:lnTo>
                <a:lnTo>
                  <a:pt x="94" y="131"/>
                </a:lnTo>
                <a:lnTo>
                  <a:pt x="95" y="129"/>
                </a:lnTo>
                <a:lnTo>
                  <a:pt x="95" y="129"/>
                </a:lnTo>
                <a:lnTo>
                  <a:pt x="94" y="127"/>
                </a:lnTo>
                <a:lnTo>
                  <a:pt x="94" y="128"/>
                </a:lnTo>
                <a:lnTo>
                  <a:pt x="94" y="126"/>
                </a:lnTo>
                <a:lnTo>
                  <a:pt x="94" y="124"/>
                </a:lnTo>
                <a:lnTo>
                  <a:pt x="93" y="124"/>
                </a:lnTo>
                <a:lnTo>
                  <a:pt x="93" y="123"/>
                </a:lnTo>
                <a:lnTo>
                  <a:pt x="91" y="123"/>
                </a:lnTo>
                <a:lnTo>
                  <a:pt x="90" y="122"/>
                </a:lnTo>
                <a:lnTo>
                  <a:pt x="92" y="121"/>
                </a:lnTo>
                <a:lnTo>
                  <a:pt x="91" y="119"/>
                </a:lnTo>
                <a:lnTo>
                  <a:pt x="90" y="118"/>
                </a:lnTo>
                <a:lnTo>
                  <a:pt x="89" y="117"/>
                </a:lnTo>
                <a:lnTo>
                  <a:pt x="89" y="116"/>
                </a:lnTo>
                <a:lnTo>
                  <a:pt x="90" y="116"/>
                </a:lnTo>
                <a:lnTo>
                  <a:pt x="89" y="115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529428" y="2980434"/>
            <a:ext cx="1827705" cy="1526294"/>
          </a:xfrm>
          <a:custGeom>
            <a:avLst/>
            <a:gdLst/>
            <a:ahLst/>
            <a:cxnLst/>
            <a:rect l="l" t="t" r="r" b="b"/>
            <a:pathLst>
              <a:path w="285" h="238">
                <a:moveTo>
                  <a:pt x="246" y="166"/>
                </a:moveTo>
                <a:lnTo>
                  <a:pt x="244" y="167"/>
                </a:lnTo>
                <a:lnTo>
                  <a:pt x="245" y="170"/>
                </a:lnTo>
                <a:lnTo>
                  <a:pt x="245" y="170"/>
                </a:lnTo>
                <a:lnTo>
                  <a:pt x="245" y="171"/>
                </a:lnTo>
                <a:lnTo>
                  <a:pt x="245" y="172"/>
                </a:lnTo>
                <a:lnTo>
                  <a:pt x="245" y="172"/>
                </a:lnTo>
                <a:lnTo>
                  <a:pt x="246" y="175"/>
                </a:lnTo>
                <a:lnTo>
                  <a:pt x="245" y="176"/>
                </a:lnTo>
                <a:lnTo>
                  <a:pt x="244" y="177"/>
                </a:lnTo>
                <a:lnTo>
                  <a:pt x="243" y="177"/>
                </a:lnTo>
                <a:lnTo>
                  <a:pt x="243" y="178"/>
                </a:lnTo>
                <a:lnTo>
                  <a:pt x="241" y="175"/>
                </a:lnTo>
                <a:lnTo>
                  <a:pt x="241" y="174"/>
                </a:lnTo>
                <a:lnTo>
                  <a:pt x="240" y="174"/>
                </a:lnTo>
                <a:lnTo>
                  <a:pt x="240" y="173"/>
                </a:lnTo>
                <a:lnTo>
                  <a:pt x="239" y="175"/>
                </a:lnTo>
                <a:lnTo>
                  <a:pt x="238" y="174"/>
                </a:lnTo>
                <a:lnTo>
                  <a:pt x="238" y="173"/>
                </a:lnTo>
                <a:lnTo>
                  <a:pt x="237" y="172"/>
                </a:lnTo>
                <a:lnTo>
                  <a:pt x="237" y="173"/>
                </a:lnTo>
                <a:lnTo>
                  <a:pt x="235" y="174"/>
                </a:lnTo>
                <a:lnTo>
                  <a:pt x="235" y="173"/>
                </a:lnTo>
                <a:lnTo>
                  <a:pt x="237" y="172"/>
                </a:lnTo>
                <a:lnTo>
                  <a:pt x="235" y="171"/>
                </a:lnTo>
                <a:lnTo>
                  <a:pt x="234" y="171"/>
                </a:lnTo>
                <a:lnTo>
                  <a:pt x="234" y="172"/>
                </a:lnTo>
                <a:lnTo>
                  <a:pt x="233" y="170"/>
                </a:lnTo>
                <a:lnTo>
                  <a:pt x="233" y="170"/>
                </a:lnTo>
                <a:lnTo>
                  <a:pt x="232" y="169"/>
                </a:lnTo>
                <a:lnTo>
                  <a:pt x="232" y="169"/>
                </a:lnTo>
                <a:lnTo>
                  <a:pt x="231" y="168"/>
                </a:lnTo>
                <a:lnTo>
                  <a:pt x="231" y="168"/>
                </a:lnTo>
                <a:lnTo>
                  <a:pt x="231" y="167"/>
                </a:lnTo>
                <a:lnTo>
                  <a:pt x="232" y="167"/>
                </a:lnTo>
                <a:lnTo>
                  <a:pt x="232" y="167"/>
                </a:lnTo>
                <a:lnTo>
                  <a:pt x="232" y="167"/>
                </a:lnTo>
                <a:lnTo>
                  <a:pt x="230" y="166"/>
                </a:lnTo>
                <a:lnTo>
                  <a:pt x="229" y="167"/>
                </a:lnTo>
                <a:lnTo>
                  <a:pt x="227" y="167"/>
                </a:lnTo>
                <a:lnTo>
                  <a:pt x="226" y="165"/>
                </a:lnTo>
                <a:lnTo>
                  <a:pt x="226" y="165"/>
                </a:lnTo>
                <a:lnTo>
                  <a:pt x="226" y="164"/>
                </a:lnTo>
                <a:lnTo>
                  <a:pt x="225" y="165"/>
                </a:lnTo>
                <a:lnTo>
                  <a:pt x="225" y="164"/>
                </a:lnTo>
                <a:lnTo>
                  <a:pt x="226" y="164"/>
                </a:lnTo>
                <a:lnTo>
                  <a:pt x="225" y="163"/>
                </a:lnTo>
                <a:lnTo>
                  <a:pt x="224" y="162"/>
                </a:lnTo>
                <a:lnTo>
                  <a:pt x="225" y="160"/>
                </a:lnTo>
                <a:lnTo>
                  <a:pt x="226" y="158"/>
                </a:lnTo>
                <a:lnTo>
                  <a:pt x="227" y="158"/>
                </a:lnTo>
                <a:lnTo>
                  <a:pt x="228" y="157"/>
                </a:lnTo>
                <a:lnTo>
                  <a:pt x="227" y="155"/>
                </a:lnTo>
                <a:lnTo>
                  <a:pt x="227" y="154"/>
                </a:lnTo>
                <a:lnTo>
                  <a:pt x="226" y="152"/>
                </a:lnTo>
                <a:lnTo>
                  <a:pt x="226" y="151"/>
                </a:lnTo>
                <a:lnTo>
                  <a:pt x="225" y="150"/>
                </a:lnTo>
                <a:lnTo>
                  <a:pt x="225" y="149"/>
                </a:lnTo>
                <a:lnTo>
                  <a:pt x="224" y="148"/>
                </a:lnTo>
                <a:lnTo>
                  <a:pt x="223" y="148"/>
                </a:lnTo>
                <a:lnTo>
                  <a:pt x="223" y="148"/>
                </a:lnTo>
                <a:lnTo>
                  <a:pt x="223" y="148"/>
                </a:lnTo>
                <a:lnTo>
                  <a:pt x="223" y="147"/>
                </a:lnTo>
                <a:lnTo>
                  <a:pt x="222" y="146"/>
                </a:lnTo>
                <a:lnTo>
                  <a:pt x="222" y="145"/>
                </a:lnTo>
                <a:lnTo>
                  <a:pt x="222" y="144"/>
                </a:lnTo>
                <a:lnTo>
                  <a:pt x="222" y="144"/>
                </a:lnTo>
                <a:lnTo>
                  <a:pt x="223" y="143"/>
                </a:lnTo>
                <a:lnTo>
                  <a:pt x="224" y="143"/>
                </a:lnTo>
                <a:lnTo>
                  <a:pt x="224" y="143"/>
                </a:lnTo>
                <a:lnTo>
                  <a:pt x="224" y="142"/>
                </a:lnTo>
                <a:lnTo>
                  <a:pt x="223" y="140"/>
                </a:lnTo>
                <a:lnTo>
                  <a:pt x="222" y="140"/>
                </a:lnTo>
                <a:lnTo>
                  <a:pt x="222" y="139"/>
                </a:lnTo>
                <a:lnTo>
                  <a:pt x="221" y="138"/>
                </a:lnTo>
                <a:lnTo>
                  <a:pt x="219" y="137"/>
                </a:lnTo>
                <a:lnTo>
                  <a:pt x="219" y="137"/>
                </a:lnTo>
                <a:lnTo>
                  <a:pt x="218" y="137"/>
                </a:lnTo>
                <a:lnTo>
                  <a:pt x="218" y="137"/>
                </a:lnTo>
                <a:lnTo>
                  <a:pt x="218" y="136"/>
                </a:lnTo>
                <a:lnTo>
                  <a:pt x="217" y="135"/>
                </a:lnTo>
                <a:lnTo>
                  <a:pt x="216" y="133"/>
                </a:lnTo>
                <a:lnTo>
                  <a:pt x="214" y="132"/>
                </a:lnTo>
                <a:lnTo>
                  <a:pt x="213" y="133"/>
                </a:lnTo>
                <a:lnTo>
                  <a:pt x="212" y="133"/>
                </a:lnTo>
                <a:lnTo>
                  <a:pt x="211" y="132"/>
                </a:lnTo>
                <a:lnTo>
                  <a:pt x="212" y="131"/>
                </a:lnTo>
                <a:lnTo>
                  <a:pt x="212" y="131"/>
                </a:lnTo>
                <a:lnTo>
                  <a:pt x="213" y="130"/>
                </a:lnTo>
                <a:lnTo>
                  <a:pt x="212" y="129"/>
                </a:lnTo>
                <a:lnTo>
                  <a:pt x="213" y="128"/>
                </a:lnTo>
                <a:lnTo>
                  <a:pt x="210" y="128"/>
                </a:lnTo>
                <a:lnTo>
                  <a:pt x="209" y="128"/>
                </a:lnTo>
                <a:lnTo>
                  <a:pt x="208" y="127"/>
                </a:lnTo>
                <a:lnTo>
                  <a:pt x="207" y="128"/>
                </a:lnTo>
                <a:lnTo>
                  <a:pt x="206" y="128"/>
                </a:lnTo>
                <a:lnTo>
                  <a:pt x="206" y="128"/>
                </a:lnTo>
                <a:lnTo>
                  <a:pt x="204" y="128"/>
                </a:lnTo>
                <a:lnTo>
                  <a:pt x="199" y="124"/>
                </a:lnTo>
                <a:lnTo>
                  <a:pt x="195" y="120"/>
                </a:lnTo>
                <a:lnTo>
                  <a:pt x="190" y="118"/>
                </a:lnTo>
                <a:lnTo>
                  <a:pt x="190" y="114"/>
                </a:lnTo>
                <a:lnTo>
                  <a:pt x="190" y="112"/>
                </a:lnTo>
                <a:lnTo>
                  <a:pt x="193" y="111"/>
                </a:lnTo>
                <a:lnTo>
                  <a:pt x="192" y="108"/>
                </a:lnTo>
                <a:lnTo>
                  <a:pt x="191" y="105"/>
                </a:lnTo>
                <a:lnTo>
                  <a:pt x="199" y="100"/>
                </a:lnTo>
                <a:lnTo>
                  <a:pt x="202" y="94"/>
                </a:lnTo>
                <a:lnTo>
                  <a:pt x="204" y="93"/>
                </a:lnTo>
                <a:lnTo>
                  <a:pt x="204" y="92"/>
                </a:lnTo>
                <a:lnTo>
                  <a:pt x="205" y="90"/>
                </a:lnTo>
                <a:lnTo>
                  <a:pt x="204" y="88"/>
                </a:lnTo>
                <a:lnTo>
                  <a:pt x="202" y="85"/>
                </a:lnTo>
                <a:lnTo>
                  <a:pt x="203" y="82"/>
                </a:lnTo>
                <a:lnTo>
                  <a:pt x="200" y="81"/>
                </a:lnTo>
                <a:lnTo>
                  <a:pt x="199" y="81"/>
                </a:lnTo>
                <a:lnTo>
                  <a:pt x="190" y="84"/>
                </a:lnTo>
                <a:lnTo>
                  <a:pt x="184" y="89"/>
                </a:lnTo>
                <a:lnTo>
                  <a:pt x="177" y="88"/>
                </a:lnTo>
                <a:lnTo>
                  <a:pt x="174" y="86"/>
                </a:lnTo>
                <a:lnTo>
                  <a:pt x="173" y="86"/>
                </a:lnTo>
                <a:lnTo>
                  <a:pt x="171" y="87"/>
                </a:lnTo>
                <a:lnTo>
                  <a:pt x="165" y="89"/>
                </a:lnTo>
                <a:lnTo>
                  <a:pt x="164" y="89"/>
                </a:lnTo>
                <a:lnTo>
                  <a:pt x="168" y="94"/>
                </a:lnTo>
                <a:lnTo>
                  <a:pt x="165" y="95"/>
                </a:lnTo>
                <a:lnTo>
                  <a:pt x="162" y="99"/>
                </a:lnTo>
                <a:lnTo>
                  <a:pt x="161" y="98"/>
                </a:lnTo>
                <a:lnTo>
                  <a:pt x="159" y="99"/>
                </a:lnTo>
                <a:lnTo>
                  <a:pt x="159" y="97"/>
                </a:lnTo>
                <a:lnTo>
                  <a:pt x="155" y="96"/>
                </a:lnTo>
                <a:lnTo>
                  <a:pt x="154" y="95"/>
                </a:lnTo>
                <a:lnTo>
                  <a:pt x="155" y="95"/>
                </a:lnTo>
                <a:lnTo>
                  <a:pt x="155" y="94"/>
                </a:lnTo>
                <a:lnTo>
                  <a:pt x="153" y="94"/>
                </a:lnTo>
                <a:lnTo>
                  <a:pt x="153" y="93"/>
                </a:lnTo>
                <a:lnTo>
                  <a:pt x="153" y="92"/>
                </a:lnTo>
                <a:lnTo>
                  <a:pt x="153" y="90"/>
                </a:lnTo>
                <a:lnTo>
                  <a:pt x="151" y="91"/>
                </a:lnTo>
                <a:lnTo>
                  <a:pt x="149" y="92"/>
                </a:lnTo>
                <a:lnTo>
                  <a:pt x="148" y="90"/>
                </a:lnTo>
                <a:lnTo>
                  <a:pt x="147" y="90"/>
                </a:lnTo>
                <a:lnTo>
                  <a:pt x="147" y="90"/>
                </a:lnTo>
                <a:lnTo>
                  <a:pt x="146" y="90"/>
                </a:lnTo>
                <a:lnTo>
                  <a:pt x="146" y="89"/>
                </a:lnTo>
                <a:lnTo>
                  <a:pt x="147" y="88"/>
                </a:lnTo>
                <a:lnTo>
                  <a:pt x="147" y="86"/>
                </a:lnTo>
                <a:lnTo>
                  <a:pt x="147" y="81"/>
                </a:lnTo>
                <a:lnTo>
                  <a:pt x="143" y="81"/>
                </a:lnTo>
                <a:lnTo>
                  <a:pt x="141" y="81"/>
                </a:lnTo>
                <a:lnTo>
                  <a:pt x="141" y="79"/>
                </a:lnTo>
                <a:lnTo>
                  <a:pt x="138" y="78"/>
                </a:lnTo>
                <a:lnTo>
                  <a:pt x="138" y="77"/>
                </a:lnTo>
                <a:lnTo>
                  <a:pt x="138" y="76"/>
                </a:lnTo>
                <a:lnTo>
                  <a:pt x="137" y="74"/>
                </a:lnTo>
                <a:lnTo>
                  <a:pt x="135" y="74"/>
                </a:lnTo>
                <a:lnTo>
                  <a:pt x="133" y="73"/>
                </a:lnTo>
                <a:lnTo>
                  <a:pt x="131" y="72"/>
                </a:lnTo>
                <a:lnTo>
                  <a:pt x="130" y="70"/>
                </a:lnTo>
                <a:lnTo>
                  <a:pt x="127" y="69"/>
                </a:lnTo>
                <a:lnTo>
                  <a:pt x="123" y="69"/>
                </a:lnTo>
                <a:lnTo>
                  <a:pt x="125" y="69"/>
                </a:lnTo>
                <a:lnTo>
                  <a:pt x="128" y="67"/>
                </a:lnTo>
                <a:lnTo>
                  <a:pt x="129" y="67"/>
                </a:lnTo>
                <a:lnTo>
                  <a:pt x="130" y="67"/>
                </a:lnTo>
                <a:lnTo>
                  <a:pt x="132" y="65"/>
                </a:lnTo>
                <a:lnTo>
                  <a:pt x="132" y="63"/>
                </a:lnTo>
                <a:lnTo>
                  <a:pt x="133" y="62"/>
                </a:lnTo>
                <a:lnTo>
                  <a:pt x="136" y="61"/>
                </a:lnTo>
                <a:lnTo>
                  <a:pt x="136" y="55"/>
                </a:lnTo>
                <a:lnTo>
                  <a:pt x="138" y="53"/>
                </a:lnTo>
                <a:lnTo>
                  <a:pt x="138" y="51"/>
                </a:lnTo>
                <a:lnTo>
                  <a:pt x="136" y="47"/>
                </a:lnTo>
                <a:lnTo>
                  <a:pt x="135" y="46"/>
                </a:lnTo>
                <a:lnTo>
                  <a:pt x="129" y="45"/>
                </a:lnTo>
                <a:lnTo>
                  <a:pt x="127" y="47"/>
                </a:lnTo>
                <a:lnTo>
                  <a:pt x="120" y="47"/>
                </a:lnTo>
                <a:lnTo>
                  <a:pt x="120" y="49"/>
                </a:lnTo>
                <a:lnTo>
                  <a:pt x="119" y="51"/>
                </a:lnTo>
                <a:lnTo>
                  <a:pt x="118" y="50"/>
                </a:lnTo>
                <a:lnTo>
                  <a:pt x="117" y="48"/>
                </a:lnTo>
                <a:lnTo>
                  <a:pt x="113" y="50"/>
                </a:lnTo>
                <a:lnTo>
                  <a:pt x="113" y="52"/>
                </a:lnTo>
                <a:lnTo>
                  <a:pt x="112" y="50"/>
                </a:lnTo>
                <a:lnTo>
                  <a:pt x="111" y="48"/>
                </a:lnTo>
                <a:lnTo>
                  <a:pt x="110" y="49"/>
                </a:lnTo>
                <a:lnTo>
                  <a:pt x="111" y="50"/>
                </a:lnTo>
                <a:lnTo>
                  <a:pt x="106" y="52"/>
                </a:lnTo>
                <a:lnTo>
                  <a:pt x="106" y="44"/>
                </a:lnTo>
                <a:lnTo>
                  <a:pt x="105" y="44"/>
                </a:lnTo>
                <a:lnTo>
                  <a:pt x="100" y="40"/>
                </a:lnTo>
                <a:lnTo>
                  <a:pt x="95" y="32"/>
                </a:lnTo>
                <a:lnTo>
                  <a:pt x="95" y="31"/>
                </a:lnTo>
                <a:lnTo>
                  <a:pt x="99" y="27"/>
                </a:lnTo>
                <a:lnTo>
                  <a:pt x="90" y="0"/>
                </a:lnTo>
                <a:lnTo>
                  <a:pt x="86" y="1"/>
                </a:lnTo>
                <a:lnTo>
                  <a:pt x="77" y="1"/>
                </a:lnTo>
                <a:lnTo>
                  <a:pt x="72" y="3"/>
                </a:lnTo>
                <a:lnTo>
                  <a:pt x="70" y="5"/>
                </a:lnTo>
                <a:lnTo>
                  <a:pt x="70" y="6"/>
                </a:lnTo>
                <a:lnTo>
                  <a:pt x="69" y="7"/>
                </a:lnTo>
                <a:lnTo>
                  <a:pt x="71" y="8"/>
                </a:lnTo>
                <a:lnTo>
                  <a:pt x="70" y="9"/>
                </a:lnTo>
                <a:lnTo>
                  <a:pt x="72" y="12"/>
                </a:lnTo>
                <a:lnTo>
                  <a:pt x="70" y="14"/>
                </a:lnTo>
                <a:lnTo>
                  <a:pt x="71" y="16"/>
                </a:lnTo>
                <a:lnTo>
                  <a:pt x="71" y="17"/>
                </a:lnTo>
                <a:lnTo>
                  <a:pt x="70" y="18"/>
                </a:lnTo>
                <a:lnTo>
                  <a:pt x="66" y="20"/>
                </a:lnTo>
                <a:lnTo>
                  <a:pt x="63" y="20"/>
                </a:lnTo>
                <a:lnTo>
                  <a:pt x="61" y="21"/>
                </a:lnTo>
                <a:lnTo>
                  <a:pt x="57" y="24"/>
                </a:lnTo>
                <a:lnTo>
                  <a:pt x="56" y="25"/>
                </a:lnTo>
                <a:lnTo>
                  <a:pt x="56" y="24"/>
                </a:lnTo>
                <a:lnTo>
                  <a:pt x="55" y="22"/>
                </a:lnTo>
                <a:lnTo>
                  <a:pt x="55" y="22"/>
                </a:lnTo>
                <a:lnTo>
                  <a:pt x="54" y="21"/>
                </a:lnTo>
                <a:lnTo>
                  <a:pt x="49" y="22"/>
                </a:lnTo>
                <a:lnTo>
                  <a:pt x="47" y="25"/>
                </a:lnTo>
                <a:lnTo>
                  <a:pt x="43" y="26"/>
                </a:lnTo>
                <a:lnTo>
                  <a:pt x="37" y="30"/>
                </a:lnTo>
                <a:lnTo>
                  <a:pt x="34" y="33"/>
                </a:lnTo>
                <a:lnTo>
                  <a:pt x="30" y="38"/>
                </a:lnTo>
                <a:lnTo>
                  <a:pt x="30" y="40"/>
                </a:lnTo>
                <a:lnTo>
                  <a:pt x="28" y="43"/>
                </a:lnTo>
                <a:lnTo>
                  <a:pt x="14" y="44"/>
                </a:lnTo>
                <a:lnTo>
                  <a:pt x="13" y="49"/>
                </a:lnTo>
                <a:lnTo>
                  <a:pt x="11" y="53"/>
                </a:lnTo>
                <a:lnTo>
                  <a:pt x="9" y="59"/>
                </a:lnTo>
                <a:lnTo>
                  <a:pt x="6" y="67"/>
                </a:lnTo>
                <a:lnTo>
                  <a:pt x="4" y="70"/>
                </a:lnTo>
                <a:lnTo>
                  <a:pt x="0" y="73"/>
                </a:lnTo>
                <a:lnTo>
                  <a:pt x="0" y="77"/>
                </a:lnTo>
                <a:lnTo>
                  <a:pt x="1" y="77"/>
                </a:lnTo>
                <a:lnTo>
                  <a:pt x="2" y="77"/>
                </a:lnTo>
                <a:lnTo>
                  <a:pt x="3" y="76"/>
                </a:lnTo>
                <a:lnTo>
                  <a:pt x="9" y="76"/>
                </a:lnTo>
                <a:lnTo>
                  <a:pt x="10" y="75"/>
                </a:lnTo>
                <a:lnTo>
                  <a:pt x="11" y="76"/>
                </a:lnTo>
                <a:lnTo>
                  <a:pt x="12" y="76"/>
                </a:lnTo>
                <a:lnTo>
                  <a:pt x="13" y="75"/>
                </a:lnTo>
                <a:lnTo>
                  <a:pt x="14" y="76"/>
                </a:lnTo>
                <a:lnTo>
                  <a:pt x="14" y="77"/>
                </a:lnTo>
                <a:lnTo>
                  <a:pt x="15" y="79"/>
                </a:lnTo>
                <a:lnTo>
                  <a:pt x="14" y="81"/>
                </a:lnTo>
                <a:lnTo>
                  <a:pt x="15" y="82"/>
                </a:lnTo>
                <a:lnTo>
                  <a:pt x="23" y="82"/>
                </a:lnTo>
                <a:lnTo>
                  <a:pt x="25" y="84"/>
                </a:lnTo>
                <a:lnTo>
                  <a:pt x="26" y="84"/>
                </a:lnTo>
                <a:lnTo>
                  <a:pt x="26" y="85"/>
                </a:lnTo>
                <a:lnTo>
                  <a:pt x="24" y="85"/>
                </a:lnTo>
                <a:lnTo>
                  <a:pt x="24" y="87"/>
                </a:lnTo>
                <a:lnTo>
                  <a:pt x="26" y="87"/>
                </a:lnTo>
                <a:lnTo>
                  <a:pt x="34" y="87"/>
                </a:lnTo>
                <a:lnTo>
                  <a:pt x="36" y="95"/>
                </a:lnTo>
                <a:lnTo>
                  <a:pt x="36" y="97"/>
                </a:lnTo>
                <a:lnTo>
                  <a:pt x="36" y="97"/>
                </a:lnTo>
                <a:lnTo>
                  <a:pt x="38" y="96"/>
                </a:lnTo>
                <a:lnTo>
                  <a:pt x="42" y="97"/>
                </a:lnTo>
                <a:lnTo>
                  <a:pt x="42" y="96"/>
                </a:lnTo>
                <a:lnTo>
                  <a:pt x="44" y="96"/>
                </a:lnTo>
                <a:lnTo>
                  <a:pt x="45" y="97"/>
                </a:lnTo>
                <a:lnTo>
                  <a:pt x="46" y="97"/>
                </a:lnTo>
                <a:lnTo>
                  <a:pt x="47" y="98"/>
                </a:lnTo>
                <a:lnTo>
                  <a:pt x="48" y="99"/>
                </a:lnTo>
                <a:lnTo>
                  <a:pt x="48" y="99"/>
                </a:lnTo>
                <a:lnTo>
                  <a:pt x="49" y="99"/>
                </a:lnTo>
                <a:lnTo>
                  <a:pt x="51" y="100"/>
                </a:lnTo>
                <a:lnTo>
                  <a:pt x="52" y="100"/>
                </a:lnTo>
                <a:lnTo>
                  <a:pt x="52" y="100"/>
                </a:lnTo>
                <a:lnTo>
                  <a:pt x="52" y="100"/>
                </a:lnTo>
                <a:lnTo>
                  <a:pt x="53" y="100"/>
                </a:lnTo>
                <a:lnTo>
                  <a:pt x="56" y="98"/>
                </a:lnTo>
                <a:lnTo>
                  <a:pt x="57" y="99"/>
                </a:lnTo>
                <a:lnTo>
                  <a:pt x="58" y="99"/>
                </a:lnTo>
                <a:lnTo>
                  <a:pt x="59" y="101"/>
                </a:lnTo>
                <a:lnTo>
                  <a:pt x="59" y="101"/>
                </a:lnTo>
                <a:lnTo>
                  <a:pt x="60" y="102"/>
                </a:lnTo>
                <a:lnTo>
                  <a:pt x="62" y="104"/>
                </a:lnTo>
                <a:lnTo>
                  <a:pt x="63" y="103"/>
                </a:lnTo>
                <a:lnTo>
                  <a:pt x="65" y="104"/>
                </a:lnTo>
                <a:lnTo>
                  <a:pt x="65" y="104"/>
                </a:lnTo>
                <a:lnTo>
                  <a:pt x="66" y="105"/>
                </a:lnTo>
                <a:lnTo>
                  <a:pt x="66" y="104"/>
                </a:lnTo>
                <a:lnTo>
                  <a:pt x="66" y="104"/>
                </a:lnTo>
                <a:lnTo>
                  <a:pt x="67" y="102"/>
                </a:lnTo>
                <a:lnTo>
                  <a:pt x="68" y="102"/>
                </a:lnTo>
                <a:lnTo>
                  <a:pt x="69" y="102"/>
                </a:lnTo>
                <a:lnTo>
                  <a:pt x="73" y="103"/>
                </a:lnTo>
                <a:lnTo>
                  <a:pt x="72" y="100"/>
                </a:lnTo>
                <a:lnTo>
                  <a:pt x="74" y="99"/>
                </a:lnTo>
                <a:lnTo>
                  <a:pt x="74" y="98"/>
                </a:lnTo>
                <a:lnTo>
                  <a:pt x="73" y="98"/>
                </a:lnTo>
                <a:lnTo>
                  <a:pt x="74" y="97"/>
                </a:lnTo>
                <a:lnTo>
                  <a:pt x="75" y="97"/>
                </a:lnTo>
                <a:lnTo>
                  <a:pt x="76" y="97"/>
                </a:lnTo>
                <a:lnTo>
                  <a:pt x="75" y="96"/>
                </a:lnTo>
                <a:lnTo>
                  <a:pt x="76" y="96"/>
                </a:lnTo>
                <a:lnTo>
                  <a:pt x="76" y="95"/>
                </a:lnTo>
                <a:lnTo>
                  <a:pt x="78" y="96"/>
                </a:lnTo>
                <a:lnTo>
                  <a:pt x="80" y="96"/>
                </a:lnTo>
                <a:lnTo>
                  <a:pt x="80" y="94"/>
                </a:lnTo>
                <a:lnTo>
                  <a:pt x="80" y="93"/>
                </a:lnTo>
                <a:lnTo>
                  <a:pt x="80" y="92"/>
                </a:lnTo>
                <a:lnTo>
                  <a:pt x="80" y="92"/>
                </a:lnTo>
                <a:lnTo>
                  <a:pt x="79" y="91"/>
                </a:lnTo>
                <a:lnTo>
                  <a:pt x="79" y="89"/>
                </a:lnTo>
                <a:lnTo>
                  <a:pt x="79" y="88"/>
                </a:lnTo>
                <a:lnTo>
                  <a:pt x="80" y="84"/>
                </a:lnTo>
                <a:lnTo>
                  <a:pt x="80" y="83"/>
                </a:lnTo>
                <a:lnTo>
                  <a:pt x="80" y="82"/>
                </a:lnTo>
                <a:lnTo>
                  <a:pt x="83" y="82"/>
                </a:lnTo>
                <a:lnTo>
                  <a:pt x="86" y="83"/>
                </a:lnTo>
                <a:lnTo>
                  <a:pt x="87" y="84"/>
                </a:lnTo>
                <a:lnTo>
                  <a:pt x="87" y="84"/>
                </a:lnTo>
                <a:lnTo>
                  <a:pt x="88" y="84"/>
                </a:lnTo>
                <a:lnTo>
                  <a:pt x="89" y="85"/>
                </a:lnTo>
                <a:lnTo>
                  <a:pt x="92" y="87"/>
                </a:lnTo>
                <a:lnTo>
                  <a:pt x="92" y="88"/>
                </a:lnTo>
                <a:lnTo>
                  <a:pt x="97" y="91"/>
                </a:lnTo>
                <a:lnTo>
                  <a:pt x="98" y="93"/>
                </a:lnTo>
                <a:lnTo>
                  <a:pt x="101" y="91"/>
                </a:lnTo>
                <a:lnTo>
                  <a:pt x="101" y="90"/>
                </a:lnTo>
                <a:lnTo>
                  <a:pt x="102" y="89"/>
                </a:lnTo>
                <a:lnTo>
                  <a:pt x="102" y="87"/>
                </a:lnTo>
                <a:lnTo>
                  <a:pt x="103" y="87"/>
                </a:lnTo>
                <a:lnTo>
                  <a:pt x="104" y="87"/>
                </a:lnTo>
                <a:lnTo>
                  <a:pt x="105" y="89"/>
                </a:lnTo>
                <a:lnTo>
                  <a:pt x="106" y="89"/>
                </a:lnTo>
                <a:lnTo>
                  <a:pt x="107" y="90"/>
                </a:lnTo>
                <a:lnTo>
                  <a:pt x="108" y="89"/>
                </a:lnTo>
                <a:lnTo>
                  <a:pt x="108" y="89"/>
                </a:lnTo>
                <a:lnTo>
                  <a:pt x="109" y="89"/>
                </a:lnTo>
                <a:lnTo>
                  <a:pt x="110" y="87"/>
                </a:lnTo>
                <a:lnTo>
                  <a:pt x="111" y="87"/>
                </a:lnTo>
                <a:lnTo>
                  <a:pt x="111" y="87"/>
                </a:lnTo>
                <a:lnTo>
                  <a:pt x="113" y="88"/>
                </a:lnTo>
                <a:lnTo>
                  <a:pt x="114" y="89"/>
                </a:lnTo>
                <a:lnTo>
                  <a:pt x="115" y="89"/>
                </a:lnTo>
                <a:lnTo>
                  <a:pt x="116" y="90"/>
                </a:lnTo>
                <a:lnTo>
                  <a:pt x="116" y="91"/>
                </a:lnTo>
                <a:lnTo>
                  <a:pt x="118" y="94"/>
                </a:lnTo>
                <a:lnTo>
                  <a:pt x="120" y="96"/>
                </a:lnTo>
                <a:lnTo>
                  <a:pt x="122" y="98"/>
                </a:lnTo>
                <a:lnTo>
                  <a:pt x="123" y="98"/>
                </a:lnTo>
                <a:lnTo>
                  <a:pt x="123" y="100"/>
                </a:lnTo>
                <a:lnTo>
                  <a:pt x="125" y="102"/>
                </a:lnTo>
                <a:lnTo>
                  <a:pt x="132" y="106"/>
                </a:lnTo>
                <a:lnTo>
                  <a:pt x="133" y="107"/>
                </a:lnTo>
                <a:lnTo>
                  <a:pt x="134" y="108"/>
                </a:lnTo>
                <a:lnTo>
                  <a:pt x="134" y="105"/>
                </a:lnTo>
                <a:lnTo>
                  <a:pt x="133" y="105"/>
                </a:lnTo>
                <a:lnTo>
                  <a:pt x="133" y="103"/>
                </a:lnTo>
                <a:lnTo>
                  <a:pt x="132" y="103"/>
                </a:lnTo>
                <a:lnTo>
                  <a:pt x="131" y="102"/>
                </a:lnTo>
                <a:lnTo>
                  <a:pt x="132" y="101"/>
                </a:lnTo>
                <a:lnTo>
                  <a:pt x="132" y="101"/>
                </a:lnTo>
                <a:lnTo>
                  <a:pt x="133" y="101"/>
                </a:lnTo>
                <a:lnTo>
                  <a:pt x="133" y="101"/>
                </a:lnTo>
                <a:lnTo>
                  <a:pt x="134" y="102"/>
                </a:lnTo>
                <a:lnTo>
                  <a:pt x="135" y="103"/>
                </a:lnTo>
                <a:lnTo>
                  <a:pt x="136" y="104"/>
                </a:lnTo>
                <a:lnTo>
                  <a:pt x="136" y="104"/>
                </a:lnTo>
                <a:lnTo>
                  <a:pt x="137" y="105"/>
                </a:lnTo>
                <a:lnTo>
                  <a:pt x="137" y="105"/>
                </a:lnTo>
                <a:lnTo>
                  <a:pt x="138" y="106"/>
                </a:lnTo>
                <a:lnTo>
                  <a:pt x="138" y="106"/>
                </a:lnTo>
                <a:lnTo>
                  <a:pt x="139" y="107"/>
                </a:lnTo>
                <a:lnTo>
                  <a:pt x="139" y="107"/>
                </a:lnTo>
                <a:lnTo>
                  <a:pt x="139" y="106"/>
                </a:lnTo>
                <a:lnTo>
                  <a:pt x="140" y="107"/>
                </a:lnTo>
                <a:lnTo>
                  <a:pt x="141" y="107"/>
                </a:lnTo>
                <a:lnTo>
                  <a:pt x="142" y="107"/>
                </a:lnTo>
                <a:lnTo>
                  <a:pt x="143" y="107"/>
                </a:lnTo>
                <a:lnTo>
                  <a:pt x="144" y="108"/>
                </a:lnTo>
                <a:lnTo>
                  <a:pt x="145" y="110"/>
                </a:lnTo>
                <a:lnTo>
                  <a:pt x="146" y="110"/>
                </a:lnTo>
                <a:lnTo>
                  <a:pt x="147" y="109"/>
                </a:lnTo>
                <a:lnTo>
                  <a:pt x="147" y="110"/>
                </a:lnTo>
                <a:lnTo>
                  <a:pt x="147" y="110"/>
                </a:lnTo>
                <a:lnTo>
                  <a:pt x="147" y="111"/>
                </a:lnTo>
                <a:lnTo>
                  <a:pt x="146" y="112"/>
                </a:lnTo>
                <a:lnTo>
                  <a:pt x="146" y="113"/>
                </a:lnTo>
                <a:lnTo>
                  <a:pt x="147" y="113"/>
                </a:lnTo>
                <a:lnTo>
                  <a:pt x="148" y="113"/>
                </a:lnTo>
                <a:lnTo>
                  <a:pt x="150" y="115"/>
                </a:lnTo>
                <a:lnTo>
                  <a:pt x="150" y="115"/>
                </a:lnTo>
                <a:lnTo>
                  <a:pt x="151" y="116"/>
                </a:lnTo>
                <a:lnTo>
                  <a:pt x="152" y="117"/>
                </a:lnTo>
                <a:lnTo>
                  <a:pt x="153" y="117"/>
                </a:lnTo>
                <a:lnTo>
                  <a:pt x="154" y="118"/>
                </a:lnTo>
                <a:lnTo>
                  <a:pt x="155" y="118"/>
                </a:lnTo>
                <a:lnTo>
                  <a:pt x="156" y="117"/>
                </a:lnTo>
                <a:lnTo>
                  <a:pt x="159" y="118"/>
                </a:lnTo>
                <a:lnTo>
                  <a:pt x="160" y="119"/>
                </a:lnTo>
                <a:lnTo>
                  <a:pt x="160" y="120"/>
                </a:lnTo>
                <a:lnTo>
                  <a:pt x="162" y="121"/>
                </a:lnTo>
                <a:lnTo>
                  <a:pt x="162" y="122"/>
                </a:lnTo>
                <a:lnTo>
                  <a:pt x="165" y="120"/>
                </a:lnTo>
                <a:lnTo>
                  <a:pt x="166" y="120"/>
                </a:lnTo>
                <a:lnTo>
                  <a:pt x="166" y="121"/>
                </a:lnTo>
                <a:lnTo>
                  <a:pt x="166" y="122"/>
                </a:lnTo>
                <a:lnTo>
                  <a:pt x="166" y="122"/>
                </a:lnTo>
                <a:lnTo>
                  <a:pt x="168" y="124"/>
                </a:lnTo>
                <a:lnTo>
                  <a:pt x="167" y="126"/>
                </a:lnTo>
                <a:lnTo>
                  <a:pt x="168" y="126"/>
                </a:lnTo>
                <a:lnTo>
                  <a:pt x="169" y="127"/>
                </a:lnTo>
                <a:lnTo>
                  <a:pt x="171" y="128"/>
                </a:lnTo>
                <a:lnTo>
                  <a:pt x="171" y="128"/>
                </a:lnTo>
                <a:lnTo>
                  <a:pt x="173" y="130"/>
                </a:lnTo>
                <a:lnTo>
                  <a:pt x="173" y="130"/>
                </a:lnTo>
                <a:lnTo>
                  <a:pt x="173" y="131"/>
                </a:lnTo>
                <a:lnTo>
                  <a:pt x="176" y="133"/>
                </a:lnTo>
                <a:lnTo>
                  <a:pt x="177" y="135"/>
                </a:lnTo>
                <a:lnTo>
                  <a:pt x="175" y="135"/>
                </a:lnTo>
                <a:lnTo>
                  <a:pt x="174" y="135"/>
                </a:lnTo>
                <a:lnTo>
                  <a:pt x="174" y="137"/>
                </a:lnTo>
                <a:lnTo>
                  <a:pt x="173" y="138"/>
                </a:lnTo>
                <a:lnTo>
                  <a:pt x="175" y="139"/>
                </a:lnTo>
                <a:lnTo>
                  <a:pt x="175" y="140"/>
                </a:lnTo>
                <a:lnTo>
                  <a:pt x="176" y="140"/>
                </a:lnTo>
                <a:lnTo>
                  <a:pt x="178" y="142"/>
                </a:lnTo>
                <a:lnTo>
                  <a:pt x="177" y="142"/>
                </a:lnTo>
                <a:lnTo>
                  <a:pt x="176" y="143"/>
                </a:lnTo>
                <a:lnTo>
                  <a:pt x="176" y="143"/>
                </a:lnTo>
                <a:lnTo>
                  <a:pt x="176" y="144"/>
                </a:lnTo>
                <a:lnTo>
                  <a:pt x="176" y="145"/>
                </a:lnTo>
                <a:lnTo>
                  <a:pt x="178" y="146"/>
                </a:lnTo>
                <a:lnTo>
                  <a:pt x="178" y="146"/>
                </a:lnTo>
                <a:lnTo>
                  <a:pt x="178" y="147"/>
                </a:lnTo>
                <a:lnTo>
                  <a:pt x="178" y="147"/>
                </a:lnTo>
                <a:lnTo>
                  <a:pt x="179" y="149"/>
                </a:lnTo>
                <a:lnTo>
                  <a:pt x="179" y="149"/>
                </a:lnTo>
                <a:lnTo>
                  <a:pt x="180" y="152"/>
                </a:lnTo>
                <a:lnTo>
                  <a:pt x="181" y="152"/>
                </a:lnTo>
                <a:lnTo>
                  <a:pt x="181" y="153"/>
                </a:lnTo>
                <a:lnTo>
                  <a:pt x="183" y="154"/>
                </a:lnTo>
                <a:lnTo>
                  <a:pt x="183" y="155"/>
                </a:lnTo>
                <a:lnTo>
                  <a:pt x="184" y="155"/>
                </a:lnTo>
                <a:lnTo>
                  <a:pt x="183" y="156"/>
                </a:lnTo>
                <a:lnTo>
                  <a:pt x="182" y="156"/>
                </a:lnTo>
                <a:lnTo>
                  <a:pt x="182" y="157"/>
                </a:lnTo>
                <a:lnTo>
                  <a:pt x="182" y="157"/>
                </a:lnTo>
                <a:lnTo>
                  <a:pt x="181" y="158"/>
                </a:lnTo>
                <a:lnTo>
                  <a:pt x="180" y="158"/>
                </a:lnTo>
                <a:lnTo>
                  <a:pt x="182" y="159"/>
                </a:lnTo>
                <a:lnTo>
                  <a:pt x="182" y="160"/>
                </a:lnTo>
                <a:lnTo>
                  <a:pt x="182" y="160"/>
                </a:lnTo>
                <a:lnTo>
                  <a:pt x="181" y="162"/>
                </a:lnTo>
                <a:lnTo>
                  <a:pt x="181" y="164"/>
                </a:lnTo>
                <a:lnTo>
                  <a:pt x="178" y="163"/>
                </a:lnTo>
                <a:lnTo>
                  <a:pt x="177" y="164"/>
                </a:lnTo>
                <a:lnTo>
                  <a:pt x="177" y="165"/>
                </a:lnTo>
                <a:lnTo>
                  <a:pt x="177" y="167"/>
                </a:lnTo>
                <a:lnTo>
                  <a:pt x="178" y="168"/>
                </a:lnTo>
                <a:lnTo>
                  <a:pt x="178" y="169"/>
                </a:lnTo>
                <a:lnTo>
                  <a:pt x="179" y="170"/>
                </a:lnTo>
                <a:lnTo>
                  <a:pt x="178" y="170"/>
                </a:lnTo>
                <a:lnTo>
                  <a:pt x="177" y="171"/>
                </a:lnTo>
                <a:lnTo>
                  <a:pt x="178" y="171"/>
                </a:lnTo>
                <a:lnTo>
                  <a:pt x="177" y="171"/>
                </a:lnTo>
                <a:lnTo>
                  <a:pt x="177" y="171"/>
                </a:lnTo>
                <a:lnTo>
                  <a:pt x="174" y="170"/>
                </a:lnTo>
                <a:lnTo>
                  <a:pt x="173" y="169"/>
                </a:lnTo>
                <a:lnTo>
                  <a:pt x="173" y="170"/>
                </a:lnTo>
                <a:lnTo>
                  <a:pt x="172" y="172"/>
                </a:lnTo>
                <a:lnTo>
                  <a:pt x="172" y="173"/>
                </a:lnTo>
                <a:lnTo>
                  <a:pt x="171" y="173"/>
                </a:lnTo>
                <a:lnTo>
                  <a:pt x="170" y="173"/>
                </a:lnTo>
                <a:lnTo>
                  <a:pt x="169" y="173"/>
                </a:lnTo>
                <a:lnTo>
                  <a:pt x="169" y="174"/>
                </a:lnTo>
                <a:lnTo>
                  <a:pt x="170" y="175"/>
                </a:lnTo>
                <a:lnTo>
                  <a:pt x="170" y="175"/>
                </a:lnTo>
                <a:lnTo>
                  <a:pt x="169" y="176"/>
                </a:lnTo>
                <a:lnTo>
                  <a:pt x="171" y="177"/>
                </a:lnTo>
                <a:lnTo>
                  <a:pt x="170" y="177"/>
                </a:lnTo>
                <a:lnTo>
                  <a:pt x="171" y="179"/>
                </a:lnTo>
                <a:lnTo>
                  <a:pt x="170" y="179"/>
                </a:lnTo>
                <a:lnTo>
                  <a:pt x="169" y="180"/>
                </a:lnTo>
                <a:lnTo>
                  <a:pt x="169" y="181"/>
                </a:lnTo>
                <a:lnTo>
                  <a:pt x="168" y="181"/>
                </a:lnTo>
                <a:lnTo>
                  <a:pt x="168" y="181"/>
                </a:lnTo>
                <a:lnTo>
                  <a:pt x="168" y="182"/>
                </a:lnTo>
                <a:lnTo>
                  <a:pt x="165" y="183"/>
                </a:lnTo>
                <a:lnTo>
                  <a:pt x="164" y="184"/>
                </a:lnTo>
                <a:lnTo>
                  <a:pt x="165" y="185"/>
                </a:lnTo>
                <a:lnTo>
                  <a:pt x="163" y="185"/>
                </a:lnTo>
                <a:lnTo>
                  <a:pt x="162" y="185"/>
                </a:lnTo>
                <a:lnTo>
                  <a:pt x="162" y="191"/>
                </a:lnTo>
                <a:lnTo>
                  <a:pt x="162" y="192"/>
                </a:lnTo>
                <a:lnTo>
                  <a:pt x="163" y="193"/>
                </a:lnTo>
                <a:lnTo>
                  <a:pt x="165" y="193"/>
                </a:lnTo>
                <a:lnTo>
                  <a:pt x="166" y="194"/>
                </a:lnTo>
                <a:lnTo>
                  <a:pt x="166" y="195"/>
                </a:lnTo>
                <a:lnTo>
                  <a:pt x="168" y="197"/>
                </a:lnTo>
                <a:lnTo>
                  <a:pt x="167" y="197"/>
                </a:lnTo>
                <a:lnTo>
                  <a:pt x="166" y="199"/>
                </a:lnTo>
                <a:lnTo>
                  <a:pt x="164" y="199"/>
                </a:lnTo>
                <a:lnTo>
                  <a:pt x="164" y="200"/>
                </a:lnTo>
                <a:lnTo>
                  <a:pt x="163" y="200"/>
                </a:lnTo>
                <a:lnTo>
                  <a:pt x="164" y="201"/>
                </a:lnTo>
                <a:lnTo>
                  <a:pt x="163" y="202"/>
                </a:lnTo>
                <a:lnTo>
                  <a:pt x="162" y="201"/>
                </a:lnTo>
                <a:lnTo>
                  <a:pt x="162" y="203"/>
                </a:lnTo>
                <a:lnTo>
                  <a:pt x="161" y="202"/>
                </a:lnTo>
                <a:lnTo>
                  <a:pt x="160" y="202"/>
                </a:lnTo>
                <a:lnTo>
                  <a:pt x="160" y="202"/>
                </a:lnTo>
                <a:lnTo>
                  <a:pt x="159" y="202"/>
                </a:lnTo>
                <a:lnTo>
                  <a:pt x="158" y="203"/>
                </a:lnTo>
                <a:lnTo>
                  <a:pt x="158" y="203"/>
                </a:lnTo>
                <a:lnTo>
                  <a:pt x="158" y="202"/>
                </a:lnTo>
                <a:lnTo>
                  <a:pt x="157" y="202"/>
                </a:lnTo>
                <a:lnTo>
                  <a:pt x="156" y="201"/>
                </a:lnTo>
                <a:lnTo>
                  <a:pt x="155" y="200"/>
                </a:lnTo>
                <a:lnTo>
                  <a:pt x="154" y="200"/>
                </a:lnTo>
                <a:lnTo>
                  <a:pt x="154" y="200"/>
                </a:lnTo>
                <a:lnTo>
                  <a:pt x="151" y="199"/>
                </a:lnTo>
                <a:lnTo>
                  <a:pt x="151" y="199"/>
                </a:lnTo>
                <a:lnTo>
                  <a:pt x="149" y="198"/>
                </a:lnTo>
                <a:lnTo>
                  <a:pt x="149" y="197"/>
                </a:lnTo>
                <a:lnTo>
                  <a:pt x="148" y="197"/>
                </a:lnTo>
                <a:lnTo>
                  <a:pt x="148" y="197"/>
                </a:lnTo>
                <a:lnTo>
                  <a:pt x="146" y="197"/>
                </a:lnTo>
                <a:lnTo>
                  <a:pt x="144" y="196"/>
                </a:lnTo>
                <a:lnTo>
                  <a:pt x="143" y="196"/>
                </a:lnTo>
                <a:lnTo>
                  <a:pt x="142" y="197"/>
                </a:lnTo>
                <a:lnTo>
                  <a:pt x="142" y="197"/>
                </a:lnTo>
                <a:lnTo>
                  <a:pt x="141" y="198"/>
                </a:lnTo>
                <a:lnTo>
                  <a:pt x="141" y="199"/>
                </a:lnTo>
                <a:lnTo>
                  <a:pt x="140" y="200"/>
                </a:lnTo>
                <a:lnTo>
                  <a:pt x="142" y="203"/>
                </a:lnTo>
                <a:lnTo>
                  <a:pt x="142" y="204"/>
                </a:lnTo>
                <a:lnTo>
                  <a:pt x="143" y="205"/>
                </a:lnTo>
                <a:lnTo>
                  <a:pt x="143" y="205"/>
                </a:lnTo>
                <a:lnTo>
                  <a:pt x="144" y="206"/>
                </a:lnTo>
                <a:lnTo>
                  <a:pt x="144" y="207"/>
                </a:lnTo>
                <a:lnTo>
                  <a:pt x="145" y="207"/>
                </a:lnTo>
                <a:lnTo>
                  <a:pt x="145" y="208"/>
                </a:lnTo>
                <a:lnTo>
                  <a:pt x="147" y="208"/>
                </a:lnTo>
                <a:lnTo>
                  <a:pt x="147" y="209"/>
                </a:lnTo>
                <a:lnTo>
                  <a:pt x="148" y="209"/>
                </a:lnTo>
                <a:lnTo>
                  <a:pt x="148" y="211"/>
                </a:lnTo>
                <a:lnTo>
                  <a:pt x="147" y="211"/>
                </a:lnTo>
                <a:lnTo>
                  <a:pt x="147" y="212"/>
                </a:lnTo>
                <a:lnTo>
                  <a:pt x="147" y="212"/>
                </a:lnTo>
                <a:lnTo>
                  <a:pt x="149" y="212"/>
                </a:lnTo>
                <a:lnTo>
                  <a:pt x="151" y="213"/>
                </a:lnTo>
                <a:lnTo>
                  <a:pt x="152" y="213"/>
                </a:lnTo>
                <a:lnTo>
                  <a:pt x="152" y="212"/>
                </a:lnTo>
                <a:lnTo>
                  <a:pt x="154" y="212"/>
                </a:lnTo>
                <a:lnTo>
                  <a:pt x="155" y="212"/>
                </a:lnTo>
                <a:lnTo>
                  <a:pt x="156" y="214"/>
                </a:lnTo>
                <a:lnTo>
                  <a:pt x="156" y="216"/>
                </a:lnTo>
                <a:lnTo>
                  <a:pt x="158" y="216"/>
                </a:lnTo>
                <a:lnTo>
                  <a:pt x="159" y="215"/>
                </a:lnTo>
                <a:lnTo>
                  <a:pt x="160" y="215"/>
                </a:lnTo>
                <a:lnTo>
                  <a:pt x="160" y="214"/>
                </a:lnTo>
                <a:lnTo>
                  <a:pt x="161" y="215"/>
                </a:lnTo>
                <a:lnTo>
                  <a:pt x="161" y="216"/>
                </a:lnTo>
                <a:lnTo>
                  <a:pt x="161" y="217"/>
                </a:lnTo>
                <a:lnTo>
                  <a:pt x="162" y="218"/>
                </a:lnTo>
                <a:lnTo>
                  <a:pt x="160" y="219"/>
                </a:lnTo>
                <a:lnTo>
                  <a:pt x="160" y="221"/>
                </a:lnTo>
                <a:lnTo>
                  <a:pt x="158" y="222"/>
                </a:lnTo>
                <a:lnTo>
                  <a:pt x="158" y="222"/>
                </a:lnTo>
                <a:lnTo>
                  <a:pt x="159" y="223"/>
                </a:lnTo>
                <a:lnTo>
                  <a:pt x="159" y="224"/>
                </a:lnTo>
                <a:lnTo>
                  <a:pt x="159" y="225"/>
                </a:lnTo>
                <a:lnTo>
                  <a:pt x="160" y="226"/>
                </a:lnTo>
                <a:lnTo>
                  <a:pt x="161" y="224"/>
                </a:lnTo>
                <a:lnTo>
                  <a:pt x="164" y="223"/>
                </a:lnTo>
                <a:lnTo>
                  <a:pt x="165" y="221"/>
                </a:lnTo>
                <a:lnTo>
                  <a:pt x="166" y="223"/>
                </a:lnTo>
                <a:lnTo>
                  <a:pt x="167" y="222"/>
                </a:lnTo>
                <a:lnTo>
                  <a:pt x="166" y="220"/>
                </a:lnTo>
                <a:lnTo>
                  <a:pt x="167" y="219"/>
                </a:lnTo>
                <a:lnTo>
                  <a:pt x="170" y="219"/>
                </a:lnTo>
                <a:lnTo>
                  <a:pt x="171" y="218"/>
                </a:lnTo>
                <a:lnTo>
                  <a:pt x="171" y="218"/>
                </a:lnTo>
                <a:lnTo>
                  <a:pt x="171" y="216"/>
                </a:lnTo>
                <a:lnTo>
                  <a:pt x="172" y="216"/>
                </a:lnTo>
                <a:lnTo>
                  <a:pt x="171" y="215"/>
                </a:lnTo>
                <a:lnTo>
                  <a:pt x="169" y="214"/>
                </a:lnTo>
                <a:lnTo>
                  <a:pt x="169" y="213"/>
                </a:lnTo>
                <a:lnTo>
                  <a:pt x="169" y="212"/>
                </a:lnTo>
                <a:lnTo>
                  <a:pt x="168" y="212"/>
                </a:lnTo>
                <a:lnTo>
                  <a:pt x="169" y="211"/>
                </a:lnTo>
                <a:lnTo>
                  <a:pt x="168" y="210"/>
                </a:lnTo>
                <a:lnTo>
                  <a:pt x="167" y="210"/>
                </a:lnTo>
                <a:lnTo>
                  <a:pt x="168" y="209"/>
                </a:lnTo>
                <a:lnTo>
                  <a:pt x="168" y="209"/>
                </a:lnTo>
                <a:lnTo>
                  <a:pt x="165" y="206"/>
                </a:lnTo>
                <a:lnTo>
                  <a:pt x="166" y="206"/>
                </a:lnTo>
                <a:lnTo>
                  <a:pt x="167" y="206"/>
                </a:lnTo>
                <a:lnTo>
                  <a:pt x="168" y="206"/>
                </a:lnTo>
                <a:lnTo>
                  <a:pt x="168" y="206"/>
                </a:lnTo>
                <a:lnTo>
                  <a:pt x="169" y="206"/>
                </a:lnTo>
                <a:lnTo>
                  <a:pt x="169" y="206"/>
                </a:lnTo>
                <a:lnTo>
                  <a:pt x="170" y="206"/>
                </a:lnTo>
                <a:lnTo>
                  <a:pt x="171" y="203"/>
                </a:lnTo>
                <a:lnTo>
                  <a:pt x="172" y="204"/>
                </a:lnTo>
                <a:lnTo>
                  <a:pt x="174" y="203"/>
                </a:lnTo>
                <a:lnTo>
                  <a:pt x="175" y="204"/>
                </a:lnTo>
                <a:lnTo>
                  <a:pt x="175" y="203"/>
                </a:lnTo>
                <a:lnTo>
                  <a:pt x="174" y="202"/>
                </a:lnTo>
                <a:lnTo>
                  <a:pt x="175" y="202"/>
                </a:lnTo>
                <a:lnTo>
                  <a:pt x="177" y="200"/>
                </a:lnTo>
                <a:lnTo>
                  <a:pt x="177" y="200"/>
                </a:lnTo>
                <a:lnTo>
                  <a:pt x="178" y="199"/>
                </a:lnTo>
                <a:lnTo>
                  <a:pt x="179" y="199"/>
                </a:lnTo>
                <a:lnTo>
                  <a:pt x="179" y="199"/>
                </a:lnTo>
                <a:lnTo>
                  <a:pt x="180" y="199"/>
                </a:lnTo>
                <a:lnTo>
                  <a:pt x="181" y="200"/>
                </a:lnTo>
                <a:lnTo>
                  <a:pt x="181" y="201"/>
                </a:lnTo>
                <a:lnTo>
                  <a:pt x="182" y="201"/>
                </a:lnTo>
                <a:lnTo>
                  <a:pt x="183" y="202"/>
                </a:lnTo>
                <a:lnTo>
                  <a:pt x="184" y="202"/>
                </a:lnTo>
                <a:lnTo>
                  <a:pt x="184" y="203"/>
                </a:lnTo>
                <a:lnTo>
                  <a:pt x="185" y="204"/>
                </a:lnTo>
                <a:lnTo>
                  <a:pt x="184" y="204"/>
                </a:lnTo>
                <a:lnTo>
                  <a:pt x="184" y="205"/>
                </a:lnTo>
                <a:lnTo>
                  <a:pt x="184" y="205"/>
                </a:lnTo>
                <a:lnTo>
                  <a:pt x="184" y="206"/>
                </a:lnTo>
                <a:lnTo>
                  <a:pt x="184" y="207"/>
                </a:lnTo>
                <a:lnTo>
                  <a:pt x="185" y="208"/>
                </a:lnTo>
                <a:lnTo>
                  <a:pt x="184" y="210"/>
                </a:lnTo>
                <a:lnTo>
                  <a:pt x="184" y="210"/>
                </a:lnTo>
                <a:lnTo>
                  <a:pt x="186" y="210"/>
                </a:lnTo>
                <a:lnTo>
                  <a:pt x="186" y="210"/>
                </a:lnTo>
                <a:lnTo>
                  <a:pt x="187" y="210"/>
                </a:lnTo>
                <a:lnTo>
                  <a:pt x="187" y="211"/>
                </a:lnTo>
                <a:lnTo>
                  <a:pt x="188" y="212"/>
                </a:lnTo>
                <a:lnTo>
                  <a:pt x="189" y="211"/>
                </a:lnTo>
                <a:lnTo>
                  <a:pt x="190" y="210"/>
                </a:lnTo>
                <a:lnTo>
                  <a:pt x="191" y="210"/>
                </a:lnTo>
                <a:lnTo>
                  <a:pt x="191" y="212"/>
                </a:lnTo>
                <a:lnTo>
                  <a:pt x="191" y="213"/>
                </a:lnTo>
                <a:lnTo>
                  <a:pt x="192" y="213"/>
                </a:lnTo>
                <a:lnTo>
                  <a:pt x="192" y="212"/>
                </a:lnTo>
                <a:lnTo>
                  <a:pt x="196" y="214"/>
                </a:lnTo>
                <a:lnTo>
                  <a:pt x="197" y="213"/>
                </a:lnTo>
                <a:lnTo>
                  <a:pt x="199" y="213"/>
                </a:lnTo>
                <a:lnTo>
                  <a:pt x="201" y="213"/>
                </a:lnTo>
                <a:lnTo>
                  <a:pt x="202" y="214"/>
                </a:lnTo>
                <a:lnTo>
                  <a:pt x="203" y="215"/>
                </a:lnTo>
                <a:lnTo>
                  <a:pt x="203" y="216"/>
                </a:lnTo>
                <a:lnTo>
                  <a:pt x="204" y="220"/>
                </a:lnTo>
                <a:lnTo>
                  <a:pt x="205" y="220"/>
                </a:lnTo>
                <a:lnTo>
                  <a:pt x="205" y="221"/>
                </a:lnTo>
                <a:lnTo>
                  <a:pt x="207" y="221"/>
                </a:lnTo>
                <a:lnTo>
                  <a:pt x="208" y="221"/>
                </a:lnTo>
                <a:lnTo>
                  <a:pt x="207" y="222"/>
                </a:lnTo>
                <a:lnTo>
                  <a:pt x="206" y="222"/>
                </a:lnTo>
                <a:lnTo>
                  <a:pt x="205" y="222"/>
                </a:lnTo>
                <a:lnTo>
                  <a:pt x="207" y="226"/>
                </a:lnTo>
                <a:lnTo>
                  <a:pt x="206" y="228"/>
                </a:lnTo>
                <a:lnTo>
                  <a:pt x="207" y="228"/>
                </a:lnTo>
                <a:lnTo>
                  <a:pt x="208" y="229"/>
                </a:lnTo>
                <a:lnTo>
                  <a:pt x="207" y="229"/>
                </a:lnTo>
                <a:lnTo>
                  <a:pt x="207" y="230"/>
                </a:lnTo>
                <a:lnTo>
                  <a:pt x="205" y="230"/>
                </a:lnTo>
                <a:lnTo>
                  <a:pt x="205" y="231"/>
                </a:lnTo>
                <a:lnTo>
                  <a:pt x="205" y="233"/>
                </a:lnTo>
                <a:lnTo>
                  <a:pt x="206" y="233"/>
                </a:lnTo>
                <a:lnTo>
                  <a:pt x="208" y="235"/>
                </a:lnTo>
                <a:lnTo>
                  <a:pt x="209" y="234"/>
                </a:lnTo>
                <a:lnTo>
                  <a:pt x="210" y="235"/>
                </a:lnTo>
                <a:lnTo>
                  <a:pt x="211" y="235"/>
                </a:lnTo>
                <a:lnTo>
                  <a:pt x="212" y="237"/>
                </a:lnTo>
                <a:lnTo>
                  <a:pt x="213" y="236"/>
                </a:lnTo>
                <a:lnTo>
                  <a:pt x="214" y="237"/>
                </a:lnTo>
                <a:lnTo>
                  <a:pt x="215" y="237"/>
                </a:lnTo>
                <a:lnTo>
                  <a:pt x="216" y="238"/>
                </a:lnTo>
                <a:lnTo>
                  <a:pt x="219" y="237"/>
                </a:lnTo>
                <a:lnTo>
                  <a:pt x="220" y="237"/>
                </a:lnTo>
                <a:lnTo>
                  <a:pt x="221" y="238"/>
                </a:lnTo>
                <a:lnTo>
                  <a:pt x="222" y="237"/>
                </a:lnTo>
                <a:lnTo>
                  <a:pt x="223" y="236"/>
                </a:lnTo>
                <a:lnTo>
                  <a:pt x="224" y="237"/>
                </a:lnTo>
                <a:lnTo>
                  <a:pt x="225" y="235"/>
                </a:lnTo>
                <a:lnTo>
                  <a:pt x="227" y="235"/>
                </a:lnTo>
                <a:lnTo>
                  <a:pt x="227" y="234"/>
                </a:lnTo>
                <a:lnTo>
                  <a:pt x="226" y="234"/>
                </a:lnTo>
                <a:lnTo>
                  <a:pt x="226" y="232"/>
                </a:lnTo>
                <a:lnTo>
                  <a:pt x="226" y="231"/>
                </a:lnTo>
                <a:lnTo>
                  <a:pt x="226" y="231"/>
                </a:lnTo>
                <a:lnTo>
                  <a:pt x="228" y="231"/>
                </a:lnTo>
                <a:lnTo>
                  <a:pt x="229" y="232"/>
                </a:lnTo>
                <a:lnTo>
                  <a:pt x="232" y="231"/>
                </a:lnTo>
                <a:lnTo>
                  <a:pt x="234" y="230"/>
                </a:lnTo>
                <a:lnTo>
                  <a:pt x="235" y="230"/>
                </a:lnTo>
                <a:lnTo>
                  <a:pt x="236" y="229"/>
                </a:lnTo>
                <a:lnTo>
                  <a:pt x="236" y="228"/>
                </a:lnTo>
                <a:lnTo>
                  <a:pt x="236" y="227"/>
                </a:lnTo>
                <a:lnTo>
                  <a:pt x="236" y="226"/>
                </a:lnTo>
                <a:lnTo>
                  <a:pt x="236" y="225"/>
                </a:lnTo>
                <a:lnTo>
                  <a:pt x="235" y="225"/>
                </a:lnTo>
                <a:lnTo>
                  <a:pt x="236" y="225"/>
                </a:lnTo>
                <a:lnTo>
                  <a:pt x="237" y="225"/>
                </a:lnTo>
                <a:lnTo>
                  <a:pt x="236" y="224"/>
                </a:lnTo>
                <a:lnTo>
                  <a:pt x="236" y="223"/>
                </a:lnTo>
                <a:lnTo>
                  <a:pt x="235" y="223"/>
                </a:lnTo>
                <a:lnTo>
                  <a:pt x="233" y="223"/>
                </a:lnTo>
                <a:lnTo>
                  <a:pt x="232" y="222"/>
                </a:lnTo>
                <a:lnTo>
                  <a:pt x="232" y="221"/>
                </a:lnTo>
                <a:lnTo>
                  <a:pt x="232" y="220"/>
                </a:lnTo>
                <a:lnTo>
                  <a:pt x="234" y="220"/>
                </a:lnTo>
                <a:lnTo>
                  <a:pt x="234" y="218"/>
                </a:lnTo>
                <a:lnTo>
                  <a:pt x="235" y="216"/>
                </a:lnTo>
                <a:lnTo>
                  <a:pt x="236" y="216"/>
                </a:lnTo>
                <a:lnTo>
                  <a:pt x="236" y="215"/>
                </a:lnTo>
                <a:lnTo>
                  <a:pt x="239" y="215"/>
                </a:lnTo>
                <a:lnTo>
                  <a:pt x="239" y="215"/>
                </a:lnTo>
                <a:lnTo>
                  <a:pt x="239" y="216"/>
                </a:lnTo>
                <a:lnTo>
                  <a:pt x="240" y="216"/>
                </a:lnTo>
                <a:lnTo>
                  <a:pt x="243" y="215"/>
                </a:lnTo>
                <a:lnTo>
                  <a:pt x="244" y="215"/>
                </a:lnTo>
                <a:lnTo>
                  <a:pt x="244" y="215"/>
                </a:lnTo>
                <a:lnTo>
                  <a:pt x="245" y="215"/>
                </a:lnTo>
                <a:lnTo>
                  <a:pt x="245" y="217"/>
                </a:lnTo>
                <a:lnTo>
                  <a:pt x="247" y="217"/>
                </a:lnTo>
                <a:lnTo>
                  <a:pt x="248" y="215"/>
                </a:lnTo>
                <a:lnTo>
                  <a:pt x="248" y="214"/>
                </a:lnTo>
                <a:lnTo>
                  <a:pt x="247" y="213"/>
                </a:lnTo>
                <a:lnTo>
                  <a:pt x="246" y="213"/>
                </a:lnTo>
                <a:lnTo>
                  <a:pt x="246" y="211"/>
                </a:lnTo>
                <a:lnTo>
                  <a:pt x="246" y="211"/>
                </a:lnTo>
                <a:lnTo>
                  <a:pt x="246" y="210"/>
                </a:lnTo>
                <a:lnTo>
                  <a:pt x="246" y="209"/>
                </a:lnTo>
                <a:lnTo>
                  <a:pt x="245" y="209"/>
                </a:lnTo>
                <a:lnTo>
                  <a:pt x="245" y="208"/>
                </a:lnTo>
                <a:lnTo>
                  <a:pt x="246" y="207"/>
                </a:lnTo>
                <a:lnTo>
                  <a:pt x="246" y="205"/>
                </a:lnTo>
                <a:lnTo>
                  <a:pt x="246" y="205"/>
                </a:lnTo>
                <a:lnTo>
                  <a:pt x="246" y="203"/>
                </a:lnTo>
                <a:lnTo>
                  <a:pt x="247" y="203"/>
                </a:lnTo>
                <a:lnTo>
                  <a:pt x="248" y="202"/>
                </a:lnTo>
                <a:lnTo>
                  <a:pt x="247" y="201"/>
                </a:lnTo>
                <a:lnTo>
                  <a:pt x="247" y="200"/>
                </a:lnTo>
                <a:lnTo>
                  <a:pt x="246" y="200"/>
                </a:lnTo>
                <a:lnTo>
                  <a:pt x="247" y="199"/>
                </a:lnTo>
                <a:lnTo>
                  <a:pt x="247" y="199"/>
                </a:lnTo>
                <a:lnTo>
                  <a:pt x="248" y="200"/>
                </a:lnTo>
                <a:lnTo>
                  <a:pt x="249" y="200"/>
                </a:lnTo>
                <a:lnTo>
                  <a:pt x="249" y="200"/>
                </a:lnTo>
                <a:lnTo>
                  <a:pt x="249" y="200"/>
                </a:lnTo>
                <a:lnTo>
                  <a:pt x="250" y="199"/>
                </a:lnTo>
                <a:lnTo>
                  <a:pt x="250" y="198"/>
                </a:lnTo>
                <a:lnTo>
                  <a:pt x="250" y="197"/>
                </a:lnTo>
                <a:lnTo>
                  <a:pt x="249" y="197"/>
                </a:lnTo>
                <a:lnTo>
                  <a:pt x="248" y="195"/>
                </a:lnTo>
                <a:lnTo>
                  <a:pt x="246" y="194"/>
                </a:lnTo>
                <a:lnTo>
                  <a:pt x="246" y="194"/>
                </a:lnTo>
                <a:lnTo>
                  <a:pt x="245" y="194"/>
                </a:lnTo>
                <a:lnTo>
                  <a:pt x="243" y="194"/>
                </a:lnTo>
                <a:lnTo>
                  <a:pt x="243" y="193"/>
                </a:lnTo>
                <a:lnTo>
                  <a:pt x="243" y="193"/>
                </a:lnTo>
                <a:lnTo>
                  <a:pt x="244" y="191"/>
                </a:lnTo>
                <a:lnTo>
                  <a:pt x="245" y="191"/>
                </a:lnTo>
                <a:lnTo>
                  <a:pt x="245" y="190"/>
                </a:lnTo>
                <a:lnTo>
                  <a:pt x="245" y="190"/>
                </a:lnTo>
                <a:lnTo>
                  <a:pt x="246" y="189"/>
                </a:lnTo>
                <a:lnTo>
                  <a:pt x="247" y="188"/>
                </a:lnTo>
                <a:lnTo>
                  <a:pt x="247" y="186"/>
                </a:lnTo>
                <a:lnTo>
                  <a:pt x="246" y="186"/>
                </a:lnTo>
                <a:lnTo>
                  <a:pt x="246" y="183"/>
                </a:lnTo>
                <a:lnTo>
                  <a:pt x="247" y="181"/>
                </a:lnTo>
                <a:lnTo>
                  <a:pt x="248" y="181"/>
                </a:lnTo>
                <a:lnTo>
                  <a:pt x="250" y="181"/>
                </a:lnTo>
                <a:lnTo>
                  <a:pt x="250" y="181"/>
                </a:lnTo>
                <a:lnTo>
                  <a:pt x="252" y="181"/>
                </a:lnTo>
                <a:lnTo>
                  <a:pt x="253" y="181"/>
                </a:lnTo>
                <a:lnTo>
                  <a:pt x="254" y="181"/>
                </a:lnTo>
                <a:lnTo>
                  <a:pt x="255" y="181"/>
                </a:lnTo>
                <a:lnTo>
                  <a:pt x="255" y="182"/>
                </a:lnTo>
                <a:lnTo>
                  <a:pt x="256" y="182"/>
                </a:lnTo>
                <a:lnTo>
                  <a:pt x="257" y="183"/>
                </a:lnTo>
                <a:lnTo>
                  <a:pt x="257" y="184"/>
                </a:lnTo>
                <a:lnTo>
                  <a:pt x="258" y="184"/>
                </a:lnTo>
                <a:lnTo>
                  <a:pt x="258" y="185"/>
                </a:lnTo>
                <a:lnTo>
                  <a:pt x="260" y="185"/>
                </a:lnTo>
                <a:lnTo>
                  <a:pt x="260" y="184"/>
                </a:lnTo>
                <a:lnTo>
                  <a:pt x="265" y="185"/>
                </a:lnTo>
                <a:lnTo>
                  <a:pt x="265" y="183"/>
                </a:lnTo>
                <a:lnTo>
                  <a:pt x="266" y="183"/>
                </a:lnTo>
                <a:lnTo>
                  <a:pt x="267" y="184"/>
                </a:lnTo>
                <a:lnTo>
                  <a:pt x="270" y="183"/>
                </a:lnTo>
                <a:lnTo>
                  <a:pt x="271" y="182"/>
                </a:lnTo>
                <a:lnTo>
                  <a:pt x="269" y="181"/>
                </a:lnTo>
                <a:lnTo>
                  <a:pt x="267" y="178"/>
                </a:lnTo>
                <a:lnTo>
                  <a:pt x="267" y="177"/>
                </a:lnTo>
                <a:lnTo>
                  <a:pt x="268" y="176"/>
                </a:lnTo>
                <a:lnTo>
                  <a:pt x="268" y="175"/>
                </a:lnTo>
                <a:lnTo>
                  <a:pt x="271" y="177"/>
                </a:lnTo>
                <a:lnTo>
                  <a:pt x="272" y="176"/>
                </a:lnTo>
                <a:lnTo>
                  <a:pt x="272" y="177"/>
                </a:lnTo>
                <a:lnTo>
                  <a:pt x="274" y="177"/>
                </a:lnTo>
                <a:lnTo>
                  <a:pt x="276" y="175"/>
                </a:lnTo>
                <a:lnTo>
                  <a:pt x="277" y="176"/>
                </a:lnTo>
                <a:lnTo>
                  <a:pt x="277" y="176"/>
                </a:lnTo>
                <a:lnTo>
                  <a:pt x="279" y="175"/>
                </a:lnTo>
                <a:lnTo>
                  <a:pt x="280" y="176"/>
                </a:lnTo>
                <a:lnTo>
                  <a:pt x="282" y="176"/>
                </a:lnTo>
                <a:lnTo>
                  <a:pt x="283" y="175"/>
                </a:lnTo>
                <a:lnTo>
                  <a:pt x="284" y="175"/>
                </a:lnTo>
                <a:lnTo>
                  <a:pt x="284" y="175"/>
                </a:lnTo>
                <a:lnTo>
                  <a:pt x="284" y="172"/>
                </a:lnTo>
                <a:lnTo>
                  <a:pt x="284" y="171"/>
                </a:lnTo>
                <a:lnTo>
                  <a:pt x="284" y="170"/>
                </a:lnTo>
                <a:lnTo>
                  <a:pt x="283" y="168"/>
                </a:lnTo>
                <a:lnTo>
                  <a:pt x="282" y="166"/>
                </a:lnTo>
                <a:lnTo>
                  <a:pt x="282" y="165"/>
                </a:lnTo>
                <a:lnTo>
                  <a:pt x="282" y="163"/>
                </a:lnTo>
                <a:lnTo>
                  <a:pt x="282" y="162"/>
                </a:lnTo>
                <a:lnTo>
                  <a:pt x="282" y="161"/>
                </a:lnTo>
                <a:lnTo>
                  <a:pt x="283" y="160"/>
                </a:lnTo>
                <a:lnTo>
                  <a:pt x="284" y="160"/>
                </a:lnTo>
                <a:lnTo>
                  <a:pt x="284" y="159"/>
                </a:lnTo>
                <a:lnTo>
                  <a:pt x="285" y="159"/>
                </a:lnTo>
                <a:lnTo>
                  <a:pt x="285" y="158"/>
                </a:lnTo>
                <a:lnTo>
                  <a:pt x="285" y="156"/>
                </a:lnTo>
                <a:lnTo>
                  <a:pt x="284" y="153"/>
                </a:lnTo>
                <a:lnTo>
                  <a:pt x="284" y="150"/>
                </a:lnTo>
                <a:lnTo>
                  <a:pt x="283" y="149"/>
                </a:lnTo>
                <a:lnTo>
                  <a:pt x="282" y="149"/>
                </a:lnTo>
                <a:lnTo>
                  <a:pt x="281" y="148"/>
                </a:lnTo>
                <a:lnTo>
                  <a:pt x="281" y="149"/>
                </a:lnTo>
                <a:lnTo>
                  <a:pt x="281" y="150"/>
                </a:lnTo>
                <a:lnTo>
                  <a:pt x="280" y="150"/>
                </a:lnTo>
                <a:lnTo>
                  <a:pt x="279" y="149"/>
                </a:lnTo>
                <a:lnTo>
                  <a:pt x="279" y="148"/>
                </a:lnTo>
                <a:lnTo>
                  <a:pt x="278" y="147"/>
                </a:lnTo>
                <a:lnTo>
                  <a:pt x="277" y="147"/>
                </a:lnTo>
                <a:lnTo>
                  <a:pt x="276" y="146"/>
                </a:lnTo>
                <a:lnTo>
                  <a:pt x="276" y="145"/>
                </a:lnTo>
                <a:lnTo>
                  <a:pt x="276" y="145"/>
                </a:lnTo>
                <a:lnTo>
                  <a:pt x="275" y="147"/>
                </a:lnTo>
                <a:lnTo>
                  <a:pt x="274" y="146"/>
                </a:lnTo>
                <a:lnTo>
                  <a:pt x="273" y="146"/>
                </a:lnTo>
                <a:lnTo>
                  <a:pt x="273" y="146"/>
                </a:lnTo>
                <a:lnTo>
                  <a:pt x="272" y="145"/>
                </a:lnTo>
                <a:lnTo>
                  <a:pt x="272" y="145"/>
                </a:lnTo>
                <a:lnTo>
                  <a:pt x="272" y="144"/>
                </a:lnTo>
                <a:lnTo>
                  <a:pt x="271" y="145"/>
                </a:lnTo>
                <a:lnTo>
                  <a:pt x="271" y="144"/>
                </a:lnTo>
                <a:lnTo>
                  <a:pt x="270" y="143"/>
                </a:lnTo>
                <a:lnTo>
                  <a:pt x="266" y="141"/>
                </a:lnTo>
                <a:lnTo>
                  <a:pt x="266" y="141"/>
                </a:lnTo>
                <a:lnTo>
                  <a:pt x="265" y="141"/>
                </a:lnTo>
                <a:lnTo>
                  <a:pt x="264" y="141"/>
                </a:lnTo>
                <a:lnTo>
                  <a:pt x="264" y="140"/>
                </a:lnTo>
                <a:lnTo>
                  <a:pt x="263" y="139"/>
                </a:lnTo>
                <a:lnTo>
                  <a:pt x="261" y="139"/>
                </a:lnTo>
                <a:lnTo>
                  <a:pt x="260" y="139"/>
                </a:lnTo>
                <a:lnTo>
                  <a:pt x="260" y="139"/>
                </a:lnTo>
                <a:lnTo>
                  <a:pt x="259" y="135"/>
                </a:lnTo>
                <a:lnTo>
                  <a:pt x="258" y="135"/>
                </a:lnTo>
                <a:lnTo>
                  <a:pt x="257" y="134"/>
                </a:lnTo>
                <a:lnTo>
                  <a:pt x="256" y="135"/>
                </a:lnTo>
                <a:lnTo>
                  <a:pt x="254" y="134"/>
                </a:lnTo>
                <a:lnTo>
                  <a:pt x="254" y="135"/>
                </a:lnTo>
                <a:lnTo>
                  <a:pt x="254" y="135"/>
                </a:lnTo>
                <a:lnTo>
                  <a:pt x="252" y="134"/>
                </a:lnTo>
                <a:lnTo>
                  <a:pt x="252" y="135"/>
                </a:lnTo>
                <a:lnTo>
                  <a:pt x="252" y="135"/>
                </a:lnTo>
                <a:lnTo>
                  <a:pt x="250" y="134"/>
                </a:lnTo>
                <a:lnTo>
                  <a:pt x="250" y="135"/>
                </a:lnTo>
                <a:lnTo>
                  <a:pt x="250" y="135"/>
                </a:lnTo>
                <a:lnTo>
                  <a:pt x="249" y="135"/>
                </a:lnTo>
                <a:lnTo>
                  <a:pt x="248" y="134"/>
                </a:lnTo>
                <a:lnTo>
                  <a:pt x="248" y="135"/>
                </a:lnTo>
                <a:lnTo>
                  <a:pt x="247" y="134"/>
                </a:lnTo>
                <a:lnTo>
                  <a:pt x="247" y="134"/>
                </a:lnTo>
                <a:lnTo>
                  <a:pt x="248" y="137"/>
                </a:lnTo>
                <a:lnTo>
                  <a:pt x="248" y="138"/>
                </a:lnTo>
                <a:lnTo>
                  <a:pt x="247" y="138"/>
                </a:lnTo>
                <a:lnTo>
                  <a:pt x="247" y="139"/>
                </a:lnTo>
                <a:lnTo>
                  <a:pt x="246" y="138"/>
                </a:lnTo>
                <a:lnTo>
                  <a:pt x="246" y="139"/>
                </a:lnTo>
                <a:lnTo>
                  <a:pt x="247" y="139"/>
                </a:lnTo>
                <a:lnTo>
                  <a:pt x="247" y="140"/>
                </a:lnTo>
                <a:lnTo>
                  <a:pt x="247" y="140"/>
                </a:lnTo>
                <a:lnTo>
                  <a:pt x="248" y="141"/>
                </a:lnTo>
                <a:lnTo>
                  <a:pt x="247" y="143"/>
                </a:lnTo>
                <a:lnTo>
                  <a:pt x="248" y="144"/>
                </a:lnTo>
                <a:lnTo>
                  <a:pt x="247" y="143"/>
                </a:lnTo>
                <a:lnTo>
                  <a:pt x="245" y="144"/>
                </a:lnTo>
                <a:lnTo>
                  <a:pt x="246" y="144"/>
                </a:lnTo>
                <a:lnTo>
                  <a:pt x="245" y="145"/>
                </a:lnTo>
                <a:lnTo>
                  <a:pt x="245" y="146"/>
                </a:lnTo>
                <a:lnTo>
                  <a:pt x="244" y="146"/>
                </a:lnTo>
                <a:lnTo>
                  <a:pt x="245" y="147"/>
                </a:lnTo>
                <a:lnTo>
                  <a:pt x="244" y="147"/>
                </a:lnTo>
                <a:lnTo>
                  <a:pt x="243" y="147"/>
                </a:lnTo>
                <a:lnTo>
                  <a:pt x="243" y="148"/>
                </a:lnTo>
                <a:lnTo>
                  <a:pt x="243" y="147"/>
                </a:lnTo>
                <a:lnTo>
                  <a:pt x="243" y="148"/>
                </a:lnTo>
                <a:lnTo>
                  <a:pt x="246" y="149"/>
                </a:lnTo>
                <a:lnTo>
                  <a:pt x="245" y="151"/>
                </a:lnTo>
                <a:lnTo>
                  <a:pt x="245" y="152"/>
                </a:lnTo>
                <a:lnTo>
                  <a:pt x="245" y="153"/>
                </a:lnTo>
                <a:lnTo>
                  <a:pt x="245" y="153"/>
                </a:lnTo>
                <a:lnTo>
                  <a:pt x="246" y="154"/>
                </a:lnTo>
                <a:lnTo>
                  <a:pt x="246" y="154"/>
                </a:lnTo>
                <a:lnTo>
                  <a:pt x="248" y="154"/>
                </a:lnTo>
                <a:lnTo>
                  <a:pt x="249" y="154"/>
                </a:lnTo>
                <a:lnTo>
                  <a:pt x="249" y="155"/>
                </a:lnTo>
                <a:lnTo>
                  <a:pt x="250" y="155"/>
                </a:lnTo>
                <a:lnTo>
                  <a:pt x="251" y="155"/>
                </a:lnTo>
                <a:lnTo>
                  <a:pt x="254" y="158"/>
                </a:lnTo>
                <a:lnTo>
                  <a:pt x="253" y="160"/>
                </a:lnTo>
                <a:lnTo>
                  <a:pt x="254" y="160"/>
                </a:lnTo>
                <a:lnTo>
                  <a:pt x="253" y="161"/>
                </a:lnTo>
                <a:lnTo>
                  <a:pt x="253" y="161"/>
                </a:lnTo>
                <a:lnTo>
                  <a:pt x="253" y="162"/>
                </a:lnTo>
                <a:lnTo>
                  <a:pt x="253" y="162"/>
                </a:lnTo>
                <a:lnTo>
                  <a:pt x="252" y="163"/>
                </a:lnTo>
                <a:lnTo>
                  <a:pt x="253" y="164"/>
                </a:lnTo>
                <a:lnTo>
                  <a:pt x="253" y="166"/>
                </a:lnTo>
                <a:lnTo>
                  <a:pt x="252" y="165"/>
                </a:lnTo>
                <a:lnTo>
                  <a:pt x="252" y="166"/>
                </a:lnTo>
                <a:lnTo>
                  <a:pt x="251" y="166"/>
                </a:lnTo>
                <a:lnTo>
                  <a:pt x="251" y="167"/>
                </a:lnTo>
                <a:lnTo>
                  <a:pt x="250" y="166"/>
                </a:lnTo>
                <a:lnTo>
                  <a:pt x="250" y="167"/>
                </a:lnTo>
                <a:lnTo>
                  <a:pt x="249" y="166"/>
                </a:lnTo>
                <a:lnTo>
                  <a:pt x="248" y="167"/>
                </a:lnTo>
                <a:lnTo>
                  <a:pt x="248" y="167"/>
                </a:lnTo>
                <a:lnTo>
                  <a:pt x="248" y="166"/>
                </a:lnTo>
                <a:lnTo>
                  <a:pt x="247" y="166"/>
                </a:lnTo>
                <a:lnTo>
                  <a:pt x="247" y="166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118996" y="3461409"/>
            <a:ext cx="1590424" cy="1141514"/>
          </a:xfrm>
          <a:custGeom>
            <a:avLst/>
            <a:gdLst/>
            <a:ahLst/>
            <a:cxnLst/>
            <a:rect l="l" t="t" r="r" b="b"/>
            <a:pathLst>
              <a:path w="248" h="178">
                <a:moveTo>
                  <a:pt x="243" y="77"/>
                </a:moveTo>
                <a:lnTo>
                  <a:pt x="243" y="74"/>
                </a:lnTo>
                <a:lnTo>
                  <a:pt x="243" y="74"/>
                </a:lnTo>
                <a:lnTo>
                  <a:pt x="242" y="72"/>
                </a:lnTo>
                <a:lnTo>
                  <a:pt x="242" y="72"/>
                </a:lnTo>
                <a:lnTo>
                  <a:pt x="242" y="71"/>
                </a:lnTo>
                <a:lnTo>
                  <a:pt x="242" y="71"/>
                </a:lnTo>
                <a:lnTo>
                  <a:pt x="240" y="70"/>
                </a:lnTo>
                <a:lnTo>
                  <a:pt x="240" y="69"/>
                </a:lnTo>
                <a:lnTo>
                  <a:pt x="240" y="68"/>
                </a:lnTo>
                <a:lnTo>
                  <a:pt x="240" y="68"/>
                </a:lnTo>
                <a:lnTo>
                  <a:pt x="241" y="67"/>
                </a:lnTo>
                <a:lnTo>
                  <a:pt x="242" y="67"/>
                </a:lnTo>
                <a:lnTo>
                  <a:pt x="240" y="65"/>
                </a:lnTo>
                <a:lnTo>
                  <a:pt x="239" y="65"/>
                </a:lnTo>
                <a:lnTo>
                  <a:pt x="239" y="64"/>
                </a:lnTo>
                <a:lnTo>
                  <a:pt x="237" y="63"/>
                </a:lnTo>
                <a:lnTo>
                  <a:pt x="238" y="62"/>
                </a:lnTo>
                <a:lnTo>
                  <a:pt x="238" y="60"/>
                </a:lnTo>
                <a:lnTo>
                  <a:pt x="239" y="60"/>
                </a:lnTo>
                <a:lnTo>
                  <a:pt x="241" y="60"/>
                </a:lnTo>
                <a:lnTo>
                  <a:pt x="240" y="58"/>
                </a:lnTo>
                <a:lnTo>
                  <a:pt x="238" y="57"/>
                </a:lnTo>
                <a:lnTo>
                  <a:pt x="237" y="55"/>
                </a:lnTo>
                <a:lnTo>
                  <a:pt x="237" y="55"/>
                </a:lnTo>
                <a:lnTo>
                  <a:pt x="235" y="53"/>
                </a:lnTo>
                <a:lnTo>
                  <a:pt x="235" y="53"/>
                </a:lnTo>
                <a:lnTo>
                  <a:pt x="233" y="52"/>
                </a:lnTo>
                <a:lnTo>
                  <a:pt x="232" y="51"/>
                </a:lnTo>
                <a:lnTo>
                  <a:pt x="231" y="51"/>
                </a:lnTo>
                <a:lnTo>
                  <a:pt x="232" y="49"/>
                </a:lnTo>
                <a:lnTo>
                  <a:pt x="230" y="47"/>
                </a:lnTo>
                <a:lnTo>
                  <a:pt x="230" y="47"/>
                </a:lnTo>
                <a:lnTo>
                  <a:pt x="230" y="46"/>
                </a:lnTo>
                <a:lnTo>
                  <a:pt x="230" y="45"/>
                </a:lnTo>
                <a:lnTo>
                  <a:pt x="229" y="45"/>
                </a:lnTo>
                <a:lnTo>
                  <a:pt x="226" y="47"/>
                </a:lnTo>
                <a:lnTo>
                  <a:pt x="226" y="46"/>
                </a:lnTo>
                <a:lnTo>
                  <a:pt x="224" y="45"/>
                </a:lnTo>
                <a:lnTo>
                  <a:pt x="224" y="44"/>
                </a:lnTo>
                <a:lnTo>
                  <a:pt x="223" y="43"/>
                </a:lnTo>
                <a:lnTo>
                  <a:pt x="220" y="42"/>
                </a:lnTo>
                <a:lnTo>
                  <a:pt x="219" y="43"/>
                </a:lnTo>
                <a:lnTo>
                  <a:pt x="218" y="43"/>
                </a:lnTo>
                <a:lnTo>
                  <a:pt x="217" y="42"/>
                </a:lnTo>
                <a:lnTo>
                  <a:pt x="216" y="42"/>
                </a:lnTo>
                <a:lnTo>
                  <a:pt x="215" y="41"/>
                </a:lnTo>
                <a:lnTo>
                  <a:pt x="214" y="40"/>
                </a:lnTo>
                <a:lnTo>
                  <a:pt x="214" y="40"/>
                </a:lnTo>
                <a:lnTo>
                  <a:pt x="212" y="38"/>
                </a:lnTo>
                <a:lnTo>
                  <a:pt x="211" y="38"/>
                </a:lnTo>
                <a:lnTo>
                  <a:pt x="210" y="38"/>
                </a:lnTo>
                <a:lnTo>
                  <a:pt x="210" y="37"/>
                </a:lnTo>
                <a:lnTo>
                  <a:pt x="211" y="36"/>
                </a:lnTo>
                <a:lnTo>
                  <a:pt x="211" y="35"/>
                </a:lnTo>
                <a:lnTo>
                  <a:pt x="211" y="35"/>
                </a:lnTo>
                <a:lnTo>
                  <a:pt x="211" y="34"/>
                </a:lnTo>
                <a:lnTo>
                  <a:pt x="210" y="35"/>
                </a:lnTo>
                <a:lnTo>
                  <a:pt x="209" y="35"/>
                </a:lnTo>
                <a:lnTo>
                  <a:pt x="208" y="33"/>
                </a:lnTo>
                <a:lnTo>
                  <a:pt x="207" y="32"/>
                </a:lnTo>
                <a:lnTo>
                  <a:pt x="206" y="32"/>
                </a:lnTo>
                <a:lnTo>
                  <a:pt x="205" y="32"/>
                </a:lnTo>
                <a:lnTo>
                  <a:pt x="204" y="32"/>
                </a:lnTo>
                <a:lnTo>
                  <a:pt x="203" y="31"/>
                </a:lnTo>
                <a:lnTo>
                  <a:pt x="203" y="32"/>
                </a:lnTo>
                <a:lnTo>
                  <a:pt x="203" y="32"/>
                </a:lnTo>
                <a:lnTo>
                  <a:pt x="202" y="31"/>
                </a:lnTo>
                <a:lnTo>
                  <a:pt x="202" y="31"/>
                </a:lnTo>
                <a:lnTo>
                  <a:pt x="201" y="30"/>
                </a:lnTo>
                <a:lnTo>
                  <a:pt x="201" y="30"/>
                </a:lnTo>
                <a:lnTo>
                  <a:pt x="200" y="29"/>
                </a:lnTo>
                <a:lnTo>
                  <a:pt x="200" y="29"/>
                </a:lnTo>
                <a:lnTo>
                  <a:pt x="199" y="28"/>
                </a:lnTo>
                <a:lnTo>
                  <a:pt x="198" y="27"/>
                </a:lnTo>
                <a:lnTo>
                  <a:pt x="197" y="26"/>
                </a:lnTo>
                <a:lnTo>
                  <a:pt x="197" y="26"/>
                </a:lnTo>
                <a:lnTo>
                  <a:pt x="196" y="26"/>
                </a:lnTo>
                <a:lnTo>
                  <a:pt x="196" y="26"/>
                </a:lnTo>
                <a:lnTo>
                  <a:pt x="195" y="27"/>
                </a:lnTo>
                <a:lnTo>
                  <a:pt x="196" y="28"/>
                </a:lnTo>
                <a:lnTo>
                  <a:pt x="197" y="28"/>
                </a:lnTo>
                <a:lnTo>
                  <a:pt x="197" y="30"/>
                </a:lnTo>
                <a:lnTo>
                  <a:pt x="198" y="30"/>
                </a:lnTo>
                <a:lnTo>
                  <a:pt x="198" y="33"/>
                </a:lnTo>
                <a:lnTo>
                  <a:pt x="197" y="32"/>
                </a:lnTo>
                <a:lnTo>
                  <a:pt x="196" y="31"/>
                </a:lnTo>
                <a:lnTo>
                  <a:pt x="189" y="27"/>
                </a:lnTo>
                <a:lnTo>
                  <a:pt x="187" y="25"/>
                </a:lnTo>
                <a:lnTo>
                  <a:pt x="187" y="23"/>
                </a:lnTo>
                <a:lnTo>
                  <a:pt x="186" y="23"/>
                </a:lnTo>
                <a:lnTo>
                  <a:pt x="184" y="21"/>
                </a:lnTo>
                <a:lnTo>
                  <a:pt x="182" y="19"/>
                </a:lnTo>
                <a:lnTo>
                  <a:pt x="180" y="16"/>
                </a:lnTo>
                <a:lnTo>
                  <a:pt x="180" y="15"/>
                </a:lnTo>
                <a:lnTo>
                  <a:pt x="179" y="14"/>
                </a:lnTo>
                <a:lnTo>
                  <a:pt x="178" y="14"/>
                </a:lnTo>
                <a:lnTo>
                  <a:pt x="177" y="13"/>
                </a:lnTo>
                <a:lnTo>
                  <a:pt x="175" y="12"/>
                </a:lnTo>
                <a:lnTo>
                  <a:pt x="175" y="12"/>
                </a:lnTo>
                <a:lnTo>
                  <a:pt x="174" y="12"/>
                </a:lnTo>
                <a:lnTo>
                  <a:pt x="173" y="14"/>
                </a:lnTo>
                <a:lnTo>
                  <a:pt x="172" y="14"/>
                </a:lnTo>
                <a:lnTo>
                  <a:pt x="172" y="14"/>
                </a:lnTo>
                <a:lnTo>
                  <a:pt x="171" y="15"/>
                </a:lnTo>
                <a:lnTo>
                  <a:pt x="170" y="14"/>
                </a:lnTo>
                <a:lnTo>
                  <a:pt x="169" y="14"/>
                </a:lnTo>
                <a:lnTo>
                  <a:pt x="168" y="12"/>
                </a:lnTo>
                <a:lnTo>
                  <a:pt x="167" y="12"/>
                </a:lnTo>
                <a:lnTo>
                  <a:pt x="166" y="12"/>
                </a:lnTo>
                <a:lnTo>
                  <a:pt x="166" y="14"/>
                </a:lnTo>
                <a:lnTo>
                  <a:pt x="165" y="15"/>
                </a:lnTo>
                <a:lnTo>
                  <a:pt x="165" y="16"/>
                </a:lnTo>
                <a:lnTo>
                  <a:pt x="162" y="18"/>
                </a:lnTo>
                <a:lnTo>
                  <a:pt x="161" y="16"/>
                </a:lnTo>
                <a:lnTo>
                  <a:pt x="156" y="13"/>
                </a:lnTo>
                <a:lnTo>
                  <a:pt x="156" y="12"/>
                </a:lnTo>
                <a:lnTo>
                  <a:pt x="153" y="10"/>
                </a:lnTo>
                <a:lnTo>
                  <a:pt x="152" y="9"/>
                </a:lnTo>
                <a:lnTo>
                  <a:pt x="151" y="9"/>
                </a:lnTo>
                <a:lnTo>
                  <a:pt x="151" y="9"/>
                </a:lnTo>
                <a:lnTo>
                  <a:pt x="150" y="8"/>
                </a:lnTo>
                <a:lnTo>
                  <a:pt x="147" y="7"/>
                </a:lnTo>
                <a:lnTo>
                  <a:pt x="144" y="7"/>
                </a:lnTo>
                <a:lnTo>
                  <a:pt x="144" y="8"/>
                </a:lnTo>
                <a:lnTo>
                  <a:pt x="144" y="9"/>
                </a:lnTo>
                <a:lnTo>
                  <a:pt x="143" y="13"/>
                </a:lnTo>
                <a:lnTo>
                  <a:pt x="143" y="14"/>
                </a:lnTo>
                <a:lnTo>
                  <a:pt x="143" y="16"/>
                </a:lnTo>
                <a:lnTo>
                  <a:pt x="144" y="17"/>
                </a:lnTo>
                <a:lnTo>
                  <a:pt x="144" y="17"/>
                </a:lnTo>
                <a:lnTo>
                  <a:pt x="144" y="18"/>
                </a:lnTo>
                <a:lnTo>
                  <a:pt x="144" y="19"/>
                </a:lnTo>
                <a:lnTo>
                  <a:pt x="144" y="21"/>
                </a:lnTo>
                <a:lnTo>
                  <a:pt x="142" y="21"/>
                </a:lnTo>
                <a:lnTo>
                  <a:pt x="140" y="20"/>
                </a:lnTo>
                <a:lnTo>
                  <a:pt x="140" y="21"/>
                </a:lnTo>
                <a:lnTo>
                  <a:pt x="139" y="21"/>
                </a:lnTo>
                <a:lnTo>
                  <a:pt x="140" y="22"/>
                </a:lnTo>
                <a:lnTo>
                  <a:pt x="139" y="22"/>
                </a:lnTo>
                <a:lnTo>
                  <a:pt x="138" y="22"/>
                </a:lnTo>
                <a:lnTo>
                  <a:pt x="137" y="23"/>
                </a:lnTo>
                <a:lnTo>
                  <a:pt x="138" y="23"/>
                </a:lnTo>
                <a:lnTo>
                  <a:pt x="138" y="24"/>
                </a:lnTo>
                <a:lnTo>
                  <a:pt x="136" y="25"/>
                </a:lnTo>
                <a:lnTo>
                  <a:pt x="137" y="28"/>
                </a:lnTo>
                <a:lnTo>
                  <a:pt x="133" y="27"/>
                </a:lnTo>
                <a:lnTo>
                  <a:pt x="132" y="27"/>
                </a:lnTo>
                <a:lnTo>
                  <a:pt x="131" y="27"/>
                </a:lnTo>
                <a:lnTo>
                  <a:pt x="130" y="29"/>
                </a:lnTo>
                <a:lnTo>
                  <a:pt x="130" y="29"/>
                </a:lnTo>
                <a:lnTo>
                  <a:pt x="130" y="30"/>
                </a:lnTo>
                <a:lnTo>
                  <a:pt x="129" y="29"/>
                </a:lnTo>
                <a:lnTo>
                  <a:pt x="129" y="29"/>
                </a:lnTo>
                <a:lnTo>
                  <a:pt x="127" y="28"/>
                </a:lnTo>
                <a:lnTo>
                  <a:pt x="126" y="29"/>
                </a:lnTo>
                <a:lnTo>
                  <a:pt x="124" y="27"/>
                </a:lnTo>
                <a:lnTo>
                  <a:pt x="123" y="26"/>
                </a:lnTo>
                <a:lnTo>
                  <a:pt x="123" y="26"/>
                </a:lnTo>
                <a:lnTo>
                  <a:pt x="122" y="24"/>
                </a:lnTo>
                <a:lnTo>
                  <a:pt x="121" y="24"/>
                </a:lnTo>
                <a:lnTo>
                  <a:pt x="120" y="23"/>
                </a:lnTo>
                <a:lnTo>
                  <a:pt x="117" y="25"/>
                </a:lnTo>
                <a:lnTo>
                  <a:pt x="116" y="25"/>
                </a:lnTo>
                <a:lnTo>
                  <a:pt x="116" y="25"/>
                </a:lnTo>
                <a:lnTo>
                  <a:pt x="116" y="25"/>
                </a:lnTo>
                <a:lnTo>
                  <a:pt x="115" y="25"/>
                </a:lnTo>
                <a:lnTo>
                  <a:pt x="113" y="24"/>
                </a:lnTo>
                <a:lnTo>
                  <a:pt x="112" y="24"/>
                </a:lnTo>
                <a:lnTo>
                  <a:pt x="112" y="24"/>
                </a:lnTo>
                <a:lnTo>
                  <a:pt x="111" y="23"/>
                </a:lnTo>
                <a:lnTo>
                  <a:pt x="110" y="22"/>
                </a:lnTo>
                <a:lnTo>
                  <a:pt x="109" y="22"/>
                </a:lnTo>
                <a:lnTo>
                  <a:pt x="108" y="21"/>
                </a:lnTo>
                <a:lnTo>
                  <a:pt x="106" y="21"/>
                </a:lnTo>
                <a:lnTo>
                  <a:pt x="106" y="22"/>
                </a:lnTo>
                <a:lnTo>
                  <a:pt x="102" y="21"/>
                </a:lnTo>
                <a:lnTo>
                  <a:pt x="100" y="22"/>
                </a:lnTo>
                <a:lnTo>
                  <a:pt x="100" y="22"/>
                </a:lnTo>
                <a:lnTo>
                  <a:pt x="100" y="20"/>
                </a:lnTo>
                <a:lnTo>
                  <a:pt x="98" y="12"/>
                </a:lnTo>
                <a:lnTo>
                  <a:pt x="90" y="12"/>
                </a:lnTo>
                <a:lnTo>
                  <a:pt x="88" y="12"/>
                </a:lnTo>
                <a:lnTo>
                  <a:pt x="88" y="10"/>
                </a:lnTo>
                <a:lnTo>
                  <a:pt x="90" y="10"/>
                </a:lnTo>
                <a:lnTo>
                  <a:pt x="90" y="9"/>
                </a:lnTo>
                <a:lnTo>
                  <a:pt x="89" y="9"/>
                </a:lnTo>
                <a:lnTo>
                  <a:pt x="87" y="7"/>
                </a:lnTo>
                <a:lnTo>
                  <a:pt x="79" y="7"/>
                </a:lnTo>
                <a:lnTo>
                  <a:pt x="78" y="6"/>
                </a:lnTo>
                <a:lnTo>
                  <a:pt x="79" y="4"/>
                </a:lnTo>
                <a:lnTo>
                  <a:pt x="78" y="2"/>
                </a:lnTo>
                <a:lnTo>
                  <a:pt x="78" y="1"/>
                </a:lnTo>
                <a:lnTo>
                  <a:pt x="77" y="0"/>
                </a:lnTo>
                <a:lnTo>
                  <a:pt x="76" y="1"/>
                </a:lnTo>
                <a:lnTo>
                  <a:pt x="75" y="1"/>
                </a:lnTo>
                <a:lnTo>
                  <a:pt x="74" y="0"/>
                </a:lnTo>
                <a:lnTo>
                  <a:pt x="73" y="1"/>
                </a:lnTo>
                <a:lnTo>
                  <a:pt x="68" y="1"/>
                </a:lnTo>
                <a:lnTo>
                  <a:pt x="67" y="1"/>
                </a:lnTo>
                <a:lnTo>
                  <a:pt x="66" y="2"/>
                </a:lnTo>
                <a:lnTo>
                  <a:pt x="65" y="2"/>
                </a:lnTo>
                <a:lnTo>
                  <a:pt x="65" y="3"/>
                </a:lnTo>
                <a:lnTo>
                  <a:pt x="64" y="3"/>
                </a:lnTo>
                <a:lnTo>
                  <a:pt x="62" y="3"/>
                </a:lnTo>
                <a:lnTo>
                  <a:pt x="61" y="3"/>
                </a:lnTo>
                <a:lnTo>
                  <a:pt x="57" y="4"/>
                </a:lnTo>
                <a:lnTo>
                  <a:pt x="55" y="4"/>
                </a:lnTo>
                <a:lnTo>
                  <a:pt x="55" y="4"/>
                </a:lnTo>
                <a:lnTo>
                  <a:pt x="48" y="5"/>
                </a:lnTo>
                <a:lnTo>
                  <a:pt x="45" y="6"/>
                </a:lnTo>
                <a:lnTo>
                  <a:pt x="44" y="6"/>
                </a:lnTo>
                <a:lnTo>
                  <a:pt x="35" y="7"/>
                </a:lnTo>
                <a:lnTo>
                  <a:pt x="34" y="6"/>
                </a:lnTo>
                <a:lnTo>
                  <a:pt x="33" y="6"/>
                </a:lnTo>
                <a:lnTo>
                  <a:pt x="33" y="7"/>
                </a:lnTo>
                <a:lnTo>
                  <a:pt x="33" y="8"/>
                </a:lnTo>
                <a:lnTo>
                  <a:pt x="33" y="8"/>
                </a:lnTo>
                <a:lnTo>
                  <a:pt x="30" y="8"/>
                </a:lnTo>
                <a:lnTo>
                  <a:pt x="30" y="9"/>
                </a:lnTo>
                <a:lnTo>
                  <a:pt x="29" y="10"/>
                </a:lnTo>
                <a:lnTo>
                  <a:pt x="24" y="9"/>
                </a:lnTo>
                <a:lnTo>
                  <a:pt x="24" y="9"/>
                </a:lnTo>
                <a:lnTo>
                  <a:pt x="23" y="11"/>
                </a:lnTo>
                <a:lnTo>
                  <a:pt x="24" y="11"/>
                </a:lnTo>
                <a:lnTo>
                  <a:pt x="25" y="11"/>
                </a:lnTo>
                <a:lnTo>
                  <a:pt x="24" y="12"/>
                </a:lnTo>
                <a:lnTo>
                  <a:pt x="26" y="15"/>
                </a:lnTo>
                <a:lnTo>
                  <a:pt x="27" y="15"/>
                </a:lnTo>
                <a:lnTo>
                  <a:pt x="27" y="14"/>
                </a:lnTo>
                <a:lnTo>
                  <a:pt x="30" y="14"/>
                </a:lnTo>
                <a:lnTo>
                  <a:pt x="30" y="16"/>
                </a:lnTo>
                <a:lnTo>
                  <a:pt x="28" y="27"/>
                </a:lnTo>
                <a:lnTo>
                  <a:pt x="32" y="30"/>
                </a:lnTo>
                <a:lnTo>
                  <a:pt x="34" y="32"/>
                </a:lnTo>
                <a:lnTo>
                  <a:pt x="34" y="33"/>
                </a:lnTo>
                <a:lnTo>
                  <a:pt x="34" y="33"/>
                </a:lnTo>
                <a:lnTo>
                  <a:pt x="35" y="34"/>
                </a:lnTo>
                <a:lnTo>
                  <a:pt x="36" y="34"/>
                </a:lnTo>
                <a:lnTo>
                  <a:pt x="37" y="34"/>
                </a:lnTo>
                <a:lnTo>
                  <a:pt x="37" y="35"/>
                </a:lnTo>
                <a:lnTo>
                  <a:pt x="38" y="38"/>
                </a:lnTo>
                <a:lnTo>
                  <a:pt x="38" y="39"/>
                </a:lnTo>
                <a:lnTo>
                  <a:pt x="38" y="41"/>
                </a:lnTo>
                <a:lnTo>
                  <a:pt x="40" y="42"/>
                </a:lnTo>
                <a:lnTo>
                  <a:pt x="40" y="45"/>
                </a:lnTo>
                <a:lnTo>
                  <a:pt x="37" y="45"/>
                </a:lnTo>
                <a:lnTo>
                  <a:pt x="37" y="45"/>
                </a:lnTo>
                <a:lnTo>
                  <a:pt x="36" y="46"/>
                </a:lnTo>
                <a:lnTo>
                  <a:pt x="35" y="46"/>
                </a:lnTo>
                <a:lnTo>
                  <a:pt x="35" y="47"/>
                </a:lnTo>
                <a:lnTo>
                  <a:pt x="34" y="47"/>
                </a:lnTo>
                <a:lnTo>
                  <a:pt x="31" y="46"/>
                </a:lnTo>
                <a:lnTo>
                  <a:pt x="29" y="48"/>
                </a:lnTo>
                <a:lnTo>
                  <a:pt x="29" y="48"/>
                </a:lnTo>
                <a:lnTo>
                  <a:pt x="29" y="50"/>
                </a:lnTo>
                <a:lnTo>
                  <a:pt x="29" y="51"/>
                </a:lnTo>
                <a:lnTo>
                  <a:pt x="28" y="51"/>
                </a:lnTo>
                <a:lnTo>
                  <a:pt x="28" y="52"/>
                </a:lnTo>
                <a:lnTo>
                  <a:pt x="28" y="52"/>
                </a:lnTo>
                <a:lnTo>
                  <a:pt x="28" y="53"/>
                </a:lnTo>
                <a:lnTo>
                  <a:pt x="28" y="54"/>
                </a:lnTo>
                <a:lnTo>
                  <a:pt x="30" y="54"/>
                </a:lnTo>
                <a:lnTo>
                  <a:pt x="30" y="54"/>
                </a:lnTo>
                <a:lnTo>
                  <a:pt x="31" y="55"/>
                </a:lnTo>
                <a:lnTo>
                  <a:pt x="33" y="56"/>
                </a:lnTo>
                <a:lnTo>
                  <a:pt x="33" y="58"/>
                </a:lnTo>
                <a:lnTo>
                  <a:pt x="33" y="58"/>
                </a:lnTo>
                <a:lnTo>
                  <a:pt x="32" y="60"/>
                </a:lnTo>
                <a:lnTo>
                  <a:pt x="33" y="61"/>
                </a:lnTo>
                <a:lnTo>
                  <a:pt x="33" y="62"/>
                </a:lnTo>
                <a:lnTo>
                  <a:pt x="33" y="63"/>
                </a:lnTo>
                <a:lnTo>
                  <a:pt x="33" y="64"/>
                </a:lnTo>
                <a:lnTo>
                  <a:pt x="34" y="65"/>
                </a:lnTo>
                <a:lnTo>
                  <a:pt x="33" y="66"/>
                </a:lnTo>
                <a:lnTo>
                  <a:pt x="31" y="65"/>
                </a:lnTo>
                <a:lnTo>
                  <a:pt x="30" y="67"/>
                </a:lnTo>
                <a:lnTo>
                  <a:pt x="28" y="67"/>
                </a:lnTo>
                <a:lnTo>
                  <a:pt x="27" y="65"/>
                </a:lnTo>
                <a:lnTo>
                  <a:pt x="25" y="64"/>
                </a:lnTo>
                <a:lnTo>
                  <a:pt x="24" y="64"/>
                </a:lnTo>
                <a:lnTo>
                  <a:pt x="23" y="63"/>
                </a:lnTo>
                <a:lnTo>
                  <a:pt x="21" y="63"/>
                </a:lnTo>
                <a:lnTo>
                  <a:pt x="18" y="62"/>
                </a:lnTo>
                <a:lnTo>
                  <a:pt x="16" y="61"/>
                </a:lnTo>
                <a:lnTo>
                  <a:pt x="17" y="60"/>
                </a:lnTo>
                <a:lnTo>
                  <a:pt x="14" y="59"/>
                </a:lnTo>
                <a:lnTo>
                  <a:pt x="15" y="59"/>
                </a:lnTo>
                <a:lnTo>
                  <a:pt x="14" y="60"/>
                </a:lnTo>
                <a:lnTo>
                  <a:pt x="14" y="61"/>
                </a:lnTo>
                <a:lnTo>
                  <a:pt x="13" y="62"/>
                </a:lnTo>
                <a:lnTo>
                  <a:pt x="12" y="63"/>
                </a:lnTo>
                <a:lnTo>
                  <a:pt x="9" y="63"/>
                </a:lnTo>
                <a:lnTo>
                  <a:pt x="8" y="62"/>
                </a:lnTo>
                <a:lnTo>
                  <a:pt x="6" y="63"/>
                </a:lnTo>
                <a:lnTo>
                  <a:pt x="4" y="63"/>
                </a:lnTo>
                <a:lnTo>
                  <a:pt x="3" y="62"/>
                </a:lnTo>
                <a:lnTo>
                  <a:pt x="3" y="63"/>
                </a:lnTo>
                <a:lnTo>
                  <a:pt x="3" y="64"/>
                </a:lnTo>
                <a:lnTo>
                  <a:pt x="3" y="65"/>
                </a:lnTo>
                <a:lnTo>
                  <a:pt x="5" y="67"/>
                </a:lnTo>
                <a:lnTo>
                  <a:pt x="5" y="67"/>
                </a:lnTo>
                <a:lnTo>
                  <a:pt x="9" y="67"/>
                </a:lnTo>
                <a:lnTo>
                  <a:pt x="9" y="68"/>
                </a:lnTo>
                <a:lnTo>
                  <a:pt x="8" y="69"/>
                </a:lnTo>
                <a:lnTo>
                  <a:pt x="8" y="69"/>
                </a:lnTo>
                <a:lnTo>
                  <a:pt x="8" y="70"/>
                </a:lnTo>
                <a:lnTo>
                  <a:pt x="7" y="72"/>
                </a:lnTo>
                <a:lnTo>
                  <a:pt x="7" y="72"/>
                </a:lnTo>
                <a:lnTo>
                  <a:pt x="8" y="73"/>
                </a:lnTo>
                <a:lnTo>
                  <a:pt x="7" y="74"/>
                </a:lnTo>
                <a:lnTo>
                  <a:pt x="7" y="74"/>
                </a:lnTo>
                <a:lnTo>
                  <a:pt x="6" y="74"/>
                </a:lnTo>
                <a:lnTo>
                  <a:pt x="6" y="75"/>
                </a:lnTo>
                <a:lnTo>
                  <a:pt x="7" y="75"/>
                </a:lnTo>
                <a:lnTo>
                  <a:pt x="7" y="76"/>
                </a:lnTo>
                <a:lnTo>
                  <a:pt x="5" y="77"/>
                </a:lnTo>
                <a:lnTo>
                  <a:pt x="5" y="77"/>
                </a:lnTo>
                <a:lnTo>
                  <a:pt x="4" y="78"/>
                </a:lnTo>
                <a:lnTo>
                  <a:pt x="2" y="78"/>
                </a:lnTo>
                <a:lnTo>
                  <a:pt x="2" y="79"/>
                </a:lnTo>
                <a:lnTo>
                  <a:pt x="2" y="79"/>
                </a:lnTo>
                <a:lnTo>
                  <a:pt x="2" y="80"/>
                </a:lnTo>
                <a:lnTo>
                  <a:pt x="1" y="81"/>
                </a:lnTo>
                <a:lnTo>
                  <a:pt x="1" y="83"/>
                </a:lnTo>
                <a:lnTo>
                  <a:pt x="3" y="84"/>
                </a:lnTo>
                <a:lnTo>
                  <a:pt x="2" y="88"/>
                </a:lnTo>
                <a:lnTo>
                  <a:pt x="2" y="89"/>
                </a:lnTo>
                <a:lnTo>
                  <a:pt x="3" y="89"/>
                </a:lnTo>
                <a:lnTo>
                  <a:pt x="4" y="88"/>
                </a:lnTo>
                <a:lnTo>
                  <a:pt x="5" y="89"/>
                </a:lnTo>
                <a:lnTo>
                  <a:pt x="6" y="89"/>
                </a:lnTo>
                <a:lnTo>
                  <a:pt x="6" y="89"/>
                </a:lnTo>
                <a:lnTo>
                  <a:pt x="6" y="90"/>
                </a:lnTo>
                <a:lnTo>
                  <a:pt x="6" y="90"/>
                </a:lnTo>
                <a:lnTo>
                  <a:pt x="7" y="91"/>
                </a:lnTo>
                <a:lnTo>
                  <a:pt x="6" y="92"/>
                </a:lnTo>
                <a:lnTo>
                  <a:pt x="5" y="93"/>
                </a:lnTo>
                <a:lnTo>
                  <a:pt x="4" y="93"/>
                </a:lnTo>
                <a:lnTo>
                  <a:pt x="4" y="94"/>
                </a:lnTo>
                <a:lnTo>
                  <a:pt x="5" y="95"/>
                </a:lnTo>
                <a:lnTo>
                  <a:pt x="4" y="96"/>
                </a:lnTo>
                <a:lnTo>
                  <a:pt x="5" y="97"/>
                </a:lnTo>
                <a:lnTo>
                  <a:pt x="5" y="99"/>
                </a:lnTo>
                <a:lnTo>
                  <a:pt x="4" y="101"/>
                </a:lnTo>
                <a:lnTo>
                  <a:pt x="5" y="102"/>
                </a:lnTo>
                <a:lnTo>
                  <a:pt x="5" y="102"/>
                </a:lnTo>
                <a:lnTo>
                  <a:pt x="4" y="103"/>
                </a:lnTo>
                <a:lnTo>
                  <a:pt x="4" y="104"/>
                </a:lnTo>
                <a:lnTo>
                  <a:pt x="3" y="106"/>
                </a:lnTo>
                <a:lnTo>
                  <a:pt x="2" y="106"/>
                </a:lnTo>
                <a:lnTo>
                  <a:pt x="2" y="107"/>
                </a:lnTo>
                <a:lnTo>
                  <a:pt x="1" y="106"/>
                </a:lnTo>
                <a:lnTo>
                  <a:pt x="0" y="107"/>
                </a:lnTo>
                <a:lnTo>
                  <a:pt x="0" y="108"/>
                </a:lnTo>
                <a:lnTo>
                  <a:pt x="0" y="108"/>
                </a:lnTo>
                <a:lnTo>
                  <a:pt x="0" y="109"/>
                </a:lnTo>
                <a:lnTo>
                  <a:pt x="0" y="110"/>
                </a:lnTo>
                <a:lnTo>
                  <a:pt x="2" y="112"/>
                </a:lnTo>
                <a:lnTo>
                  <a:pt x="3" y="113"/>
                </a:lnTo>
                <a:lnTo>
                  <a:pt x="4" y="114"/>
                </a:lnTo>
                <a:lnTo>
                  <a:pt x="4" y="114"/>
                </a:lnTo>
                <a:lnTo>
                  <a:pt x="4" y="115"/>
                </a:lnTo>
                <a:lnTo>
                  <a:pt x="4" y="116"/>
                </a:lnTo>
                <a:lnTo>
                  <a:pt x="5" y="116"/>
                </a:lnTo>
                <a:lnTo>
                  <a:pt x="5" y="117"/>
                </a:lnTo>
                <a:lnTo>
                  <a:pt x="5" y="117"/>
                </a:lnTo>
                <a:lnTo>
                  <a:pt x="5" y="119"/>
                </a:lnTo>
                <a:lnTo>
                  <a:pt x="5" y="120"/>
                </a:lnTo>
                <a:lnTo>
                  <a:pt x="6" y="121"/>
                </a:lnTo>
                <a:lnTo>
                  <a:pt x="6" y="122"/>
                </a:lnTo>
                <a:lnTo>
                  <a:pt x="9" y="124"/>
                </a:lnTo>
                <a:lnTo>
                  <a:pt x="10" y="127"/>
                </a:lnTo>
                <a:lnTo>
                  <a:pt x="11" y="128"/>
                </a:lnTo>
                <a:lnTo>
                  <a:pt x="13" y="128"/>
                </a:lnTo>
                <a:lnTo>
                  <a:pt x="16" y="131"/>
                </a:lnTo>
                <a:lnTo>
                  <a:pt x="17" y="131"/>
                </a:lnTo>
                <a:lnTo>
                  <a:pt x="18" y="132"/>
                </a:lnTo>
                <a:lnTo>
                  <a:pt x="20" y="132"/>
                </a:lnTo>
                <a:lnTo>
                  <a:pt x="20" y="133"/>
                </a:lnTo>
                <a:lnTo>
                  <a:pt x="20" y="132"/>
                </a:lnTo>
                <a:lnTo>
                  <a:pt x="22" y="133"/>
                </a:lnTo>
                <a:lnTo>
                  <a:pt x="23" y="133"/>
                </a:lnTo>
                <a:lnTo>
                  <a:pt x="24" y="134"/>
                </a:lnTo>
                <a:lnTo>
                  <a:pt x="25" y="133"/>
                </a:lnTo>
                <a:lnTo>
                  <a:pt x="25" y="133"/>
                </a:lnTo>
                <a:lnTo>
                  <a:pt x="26" y="133"/>
                </a:lnTo>
                <a:lnTo>
                  <a:pt x="30" y="135"/>
                </a:lnTo>
                <a:lnTo>
                  <a:pt x="31" y="134"/>
                </a:lnTo>
                <a:lnTo>
                  <a:pt x="32" y="134"/>
                </a:lnTo>
                <a:lnTo>
                  <a:pt x="32" y="136"/>
                </a:lnTo>
                <a:lnTo>
                  <a:pt x="36" y="139"/>
                </a:lnTo>
                <a:lnTo>
                  <a:pt x="37" y="139"/>
                </a:lnTo>
                <a:lnTo>
                  <a:pt x="37" y="140"/>
                </a:lnTo>
                <a:lnTo>
                  <a:pt x="38" y="140"/>
                </a:lnTo>
                <a:lnTo>
                  <a:pt x="38" y="142"/>
                </a:lnTo>
                <a:lnTo>
                  <a:pt x="42" y="141"/>
                </a:lnTo>
                <a:lnTo>
                  <a:pt x="43" y="141"/>
                </a:lnTo>
                <a:lnTo>
                  <a:pt x="44" y="142"/>
                </a:lnTo>
                <a:lnTo>
                  <a:pt x="43" y="143"/>
                </a:lnTo>
                <a:lnTo>
                  <a:pt x="43" y="143"/>
                </a:lnTo>
                <a:lnTo>
                  <a:pt x="43" y="144"/>
                </a:lnTo>
                <a:lnTo>
                  <a:pt x="44" y="145"/>
                </a:lnTo>
                <a:lnTo>
                  <a:pt x="45" y="144"/>
                </a:lnTo>
                <a:lnTo>
                  <a:pt x="45" y="145"/>
                </a:lnTo>
                <a:lnTo>
                  <a:pt x="46" y="144"/>
                </a:lnTo>
                <a:lnTo>
                  <a:pt x="47" y="145"/>
                </a:lnTo>
                <a:lnTo>
                  <a:pt x="48" y="144"/>
                </a:lnTo>
                <a:lnTo>
                  <a:pt x="48" y="145"/>
                </a:lnTo>
                <a:lnTo>
                  <a:pt x="51" y="146"/>
                </a:lnTo>
                <a:lnTo>
                  <a:pt x="51" y="146"/>
                </a:lnTo>
                <a:lnTo>
                  <a:pt x="52" y="145"/>
                </a:lnTo>
                <a:lnTo>
                  <a:pt x="54" y="146"/>
                </a:lnTo>
                <a:lnTo>
                  <a:pt x="54" y="146"/>
                </a:lnTo>
                <a:lnTo>
                  <a:pt x="55" y="147"/>
                </a:lnTo>
                <a:lnTo>
                  <a:pt x="58" y="146"/>
                </a:lnTo>
                <a:lnTo>
                  <a:pt x="59" y="149"/>
                </a:lnTo>
                <a:lnTo>
                  <a:pt x="60" y="149"/>
                </a:lnTo>
                <a:lnTo>
                  <a:pt x="61" y="148"/>
                </a:lnTo>
                <a:lnTo>
                  <a:pt x="62" y="148"/>
                </a:lnTo>
                <a:lnTo>
                  <a:pt x="62" y="149"/>
                </a:lnTo>
                <a:lnTo>
                  <a:pt x="63" y="149"/>
                </a:lnTo>
                <a:lnTo>
                  <a:pt x="63" y="150"/>
                </a:lnTo>
                <a:lnTo>
                  <a:pt x="64" y="152"/>
                </a:lnTo>
                <a:lnTo>
                  <a:pt x="65" y="151"/>
                </a:lnTo>
                <a:lnTo>
                  <a:pt x="66" y="151"/>
                </a:lnTo>
                <a:lnTo>
                  <a:pt x="66" y="152"/>
                </a:lnTo>
                <a:lnTo>
                  <a:pt x="66" y="153"/>
                </a:lnTo>
                <a:lnTo>
                  <a:pt x="67" y="153"/>
                </a:lnTo>
                <a:lnTo>
                  <a:pt x="69" y="152"/>
                </a:lnTo>
                <a:lnTo>
                  <a:pt x="69" y="151"/>
                </a:lnTo>
                <a:lnTo>
                  <a:pt x="71" y="151"/>
                </a:lnTo>
                <a:lnTo>
                  <a:pt x="72" y="152"/>
                </a:lnTo>
                <a:lnTo>
                  <a:pt x="73" y="154"/>
                </a:lnTo>
                <a:lnTo>
                  <a:pt x="75" y="154"/>
                </a:lnTo>
                <a:lnTo>
                  <a:pt x="75" y="155"/>
                </a:lnTo>
                <a:lnTo>
                  <a:pt x="76" y="155"/>
                </a:lnTo>
                <a:lnTo>
                  <a:pt x="77" y="154"/>
                </a:lnTo>
                <a:lnTo>
                  <a:pt x="77" y="155"/>
                </a:lnTo>
                <a:lnTo>
                  <a:pt x="78" y="155"/>
                </a:lnTo>
                <a:lnTo>
                  <a:pt x="79" y="155"/>
                </a:lnTo>
                <a:lnTo>
                  <a:pt x="79" y="154"/>
                </a:lnTo>
                <a:lnTo>
                  <a:pt x="81" y="154"/>
                </a:lnTo>
                <a:lnTo>
                  <a:pt x="81" y="154"/>
                </a:lnTo>
                <a:lnTo>
                  <a:pt x="83" y="154"/>
                </a:lnTo>
                <a:lnTo>
                  <a:pt x="83" y="152"/>
                </a:lnTo>
                <a:lnTo>
                  <a:pt x="84" y="153"/>
                </a:lnTo>
                <a:lnTo>
                  <a:pt x="85" y="153"/>
                </a:lnTo>
                <a:lnTo>
                  <a:pt x="85" y="152"/>
                </a:lnTo>
                <a:lnTo>
                  <a:pt x="86" y="153"/>
                </a:lnTo>
                <a:lnTo>
                  <a:pt x="88" y="151"/>
                </a:lnTo>
                <a:lnTo>
                  <a:pt x="90" y="153"/>
                </a:lnTo>
                <a:lnTo>
                  <a:pt x="90" y="155"/>
                </a:lnTo>
                <a:lnTo>
                  <a:pt x="91" y="155"/>
                </a:lnTo>
                <a:lnTo>
                  <a:pt x="91" y="156"/>
                </a:lnTo>
                <a:lnTo>
                  <a:pt x="92" y="156"/>
                </a:lnTo>
                <a:lnTo>
                  <a:pt x="92" y="156"/>
                </a:lnTo>
                <a:lnTo>
                  <a:pt x="93" y="157"/>
                </a:lnTo>
                <a:lnTo>
                  <a:pt x="93" y="158"/>
                </a:lnTo>
                <a:lnTo>
                  <a:pt x="94" y="157"/>
                </a:lnTo>
                <a:lnTo>
                  <a:pt x="96" y="159"/>
                </a:lnTo>
                <a:lnTo>
                  <a:pt x="98" y="158"/>
                </a:lnTo>
                <a:lnTo>
                  <a:pt x="98" y="159"/>
                </a:lnTo>
                <a:lnTo>
                  <a:pt x="99" y="160"/>
                </a:lnTo>
                <a:lnTo>
                  <a:pt x="96" y="160"/>
                </a:lnTo>
                <a:lnTo>
                  <a:pt x="95" y="161"/>
                </a:lnTo>
                <a:lnTo>
                  <a:pt x="96" y="161"/>
                </a:lnTo>
                <a:lnTo>
                  <a:pt x="98" y="161"/>
                </a:lnTo>
                <a:lnTo>
                  <a:pt x="98" y="160"/>
                </a:lnTo>
                <a:lnTo>
                  <a:pt x="99" y="160"/>
                </a:lnTo>
                <a:lnTo>
                  <a:pt x="99" y="163"/>
                </a:lnTo>
                <a:lnTo>
                  <a:pt x="100" y="164"/>
                </a:lnTo>
                <a:lnTo>
                  <a:pt x="101" y="164"/>
                </a:lnTo>
                <a:lnTo>
                  <a:pt x="101" y="164"/>
                </a:lnTo>
                <a:lnTo>
                  <a:pt x="101" y="164"/>
                </a:lnTo>
                <a:lnTo>
                  <a:pt x="102" y="164"/>
                </a:lnTo>
                <a:lnTo>
                  <a:pt x="102" y="166"/>
                </a:lnTo>
                <a:lnTo>
                  <a:pt x="101" y="167"/>
                </a:lnTo>
                <a:lnTo>
                  <a:pt x="102" y="168"/>
                </a:lnTo>
                <a:lnTo>
                  <a:pt x="101" y="168"/>
                </a:lnTo>
                <a:lnTo>
                  <a:pt x="100" y="169"/>
                </a:lnTo>
                <a:lnTo>
                  <a:pt x="100" y="169"/>
                </a:lnTo>
                <a:lnTo>
                  <a:pt x="101" y="170"/>
                </a:lnTo>
                <a:lnTo>
                  <a:pt x="101" y="172"/>
                </a:lnTo>
                <a:lnTo>
                  <a:pt x="102" y="174"/>
                </a:lnTo>
                <a:lnTo>
                  <a:pt x="103" y="174"/>
                </a:lnTo>
                <a:lnTo>
                  <a:pt x="105" y="173"/>
                </a:lnTo>
                <a:lnTo>
                  <a:pt x="107" y="174"/>
                </a:lnTo>
                <a:lnTo>
                  <a:pt x="108" y="176"/>
                </a:lnTo>
                <a:lnTo>
                  <a:pt x="110" y="173"/>
                </a:lnTo>
                <a:lnTo>
                  <a:pt x="111" y="173"/>
                </a:lnTo>
                <a:lnTo>
                  <a:pt x="111" y="174"/>
                </a:lnTo>
                <a:lnTo>
                  <a:pt x="113" y="175"/>
                </a:lnTo>
                <a:lnTo>
                  <a:pt x="114" y="176"/>
                </a:lnTo>
                <a:lnTo>
                  <a:pt x="114" y="178"/>
                </a:lnTo>
                <a:lnTo>
                  <a:pt x="115" y="178"/>
                </a:lnTo>
                <a:lnTo>
                  <a:pt x="116" y="176"/>
                </a:lnTo>
                <a:lnTo>
                  <a:pt x="116" y="175"/>
                </a:lnTo>
                <a:lnTo>
                  <a:pt x="116" y="175"/>
                </a:lnTo>
                <a:lnTo>
                  <a:pt x="115" y="174"/>
                </a:lnTo>
                <a:lnTo>
                  <a:pt x="115" y="173"/>
                </a:lnTo>
                <a:lnTo>
                  <a:pt x="116" y="173"/>
                </a:lnTo>
                <a:lnTo>
                  <a:pt x="116" y="172"/>
                </a:lnTo>
                <a:lnTo>
                  <a:pt x="116" y="171"/>
                </a:lnTo>
                <a:lnTo>
                  <a:pt x="117" y="171"/>
                </a:lnTo>
                <a:lnTo>
                  <a:pt x="119" y="171"/>
                </a:lnTo>
                <a:lnTo>
                  <a:pt x="120" y="174"/>
                </a:lnTo>
                <a:lnTo>
                  <a:pt x="122" y="176"/>
                </a:lnTo>
                <a:lnTo>
                  <a:pt x="123" y="176"/>
                </a:lnTo>
                <a:lnTo>
                  <a:pt x="124" y="177"/>
                </a:lnTo>
                <a:lnTo>
                  <a:pt x="125" y="176"/>
                </a:lnTo>
                <a:lnTo>
                  <a:pt x="125" y="177"/>
                </a:lnTo>
                <a:lnTo>
                  <a:pt x="126" y="178"/>
                </a:lnTo>
                <a:lnTo>
                  <a:pt x="127" y="177"/>
                </a:lnTo>
                <a:lnTo>
                  <a:pt x="126" y="174"/>
                </a:lnTo>
                <a:lnTo>
                  <a:pt x="126" y="173"/>
                </a:lnTo>
                <a:lnTo>
                  <a:pt x="127" y="173"/>
                </a:lnTo>
                <a:lnTo>
                  <a:pt x="126" y="171"/>
                </a:lnTo>
                <a:lnTo>
                  <a:pt x="126" y="170"/>
                </a:lnTo>
                <a:lnTo>
                  <a:pt x="126" y="170"/>
                </a:lnTo>
                <a:lnTo>
                  <a:pt x="128" y="170"/>
                </a:lnTo>
                <a:lnTo>
                  <a:pt x="128" y="171"/>
                </a:lnTo>
                <a:lnTo>
                  <a:pt x="128" y="170"/>
                </a:lnTo>
                <a:lnTo>
                  <a:pt x="129" y="170"/>
                </a:lnTo>
                <a:lnTo>
                  <a:pt x="130" y="171"/>
                </a:lnTo>
                <a:lnTo>
                  <a:pt x="130" y="170"/>
                </a:lnTo>
                <a:lnTo>
                  <a:pt x="130" y="169"/>
                </a:lnTo>
                <a:lnTo>
                  <a:pt x="131" y="169"/>
                </a:lnTo>
                <a:lnTo>
                  <a:pt x="132" y="169"/>
                </a:lnTo>
                <a:lnTo>
                  <a:pt x="134" y="170"/>
                </a:lnTo>
                <a:lnTo>
                  <a:pt x="135" y="170"/>
                </a:lnTo>
                <a:lnTo>
                  <a:pt x="135" y="170"/>
                </a:lnTo>
                <a:lnTo>
                  <a:pt x="136" y="169"/>
                </a:lnTo>
                <a:lnTo>
                  <a:pt x="135" y="169"/>
                </a:lnTo>
                <a:lnTo>
                  <a:pt x="135" y="168"/>
                </a:lnTo>
                <a:lnTo>
                  <a:pt x="136" y="169"/>
                </a:lnTo>
                <a:lnTo>
                  <a:pt x="137" y="169"/>
                </a:lnTo>
                <a:lnTo>
                  <a:pt x="137" y="169"/>
                </a:lnTo>
                <a:lnTo>
                  <a:pt x="137" y="168"/>
                </a:lnTo>
                <a:lnTo>
                  <a:pt x="136" y="168"/>
                </a:lnTo>
                <a:lnTo>
                  <a:pt x="136" y="167"/>
                </a:lnTo>
                <a:lnTo>
                  <a:pt x="137" y="164"/>
                </a:lnTo>
                <a:lnTo>
                  <a:pt x="138" y="164"/>
                </a:lnTo>
                <a:lnTo>
                  <a:pt x="139" y="165"/>
                </a:lnTo>
                <a:lnTo>
                  <a:pt x="139" y="164"/>
                </a:lnTo>
                <a:lnTo>
                  <a:pt x="140" y="164"/>
                </a:lnTo>
                <a:lnTo>
                  <a:pt x="139" y="161"/>
                </a:lnTo>
                <a:lnTo>
                  <a:pt x="138" y="161"/>
                </a:lnTo>
                <a:lnTo>
                  <a:pt x="139" y="160"/>
                </a:lnTo>
                <a:lnTo>
                  <a:pt x="138" y="159"/>
                </a:lnTo>
                <a:lnTo>
                  <a:pt x="138" y="159"/>
                </a:lnTo>
                <a:lnTo>
                  <a:pt x="141" y="158"/>
                </a:lnTo>
                <a:lnTo>
                  <a:pt x="141" y="159"/>
                </a:lnTo>
                <a:lnTo>
                  <a:pt x="146" y="160"/>
                </a:lnTo>
                <a:lnTo>
                  <a:pt x="144" y="158"/>
                </a:lnTo>
                <a:lnTo>
                  <a:pt x="144" y="157"/>
                </a:lnTo>
                <a:lnTo>
                  <a:pt x="142" y="157"/>
                </a:lnTo>
                <a:lnTo>
                  <a:pt x="141" y="156"/>
                </a:lnTo>
                <a:lnTo>
                  <a:pt x="140" y="155"/>
                </a:lnTo>
                <a:lnTo>
                  <a:pt x="140" y="153"/>
                </a:lnTo>
                <a:lnTo>
                  <a:pt x="140" y="151"/>
                </a:lnTo>
                <a:lnTo>
                  <a:pt x="139" y="151"/>
                </a:lnTo>
                <a:lnTo>
                  <a:pt x="140" y="149"/>
                </a:lnTo>
                <a:lnTo>
                  <a:pt x="143" y="149"/>
                </a:lnTo>
                <a:lnTo>
                  <a:pt x="142" y="148"/>
                </a:lnTo>
                <a:lnTo>
                  <a:pt x="143" y="148"/>
                </a:lnTo>
                <a:lnTo>
                  <a:pt x="143" y="146"/>
                </a:lnTo>
                <a:lnTo>
                  <a:pt x="142" y="146"/>
                </a:lnTo>
                <a:lnTo>
                  <a:pt x="142" y="145"/>
                </a:lnTo>
                <a:lnTo>
                  <a:pt x="145" y="143"/>
                </a:lnTo>
                <a:lnTo>
                  <a:pt x="145" y="141"/>
                </a:lnTo>
                <a:lnTo>
                  <a:pt x="146" y="141"/>
                </a:lnTo>
                <a:lnTo>
                  <a:pt x="148" y="140"/>
                </a:lnTo>
                <a:lnTo>
                  <a:pt x="145" y="138"/>
                </a:lnTo>
                <a:lnTo>
                  <a:pt x="144" y="138"/>
                </a:lnTo>
                <a:lnTo>
                  <a:pt x="143" y="137"/>
                </a:lnTo>
                <a:lnTo>
                  <a:pt x="144" y="135"/>
                </a:lnTo>
                <a:lnTo>
                  <a:pt x="142" y="135"/>
                </a:lnTo>
                <a:lnTo>
                  <a:pt x="142" y="135"/>
                </a:lnTo>
                <a:lnTo>
                  <a:pt x="142" y="133"/>
                </a:lnTo>
                <a:lnTo>
                  <a:pt x="142" y="131"/>
                </a:lnTo>
                <a:lnTo>
                  <a:pt x="141" y="129"/>
                </a:lnTo>
                <a:lnTo>
                  <a:pt x="142" y="129"/>
                </a:lnTo>
                <a:lnTo>
                  <a:pt x="142" y="128"/>
                </a:lnTo>
                <a:lnTo>
                  <a:pt x="143" y="128"/>
                </a:lnTo>
                <a:lnTo>
                  <a:pt x="146" y="128"/>
                </a:lnTo>
                <a:lnTo>
                  <a:pt x="146" y="128"/>
                </a:lnTo>
                <a:lnTo>
                  <a:pt x="147" y="127"/>
                </a:lnTo>
                <a:lnTo>
                  <a:pt x="147" y="126"/>
                </a:lnTo>
                <a:lnTo>
                  <a:pt x="148" y="125"/>
                </a:lnTo>
                <a:lnTo>
                  <a:pt x="147" y="123"/>
                </a:lnTo>
                <a:lnTo>
                  <a:pt x="149" y="123"/>
                </a:lnTo>
                <a:lnTo>
                  <a:pt x="150" y="121"/>
                </a:lnTo>
                <a:lnTo>
                  <a:pt x="152" y="122"/>
                </a:lnTo>
                <a:lnTo>
                  <a:pt x="153" y="122"/>
                </a:lnTo>
                <a:lnTo>
                  <a:pt x="154" y="124"/>
                </a:lnTo>
                <a:lnTo>
                  <a:pt x="155" y="124"/>
                </a:lnTo>
                <a:lnTo>
                  <a:pt x="157" y="125"/>
                </a:lnTo>
                <a:lnTo>
                  <a:pt x="161" y="125"/>
                </a:lnTo>
                <a:lnTo>
                  <a:pt x="161" y="126"/>
                </a:lnTo>
                <a:lnTo>
                  <a:pt x="161" y="126"/>
                </a:lnTo>
                <a:lnTo>
                  <a:pt x="161" y="127"/>
                </a:lnTo>
                <a:lnTo>
                  <a:pt x="161" y="128"/>
                </a:lnTo>
                <a:lnTo>
                  <a:pt x="161" y="129"/>
                </a:lnTo>
                <a:lnTo>
                  <a:pt x="160" y="130"/>
                </a:lnTo>
                <a:lnTo>
                  <a:pt x="161" y="131"/>
                </a:lnTo>
                <a:lnTo>
                  <a:pt x="161" y="130"/>
                </a:lnTo>
                <a:lnTo>
                  <a:pt x="162" y="132"/>
                </a:lnTo>
                <a:lnTo>
                  <a:pt x="162" y="132"/>
                </a:lnTo>
                <a:lnTo>
                  <a:pt x="163" y="133"/>
                </a:lnTo>
                <a:lnTo>
                  <a:pt x="165" y="135"/>
                </a:lnTo>
                <a:lnTo>
                  <a:pt x="164" y="135"/>
                </a:lnTo>
                <a:lnTo>
                  <a:pt x="164" y="136"/>
                </a:lnTo>
                <a:lnTo>
                  <a:pt x="165" y="136"/>
                </a:lnTo>
                <a:lnTo>
                  <a:pt x="164" y="138"/>
                </a:lnTo>
                <a:lnTo>
                  <a:pt x="166" y="139"/>
                </a:lnTo>
                <a:lnTo>
                  <a:pt x="166" y="139"/>
                </a:lnTo>
                <a:lnTo>
                  <a:pt x="166" y="141"/>
                </a:lnTo>
                <a:lnTo>
                  <a:pt x="167" y="142"/>
                </a:lnTo>
                <a:lnTo>
                  <a:pt x="166" y="144"/>
                </a:lnTo>
                <a:lnTo>
                  <a:pt x="167" y="144"/>
                </a:lnTo>
                <a:lnTo>
                  <a:pt x="167" y="145"/>
                </a:lnTo>
                <a:lnTo>
                  <a:pt x="168" y="147"/>
                </a:lnTo>
                <a:lnTo>
                  <a:pt x="171" y="149"/>
                </a:lnTo>
                <a:lnTo>
                  <a:pt x="171" y="148"/>
                </a:lnTo>
                <a:lnTo>
                  <a:pt x="172" y="149"/>
                </a:lnTo>
                <a:lnTo>
                  <a:pt x="173" y="150"/>
                </a:lnTo>
                <a:lnTo>
                  <a:pt x="174" y="150"/>
                </a:lnTo>
                <a:lnTo>
                  <a:pt x="175" y="151"/>
                </a:lnTo>
                <a:lnTo>
                  <a:pt x="175" y="154"/>
                </a:lnTo>
                <a:lnTo>
                  <a:pt x="177" y="153"/>
                </a:lnTo>
                <a:lnTo>
                  <a:pt x="180" y="155"/>
                </a:lnTo>
                <a:lnTo>
                  <a:pt x="181" y="156"/>
                </a:lnTo>
                <a:lnTo>
                  <a:pt x="183" y="156"/>
                </a:lnTo>
                <a:lnTo>
                  <a:pt x="183" y="157"/>
                </a:lnTo>
                <a:lnTo>
                  <a:pt x="184" y="156"/>
                </a:lnTo>
                <a:lnTo>
                  <a:pt x="185" y="154"/>
                </a:lnTo>
                <a:lnTo>
                  <a:pt x="184" y="153"/>
                </a:lnTo>
                <a:lnTo>
                  <a:pt x="185" y="152"/>
                </a:lnTo>
                <a:lnTo>
                  <a:pt x="186" y="153"/>
                </a:lnTo>
                <a:lnTo>
                  <a:pt x="187" y="152"/>
                </a:lnTo>
                <a:lnTo>
                  <a:pt x="187" y="150"/>
                </a:lnTo>
                <a:lnTo>
                  <a:pt x="188" y="152"/>
                </a:lnTo>
                <a:lnTo>
                  <a:pt x="188" y="153"/>
                </a:lnTo>
                <a:lnTo>
                  <a:pt x="190" y="153"/>
                </a:lnTo>
                <a:lnTo>
                  <a:pt x="189" y="154"/>
                </a:lnTo>
                <a:lnTo>
                  <a:pt x="190" y="154"/>
                </a:lnTo>
                <a:lnTo>
                  <a:pt x="191" y="155"/>
                </a:lnTo>
                <a:lnTo>
                  <a:pt x="191" y="158"/>
                </a:lnTo>
                <a:lnTo>
                  <a:pt x="190" y="159"/>
                </a:lnTo>
                <a:lnTo>
                  <a:pt x="191" y="160"/>
                </a:lnTo>
                <a:lnTo>
                  <a:pt x="192" y="160"/>
                </a:lnTo>
                <a:lnTo>
                  <a:pt x="192" y="161"/>
                </a:lnTo>
                <a:lnTo>
                  <a:pt x="193" y="158"/>
                </a:lnTo>
                <a:lnTo>
                  <a:pt x="195" y="158"/>
                </a:lnTo>
                <a:lnTo>
                  <a:pt x="196" y="157"/>
                </a:lnTo>
                <a:lnTo>
                  <a:pt x="196" y="159"/>
                </a:lnTo>
                <a:lnTo>
                  <a:pt x="196" y="158"/>
                </a:lnTo>
                <a:lnTo>
                  <a:pt x="197" y="159"/>
                </a:lnTo>
                <a:lnTo>
                  <a:pt x="199" y="162"/>
                </a:lnTo>
                <a:lnTo>
                  <a:pt x="200" y="163"/>
                </a:lnTo>
                <a:lnTo>
                  <a:pt x="201" y="161"/>
                </a:lnTo>
                <a:lnTo>
                  <a:pt x="201" y="161"/>
                </a:lnTo>
                <a:lnTo>
                  <a:pt x="202" y="161"/>
                </a:lnTo>
                <a:lnTo>
                  <a:pt x="201" y="159"/>
                </a:lnTo>
                <a:lnTo>
                  <a:pt x="203" y="160"/>
                </a:lnTo>
                <a:lnTo>
                  <a:pt x="205" y="161"/>
                </a:lnTo>
                <a:lnTo>
                  <a:pt x="206" y="161"/>
                </a:lnTo>
                <a:lnTo>
                  <a:pt x="209" y="160"/>
                </a:lnTo>
                <a:lnTo>
                  <a:pt x="210" y="160"/>
                </a:lnTo>
                <a:lnTo>
                  <a:pt x="212" y="159"/>
                </a:lnTo>
                <a:lnTo>
                  <a:pt x="212" y="156"/>
                </a:lnTo>
                <a:lnTo>
                  <a:pt x="211" y="155"/>
                </a:lnTo>
                <a:lnTo>
                  <a:pt x="210" y="154"/>
                </a:lnTo>
                <a:lnTo>
                  <a:pt x="210" y="153"/>
                </a:lnTo>
                <a:lnTo>
                  <a:pt x="211" y="153"/>
                </a:lnTo>
                <a:lnTo>
                  <a:pt x="211" y="152"/>
                </a:lnTo>
                <a:lnTo>
                  <a:pt x="211" y="152"/>
                </a:lnTo>
                <a:lnTo>
                  <a:pt x="210" y="151"/>
                </a:lnTo>
                <a:lnTo>
                  <a:pt x="210" y="150"/>
                </a:lnTo>
                <a:lnTo>
                  <a:pt x="211" y="150"/>
                </a:lnTo>
                <a:lnTo>
                  <a:pt x="210" y="148"/>
                </a:lnTo>
                <a:lnTo>
                  <a:pt x="210" y="147"/>
                </a:lnTo>
                <a:lnTo>
                  <a:pt x="211" y="146"/>
                </a:lnTo>
                <a:lnTo>
                  <a:pt x="213" y="147"/>
                </a:lnTo>
                <a:lnTo>
                  <a:pt x="215" y="149"/>
                </a:lnTo>
                <a:lnTo>
                  <a:pt x="215" y="147"/>
                </a:lnTo>
                <a:lnTo>
                  <a:pt x="217" y="148"/>
                </a:lnTo>
                <a:lnTo>
                  <a:pt x="220" y="150"/>
                </a:lnTo>
                <a:lnTo>
                  <a:pt x="220" y="150"/>
                </a:lnTo>
                <a:lnTo>
                  <a:pt x="220" y="149"/>
                </a:lnTo>
                <a:lnTo>
                  <a:pt x="221" y="148"/>
                </a:lnTo>
                <a:lnTo>
                  <a:pt x="222" y="146"/>
                </a:lnTo>
                <a:lnTo>
                  <a:pt x="220" y="145"/>
                </a:lnTo>
                <a:lnTo>
                  <a:pt x="220" y="144"/>
                </a:lnTo>
                <a:lnTo>
                  <a:pt x="221" y="143"/>
                </a:lnTo>
                <a:lnTo>
                  <a:pt x="222" y="142"/>
                </a:lnTo>
                <a:lnTo>
                  <a:pt x="223" y="141"/>
                </a:lnTo>
                <a:lnTo>
                  <a:pt x="221" y="142"/>
                </a:lnTo>
                <a:lnTo>
                  <a:pt x="220" y="141"/>
                </a:lnTo>
                <a:lnTo>
                  <a:pt x="220" y="139"/>
                </a:lnTo>
                <a:lnTo>
                  <a:pt x="219" y="137"/>
                </a:lnTo>
                <a:lnTo>
                  <a:pt x="218" y="137"/>
                </a:lnTo>
                <a:lnTo>
                  <a:pt x="216" y="137"/>
                </a:lnTo>
                <a:lnTo>
                  <a:pt x="216" y="138"/>
                </a:lnTo>
                <a:lnTo>
                  <a:pt x="215" y="138"/>
                </a:lnTo>
                <a:lnTo>
                  <a:pt x="213" y="137"/>
                </a:lnTo>
                <a:lnTo>
                  <a:pt x="211" y="137"/>
                </a:lnTo>
                <a:lnTo>
                  <a:pt x="211" y="137"/>
                </a:lnTo>
                <a:lnTo>
                  <a:pt x="211" y="136"/>
                </a:lnTo>
                <a:lnTo>
                  <a:pt x="212" y="136"/>
                </a:lnTo>
                <a:lnTo>
                  <a:pt x="212" y="134"/>
                </a:lnTo>
                <a:lnTo>
                  <a:pt x="211" y="134"/>
                </a:lnTo>
                <a:lnTo>
                  <a:pt x="211" y="133"/>
                </a:lnTo>
                <a:lnTo>
                  <a:pt x="209" y="133"/>
                </a:lnTo>
                <a:lnTo>
                  <a:pt x="209" y="132"/>
                </a:lnTo>
                <a:lnTo>
                  <a:pt x="208" y="132"/>
                </a:lnTo>
                <a:lnTo>
                  <a:pt x="208" y="131"/>
                </a:lnTo>
                <a:lnTo>
                  <a:pt x="207" y="130"/>
                </a:lnTo>
                <a:lnTo>
                  <a:pt x="207" y="130"/>
                </a:lnTo>
                <a:lnTo>
                  <a:pt x="206" y="129"/>
                </a:lnTo>
                <a:lnTo>
                  <a:pt x="206" y="128"/>
                </a:lnTo>
                <a:lnTo>
                  <a:pt x="204" y="125"/>
                </a:lnTo>
                <a:lnTo>
                  <a:pt x="205" y="124"/>
                </a:lnTo>
                <a:lnTo>
                  <a:pt x="205" y="123"/>
                </a:lnTo>
                <a:lnTo>
                  <a:pt x="206" y="122"/>
                </a:lnTo>
                <a:lnTo>
                  <a:pt x="206" y="122"/>
                </a:lnTo>
                <a:lnTo>
                  <a:pt x="207" y="121"/>
                </a:lnTo>
                <a:lnTo>
                  <a:pt x="208" y="121"/>
                </a:lnTo>
                <a:lnTo>
                  <a:pt x="210" y="122"/>
                </a:lnTo>
                <a:lnTo>
                  <a:pt x="212" y="122"/>
                </a:lnTo>
                <a:lnTo>
                  <a:pt x="212" y="122"/>
                </a:lnTo>
                <a:lnTo>
                  <a:pt x="213" y="122"/>
                </a:lnTo>
                <a:lnTo>
                  <a:pt x="213" y="123"/>
                </a:lnTo>
                <a:lnTo>
                  <a:pt x="215" y="124"/>
                </a:lnTo>
                <a:lnTo>
                  <a:pt x="215" y="124"/>
                </a:lnTo>
                <a:lnTo>
                  <a:pt x="218" y="125"/>
                </a:lnTo>
                <a:lnTo>
                  <a:pt x="218" y="125"/>
                </a:lnTo>
                <a:lnTo>
                  <a:pt x="219" y="125"/>
                </a:lnTo>
                <a:lnTo>
                  <a:pt x="220" y="126"/>
                </a:lnTo>
                <a:lnTo>
                  <a:pt x="221" y="127"/>
                </a:lnTo>
                <a:lnTo>
                  <a:pt x="222" y="127"/>
                </a:lnTo>
                <a:lnTo>
                  <a:pt x="222" y="128"/>
                </a:lnTo>
                <a:lnTo>
                  <a:pt x="223" y="127"/>
                </a:lnTo>
                <a:lnTo>
                  <a:pt x="224" y="127"/>
                </a:lnTo>
                <a:lnTo>
                  <a:pt x="224" y="127"/>
                </a:lnTo>
                <a:lnTo>
                  <a:pt x="225" y="127"/>
                </a:lnTo>
                <a:lnTo>
                  <a:pt x="226" y="128"/>
                </a:lnTo>
                <a:lnTo>
                  <a:pt x="226" y="126"/>
                </a:lnTo>
                <a:lnTo>
                  <a:pt x="227" y="127"/>
                </a:lnTo>
                <a:lnTo>
                  <a:pt x="228" y="126"/>
                </a:lnTo>
                <a:lnTo>
                  <a:pt x="227" y="125"/>
                </a:lnTo>
                <a:lnTo>
                  <a:pt x="228" y="125"/>
                </a:lnTo>
                <a:lnTo>
                  <a:pt x="228" y="124"/>
                </a:lnTo>
                <a:lnTo>
                  <a:pt x="230" y="124"/>
                </a:lnTo>
                <a:lnTo>
                  <a:pt x="231" y="122"/>
                </a:lnTo>
                <a:lnTo>
                  <a:pt x="232" y="122"/>
                </a:lnTo>
                <a:lnTo>
                  <a:pt x="230" y="120"/>
                </a:lnTo>
                <a:lnTo>
                  <a:pt x="230" y="119"/>
                </a:lnTo>
                <a:lnTo>
                  <a:pt x="229" y="118"/>
                </a:lnTo>
                <a:lnTo>
                  <a:pt x="227" y="118"/>
                </a:lnTo>
                <a:lnTo>
                  <a:pt x="226" y="117"/>
                </a:lnTo>
                <a:lnTo>
                  <a:pt x="226" y="116"/>
                </a:lnTo>
                <a:lnTo>
                  <a:pt x="226" y="110"/>
                </a:lnTo>
                <a:lnTo>
                  <a:pt x="227" y="110"/>
                </a:lnTo>
                <a:lnTo>
                  <a:pt x="229" y="110"/>
                </a:lnTo>
                <a:lnTo>
                  <a:pt x="228" y="109"/>
                </a:lnTo>
                <a:lnTo>
                  <a:pt x="229" y="108"/>
                </a:lnTo>
                <a:lnTo>
                  <a:pt x="232" y="107"/>
                </a:lnTo>
                <a:lnTo>
                  <a:pt x="232" y="106"/>
                </a:lnTo>
                <a:lnTo>
                  <a:pt x="232" y="106"/>
                </a:lnTo>
                <a:lnTo>
                  <a:pt x="233" y="106"/>
                </a:lnTo>
                <a:lnTo>
                  <a:pt x="233" y="105"/>
                </a:lnTo>
                <a:lnTo>
                  <a:pt x="234" y="104"/>
                </a:lnTo>
                <a:lnTo>
                  <a:pt x="235" y="104"/>
                </a:lnTo>
                <a:lnTo>
                  <a:pt x="234" y="102"/>
                </a:lnTo>
                <a:lnTo>
                  <a:pt x="235" y="102"/>
                </a:lnTo>
                <a:lnTo>
                  <a:pt x="233" y="101"/>
                </a:lnTo>
                <a:lnTo>
                  <a:pt x="234" y="100"/>
                </a:lnTo>
                <a:lnTo>
                  <a:pt x="234" y="100"/>
                </a:lnTo>
                <a:lnTo>
                  <a:pt x="233" y="99"/>
                </a:lnTo>
                <a:lnTo>
                  <a:pt x="233" y="98"/>
                </a:lnTo>
                <a:lnTo>
                  <a:pt x="234" y="98"/>
                </a:lnTo>
                <a:lnTo>
                  <a:pt x="235" y="98"/>
                </a:lnTo>
                <a:lnTo>
                  <a:pt x="236" y="98"/>
                </a:lnTo>
                <a:lnTo>
                  <a:pt x="236" y="97"/>
                </a:lnTo>
                <a:lnTo>
                  <a:pt x="237" y="95"/>
                </a:lnTo>
                <a:lnTo>
                  <a:pt x="237" y="94"/>
                </a:lnTo>
                <a:lnTo>
                  <a:pt x="238" y="95"/>
                </a:lnTo>
                <a:lnTo>
                  <a:pt x="241" y="96"/>
                </a:lnTo>
                <a:lnTo>
                  <a:pt x="241" y="96"/>
                </a:lnTo>
                <a:lnTo>
                  <a:pt x="242" y="96"/>
                </a:lnTo>
                <a:lnTo>
                  <a:pt x="241" y="96"/>
                </a:lnTo>
                <a:lnTo>
                  <a:pt x="242" y="95"/>
                </a:lnTo>
                <a:lnTo>
                  <a:pt x="243" y="95"/>
                </a:lnTo>
                <a:lnTo>
                  <a:pt x="242" y="94"/>
                </a:lnTo>
                <a:lnTo>
                  <a:pt x="242" y="93"/>
                </a:lnTo>
                <a:lnTo>
                  <a:pt x="241" y="92"/>
                </a:lnTo>
                <a:lnTo>
                  <a:pt x="241" y="90"/>
                </a:lnTo>
                <a:lnTo>
                  <a:pt x="241" y="89"/>
                </a:lnTo>
                <a:lnTo>
                  <a:pt x="242" y="88"/>
                </a:lnTo>
                <a:lnTo>
                  <a:pt x="245" y="89"/>
                </a:lnTo>
                <a:lnTo>
                  <a:pt x="245" y="87"/>
                </a:lnTo>
                <a:lnTo>
                  <a:pt x="246" y="85"/>
                </a:lnTo>
                <a:lnTo>
                  <a:pt x="246" y="85"/>
                </a:lnTo>
                <a:lnTo>
                  <a:pt x="246" y="84"/>
                </a:lnTo>
                <a:lnTo>
                  <a:pt x="244" y="83"/>
                </a:lnTo>
                <a:lnTo>
                  <a:pt x="245" y="83"/>
                </a:lnTo>
                <a:lnTo>
                  <a:pt x="246" y="82"/>
                </a:lnTo>
                <a:lnTo>
                  <a:pt x="246" y="82"/>
                </a:lnTo>
                <a:lnTo>
                  <a:pt x="246" y="81"/>
                </a:lnTo>
                <a:lnTo>
                  <a:pt x="247" y="81"/>
                </a:lnTo>
                <a:lnTo>
                  <a:pt x="248" y="80"/>
                </a:lnTo>
                <a:lnTo>
                  <a:pt x="247" y="80"/>
                </a:lnTo>
                <a:lnTo>
                  <a:pt x="247" y="79"/>
                </a:lnTo>
                <a:lnTo>
                  <a:pt x="245" y="78"/>
                </a:lnTo>
                <a:lnTo>
                  <a:pt x="245" y="77"/>
                </a:lnTo>
                <a:lnTo>
                  <a:pt x="244" y="77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3850506" y="3512713"/>
            <a:ext cx="378367" cy="609235"/>
          </a:xfrm>
          <a:custGeom>
            <a:avLst/>
            <a:gdLst/>
            <a:ahLst/>
            <a:cxnLst/>
            <a:rect l="l" t="t" r="r" b="b"/>
            <a:pathLst>
              <a:path w="59" h="95">
                <a:moveTo>
                  <a:pt x="53" y="52"/>
                </a:moveTo>
                <a:lnTo>
                  <a:pt x="53" y="51"/>
                </a:lnTo>
                <a:lnTo>
                  <a:pt x="53" y="52"/>
                </a:lnTo>
                <a:lnTo>
                  <a:pt x="54" y="51"/>
                </a:lnTo>
                <a:lnTo>
                  <a:pt x="54" y="50"/>
                </a:lnTo>
                <a:lnTo>
                  <a:pt x="53" y="49"/>
                </a:lnTo>
                <a:lnTo>
                  <a:pt x="53" y="49"/>
                </a:lnTo>
                <a:lnTo>
                  <a:pt x="52" y="46"/>
                </a:lnTo>
                <a:lnTo>
                  <a:pt x="53" y="43"/>
                </a:lnTo>
                <a:lnTo>
                  <a:pt x="54" y="42"/>
                </a:lnTo>
                <a:lnTo>
                  <a:pt x="54" y="41"/>
                </a:lnTo>
                <a:lnTo>
                  <a:pt x="54" y="41"/>
                </a:lnTo>
                <a:lnTo>
                  <a:pt x="53" y="40"/>
                </a:lnTo>
                <a:lnTo>
                  <a:pt x="54" y="40"/>
                </a:lnTo>
                <a:lnTo>
                  <a:pt x="55" y="39"/>
                </a:lnTo>
                <a:lnTo>
                  <a:pt x="55" y="39"/>
                </a:lnTo>
                <a:lnTo>
                  <a:pt x="54" y="38"/>
                </a:lnTo>
                <a:lnTo>
                  <a:pt x="55" y="38"/>
                </a:lnTo>
                <a:lnTo>
                  <a:pt x="56" y="38"/>
                </a:lnTo>
                <a:lnTo>
                  <a:pt x="56" y="37"/>
                </a:lnTo>
                <a:lnTo>
                  <a:pt x="58" y="36"/>
                </a:lnTo>
                <a:lnTo>
                  <a:pt x="59" y="36"/>
                </a:lnTo>
                <a:lnTo>
                  <a:pt x="59" y="35"/>
                </a:lnTo>
                <a:lnTo>
                  <a:pt x="59" y="34"/>
                </a:lnTo>
                <a:lnTo>
                  <a:pt x="57" y="34"/>
                </a:lnTo>
                <a:lnTo>
                  <a:pt x="56" y="32"/>
                </a:lnTo>
                <a:lnTo>
                  <a:pt x="55" y="33"/>
                </a:lnTo>
                <a:lnTo>
                  <a:pt x="55" y="32"/>
                </a:lnTo>
                <a:lnTo>
                  <a:pt x="55" y="31"/>
                </a:lnTo>
                <a:lnTo>
                  <a:pt x="54" y="31"/>
                </a:lnTo>
                <a:lnTo>
                  <a:pt x="53" y="29"/>
                </a:lnTo>
                <a:lnTo>
                  <a:pt x="52" y="29"/>
                </a:lnTo>
                <a:lnTo>
                  <a:pt x="51" y="28"/>
                </a:lnTo>
                <a:lnTo>
                  <a:pt x="50" y="28"/>
                </a:lnTo>
                <a:lnTo>
                  <a:pt x="50" y="28"/>
                </a:lnTo>
                <a:lnTo>
                  <a:pt x="49" y="28"/>
                </a:lnTo>
                <a:lnTo>
                  <a:pt x="48" y="29"/>
                </a:lnTo>
                <a:lnTo>
                  <a:pt x="46" y="28"/>
                </a:lnTo>
                <a:lnTo>
                  <a:pt x="41" y="26"/>
                </a:lnTo>
                <a:lnTo>
                  <a:pt x="38" y="24"/>
                </a:lnTo>
                <a:lnTo>
                  <a:pt x="40" y="23"/>
                </a:lnTo>
                <a:lnTo>
                  <a:pt x="41" y="21"/>
                </a:lnTo>
                <a:lnTo>
                  <a:pt x="41" y="18"/>
                </a:lnTo>
                <a:lnTo>
                  <a:pt x="42" y="15"/>
                </a:lnTo>
                <a:lnTo>
                  <a:pt x="46" y="10"/>
                </a:lnTo>
                <a:lnTo>
                  <a:pt x="47" y="8"/>
                </a:lnTo>
                <a:lnTo>
                  <a:pt x="46" y="7"/>
                </a:lnTo>
                <a:lnTo>
                  <a:pt x="45" y="6"/>
                </a:lnTo>
                <a:lnTo>
                  <a:pt x="44" y="4"/>
                </a:lnTo>
                <a:lnTo>
                  <a:pt x="43" y="4"/>
                </a:lnTo>
                <a:lnTo>
                  <a:pt x="44" y="1"/>
                </a:lnTo>
                <a:lnTo>
                  <a:pt x="43" y="0"/>
                </a:lnTo>
                <a:lnTo>
                  <a:pt x="43" y="0"/>
                </a:lnTo>
                <a:lnTo>
                  <a:pt x="41" y="1"/>
                </a:lnTo>
                <a:lnTo>
                  <a:pt x="40" y="0"/>
                </a:lnTo>
                <a:lnTo>
                  <a:pt x="39" y="2"/>
                </a:lnTo>
                <a:lnTo>
                  <a:pt x="39" y="3"/>
                </a:lnTo>
                <a:lnTo>
                  <a:pt x="37" y="2"/>
                </a:lnTo>
                <a:lnTo>
                  <a:pt x="35" y="3"/>
                </a:lnTo>
                <a:lnTo>
                  <a:pt x="35" y="5"/>
                </a:lnTo>
                <a:lnTo>
                  <a:pt x="34" y="6"/>
                </a:lnTo>
                <a:lnTo>
                  <a:pt x="33" y="5"/>
                </a:lnTo>
                <a:lnTo>
                  <a:pt x="32" y="5"/>
                </a:lnTo>
                <a:lnTo>
                  <a:pt x="31" y="7"/>
                </a:lnTo>
                <a:lnTo>
                  <a:pt x="31" y="9"/>
                </a:lnTo>
                <a:lnTo>
                  <a:pt x="31" y="10"/>
                </a:lnTo>
                <a:lnTo>
                  <a:pt x="29" y="11"/>
                </a:lnTo>
                <a:lnTo>
                  <a:pt x="30" y="12"/>
                </a:lnTo>
                <a:lnTo>
                  <a:pt x="28" y="14"/>
                </a:lnTo>
                <a:lnTo>
                  <a:pt x="28" y="16"/>
                </a:lnTo>
                <a:lnTo>
                  <a:pt x="27" y="17"/>
                </a:lnTo>
                <a:lnTo>
                  <a:pt x="28" y="18"/>
                </a:lnTo>
                <a:lnTo>
                  <a:pt x="27" y="19"/>
                </a:lnTo>
                <a:lnTo>
                  <a:pt x="27" y="19"/>
                </a:lnTo>
                <a:lnTo>
                  <a:pt x="27" y="21"/>
                </a:lnTo>
                <a:lnTo>
                  <a:pt x="27" y="22"/>
                </a:lnTo>
                <a:lnTo>
                  <a:pt x="27" y="22"/>
                </a:lnTo>
                <a:lnTo>
                  <a:pt x="27" y="23"/>
                </a:lnTo>
                <a:lnTo>
                  <a:pt x="27" y="23"/>
                </a:lnTo>
                <a:lnTo>
                  <a:pt x="28" y="25"/>
                </a:lnTo>
                <a:lnTo>
                  <a:pt x="27" y="26"/>
                </a:lnTo>
                <a:lnTo>
                  <a:pt x="26" y="27"/>
                </a:lnTo>
                <a:lnTo>
                  <a:pt x="26" y="29"/>
                </a:lnTo>
                <a:lnTo>
                  <a:pt x="27" y="32"/>
                </a:lnTo>
                <a:lnTo>
                  <a:pt x="26" y="33"/>
                </a:lnTo>
                <a:lnTo>
                  <a:pt x="27" y="35"/>
                </a:lnTo>
                <a:lnTo>
                  <a:pt x="26" y="36"/>
                </a:lnTo>
                <a:lnTo>
                  <a:pt x="24" y="37"/>
                </a:lnTo>
                <a:lnTo>
                  <a:pt x="23" y="37"/>
                </a:lnTo>
                <a:lnTo>
                  <a:pt x="23" y="39"/>
                </a:lnTo>
                <a:lnTo>
                  <a:pt x="18" y="39"/>
                </a:lnTo>
                <a:lnTo>
                  <a:pt x="14" y="40"/>
                </a:lnTo>
                <a:lnTo>
                  <a:pt x="13" y="41"/>
                </a:lnTo>
                <a:lnTo>
                  <a:pt x="10" y="42"/>
                </a:lnTo>
                <a:lnTo>
                  <a:pt x="9" y="42"/>
                </a:lnTo>
                <a:lnTo>
                  <a:pt x="2" y="43"/>
                </a:lnTo>
                <a:lnTo>
                  <a:pt x="2" y="44"/>
                </a:lnTo>
                <a:lnTo>
                  <a:pt x="0" y="45"/>
                </a:lnTo>
                <a:lnTo>
                  <a:pt x="0" y="45"/>
                </a:lnTo>
                <a:lnTo>
                  <a:pt x="1" y="45"/>
                </a:lnTo>
                <a:lnTo>
                  <a:pt x="2" y="44"/>
                </a:lnTo>
                <a:lnTo>
                  <a:pt x="3" y="45"/>
                </a:lnTo>
                <a:lnTo>
                  <a:pt x="4" y="45"/>
                </a:lnTo>
                <a:lnTo>
                  <a:pt x="7" y="45"/>
                </a:lnTo>
                <a:lnTo>
                  <a:pt x="6" y="46"/>
                </a:lnTo>
                <a:lnTo>
                  <a:pt x="7" y="47"/>
                </a:lnTo>
                <a:lnTo>
                  <a:pt x="6" y="48"/>
                </a:lnTo>
                <a:lnTo>
                  <a:pt x="6" y="48"/>
                </a:lnTo>
                <a:lnTo>
                  <a:pt x="5" y="49"/>
                </a:lnTo>
                <a:lnTo>
                  <a:pt x="6" y="50"/>
                </a:lnTo>
                <a:lnTo>
                  <a:pt x="7" y="50"/>
                </a:lnTo>
                <a:lnTo>
                  <a:pt x="8" y="49"/>
                </a:lnTo>
                <a:lnTo>
                  <a:pt x="10" y="50"/>
                </a:lnTo>
                <a:lnTo>
                  <a:pt x="11" y="52"/>
                </a:lnTo>
                <a:lnTo>
                  <a:pt x="12" y="53"/>
                </a:lnTo>
                <a:lnTo>
                  <a:pt x="12" y="54"/>
                </a:lnTo>
                <a:lnTo>
                  <a:pt x="12" y="54"/>
                </a:lnTo>
                <a:lnTo>
                  <a:pt x="13" y="54"/>
                </a:lnTo>
                <a:lnTo>
                  <a:pt x="13" y="54"/>
                </a:lnTo>
                <a:lnTo>
                  <a:pt x="15" y="55"/>
                </a:lnTo>
                <a:lnTo>
                  <a:pt x="16" y="56"/>
                </a:lnTo>
                <a:lnTo>
                  <a:pt x="16" y="57"/>
                </a:lnTo>
                <a:lnTo>
                  <a:pt x="17" y="57"/>
                </a:lnTo>
                <a:lnTo>
                  <a:pt x="18" y="59"/>
                </a:lnTo>
                <a:lnTo>
                  <a:pt x="18" y="60"/>
                </a:lnTo>
                <a:lnTo>
                  <a:pt x="18" y="60"/>
                </a:lnTo>
                <a:lnTo>
                  <a:pt x="17" y="60"/>
                </a:lnTo>
                <a:lnTo>
                  <a:pt x="16" y="61"/>
                </a:lnTo>
                <a:lnTo>
                  <a:pt x="16" y="61"/>
                </a:lnTo>
                <a:lnTo>
                  <a:pt x="16" y="62"/>
                </a:lnTo>
                <a:lnTo>
                  <a:pt x="16" y="63"/>
                </a:lnTo>
                <a:lnTo>
                  <a:pt x="17" y="64"/>
                </a:lnTo>
                <a:lnTo>
                  <a:pt x="17" y="65"/>
                </a:lnTo>
                <a:lnTo>
                  <a:pt x="17" y="65"/>
                </a:lnTo>
                <a:lnTo>
                  <a:pt x="17" y="65"/>
                </a:lnTo>
                <a:lnTo>
                  <a:pt x="18" y="65"/>
                </a:lnTo>
                <a:lnTo>
                  <a:pt x="19" y="66"/>
                </a:lnTo>
                <a:lnTo>
                  <a:pt x="19" y="67"/>
                </a:lnTo>
                <a:lnTo>
                  <a:pt x="20" y="68"/>
                </a:lnTo>
                <a:lnTo>
                  <a:pt x="20" y="69"/>
                </a:lnTo>
                <a:lnTo>
                  <a:pt x="21" y="71"/>
                </a:lnTo>
                <a:lnTo>
                  <a:pt x="21" y="72"/>
                </a:lnTo>
                <a:lnTo>
                  <a:pt x="22" y="74"/>
                </a:lnTo>
                <a:lnTo>
                  <a:pt x="21" y="75"/>
                </a:lnTo>
                <a:lnTo>
                  <a:pt x="20" y="75"/>
                </a:lnTo>
                <a:lnTo>
                  <a:pt x="19" y="77"/>
                </a:lnTo>
                <a:lnTo>
                  <a:pt x="18" y="79"/>
                </a:lnTo>
                <a:lnTo>
                  <a:pt x="19" y="80"/>
                </a:lnTo>
                <a:lnTo>
                  <a:pt x="20" y="81"/>
                </a:lnTo>
                <a:lnTo>
                  <a:pt x="19" y="81"/>
                </a:lnTo>
                <a:lnTo>
                  <a:pt x="19" y="82"/>
                </a:lnTo>
                <a:lnTo>
                  <a:pt x="20" y="81"/>
                </a:lnTo>
                <a:lnTo>
                  <a:pt x="20" y="82"/>
                </a:lnTo>
                <a:lnTo>
                  <a:pt x="20" y="82"/>
                </a:lnTo>
                <a:lnTo>
                  <a:pt x="21" y="84"/>
                </a:lnTo>
                <a:lnTo>
                  <a:pt x="23" y="84"/>
                </a:lnTo>
                <a:lnTo>
                  <a:pt x="24" y="83"/>
                </a:lnTo>
                <a:lnTo>
                  <a:pt x="26" y="84"/>
                </a:lnTo>
                <a:lnTo>
                  <a:pt x="26" y="84"/>
                </a:lnTo>
                <a:lnTo>
                  <a:pt x="26" y="84"/>
                </a:lnTo>
                <a:lnTo>
                  <a:pt x="25" y="84"/>
                </a:lnTo>
                <a:lnTo>
                  <a:pt x="25" y="85"/>
                </a:lnTo>
                <a:lnTo>
                  <a:pt x="25" y="85"/>
                </a:lnTo>
                <a:lnTo>
                  <a:pt x="26" y="86"/>
                </a:lnTo>
                <a:lnTo>
                  <a:pt x="26" y="86"/>
                </a:lnTo>
                <a:lnTo>
                  <a:pt x="27" y="87"/>
                </a:lnTo>
                <a:lnTo>
                  <a:pt x="27" y="87"/>
                </a:lnTo>
                <a:lnTo>
                  <a:pt x="28" y="89"/>
                </a:lnTo>
                <a:lnTo>
                  <a:pt x="28" y="88"/>
                </a:lnTo>
                <a:lnTo>
                  <a:pt x="29" y="88"/>
                </a:lnTo>
                <a:lnTo>
                  <a:pt x="31" y="88"/>
                </a:lnTo>
                <a:lnTo>
                  <a:pt x="31" y="89"/>
                </a:lnTo>
                <a:lnTo>
                  <a:pt x="32" y="88"/>
                </a:lnTo>
                <a:lnTo>
                  <a:pt x="32" y="90"/>
                </a:lnTo>
                <a:lnTo>
                  <a:pt x="33" y="92"/>
                </a:lnTo>
                <a:lnTo>
                  <a:pt x="34" y="90"/>
                </a:lnTo>
                <a:lnTo>
                  <a:pt x="34" y="91"/>
                </a:lnTo>
                <a:lnTo>
                  <a:pt x="35" y="91"/>
                </a:lnTo>
                <a:lnTo>
                  <a:pt x="35" y="92"/>
                </a:lnTo>
                <a:lnTo>
                  <a:pt x="37" y="95"/>
                </a:lnTo>
                <a:lnTo>
                  <a:pt x="37" y="94"/>
                </a:lnTo>
                <a:lnTo>
                  <a:pt x="38" y="94"/>
                </a:lnTo>
                <a:lnTo>
                  <a:pt x="39" y="93"/>
                </a:lnTo>
                <a:lnTo>
                  <a:pt x="40" y="92"/>
                </a:lnTo>
                <a:lnTo>
                  <a:pt x="39" y="89"/>
                </a:lnTo>
                <a:lnTo>
                  <a:pt x="39" y="89"/>
                </a:lnTo>
                <a:lnTo>
                  <a:pt x="39" y="88"/>
                </a:lnTo>
                <a:lnTo>
                  <a:pt x="39" y="87"/>
                </a:lnTo>
                <a:lnTo>
                  <a:pt x="39" y="87"/>
                </a:lnTo>
                <a:lnTo>
                  <a:pt x="38" y="84"/>
                </a:lnTo>
                <a:lnTo>
                  <a:pt x="40" y="83"/>
                </a:lnTo>
                <a:lnTo>
                  <a:pt x="41" y="83"/>
                </a:lnTo>
                <a:lnTo>
                  <a:pt x="42" y="83"/>
                </a:lnTo>
                <a:lnTo>
                  <a:pt x="42" y="84"/>
                </a:lnTo>
                <a:lnTo>
                  <a:pt x="42" y="84"/>
                </a:lnTo>
                <a:lnTo>
                  <a:pt x="43" y="83"/>
                </a:lnTo>
                <a:lnTo>
                  <a:pt x="44" y="84"/>
                </a:lnTo>
                <a:lnTo>
                  <a:pt x="44" y="83"/>
                </a:lnTo>
                <a:lnTo>
                  <a:pt x="45" y="84"/>
                </a:lnTo>
                <a:lnTo>
                  <a:pt x="45" y="83"/>
                </a:lnTo>
                <a:lnTo>
                  <a:pt x="46" y="83"/>
                </a:lnTo>
                <a:lnTo>
                  <a:pt x="46" y="82"/>
                </a:lnTo>
                <a:lnTo>
                  <a:pt x="47" y="83"/>
                </a:lnTo>
                <a:lnTo>
                  <a:pt x="47" y="81"/>
                </a:lnTo>
                <a:lnTo>
                  <a:pt x="46" y="80"/>
                </a:lnTo>
                <a:lnTo>
                  <a:pt x="47" y="79"/>
                </a:lnTo>
                <a:lnTo>
                  <a:pt x="47" y="79"/>
                </a:lnTo>
                <a:lnTo>
                  <a:pt x="47" y="78"/>
                </a:lnTo>
                <a:lnTo>
                  <a:pt x="47" y="78"/>
                </a:lnTo>
                <a:lnTo>
                  <a:pt x="48" y="77"/>
                </a:lnTo>
                <a:lnTo>
                  <a:pt x="47" y="77"/>
                </a:lnTo>
                <a:lnTo>
                  <a:pt x="48" y="75"/>
                </a:lnTo>
                <a:lnTo>
                  <a:pt x="47" y="74"/>
                </a:lnTo>
                <a:lnTo>
                  <a:pt x="47" y="74"/>
                </a:lnTo>
                <a:lnTo>
                  <a:pt x="45" y="72"/>
                </a:lnTo>
                <a:lnTo>
                  <a:pt x="44" y="72"/>
                </a:lnTo>
                <a:lnTo>
                  <a:pt x="43" y="72"/>
                </a:lnTo>
                <a:lnTo>
                  <a:pt x="43" y="71"/>
                </a:lnTo>
                <a:lnTo>
                  <a:pt x="42" y="71"/>
                </a:lnTo>
                <a:lnTo>
                  <a:pt x="40" y="71"/>
                </a:lnTo>
                <a:lnTo>
                  <a:pt x="40" y="71"/>
                </a:lnTo>
                <a:lnTo>
                  <a:pt x="39" y="71"/>
                </a:lnTo>
                <a:lnTo>
                  <a:pt x="39" y="70"/>
                </a:lnTo>
                <a:lnTo>
                  <a:pt x="39" y="70"/>
                </a:lnTo>
                <a:lnTo>
                  <a:pt x="39" y="69"/>
                </a:lnTo>
                <a:lnTo>
                  <a:pt x="39" y="68"/>
                </a:lnTo>
                <a:lnTo>
                  <a:pt x="40" y="66"/>
                </a:lnTo>
                <a:lnTo>
                  <a:pt x="37" y="65"/>
                </a:lnTo>
                <a:lnTo>
                  <a:pt x="37" y="64"/>
                </a:lnTo>
                <a:lnTo>
                  <a:pt x="37" y="65"/>
                </a:lnTo>
                <a:lnTo>
                  <a:pt x="37" y="64"/>
                </a:lnTo>
                <a:lnTo>
                  <a:pt x="38" y="64"/>
                </a:lnTo>
                <a:lnTo>
                  <a:pt x="39" y="64"/>
                </a:lnTo>
                <a:lnTo>
                  <a:pt x="38" y="63"/>
                </a:lnTo>
                <a:lnTo>
                  <a:pt x="39" y="63"/>
                </a:lnTo>
                <a:lnTo>
                  <a:pt x="39" y="62"/>
                </a:lnTo>
                <a:lnTo>
                  <a:pt x="40" y="61"/>
                </a:lnTo>
                <a:lnTo>
                  <a:pt x="39" y="61"/>
                </a:lnTo>
                <a:lnTo>
                  <a:pt x="41" y="60"/>
                </a:lnTo>
                <a:lnTo>
                  <a:pt x="42" y="61"/>
                </a:lnTo>
                <a:lnTo>
                  <a:pt x="41" y="60"/>
                </a:lnTo>
                <a:lnTo>
                  <a:pt x="42" y="58"/>
                </a:lnTo>
                <a:lnTo>
                  <a:pt x="41" y="57"/>
                </a:lnTo>
                <a:lnTo>
                  <a:pt x="41" y="57"/>
                </a:lnTo>
                <a:lnTo>
                  <a:pt x="41" y="56"/>
                </a:lnTo>
                <a:lnTo>
                  <a:pt x="40" y="56"/>
                </a:lnTo>
                <a:lnTo>
                  <a:pt x="40" y="55"/>
                </a:lnTo>
                <a:lnTo>
                  <a:pt x="41" y="56"/>
                </a:lnTo>
                <a:lnTo>
                  <a:pt x="41" y="55"/>
                </a:lnTo>
                <a:lnTo>
                  <a:pt x="42" y="55"/>
                </a:lnTo>
                <a:lnTo>
                  <a:pt x="42" y="54"/>
                </a:lnTo>
                <a:lnTo>
                  <a:pt x="41" y="51"/>
                </a:lnTo>
                <a:lnTo>
                  <a:pt x="42" y="52"/>
                </a:lnTo>
                <a:lnTo>
                  <a:pt x="42" y="51"/>
                </a:lnTo>
                <a:lnTo>
                  <a:pt x="44" y="52"/>
                </a:lnTo>
                <a:lnTo>
                  <a:pt x="44" y="52"/>
                </a:lnTo>
                <a:lnTo>
                  <a:pt x="44" y="51"/>
                </a:lnTo>
                <a:lnTo>
                  <a:pt x="46" y="52"/>
                </a:lnTo>
                <a:lnTo>
                  <a:pt x="46" y="52"/>
                </a:lnTo>
                <a:lnTo>
                  <a:pt x="46" y="51"/>
                </a:lnTo>
                <a:lnTo>
                  <a:pt x="48" y="52"/>
                </a:lnTo>
                <a:lnTo>
                  <a:pt x="48" y="52"/>
                </a:lnTo>
                <a:lnTo>
                  <a:pt x="48" y="51"/>
                </a:lnTo>
                <a:lnTo>
                  <a:pt x="50" y="52"/>
                </a:lnTo>
                <a:lnTo>
                  <a:pt x="51" y="51"/>
                </a:lnTo>
                <a:lnTo>
                  <a:pt x="52" y="52"/>
                </a:lnTo>
                <a:close/>
              </a:path>
            </a:pathLst>
          </a:custGeom>
          <a:solidFill>
            <a:srgbClr val="D9E6F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502920" y="1941528"/>
            <a:ext cx="2520309" cy="1949552"/>
          </a:xfrm>
          <a:custGeom>
            <a:avLst/>
            <a:gdLst/>
            <a:ahLst/>
            <a:cxnLst/>
            <a:rect l="l" t="t" r="r" b="b"/>
            <a:pathLst>
              <a:path w="393" h="304">
                <a:moveTo>
                  <a:pt x="393" y="163"/>
                </a:moveTo>
                <a:lnTo>
                  <a:pt x="393" y="159"/>
                </a:lnTo>
                <a:lnTo>
                  <a:pt x="386" y="151"/>
                </a:lnTo>
                <a:lnTo>
                  <a:pt x="386" y="150"/>
                </a:lnTo>
                <a:lnTo>
                  <a:pt x="386" y="147"/>
                </a:lnTo>
                <a:lnTo>
                  <a:pt x="384" y="142"/>
                </a:lnTo>
                <a:lnTo>
                  <a:pt x="383" y="136"/>
                </a:lnTo>
                <a:lnTo>
                  <a:pt x="381" y="133"/>
                </a:lnTo>
                <a:lnTo>
                  <a:pt x="378" y="132"/>
                </a:lnTo>
                <a:lnTo>
                  <a:pt x="379" y="128"/>
                </a:lnTo>
                <a:lnTo>
                  <a:pt x="380" y="127"/>
                </a:lnTo>
                <a:lnTo>
                  <a:pt x="380" y="126"/>
                </a:lnTo>
                <a:lnTo>
                  <a:pt x="380" y="126"/>
                </a:lnTo>
                <a:lnTo>
                  <a:pt x="373" y="126"/>
                </a:lnTo>
                <a:lnTo>
                  <a:pt x="373" y="125"/>
                </a:lnTo>
                <a:lnTo>
                  <a:pt x="369" y="124"/>
                </a:lnTo>
                <a:lnTo>
                  <a:pt x="368" y="121"/>
                </a:lnTo>
                <a:lnTo>
                  <a:pt x="366" y="120"/>
                </a:lnTo>
                <a:lnTo>
                  <a:pt x="364" y="119"/>
                </a:lnTo>
                <a:lnTo>
                  <a:pt x="364" y="118"/>
                </a:lnTo>
                <a:lnTo>
                  <a:pt x="363" y="117"/>
                </a:lnTo>
                <a:lnTo>
                  <a:pt x="362" y="116"/>
                </a:lnTo>
                <a:lnTo>
                  <a:pt x="355" y="110"/>
                </a:lnTo>
                <a:lnTo>
                  <a:pt x="355" y="110"/>
                </a:lnTo>
                <a:lnTo>
                  <a:pt x="352" y="108"/>
                </a:lnTo>
                <a:lnTo>
                  <a:pt x="350" y="108"/>
                </a:lnTo>
                <a:lnTo>
                  <a:pt x="349" y="107"/>
                </a:lnTo>
                <a:lnTo>
                  <a:pt x="348" y="107"/>
                </a:lnTo>
                <a:lnTo>
                  <a:pt x="348" y="107"/>
                </a:lnTo>
                <a:lnTo>
                  <a:pt x="346" y="106"/>
                </a:lnTo>
                <a:lnTo>
                  <a:pt x="343" y="106"/>
                </a:lnTo>
                <a:lnTo>
                  <a:pt x="342" y="105"/>
                </a:lnTo>
                <a:lnTo>
                  <a:pt x="340" y="104"/>
                </a:lnTo>
                <a:lnTo>
                  <a:pt x="336" y="105"/>
                </a:lnTo>
                <a:lnTo>
                  <a:pt x="333" y="104"/>
                </a:lnTo>
                <a:lnTo>
                  <a:pt x="332" y="104"/>
                </a:lnTo>
                <a:lnTo>
                  <a:pt x="329" y="102"/>
                </a:lnTo>
                <a:lnTo>
                  <a:pt x="323" y="102"/>
                </a:lnTo>
                <a:lnTo>
                  <a:pt x="321" y="101"/>
                </a:lnTo>
                <a:lnTo>
                  <a:pt x="320" y="101"/>
                </a:lnTo>
                <a:lnTo>
                  <a:pt x="319" y="99"/>
                </a:lnTo>
                <a:lnTo>
                  <a:pt x="318" y="100"/>
                </a:lnTo>
                <a:lnTo>
                  <a:pt x="316" y="99"/>
                </a:lnTo>
                <a:lnTo>
                  <a:pt x="315" y="97"/>
                </a:lnTo>
                <a:lnTo>
                  <a:pt x="313" y="97"/>
                </a:lnTo>
                <a:lnTo>
                  <a:pt x="311" y="97"/>
                </a:lnTo>
                <a:lnTo>
                  <a:pt x="310" y="97"/>
                </a:lnTo>
                <a:lnTo>
                  <a:pt x="311" y="96"/>
                </a:lnTo>
                <a:lnTo>
                  <a:pt x="311" y="95"/>
                </a:lnTo>
                <a:lnTo>
                  <a:pt x="310" y="95"/>
                </a:lnTo>
                <a:lnTo>
                  <a:pt x="310" y="94"/>
                </a:lnTo>
                <a:lnTo>
                  <a:pt x="310" y="92"/>
                </a:lnTo>
                <a:lnTo>
                  <a:pt x="308" y="90"/>
                </a:lnTo>
                <a:lnTo>
                  <a:pt x="309" y="88"/>
                </a:lnTo>
                <a:lnTo>
                  <a:pt x="310" y="85"/>
                </a:lnTo>
                <a:lnTo>
                  <a:pt x="313" y="81"/>
                </a:lnTo>
                <a:lnTo>
                  <a:pt x="316" y="79"/>
                </a:lnTo>
                <a:lnTo>
                  <a:pt x="316" y="77"/>
                </a:lnTo>
                <a:lnTo>
                  <a:pt x="315" y="72"/>
                </a:lnTo>
                <a:lnTo>
                  <a:pt x="316" y="71"/>
                </a:lnTo>
                <a:lnTo>
                  <a:pt x="318" y="67"/>
                </a:lnTo>
                <a:lnTo>
                  <a:pt x="318" y="67"/>
                </a:lnTo>
                <a:lnTo>
                  <a:pt x="317" y="67"/>
                </a:lnTo>
                <a:lnTo>
                  <a:pt x="318" y="64"/>
                </a:lnTo>
                <a:lnTo>
                  <a:pt x="317" y="61"/>
                </a:lnTo>
                <a:lnTo>
                  <a:pt x="317" y="60"/>
                </a:lnTo>
                <a:lnTo>
                  <a:pt x="317" y="60"/>
                </a:lnTo>
                <a:lnTo>
                  <a:pt x="317" y="58"/>
                </a:lnTo>
                <a:lnTo>
                  <a:pt x="316" y="57"/>
                </a:lnTo>
                <a:lnTo>
                  <a:pt x="315" y="57"/>
                </a:lnTo>
                <a:lnTo>
                  <a:pt x="312" y="52"/>
                </a:lnTo>
                <a:lnTo>
                  <a:pt x="311" y="49"/>
                </a:lnTo>
                <a:lnTo>
                  <a:pt x="312" y="48"/>
                </a:lnTo>
                <a:lnTo>
                  <a:pt x="311" y="47"/>
                </a:lnTo>
                <a:lnTo>
                  <a:pt x="312" y="45"/>
                </a:lnTo>
                <a:lnTo>
                  <a:pt x="311" y="44"/>
                </a:lnTo>
                <a:lnTo>
                  <a:pt x="310" y="42"/>
                </a:lnTo>
                <a:lnTo>
                  <a:pt x="311" y="42"/>
                </a:lnTo>
                <a:lnTo>
                  <a:pt x="310" y="41"/>
                </a:lnTo>
                <a:lnTo>
                  <a:pt x="307" y="39"/>
                </a:lnTo>
                <a:lnTo>
                  <a:pt x="307" y="38"/>
                </a:lnTo>
                <a:lnTo>
                  <a:pt x="307" y="36"/>
                </a:lnTo>
                <a:lnTo>
                  <a:pt x="307" y="36"/>
                </a:lnTo>
                <a:lnTo>
                  <a:pt x="305" y="35"/>
                </a:lnTo>
                <a:lnTo>
                  <a:pt x="305" y="36"/>
                </a:lnTo>
                <a:lnTo>
                  <a:pt x="302" y="36"/>
                </a:lnTo>
                <a:lnTo>
                  <a:pt x="302" y="35"/>
                </a:lnTo>
                <a:lnTo>
                  <a:pt x="301" y="34"/>
                </a:lnTo>
                <a:lnTo>
                  <a:pt x="301" y="33"/>
                </a:lnTo>
                <a:lnTo>
                  <a:pt x="300" y="33"/>
                </a:lnTo>
                <a:lnTo>
                  <a:pt x="300" y="32"/>
                </a:lnTo>
                <a:lnTo>
                  <a:pt x="300" y="31"/>
                </a:lnTo>
                <a:lnTo>
                  <a:pt x="299" y="31"/>
                </a:lnTo>
                <a:lnTo>
                  <a:pt x="297" y="31"/>
                </a:lnTo>
                <a:lnTo>
                  <a:pt x="295" y="32"/>
                </a:lnTo>
                <a:lnTo>
                  <a:pt x="294" y="31"/>
                </a:lnTo>
                <a:lnTo>
                  <a:pt x="292" y="31"/>
                </a:lnTo>
                <a:lnTo>
                  <a:pt x="292" y="30"/>
                </a:lnTo>
                <a:lnTo>
                  <a:pt x="291" y="28"/>
                </a:lnTo>
                <a:lnTo>
                  <a:pt x="289" y="28"/>
                </a:lnTo>
                <a:lnTo>
                  <a:pt x="287" y="26"/>
                </a:lnTo>
                <a:lnTo>
                  <a:pt x="286" y="26"/>
                </a:lnTo>
                <a:lnTo>
                  <a:pt x="286" y="23"/>
                </a:lnTo>
                <a:lnTo>
                  <a:pt x="287" y="22"/>
                </a:lnTo>
                <a:lnTo>
                  <a:pt x="286" y="22"/>
                </a:lnTo>
                <a:lnTo>
                  <a:pt x="286" y="21"/>
                </a:lnTo>
                <a:lnTo>
                  <a:pt x="286" y="21"/>
                </a:lnTo>
                <a:lnTo>
                  <a:pt x="286" y="21"/>
                </a:lnTo>
                <a:lnTo>
                  <a:pt x="284" y="21"/>
                </a:lnTo>
                <a:lnTo>
                  <a:pt x="283" y="20"/>
                </a:lnTo>
                <a:lnTo>
                  <a:pt x="283" y="19"/>
                </a:lnTo>
                <a:lnTo>
                  <a:pt x="283" y="18"/>
                </a:lnTo>
                <a:lnTo>
                  <a:pt x="281" y="18"/>
                </a:lnTo>
                <a:lnTo>
                  <a:pt x="280" y="16"/>
                </a:lnTo>
                <a:lnTo>
                  <a:pt x="279" y="16"/>
                </a:lnTo>
                <a:lnTo>
                  <a:pt x="278" y="15"/>
                </a:lnTo>
                <a:lnTo>
                  <a:pt x="278" y="15"/>
                </a:lnTo>
                <a:lnTo>
                  <a:pt x="279" y="15"/>
                </a:lnTo>
                <a:lnTo>
                  <a:pt x="279" y="14"/>
                </a:lnTo>
                <a:lnTo>
                  <a:pt x="280" y="13"/>
                </a:lnTo>
                <a:lnTo>
                  <a:pt x="280" y="13"/>
                </a:lnTo>
                <a:lnTo>
                  <a:pt x="280" y="13"/>
                </a:lnTo>
                <a:lnTo>
                  <a:pt x="279" y="12"/>
                </a:lnTo>
                <a:lnTo>
                  <a:pt x="279" y="11"/>
                </a:lnTo>
                <a:lnTo>
                  <a:pt x="278" y="11"/>
                </a:lnTo>
                <a:lnTo>
                  <a:pt x="277" y="10"/>
                </a:lnTo>
                <a:lnTo>
                  <a:pt x="277" y="10"/>
                </a:lnTo>
                <a:lnTo>
                  <a:pt x="276" y="9"/>
                </a:lnTo>
                <a:lnTo>
                  <a:pt x="277" y="10"/>
                </a:lnTo>
                <a:lnTo>
                  <a:pt x="276" y="8"/>
                </a:lnTo>
                <a:lnTo>
                  <a:pt x="276" y="8"/>
                </a:lnTo>
                <a:lnTo>
                  <a:pt x="276" y="7"/>
                </a:lnTo>
                <a:lnTo>
                  <a:pt x="278" y="7"/>
                </a:lnTo>
                <a:lnTo>
                  <a:pt x="278" y="7"/>
                </a:lnTo>
                <a:lnTo>
                  <a:pt x="279" y="6"/>
                </a:lnTo>
                <a:lnTo>
                  <a:pt x="278" y="5"/>
                </a:lnTo>
                <a:lnTo>
                  <a:pt x="278" y="3"/>
                </a:lnTo>
                <a:lnTo>
                  <a:pt x="278" y="3"/>
                </a:lnTo>
                <a:lnTo>
                  <a:pt x="278" y="2"/>
                </a:lnTo>
                <a:lnTo>
                  <a:pt x="278" y="2"/>
                </a:lnTo>
                <a:lnTo>
                  <a:pt x="276" y="2"/>
                </a:lnTo>
                <a:lnTo>
                  <a:pt x="276" y="2"/>
                </a:lnTo>
                <a:lnTo>
                  <a:pt x="273" y="2"/>
                </a:lnTo>
                <a:lnTo>
                  <a:pt x="273" y="2"/>
                </a:lnTo>
                <a:lnTo>
                  <a:pt x="273" y="3"/>
                </a:lnTo>
                <a:lnTo>
                  <a:pt x="272" y="3"/>
                </a:lnTo>
                <a:lnTo>
                  <a:pt x="267" y="0"/>
                </a:lnTo>
                <a:lnTo>
                  <a:pt x="267" y="1"/>
                </a:lnTo>
                <a:lnTo>
                  <a:pt x="264" y="0"/>
                </a:lnTo>
                <a:lnTo>
                  <a:pt x="263" y="1"/>
                </a:lnTo>
                <a:lnTo>
                  <a:pt x="263" y="2"/>
                </a:lnTo>
                <a:lnTo>
                  <a:pt x="261" y="3"/>
                </a:lnTo>
                <a:lnTo>
                  <a:pt x="261" y="5"/>
                </a:lnTo>
                <a:lnTo>
                  <a:pt x="262" y="6"/>
                </a:lnTo>
                <a:lnTo>
                  <a:pt x="262" y="7"/>
                </a:lnTo>
                <a:lnTo>
                  <a:pt x="261" y="8"/>
                </a:lnTo>
                <a:lnTo>
                  <a:pt x="261" y="9"/>
                </a:lnTo>
                <a:lnTo>
                  <a:pt x="259" y="10"/>
                </a:lnTo>
                <a:lnTo>
                  <a:pt x="258" y="11"/>
                </a:lnTo>
                <a:lnTo>
                  <a:pt x="257" y="12"/>
                </a:lnTo>
                <a:lnTo>
                  <a:pt x="254" y="13"/>
                </a:lnTo>
                <a:lnTo>
                  <a:pt x="253" y="13"/>
                </a:lnTo>
                <a:lnTo>
                  <a:pt x="251" y="14"/>
                </a:lnTo>
                <a:lnTo>
                  <a:pt x="247" y="13"/>
                </a:lnTo>
                <a:lnTo>
                  <a:pt x="245" y="13"/>
                </a:lnTo>
                <a:lnTo>
                  <a:pt x="243" y="14"/>
                </a:lnTo>
                <a:lnTo>
                  <a:pt x="243" y="16"/>
                </a:lnTo>
                <a:lnTo>
                  <a:pt x="241" y="17"/>
                </a:lnTo>
                <a:lnTo>
                  <a:pt x="241" y="17"/>
                </a:lnTo>
                <a:lnTo>
                  <a:pt x="239" y="20"/>
                </a:lnTo>
                <a:lnTo>
                  <a:pt x="238" y="32"/>
                </a:lnTo>
                <a:lnTo>
                  <a:pt x="239" y="34"/>
                </a:lnTo>
                <a:lnTo>
                  <a:pt x="239" y="35"/>
                </a:lnTo>
                <a:lnTo>
                  <a:pt x="238" y="36"/>
                </a:lnTo>
                <a:lnTo>
                  <a:pt x="239" y="37"/>
                </a:lnTo>
                <a:lnTo>
                  <a:pt x="238" y="39"/>
                </a:lnTo>
                <a:lnTo>
                  <a:pt x="236" y="40"/>
                </a:lnTo>
                <a:lnTo>
                  <a:pt x="235" y="41"/>
                </a:lnTo>
                <a:lnTo>
                  <a:pt x="235" y="42"/>
                </a:lnTo>
                <a:lnTo>
                  <a:pt x="232" y="41"/>
                </a:lnTo>
                <a:lnTo>
                  <a:pt x="231" y="41"/>
                </a:lnTo>
                <a:lnTo>
                  <a:pt x="228" y="42"/>
                </a:lnTo>
                <a:lnTo>
                  <a:pt x="228" y="43"/>
                </a:lnTo>
                <a:lnTo>
                  <a:pt x="226" y="43"/>
                </a:lnTo>
                <a:lnTo>
                  <a:pt x="225" y="44"/>
                </a:lnTo>
                <a:lnTo>
                  <a:pt x="224" y="42"/>
                </a:lnTo>
                <a:lnTo>
                  <a:pt x="223" y="40"/>
                </a:lnTo>
                <a:lnTo>
                  <a:pt x="219" y="40"/>
                </a:lnTo>
                <a:lnTo>
                  <a:pt x="218" y="39"/>
                </a:lnTo>
                <a:lnTo>
                  <a:pt x="217" y="40"/>
                </a:lnTo>
                <a:lnTo>
                  <a:pt x="215" y="39"/>
                </a:lnTo>
                <a:lnTo>
                  <a:pt x="213" y="39"/>
                </a:lnTo>
                <a:lnTo>
                  <a:pt x="212" y="38"/>
                </a:lnTo>
                <a:lnTo>
                  <a:pt x="210" y="39"/>
                </a:lnTo>
                <a:lnTo>
                  <a:pt x="208" y="37"/>
                </a:lnTo>
                <a:lnTo>
                  <a:pt x="207" y="37"/>
                </a:lnTo>
                <a:lnTo>
                  <a:pt x="207" y="37"/>
                </a:lnTo>
                <a:lnTo>
                  <a:pt x="205" y="36"/>
                </a:lnTo>
                <a:lnTo>
                  <a:pt x="205" y="35"/>
                </a:lnTo>
                <a:lnTo>
                  <a:pt x="204" y="34"/>
                </a:lnTo>
                <a:lnTo>
                  <a:pt x="203" y="34"/>
                </a:lnTo>
                <a:lnTo>
                  <a:pt x="203" y="32"/>
                </a:lnTo>
                <a:lnTo>
                  <a:pt x="201" y="32"/>
                </a:lnTo>
                <a:lnTo>
                  <a:pt x="200" y="30"/>
                </a:lnTo>
                <a:lnTo>
                  <a:pt x="198" y="30"/>
                </a:lnTo>
                <a:lnTo>
                  <a:pt x="198" y="31"/>
                </a:lnTo>
                <a:lnTo>
                  <a:pt x="197" y="33"/>
                </a:lnTo>
                <a:lnTo>
                  <a:pt x="196" y="34"/>
                </a:lnTo>
                <a:lnTo>
                  <a:pt x="194" y="39"/>
                </a:lnTo>
                <a:lnTo>
                  <a:pt x="193" y="39"/>
                </a:lnTo>
                <a:lnTo>
                  <a:pt x="190" y="45"/>
                </a:lnTo>
                <a:lnTo>
                  <a:pt x="185" y="52"/>
                </a:lnTo>
                <a:lnTo>
                  <a:pt x="183" y="55"/>
                </a:lnTo>
                <a:lnTo>
                  <a:pt x="182" y="55"/>
                </a:lnTo>
                <a:lnTo>
                  <a:pt x="181" y="56"/>
                </a:lnTo>
                <a:lnTo>
                  <a:pt x="180" y="59"/>
                </a:lnTo>
                <a:lnTo>
                  <a:pt x="179" y="60"/>
                </a:lnTo>
                <a:lnTo>
                  <a:pt x="179" y="62"/>
                </a:lnTo>
                <a:lnTo>
                  <a:pt x="178" y="63"/>
                </a:lnTo>
                <a:lnTo>
                  <a:pt x="178" y="64"/>
                </a:lnTo>
                <a:lnTo>
                  <a:pt x="182" y="68"/>
                </a:lnTo>
                <a:lnTo>
                  <a:pt x="182" y="70"/>
                </a:lnTo>
                <a:lnTo>
                  <a:pt x="181" y="72"/>
                </a:lnTo>
                <a:lnTo>
                  <a:pt x="181" y="73"/>
                </a:lnTo>
                <a:lnTo>
                  <a:pt x="179" y="73"/>
                </a:lnTo>
                <a:lnTo>
                  <a:pt x="177" y="71"/>
                </a:lnTo>
                <a:lnTo>
                  <a:pt x="174" y="71"/>
                </a:lnTo>
                <a:lnTo>
                  <a:pt x="174" y="71"/>
                </a:lnTo>
                <a:lnTo>
                  <a:pt x="174" y="70"/>
                </a:lnTo>
                <a:lnTo>
                  <a:pt x="173" y="70"/>
                </a:lnTo>
                <a:lnTo>
                  <a:pt x="171" y="70"/>
                </a:lnTo>
                <a:lnTo>
                  <a:pt x="170" y="66"/>
                </a:lnTo>
                <a:lnTo>
                  <a:pt x="166" y="66"/>
                </a:lnTo>
                <a:lnTo>
                  <a:pt x="166" y="67"/>
                </a:lnTo>
                <a:lnTo>
                  <a:pt x="164" y="67"/>
                </a:lnTo>
                <a:lnTo>
                  <a:pt x="164" y="67"/>
                </a:lnTo>
                <a:lnTo>
                  <a:pt x="161" y="67"/>
                </a:lnTo>
                <a:lnTo>
                  <a:pt x="160" y="67"/>
                </a:lnTo>
                <a:lnTo>
                  <a:pt x="159" y="67"/>
                </a:lnTo>
                <a:lnTo>
                  <a:pt x="159" y="67"/>
                </a:lnTo>
                <a:lnTo>
                  <a:pt x="158" y="67"/>
                </a:lnTo>
                <a:lnTo>
                  <a:pt x="158" y="68"/>
                </a:lnTo>
                <a:lnTo>
                  <a:pt x="155" y="68"/>
                </a:lnTo>
                <a:lnTo>
                  <a:pt x="155" y="68"/>
                </a:lnTo>
                <a:lnTo>
                  <a:pt x="152" y="67"/>
                </a:lnTo>
                <a:lnTo>
                  <a:pt x="150" y="68"/>
                </a:lnTo>
                <a:lnTo>
                  <a:pt x="149" y="67"/>
                </a:lnTo>
                <a:lnTo>
                  <a:pt x="148" y="67"/>
                </a:lnTo>
                <a:lnTo>
                  <a:pt x="147" y="68"/>
                </a:lnTo>
                <a:lnTo>
                  <a:pt x="146" y="68"/>
                </a:lnTo>
                <a:lnTo>
                  <a:pt x="145" y="67"/>
                </a:lnTo>
                <a:lnTo>
                  <a:pt x="144" y="68"/>
                </a:lnTo>
                <a:lnTo>
                  <a:pt x="142" y="67"/>
                </a:lnTo>
                <a:lnTo>
                  <a:pt x="138" y="69"/>
                </a:lnTo>
                <a:lnTo>
                  <a:pt x="139" y="70"/>
                </a:lnTo>
                <a:lnTo>
                  <a:pt x="138" y="71"/>
                </a:lnTo>
                <a:lnTo>
                  <a:pt x="139" y="71"/>
                </a:lnTo>
                <a:lnTo>
                  <a:pt x="139" y="72"/>
                </a:lnTo>
                <a:lnTo>
                  <a:pt x="141" y="72"/>
                </a:lnTo>
                <a:lnTo>
                  <a:pt x="142" y="72"/>
                </a:lnTo>
                <a:lnTo>
                  <a:pt x="142" y="74"/>
                </a:lnTo>
                <a:lnTo>
                  <a:pt x="142" y="74"/>
                </a:lnTo>
                <a:lnTo>
                  <a:pt x="143" y="75"/>
                </a:lnTo>
                <a:lnTo>
                  <a:pt x="144" y="77"/>
                </a:lnTo>
                <a:lnTo>
                  <a:pt x="144" y="78"/>
                </a:lnTo>
                <a:lnTo>
                  <a:pt x="143" y="80"/>
                </a:lnTo>
                <a:lnTo>
                  <a:pt x="142" y="85"/>
                </a:lnTo>
                <a:lnTo>
                  <a:pt x="141" y="88"/>
                </a:lnTo>
                <a:lnTo>
                  <a:pt x="142" y="89"/>
                </a:lnTo>
                <a:lnTo>
                  <a:pt x="141" y="92"/>
                </a:lnTo>
                <a:lnTo>
                  <a:pt x="142" y="93"/>
                </a:lnTo>
                <a:lnTo>
                  <a:pt x="142" y="95"/>
                </a:lnTo>
                <a:lnTo>
                  <a:pt x="143" y="103"/>
                </a:lnTo>
                <a:lnTo>
                  <a:pt x="143" y="105"/>
                </a:lnTo>
                <a:lnTo>
                  <a:pt x="141" y="107"/>
                </a:lnTo>
                <a:lnTo>
                  <a:pt x="143" y="108"/>
                </a:lnTo>
                <a:lnTo>
                  <a:pt x="142" y="109"/>
                </a:lnTo>
                <a:lnTo>
                  <a:pt x="142" y="111"/>
                </a:lnTo>
                <a:lnTo>
                  <a:pt x="142" y="111"/>
                </a:lnTo>
                <a:lnTo>
                  <a:pt x="140" y="111"/>
                </a:lnTo>
                <a:lnTo>
                  <a:pt x="139" y="111"/>
                </a:lnTo>
                <a:lnTo>
                  <a:pt x="135" y="112"/>
                </a:lnTo>
                <a:lnTo>
                  <a:pt x="135" y="113"/>
                </a:lnTo>
                <a:lnTo>
                  <a:pt x="136" y="114"/>
                </a:lnTo>
                <a:lnTo>
                  <a:pt x="138" y="115"/>
                </a:lnTo>
                <a:lnTo>
                  <a:pt x="138" y="116"/>
                </a:lnTo>
                <a:lnTo>
                  <a:pt x="136" y="116"/>
                </a:lnTo>
                <a:lnTo>
                  <a:pt x="134" y="117"/>
                </a:lnTo>
                <a:lnTo>
                  <a:pt x="132" y="116"/>
                </a:lnTo>
                <a:lnTo>
                  <a:pt x="131" y="119"/>
                </a:lnTo>
                <a:lnTo>
                  <a:pt x="130" y="119"/>
                </a:lnTo>
                <a:lnTo>
                  <a:pt x="129" y="120"/>
                </a:lnTo>
                <a:lnTo>
                  <a:pt x="130" y="122"/>
                </a:lnTo>
                <a:lnTo>
                  <a:pt x="130" y="123"/>
                </a:lnTo>
                <a:lnTo>
                  <a:pt x="129" y="123"/>
                </a:lnTo>
                <a:lnTo>
                  <a:pt x="129" y="125"/>
                </a:lnTo>
                <a:lnTo>
                  <a:pt x="129" y="126"/>
                </a:lnTo>
                <a:lnTo>
                  <a:pt x="129" y="126"/>
                </a:lnTo>
                <a:lnTo>
                  <a:pt x="129" y="127"/>
                </a:lnTo>
                <a:lnTo>
                  <a:pt x="129" y="128"/>
                </a:lnTo>
                <a:lnTo>
                  <a:pt x="129" y="129"/>
                </a:lnTo>
                <a:lnTo>
                  <a:pt x="129" y="129"/>
                </a:lnTo>
                <a:lnTo>
                  <a:pt x="127" y="130"/>
                </a:lnTo>
                <a:lnTo>
                  <a:pt x="126" y="131"/>
                </a:lnTo>
                <a:lnTo>
                  <a:pt x="126" y="130"/>
                </a:lnTo>
                <a:lnTo>
                  <a:pt x="127" y="132"/>
                </a:lnTo>
                <a:lnTo>
                  <a:pt x="125" y="133"/>
                </a:lnTo>
                <a:lnTo>
                  <a:pt x="122" y="132"/>
                </a:lnTo>
                <a:lnTo>
                  <a:pt x="121" y="132"/>
                </a:lnTo>
                <a:lnTo>
                  <a:pt x="121" y="133"/>
                </a:lnTo>
                <a:lnTo>
                  <a:pt x="119" y="135"/>
                </a:lnTo>
                <a:lnTo>
                  <a:pt x="117" y="134"/>
                </a:lnTo>
                <a:lnTo>
                  <a:pt x="116" y="135"/>
                </a:lnTo>
                <a:lnTo>
                  <a:pt x="115" y="135"/>
                </a:lnTo>
                <a:lnTo>
                  <a:pt x="113" y="134"/>
                </a:lnTo>
                <a:lnTo>
                  <a:pt x="111" y="135"/>
                </a:lnTo>
                <a:lnTo>
                  <a:pt x="111" y="135"/>
                </a:lnTo>
                <a:lnTo>
                  <a:pt x="109" y="136"/>
                </a:lnTo>
                <a:lnTo>
                  <a:pt x="107" y="136"/>
                </a:lnTo>
                <a:lnTo>
                  <a:pt x="105" y="137"/>
                </a:lnTo>
                <a:lnTo>
                  <a:pt x="104" y="136"/>
                </a:lnTo>
                <a:lnTo>
                  <a:pt x="101" y="138"/>
                </a:lnTo>
                <a:lnTo>
                  <a:pt x="99" y="138"/>
                </a:lnTo>
                <a:lnTo>
                  <a:pt x="99" y="138"/>
                </a:lnTo>
                <a:lnTo>
                  <a:pt x="98" y="139"/>
                </a:lnTo>
                <a:lnTo>
                  <a:pt x="97" y="138"/>
                </a:lnTo>
                <a:lnTo>
                  <a:pt x="96" y="139"/>
                </a:lnTo>
                <a:lnTo>
                  <a:pt x="93" y="140"/>
                </a:lnTo>
                <a:lnTo>
                  <a:pt x="92" y="139"/>
                </a:lnTo>
                <a:lnTo>
                  <a:pt x="91" y="139"/>
                </a:lnTo>
                <a:lnTo>
                  <a:pt x="90" y="139"/>
                </a:lnTo>
                <a:lnTo>
                  <a:pt x="88" y="142"/>
                </a:lnTo>
                <a:lnTo>
                  <a:pt x="85" y="143"/>
                </a:lnTo>
                <a:lnTo>
                  <a:pt x="84" y="142"/>
                </a:lnTo>
                <a:lnTo>
                  <a:pt x="83" y="142"/>
                </a:lnTo>
                <a:lnTo>
                  <a:pt x="82" y="144"/>
                </a:lnTo>
                <a:lnTo>
                  <a:pt x="82" y="144"/>
                </a:lnTo>
                <a:lnTo>
                  <a:pt x="81" y="145"/>
                </a:lnTo>
                <a:lnTo>
                  <a:pt x="81" y="145"/>
                </a:lnTo>
                <a:lnTo>
                  <a:pt x="78" y="145"/>
                </a:lnTo>
                <a:lnTo>
                  <a:pt x="76" y="144"/>
                </a:lnTo>
                <a:lnTo>
                  <a:pt x="76" y="144"/>
                </a:lnTo>
                <a:lnTo>
                  <a:pt x="75" y="143"/>
                </a:lnTo>
                <a:lnTo>
                  <a:pt x="73" y="143"/>
                </a:lnTo>
                <a:lnTo>
                  <a:pt x="73" y="142"/>
                </a:lnTo>
                <a:lnTo>
                  <a:pt x="71" y="142"/>
                </a:lnTo>
                <a:lnTo>
                  <a:pt x="70" y="141"/>
                </a:lnTo>
                <a:lnTo>
                  <a:pt x="69" y="140"/>
                </a:lnTo>
                <a:lnTo>
                  <a:pt x="68" y="141"/>
                </a:lnTo>
                <a:lnTo>
                  <a:pt x="67" y="141"/>
                </a:lnTo>
                <a:lnTo>
                  <a:pt x="66" y="142"/>
                </a:lnTo>
                <a:lnTo>
                  <a:pt x="64" y="142"/>
                </a:lnTo>
                <a:lnTo>
                  <a:pt x="63" y="144"/>
                </a:lnTo>
                <a:lnTo>
                  <a:pt x="61" y="145"/>
                </a:lnTo>
                <a:lnTo>
                  <a:pt x="61" y="147"/>
                </a:lnTo>
                <a:lnTo>
                  <a:pt x="61" y="148"/>
                </a:lnTo>
                <a:lnTo>
                  <a:pt x="60" y="149"/>
                </a:lnTo>
                <a:lnTo>
                  <a:pt x="58" y="150"/>
                </a:lnTo>
                <a:lnTo>
                  <a:pt x="58" y="151"/>
                </a:lnTo>
                <a:lnTo>
                  <a:pt x="56" y="152"/>
                </a:lnTo>
                <a:lnTo>
                  <a:pt x="55" y="152"/>
                </a:lnTo>
                <a:lnTo>
                  <a:pt x="55" y="152"/>
                </a:lnTo>
                <a:lnTo>
                  <a:pt x="53" y="153"/>
                </a:lnTo>
                <a:lnTo>
                  <a:pt x="54" y="152"/>
                </a:lnTo>
                <a:lnTo>
                  <a:pt x="53" y="151"/>
                </a:lnTo>
                <a:lnTo>
                  <a:pt x="53" y="151"/>
                </a:lnTo>
                <a:lnTo>
                  <a:pt x="51" y="151"/>
                </a:lnTo>
                <a:lnTo>
                  <a:pt x="50" y="151"/>
                </a:lnTo>
                <a:lnTo>
                  <a:pt x="49" y="151"/>
                </a:lnTo>
                <a:lnTo>
                  <a:pt x="49" y="151"/>
                </a:lnTo>
                <a:lnTo>
                  <a:pt x="49" y="151"/>
                </a:lnTo>
                <a:lnTo>
                  <a:pt x="48" y="150"/>
                </a:lnTo>
                <a:lnTo>
                  <a:pt x="47" y="151"/>
                </a:lnTo>
                <a:lnTo>
                  <a:pt x="46" y="152"/>
                </a:lnTo>
                <a:lnTo>
                  <a:pt x="45" y="151"/>
                </a:lnTo>
                <a:lnTo>
                  <a:pt x="43" y="151"/>
                </a:lnTo>
                <a:lnTo>
                  <a:pt x="43" y="149"/>
                </a:lnTo>
                <a:lnTo>
                  <a:pt x="43" y="148"/>
                </a:lnTo>
                <a:lnTo>
                  <a:pt x="45" y="147"/>
                </a:lnTo>
                <a:lnTo>
                  <a:pt x="43" y="146"/>
                </a:lnTo>
                <a:lnTo>
                  <a:pt x="43" y="145"/>
                </a:lnTo>
                <a:lnTo>
                  <a:pt x="44" y="143"/>
                </a:lnTo>
                <a:lnTo>
                  <a:pt x="44" y="142"/>
                </a:lnTo>
                <a:lnTo>
                  <a:pt x="43" y="142"/>
                </a:lnTo>
                <a:lnTo>
                  <a:pt x="40" y="144"/>
                </a:lnTo>
                <a:lnTo>
                  <a:pt x="39" y="144"/>
                </a:lnTo>
                <a:lnTo>
                  <a:pt x="36" y="145"/>
                </a:lnTo>
                <a:lnTo>
                  <a:pt x="35" y="144"/>
                </a:lnTo>
                <a:lnTo>
                  <a:pt x="34" y="145"/>
                </a:lnTo>
                <a:lnTo>
                  <a:pt x="33" y="144"/>
                </a:lnTo>
                <a:lnTo>
                  <a:pt x="32" y="144"/>
                </a:lnTo>
                <a:lnTo>
                  <a:pt x="30" y="142"/>
                </a:lnTo>
                <a:lnTo>
                  <a:pt x="30" y="142"/>
                </a:lnTo>
                <a:lnTo>
                  <a:pt x="30" y="143"/>
                </a:lnTo>
                <a:lnTo>
                  <a:pt x="29" y="143"/>
                </a:lnTo>
                <a:lnTo>
                  <a:pt x="30" y="146"/>
                </a:lnTo>
                <a:lnTo>
                  <a:pt x="29" y="146"/>
                </a:lnTo>
                <a:lnTo>
                  <a:pt x="29" y="145"/>
                </a:lnTo>
                <a:lnTo>
                  <a:pt x="27" y="145"/>
                </a:lnTo>
                <a:lnTo>
                  <a:pt x="26" y="146"/>
                </a:lnTo>
                <a:lnTo>
                  <a:pt x="24" y="146"/>
                </a:lnTo>
                <a:lnTo>
                  <a:pt x="23" y="147"/>
                </a:lnTo>
                <a:lnTo>
                  <a:pt x="20" y="149"/>
                </a:lnTo>
                <a:lnTo>
                  <a:pt x="19" y="148"/>
                </a:lnTo>
                <a:lnTo>
                  <a:pt x="18" y="148"/>
                </a:lnTo>
                <a:lnTo>
                  <a:pt x="18" y="147"/>
                </a:lnTo>
                <a:lnTo>
                  <a:pt x="16" y="147"/>
                </a:lnTo>
                <a:lnTo>
                  <a:pt x="16" y="147"/>
                </a:lnTo>
                <a:lnTo>
                  <a:pt x="14" y="147"/>
                </a:lnTo>
                <a:lnTo>
                  <a:pt x="14" y="148"/>
                </a:lnTo>
                <a:lnTo>
                  <a:pt x="12" y="148"/>
                </a:lnTo>
                <a:lnTo>
                  <a:pt x="13" y="148"/>
                </a:lnTo>
                <a:lnTo>
                  <a:pt x="11" y="150"/>
                </a:lnTo>
                <a:lnTo>
                  <a:pt x="11" y="151"/>
                </a:lnTo>
                <a:lnTo>
                  <a:pt x="9" y="151"/>
                </a:lnTo>
                <a:lnTo>
                  <a:pt x="9" y="153"/>
                </a:lnTo>
                <a:lnTo>
                  <a:pt x="10" y="154"/>
                </a:lnTo>
                <a:lnTo>
                  <a:pt x="10" y="157"/>
                </a:lnTo>
                <a:lnTo>
                  <a:pt x="9" y="157"/>
                </a:lnTo>
                <a:lnTo>
                  <a:pt x="7" y="159"/>
                </a:lnTo>
                <a:lnTo>
                  <a:pt x="5" y="159"/>
                </a:lnTo>
                <a:lnTo>
                  <a:pt x="3" y="158"/>
                </a:lnTo>
                <a:lnTo>
                  <a:pt x="2" y="159"/>
                </a:lnTo>
                <a:lnTo>
                  <a:pt x="1" y="159"/>
                </a:lnTo>
                <a:lnTo>
                  <a:pt x="1" y="160"/>
                </a:lnTo>
                <a:lnTo>
                  <a:pt x="0" y="162"/>
                </a:lnTo>
                <a:lnTo>
                  <a:pt x="2" y="164"/>
                </a:lnTo>
                <a:lnTo>
                  <a:pt x="2" y="165"/>
                </a:lnTo>
                <a:lnTo>
                  <a:pt x="2" y="165"/>
                </a:lnTo>
                <a:lnTo>
                  <a:pt x="2" y="166"/>
                </a:lnTo>
                <a:lnTo>
                  <a:pt x="2" y="168"/>
                </a:lnTo>
                <a:lnTo>
                  <a:pt x="3" y="168"/>
                </a:lnTo>
                <a:lnTo>
                  <a:pt x="3" y="169"/>
                </a:lnTo>
                <a:lnTo>
                  <a:pt x="3" y="170"/>
                </a:lnTo>
                <a:lnTo>
                  <a:pt x="3" y="171"/>
                </a:lnTo>
                <a:lnTo>
                  <a:pt x="2" y="170"/>
                </a:lnTo>
                <a:lnTo>
                  <a:pt x="1" y="170"/>
                </a:lnTo>
                <a:lnTo>
                  <a:pt x="0" y="172"/>
                </a:lnTo>
                <a:lnTo>
                  <a:pt x="1" y="174"/>
                </a:lnTo>
                <a:lnTo>
                  <a:pt x="0" y="175"/>
                </a:lnTo>
                <a:lnTo>
                  <a:pt x="0" y="177"/>
                </a:lnTo>
                <a:lnTo>
                  <a:pt x="0" y="178"/>
                </a:lnTo>
                <a:lnTo>
                  <a:pt x="1" y="179"/>
                </a:lnTo>
                <a:lnTo>
                  <a:pt x="2" y="180"/>
                </a:lnTo>
                <a:lnTo>
                  <a:pt x="3" y="181"/>
                </a:lnTo>
                <a:lnTo>
                  <a:pt x="4" y="181"/>
                </a:lnTo>
                <a:lnTo>
                  <a:pt x="4" y="180"/>
                </a:lnTo>
                <a:lnTo>
                  <a:pt x="5" y="179"/>
                </a:lnTo>
                <a:lnTo>
                  <a:pt x="6" y="178"/>
                </a:lnTo>
                <a:lnTo>
                  <a:pt x="11" y="180"/>
                </a:lnTo>
                <a:lnTo>
                  <a:pt x="12" y="181"/>
                </a:lnTo>
                <a:lnTo>
                  <a:pt x="12" y="182"/>
                </a:lnTo>
                <a:lnTo>
                  <a:pt x="14" y="182"/>
                </a:lnTo>
                <a:lnTo>
                  <a:pt x="15" y="184"/>
                </a:lnTo>
                <a:lnTo>
                  <a:pt x="16" y="184"/>
                </a:lnTo>
                <a:lnTo>
                  <a:pt x="16" y="186"/>
                </a:lnTo>
                <a:lnTo>
                  <a:pt x="17" y="186"/>
                </a:lnTo>
                <a:lnTo>
                  <a:pt x="16" y="188"/>
                </a:lnTo>
                <a:lnTo>
                  <a:pt x="14" y="189"/>
                </a:lnTo>
                <a:lnTo>
                  <a:pt x="14" y="192"/>
                </a:lnTo>
                <a:lnTo>
                  <a:pt x="14" y="193"/>
                </a:lnTo>
                <a:lnTo>
                  <a:pt x="13" y="194"/>
                </a:lnTo>
                <a:lnTo>
                  <a:pt x="14" y="196"/>
                </a:lnTo>
                <a:lnTo>
                  <a:pt x="15" y="197"/>
                </a:lnTo>
                <a:lnTo>
                  <a:pt x="14" y="198"/>
                </a:lnTo>
                <a:lnTo>
                  <a:pt x="14" y="200"/>
                </a:lnTo>
                <a:lnTo>
                  <a:pt x="13" y="200"/>
                </a:lnTo>
                <a:lnTo>
                  <a:pt x="14" y="202"/>
                </a:lnTo>
                <a:lnTo>
                  <a:pt x="13" y="203"/>
                </a:lnTo>
                <a:lnTo>
                  <a:pt x="12" y="204"/>
                </a:lnTo>
                <a:lnTo>
                  <a:pt x="12" y="204"/>
                </a:lnTo>
                <a:lnTo>
                  <a:pt x="12" y="207"/>
                </a:lnTo>
                <a:lnTo>
                  <a:pt x="13" y="208"/>
                </a:lnTo>
                <a:lnTo>
                  <a:pt x="12" y="208"/>
                </a:lnTo>
                <a:lnTo>
                  <a:pt x="14" y="208"/>
                </a:lnTo>
                <a:lnTo>
                  <a:pt x="14" y="211"/>
                </a:lnTo>
                <a:lnTo>
                  <a:pt x="14" y="211"/>
                </a:lnTo>
                <a:lnTo>
                  <a:pt x="14" y="212"/>
                </a:lnTo>
                <a:lnTo>
                  <a:pt x="13" y="213"/>
                </a:lnTo>
                <a:lnTo>
                  <a:pt x="10" y="213"/>
                </a:lnTo>
                <a:lnTo>
                  <a:pt x="9" y="214"/>
                </a:lnTo>
                <a:lnTo>
                  <a:pt x="7" y="213"/>
                </a:lnTo>
                <a:lnTo>
                  <a:pt x="7" y="213"/>
                </a:lnTo>
                <a:lnTo>
                  <a:pt x="6" y="211"/>
                </a:lnTo>
                <a:lnTo>
                  <a:pt x="5" y="212"/>
                </a:lnTo>
                <a:lnTo>
                  <a:pt x="5" y="211"/>
                </a:lnTo>
                <a:lnTo>
                  <a:pt x="4" y="211"/>
                </a:lnTo>
                <a:lnTo>
                  <a:pt x="3" y="212"/>
                </a:lnTo>
                <a:lnTo>
                  <a:pt x="3" y="211"/>
                </a:lnTo>
                <a:lnTo>
                  <a:pt x="2" y="211"/>
                </a:lnTo>
                <a:lnTo>
                  <a:pt x="1" y="212"/>
                </a:lnTo>
                <a:lnTo>
                  <a:pt x="1" y="213"/>
                </a:lnTo>
                <a:lnTo>
                  <a:pt x="1" y="213"/>
                </a:lnTo>
                <a:lnTo>
                  <a:pt x="1" y="214"/>
                </a:lnTo>
                <a:lnTo>
                  <a:pt x="1" y="215"/>
                </a:lnTo>
                <a:lnTo>
                  <a:pt x="2" y="215"/>
                </a:lnTo>
                <a:lnTo>
                  <a:pt x="2" y="216"/>
                </a:lnTo>
                <a:lnTo>
                  <a:pt x="5" y="216"/>
                </a:lnTo>
                <a:lnTo>
                  <a:pt x="5" y="217"/>
                </a:lnTo>
                <a:lnTo>
                  <a:pt x="6" y="217"/>
                </a:lnTo>
                <a:lnTo>
                  <a:pt x="6" y="217"/>
                </a:lnTo>
                <a:lnTo>
                  <a:pt x="7" y="217"/>
                </a:lnTo>
                <a:lnTo>
                  <a:pt x="6" y="218"/>
                </a:lnTo>
                <a:lnTo>
                  <a:pt x="7" y="220"/>
                </a:lnTo>
                <a:lnTo>
                  <a:pt x="7" y="220"/>
                </a:lnTo>
                <a:lnTo>
                  <a:pt x="8" y="219"/>
                </a:lnTo>
                <a:lnTo>
                  <a:pt x="10" y="219"/>
                </a:lnTo>
                <a:lnTo>
                  <a:pt x="12" y="220"/>
                </a:lnTo>
                <a:lnTo>
                  <a:pt x="12" y="220"/>
                </a:lnTo>
                <a:lnTo>
                  <a:pt x="13" y="221"/>
                </a:lnTo>
                <a:lnTo>
                  <a:pt x="14" y="221"/>
                </a:lnTo>
                <a:lnTo>
                  <a:pt x="16" y="222"/>
                </a:lnTo>
                <a:lnTo>
                  <a:pt x="15" y="223"/>
                </a:lnTo>
                <a:lnTo>
                  <a:pt x="15" y="224"/>
                </a:lnTo>
                <a:lnTo>
                  <a:pt x="15" y="226"/>
                </a:lnTo>
                <a:lnTo>
                  <a:pt x="15" y="228"/>
                </a:lnTo>
                <a:lnTo>
                  <a:pt x="16" y="227"/>
                </a:lnTo>
                <a:lnTo>
                  <a:pt x="16" y="228"/>
                </a:lnTo>
                <a:lnTo>
                  <a:pt x="17" y="227"/>
                </a:lnTo>
                <a:lnTo>
                  <a:pt x="18" y="227"/>
                </a:lnTo>
                <a:lnTo>
                  <a:pt x="20" y="228"/>
                </a:lnTo>
                <a:lnTo>
                  <a:pt x="22" y="231"/>
                </a:lnTo>
                <a:lnTo>
                  <a:pt x="22" y="233"/>
                </a:lnTo>
                <a:lnTo>
                  <a:pt x="22" y="233"/>
                </a:lnTo>
                <a:lnTo>
                  <a:pt x="23" y="235"/>
                </a:lnTo>
                <a:lnTo>
                  <a:pt x="23" y="237"/>
                </a:lnTo>
                <a:lnTo>
                  <a:pt x="21" y="238"/>
                </a:lnTo>
                <a:lnTo>
                  <a:pt x="21" y="239"/>
                </a:lnTo>
                <a:lnTo>
                  <a:pt x="22" y="242"/>
                </a:lnTo>
                <a:lnTo>
                  <a:pt x="21" y="241"/>
                </a:lnTo>
                <a:lnTo>
                  <a:pt x="21" y="243"/>
                </a:lnTo>
                <a:lnTo>
                  <a:pt x="19" y="243"/>
                </a:lnTo>
                <a:lnTo>
                  <a:pt x="19" y="244"/>
                </a:lnTo>
                <a:lnTo>
                  <a:pt x="19" y="245"/>
                </a:lnTo>
                <a:lnTo>
                  <a:pt x="21" y="246"/>
                </a:lnTo>
                <a:lnTo>
                  <a:pt x="22" y="249"/>
                </a:lnTo>
                <a:lnTo>
                  <a:pt x="21" y="250"/>
                </a:lnTo>
                <a:lnTo>
                  <a:pt x="21" y="251"/>
                </a:lnTo>
                <a:lnTo>
                  <a:pt x="23" y="251"/>
                </a:lnTo>
                <a:lnTo>
                  <a:pt x="24" y="252"/>
                </a:lnTo>
                <a:lnTo>
                  <a:pt x="25" y="251"/>
                </a:lnTo>
                <a:lnTo>
                  <a:pt x="26" y="252"/>
                </a:lnTo>
                <a:lnTo>
                  <a:pt x="27" y="251"/>
                </a:lnTo>
                <a:lnTo>
                  <a:pt x="27" y="251"/>
                </a:lnTo>
                <a:lnTo>
                  <a:pt x="28" y="251"/>
                </a:lnTo>
                <a:lnTo>
                  <a:pt x="29" y="252"/>
                </a:lnTo>
                <a:lnTo>
                  <a:pt x="28" y="253"/>
                </a:lnTo>
                <a:lnTo>
                  <a:pt x="28" y="254"/>
                </a:lnTo>
                <a:lnTo>
                  <a:pt x="30" y="255"/>
                </a:lnTo>
                <a:lnTo>
                  <a:pt x="30" y="258"/>
                </a:lnTo>
                <a:lnTo>
                  <a:pt x="32" y="258"/>
                </a:lnTo>
                <a:lnTo>
                  <a:pt x="32" y="259"/>
                </a:lnTo>
                <a:lnTo>
                  <a:pt x="33" y="260"/>
                </a:lnTo>
                <a:lnTo>
                  <a:pt x="34" y="260"/>
                </a:lnTo>
                <a:lnTo>
                  <a:pt x="35" y="261"/>
                </a:lnTo>
                <a:lnTo>
                  <a:pt x="37" y="263"/>
                </a:lnTo>
                <a:lnTo>
                  <a:pt x="39" y="263"/>
                </a:lnTo>
                <a:lnTo>
                  <a:pt x="40" y="265"/>
                </a:lnTo>
                <a:lnTo>
                  <a:pt x="41" y="265"/>
                </a:lnTo>
                <a:lnTo>
                  <a:pt x="42" y="265"/>
                </a:lnTo>
                <a:lnTo>
                  <a:pt x="44" y="266"/>
                </a:lnTo>
                <a:lnTo>
                  <a:pt x="45" y="266"/>
                </a:lnTo>
                <a:lnTo>
                  <a:pt x="45" y="267"/>
                </a:lnTo>
                <a:lnTo>
                  <a:pt x="46" y="267"/>
                </a:lnTo>
                <a:lnTo>
                  <a:pt x="47" y="266"/>
                </a:lnTo>
                <a:lnTo>
                  <a:pt x="47" y="266"/>
                </a:lnTo>
                <a:lnTo>
                  <a:pt x="48" y="266"/>
                </a:lnTo>
                <a:lnTo>
                  <a:pt x="49" y="268"/>
                </a:lnTo>
                <a:lnTo>
                  <a:pt x="49" y="267"/>
                </a:lnTo>
                <a:lnTo>
                  <a:pt x="50" y="267"/>
                </a:lnTo>
                <a:lnTo>
                  <a:pt x="51" y="267"/>
                </a:lnTo>
                <a:lnTo>
                  <a:pt x="51" y="268"/>
                </a:lnTo>
                <a:lnTo>
                  <a:pt x="52" y="268"/>
                </a:lnTo>
                <a:lnTo>
                  <a:pt x="53" y="268"/>
                </a:lnTo>
                <a:lnTo>
                  <a:pt x="52" y="269"/>
                </a:lnTo>
                <a:lnTo>
                  <a:pt x="50" y="270"/>
                </a:lnTo>
                <a:lnTo>
                  <a:pt x="49" y="273"/>
                </a:lnTo>
                <a:lnTo>
                  <a:pt x="50" y="275"/>
                </a:lnTo>
                <a:lnTo>
                  <a:pt x="50" y="276"/>
                </a:lnTo>
                <a:lnTo>
                  <a:pt x="50" y="276"/>
                </a:lnTo>
                <a:lnTo>
                  <a:pt x="51" y="276"/>
                </a:lnTo>
                <a:lnTo>
                  <a:pt x="51" y="277"/>
                </a:lnTo>
                <a:lnTo>
                  <a:pt x="50" y="278"/>
                </a:lnTo>
                <a:lnTo>
                  <a:pt x="50" y="279"/>
                </a:lnTo>
                <a:lnTo>
                  <a:pt x="51" y="280"/>
                </a:lnTo>
                <a:lnTo>
                  <a:pt x="51" y="281"/>
                </a:lnTo>
                <a:lnTo>
                  <a:pt x="51" y="282"/>
                </a:lnTo>
                <a:lnTo>
                  <a:pt x="51" y="282"/>
                </a:lnTo>
                <a:lnTo>
                  <a:pt x="50" y="285"/>
                </a:lnTo>
                <a:lnTo>
                  <a:pt x="51" y="286"/>
                </a:lnTo>
                <a:lnTo>
                  <a:pt x="50" y="288"/>
                </a:lnTo>
                <a:lnTo>
                  <a:pt x="53" y="289"/>
                </a:lnTo>
                <a:lnTo>
                  <a:pt x="53" y="290"/>
                </a:lnTo>
                <a:lnTo>
                  <a:pt x="54" y="290"/>
                </a:lnTo>
                <a:lnTo>
                  <a:pt x="55" y="290"/>
                </a:lnTo>
                <a:lnTo>
                  <a:pt x="55" y="292"/>
                </a:lnTo>
                <a:lnTo>
                  <a:pt x="55" y="292"/>
                </a:lnTo>
                <a:lnTo>
                  <a:pt x="56" y="292"/>
                </a:lnTo>
                <a:lnTo>
                  <a:pt x="57" y="292"/>
                </a:lnTo>
                <a:lnTo>
                  <a:pt x="58" y="293"/>
                </a:lnTo>
                <a:lnTo>
                  <a:pt x="58" y="294"/>
                </a:lnTo>
                <a:lnTo>
                  <a:pt x="60" y="296"/>
                </a:lnTo>
                <a:lnTo>
                  <a:pt x="60" y="297"/>
                </a:lnTo>
                <a:lnTo>
                  <a:pt x="61" y="296"/>
                </a:lnTo>
                <a:lnTo>
                  <a:pt x="62" y="298"/>
                </a:lnTo>
                <a:lnTo>
                  <a:pt x="62" y="298"/>
                </a:lnTo>
                <a:lnTo>
                  <a:pt x="62" y="296"/>
                </a:lnTo>
                <a:lnTo>
                  <a:pt x="63" y="296"/>
                </a:lnTo>
                <a:lnTo>
                  <a:pt x="63" y="296"/>
                </a:lnTo>
                <a:lnTo>
                  <a:pt x="65" y="296"/>
                </a:lnTo>
                <a:lnTo>
                  <a:pt x="65" y="297"/>
                </a:lnTo>
                <a:lnTo>
                  <a:pt x="66" y="297"/>
                </a:lnTo>
                <a:lnTo>
                  <a:pt x="67" y="297"/>
                </a:lnTo>
                <a:lnTo>
                  <a:pt x="68" y="297"/>
                </a:lnTo>
                <a:lnTo>
                  <a:pt x="68" y="297"/>
                </a:lnTo>
                <a:lnTo>
                  <a:pt x="72" y="297"/>
                </a:lnTo>
                <a:lnTo>
                  <a:pt x="72" y="298"/>
                </a:lnTo>
                <a:lnTo>
                  <a:pt x="74" y="298"/>
                </a:lnTo>
                <a:lnTo>
                  <a:pt x="75" y="298"/>
                </a:lnTo>
                <a:lnTo>
                  <a:pt x="76" y="298"/>
                </a:lnTo>
                <a:lnTo>
                  <a:pt x="78" y="298"/>
                </a:lnTo>
                <a:lnTo>
                  <a:pt x="78" y="297"/>
                </a:lnTo>
                <a:lnTo>
                  <a:pt x="79" y="295"/>
                </a:lnTo>
                <a:lnTo>
                  <a:pt x="79" y="294"/>
                </a:lnTo>
                <a:lnTo>
                  <a:pt x="80" y="294"/>
                </a:lnTo>
                <a:lnTo>
                  <a:pt x="80" y="293"/>
                </a:lnTo>
                <a:lnTo>
                  <a:pt x="81" y="291"/>
                </a:lnTo>
                <a:lnTo>
                  <a:pt x="81" y="291"/>
                </a:lnTo>
                <a:lnTo>
                  <a:pt x="82" y="291"/>
                </a:lnTo>
                <a:lnTo>
                  <a:pt x="82" y="290"/>
                </a:lnTo>
                <a:lnTo>
                  <a:pt x="83" y="290"/>
                </a:lnTo>
                <a:lnTo>
                  <a:pt x="83" y="289"/>
                </a:lnTo>
                <a:lnTo>
                  <a:pt x="83" y="288"/>
                </a:lnTo>
                <a:lnTo>
                  <a:pt x="84" y="287"/>
                </a:lnTo>
                <a:lnTo>
                  <a:pt x="84" y="287"/>
                </a:lnTo>
                <a:lnTo>
                  <a:pt x="85" y="286"/>
                </a:lnTo>
                <a:lnTo>
                  <a:pt x="85" y="287"/>
                </a:lnTo>
                <a:lnTo>
                  <a:pt x="88" y="286"/>
                </a:lnTo>
                <a:lnTo>
                  <a:pt x="88" y="285"/>
                </a:lnTo>
                <a:lnTo>
                  <a:pt x="89" y="284"/>
                </a:lnTo>
                <a:lnTo>
                  <a:pt x="91" y="285"/>
                </a:lnTo>
                <a:lnTo>
                  <a:pt x="89" y="282"/>
                </a:lnTo>
                <a:lnTo>
                  <a:pt x="90" y="281"/>
                </a:lnTo>
                <a:lnTo>
                  <a:pt x="91" y="281"/>
                </a:lnTo>
                <a:lnTo>
                  <a:pt x="92" y="281"/>
                </a:lnTo>
                <a:lnTo>
                  <a:pt x="93" y="280"/>
                </a:lnTo>
                <a:lnTo>
                  <a:pt x="93" y="281"/>
                </a:lnTo>
                <a:lnTo>
                  <a:pt x="94" y="281"/>
                </a:lnTo>
                <a:lnTo>
                  <a:pt x="96" y="281"/>
                </a:lnTo>
                <a:lnTo>
                  <a:pt x="97" y="282"/>
                </a:lnTo>
                <a:lnTo>
                  <a:pt x="97" y="283"/>
                </a:lnTo>
                <a:lnTo>
                  <a:pt x="97" y="283"/>
                </a:lnTo>
                <a:lnTo>
                  <a:pt x="100" y="284"/>
                </a:lnTo>
                <a:lnTo>
                  <a:pt x="102" y="285"/>
                </a:lnTo>
                <a:lnTo>
                  <a:pt x="103" y="285"/>
                </a:lnTo>
                <a:lnTo>
                  <a:pt x="103" y="285"/>
                </a:lnTo>
                <a:lnTo>
                  <a:pt x="103" y="285"/>
                </a:lnTo>
                <a:lnTo>
                  <a:pt x="103" y="284"/>
                </a:lnTo>
                <a:lnTo>
                  <a:pt x="104" y="284"/>
                </a:lnTo>
                <a:lnTo>
                  <a:pt x="105" y="284"/>
                </a:lnTo>
                <a:lnTo>
                  <a:pt x="105" y="284"/>
                </a:lnTo>
                <a:lnTo>
                  <a:pt x="105" y="285"/>
                </a:lnTo>
                <a:lnTo>
                  <a:pt x="106" y="285"/>
                </a:lnTo>
                <a:lnTo>
                  <a:pt x="106" y="286"/>
                </a:lnTo>
                <a:lnTo>
                  <a:pt x="109" y="286"/>
                </a:lnTo>
                <a:lnTo>
                  <a:pt x="109" y="286"/>
                </a:lnTo>
                <a:lnTo>
                  <a:pt x="110" y="287"/>
                </a:lnTo>
                <a:lnTo>
                  <a:pt x="111" y="288"/>
                </a:lnTo>
                <a:lnTo>
                  <a:pt x="111" y="289"/>
                </a:lnTo>
                <a:lnTo>
                  <a:pt x="114" y="290"/>
                </a:lnTo>
                <a:lnTo>
                  <a:pt x="115" y="290"/>
                </a:lnTo>
                <a:lnTo>
                  <a:pt x="119" y="290"/>
                </a:lnTo>
                <a:lnTo>
                  <a:pt x="119" y="290"/>
                </a:lnTo>
                <a:lnTo>
                  <a:pt x="121" y="290"/>
                </a:lnTo>
                <a:lnTo>
                  <a:pt x="121" y="289"/>
                </a:lnTo>
                <a:lnTo>
                  <a:pt x="121" y="287"/>
                </a:lnTo>
                <a:lnTo>
                  <a:pt x="122" y="287"/>
                </a:lnTo>
                <a:lnTo>
                  <a:pt x="126" y="285"/>
                </a:lnTo>
                <a:lnTo>
                  <a:pt x="127" y="285"/>
                </a:lnTo>
                <a:lnTo>
                  <a:pt x="128" y="284"/>
                </a:lnTo>
                <a:lnTo>
                  <a:pt x="128" y="283"/>
                </a:lnTo>
                <a:lnTo>
                  <a:pt x="129" y="284"/>
                </a:lnTo>
                <a:lnTo>
                  <a:pt x="130" y="282"/>
                </a:lnTo>
                <a:lnTo>
                  <a:pt x="130" y="283"/>
                </a:lnTo>
                <a:lnTo>
                  <a:pt x="133" y="284"/>
                </a:lnTo>
                <a:lnTo>
                  <a:pt x="135" y="285"/>
                </a:lnTo>
                <a:lnTo>
                  <a:pt x="136" y="285"/>
                </a:lnTo>
                <a:lnTo>
                  <a:pt x="139" y="286"/>
                </a:lnTo>
                <a:lnTo>
                  <a:pt x="139" y="286"/>
                </a:lnTo>
                <a:lnTo>
                  <a:pt x="139" y="287"/>
                </a:lnTo>
                <a:lnTo>
                  <a:pt x="138" y="288"/>
                </a:lnTo>
                <a:lnTo>
                  <a:pt x="139" y="290"/>
                </a:lnTo>
                <a:lnTo>
                  <a:pt x="140" y="291"/>
                </a:lnTo>
                <a:lnTo>
                  <a:pt x="140" y="292"/>
                </a:lnTo>
                <a:lnTo>
                  <a:pt x="141" y="293"/>
                </a:lnTo>
                <a:lnTo>
                  <a:pt x="143" y="292"/>
                </a:lnTo>
                <a:lnTo>
                  <a:pt x="149" y="296"/>
                </a:lnTo>
                <a:lnTo>
                  <a:pt x="150" y="295"/>
                </a:lnTo>
                <a:lnTo>
                  <a:pt x="154" y="296"/>
                </a:lnTo>
                <a:lnTo>
                  <a:pt x="154" y="295"/>
                </a:lnTo>
                <a:lnTo>
                  <a:pt x="156" y="295"/>
                </a:lnTo>
                <a:lnTo>
                  <a:pt x="157" y="296"/>
                </a:lnTo>
                <a:lnTo>
                  <a:pt x="157" y="297"/>
                </a:lnTo>
                <a:lnTo>
                  <a:pt x="158" y="297"/>
                </a:lnTo>
                <a:lnTo>
                  <a:pt x="159" y="297"/>
                </a:lnTo>
                <a:lnTo>
                  <a:pt x="164" y="296"/>
                </a:lnTo>
                <a:lnTo>
                  <a:pt x="165" y="295"/>
                </a:lnTo>
                <a:lnTo>
                  <a:pt x="165" y="294"/>
                </a:lnTo>
                <a:lnTo>
                  <a:pt x="170" y="294"/>
                </a:lnTo>
                <a:lnTo>
                  <a:pt x="176" y="292"/>
                </a:lnTo>
                <a:lnTo>
                  <a:pt x="178" y="292"/>
                </a:lnTo>
                <a:lnTo>
                  <a:pt x="180" y="292"/>
                </a:lnTo>
                <a:lnTo>
                  <a:pt x="181" y="293"/>
                </a:lnTo>
                <a:lnTo>
                  <a:pt x="182" y="294"/>
                </a:lnTo>
                <a:lnTo>
                  <a:pt x="184" y="295"/>
                </a:lnTo>
                <a:lnTo>
                  <a:pt x="185" y="296"/>
                </a:lnTo>
                <a:lnTo>
                  <a:pt x="186" y="296"/>
                </a:lnTo>
                <a:lnTo>
                  <a:pt x="187" y="294"/>
                </a:lnTo>
                <a:lnTo>
                  <a:pt x="188" y="294"/>
                </a:lnTo>
                <a:lnTo>
                  <a:pt x="190" y="294"/>
                </a:lnTo>
                <a:lnTo>
                  <a:pt x="192" y="294"/>
                </a:lnTo>
                <a:lnTo>
                  <a:pt x="195" y="293"/>
                </a:lnTo>
                <a:lnTo>
                  <a:pt x="197" y="290"/>
                </a:lnTo>
                <a:lnTo>
                  <a:pt x="197" y="290"/>
                </a:lnTo>
                <a:lnTo>
                  <a:pt x="198" y="289"/>
                </a:lnTo>
                <a:lnTo>
                  <a:pt x="198" y="289"/>
                </a:lnTo>
                <a:lnTo>
                  <a:pt x="198" y="287"/>
                </a:lnTo>
                <a:lnTo>
                  <a:pt x="199" y="287"/>
                </a:lnTo>
                <a:lnTo>
                  <a:pt x="200" y="287"/>
                </a:lnTo>
                <a:lnTo>
                  <a:pt x="201" y="287"/>
                </a:lnTo>
                <a:lnTo>
                  <a:pt x="202" y="286"/>
                </a:lnTo>
                <a:lnTo>
                  <a:pt x="203" y="286"/>
                </a:lnTo>
                <a:lnTo>
                  <a:pt x="204" y="287"/>
                </a:lnTo>
                <a:lnTo>
                  <a:pt x="205" y="286"/>
                </a:lnTo>
                <a:lnTo>
                  <a:pt x="208" y="286"/>
                </a:lnTo>
                <a:lnTo>
                  <a:pt x="209" y="286"/>
                </a:lnTo>
                <a:lnTo>
                  <a:pt x="211" y="286"/>
                </a:lnTo>
                <a:lnTo>
                  <a:pt x="211" y="287"/>
                </a:lnTo>
                <a:lnTo>
                  <a:pt x="212" y="287"/>
                </a:lnTo>
                <a:lnTo>
                  <a:pt x="213" y="286"/>
                </a:lnTo>
                <a:lnTo>
                  <a:pt x="216" y="287"/>
                </a:lnTo>
                <a:lnTo>
                  <a:pt x="217" y="286"/>
                </a:lnTo>
                <a:lnTo>
                  <a:pt x="218" y="286"/>
                </a:lnTo>
                <a:lnTo>
                  <a:pt x="220" y="285"/>
                </a:lnTo>
                <a:lnTo>
                  <a:pt x="221" y="285"/>
                </a:lnTo>
                <a:lnTo>
                  <a:pt x="222" y="285"/>
                </a:lnTo>
                <a:lnTo>
                  <a:pt x="222" y="286"/>
                </a:lnTo>
                <a:lnTo>
                  <a:pt x="223" y="287"/>
                </a:lnTo>
                <a:lnTo>
                  <a:pt x="226" y="287"/>
                </a:lnTo>
                <a:lnTo>
                  <a:pt x="230" y="287"/>
                </a:lnTo>
                <a:lnTo>
                  <a:pt x="231" y="286"/>
                </a:lnTo>
                <a:lnTo>
                  <a:pt x="234" y="287"/>
                </a:lnTo>
                <a:lnTo>
                  <a:pt x="235" y="286"/>
                </a:lnTo>
                <a:lnTo>
                  <a:pt x="235" y="287"/>
                </a:lnTo>
                <a:lnTo>
                  <a:pt x="236" y="286"/>
                </a:lnTo>
                <a:lnTo>
                  <a:pt x="238" y="287"/>
                </a:lnTo>
                <a:lnTo>
                  <a:pt x="238" y="286"/>
                </a:lnTo>
                <a:lnTo>
                  <a:pt x="240" y="287"/>
                </a:lnTo>
                <a:lnTo>
                  <a:pt x="240" y="288"/>
                </a:lnTo>
                <a:lnTo>
                  <a:pt x="241" y="287"/>
                </a:lnTo>
                <a:lnTo>
                  <a:pt x="242" y="288"/>
                </a:lnTo>
                <a:lnTo>
                  <a:pt x="242" y="289"/>
                </a:lnTo>
                <a:lnTo>
                  <a:pt x="243" y="290"/>
                </a:lnTo>
                <a:lnTo>
                  <a:pt x="244" y="292"/>
                </a:lnTo>
                <a:lnTo>
                  <a:pt x="245" y="292"/>
                </a:lnTo>
                <a:lnTo>
                  <a:pt x="245" y="291"/>
                </a:lnTo>
                <a:lnTo>
                  <a:pt x="247" y="291"/>
                </a:lnTo>
                <a:lnTo>
                  <a:pt x="248" y="292"/>
                </a:lnTo>
                <a:lnTo>
                  <a:pt x="250" y="293"/>
                </a:lnTo>
                <a:lnTo>
                  <a:pt x="251" y="294"/>
                </a:lnTo>
                <a:lnTo>
                  <a:pt x="252" y="294"/>
                </a:lnTo>
                <a:lnTo>
                  <a:pt x="253" y="293"/>
                </a:lnTo>
                <a:lnTo>
                  <a:pt x="253" y="295"/>
                </a:lnTo>
                <a:lnTo>
                  <a:pt x="255" y="295"/>
                </a:lnTo>
                <a:lnTo>
                  <a:pt x="257" y="297"/>
                </a:lnTo>
                <a:lnTo>
                  <a:pt x="261" y="300"/>
                </a:lnTo>
                <a:lnTo>
                  <a:pt x="264" y="300"/>
                </a:lnTo>
                <a:lnTo>
                  <a:pt x="265" y="299"/>
                </a:lnTo>
                <a:lnTo>
                  <a:pt x="266" y="298"/>
                </a:lnTo>
                <a:lnTo>
                  <a:pt x="266" y="297"/>
                </a:lnTo>
                <a:lnTo>
                  <a:pt x="267" y="296"/>
                </a:lnTo>
                <a:lnTo>
                  <a:pt x="266" y="296"/>
                </a:lnTo>
                <a:lnTo>
                  <a:pt x="269" y="297"/>
                </a:lnTo>
                <a:lnTo>
                  <a:pt x="268" y="298"/>
                </a:lnTo>
                <a:lnTo>
                  <a:pt x="270" y="299"/>
                </a:lnTo>
                <a:lnTo>
                  <a:pt x="273" y="300"/>
                </a:lnTo>
                <a:lnTo>
                  <a:pt x="275" y="300"/>
                </a:lnTo>
                <a:lnTo>
                  <a:pt x="276" y="301"/>
                </a:lnTo>
                <a:lnTo>
                  <a:pt x="277" y="301"/>
                </a:lnTo>
                <a:lnTo>
                  <a:pt x="279" y="302"/>
                </a:lnTo>
                <a:lnTo>
                  <a:pt x="280" y="304"/>
                </a:lnTo>
                <a:lnTo>
                  <a:pt x="282" y="304"/>
                </a:lnTo>
                <a:lnTo>
                  <a:pt x="283" y="302"/>
                </a:lnTo>
                <a:lnTo>
                  <a:pt x="285" y="303"/>
                </a:lnTo>
                <a:lnTo>
                  <a:pt x="286" y="302"/>
                </a:lnTo>
                <a:lnTo>
                  <a:pt x="285" y="301"/>
                </a:lnTo>
                <a:lnTo>
                  <a:pt x="285" y="300"/>
                </a:lnTo>
                <a:lnTo>
                  <a:pt x="285" y="299"/>
                </a:lnTo>
                <a:lnTo>
                  <a:pt x="285" y="298"/>
                </a:lnTo>
                <a:lnTo>
                  <a:pt x="284" y="297"/>
                </a:lnTo>
                <a:lnTo>
                  <a:pt x="285" y="295"/>
                </a:lnTo>
                <a:lnTo>
                  <a:pt x="285" y="295"/>
                </a:lnTo>
                <a:lnTo>
                  <a:pt x="285" y="293"/>
                </a:lnTo>
                <a:lnTo>
                  <a:pt x="283" y="292"/>
                </a:lnTo>
                <a:lnTo>
                  <a:pt x="282" y="291"/>
                </a:lnTo>
                <a:lnTo>
                  <a:pt x="282" y="291"/>
                </a:lnTo>
                <a:lnTo>
                  <a:pt x="280" y="291"/>
                </a:lnTo>
                <a:lnTo>
                  <a:pt x="280" y="290"/>
                </a:lnTo>
                <a:lnTo>
                  <a:pt x="280" y="289"/>
                </a:lnTo>
                <a:lnTo>
                  <a:pt x="280" y="289"/>
                </a:lnTo>
                <a:lnTo>
                  <a:pt x="280" y="288"/>
                </a:lnTo>
                <a:lnTo>
                  <a:pt x="281" y="288"/>
                </a:lnTo>
                <a:lnTo>
                  <a:pt x="281" y="287"/>
                </a:lnTo>
                <a:lnTo>
                  <a:pt x="281" y="285"/>
                </a:lnTo>
                <a:lnTo>
                  <a:pt x="281" y="285"/>
                </a:lnTo>
                <a:lnTo>
                  <a:pt x="283" y="283"/>
                </a:lnTo>
                <a:lnTo>
                  <a:pt x="286" y="284"/>
                </a:lnTo>
                <a:lnTo>
                  <a:pt x="287" y="284"/>
                </a:lnTo>
                <a:lnTo>
                  <a:pt x="287" y="283"/>
                </a:lnTo>
                <a:lnTo>
                  <a:pt x="288" y="283"/>
                </a:lnTo>
                <a:lnTo>
                  <a:pt x="289" y="282"/>
                </a:lnTo>
                <a:lnTo>
                  <a:pt x="289" y="282"/>
                </a:lnTo>
                <a:lnTo>
                  <a:pt x="292" y="282"/>
                </a:lnTo>
                <a:lnTo>
                  <a:pt x="292" y="279"/>
                </a:lnTo>
                <a:lnTo>
                  <a:pt x="290" y="278"/>
                </a:lnTo>
                <a:lnTo>
                  <a:pt x="290" y="276"/>
                </a:lnTo>
                <a:lnTo>
                  <a:pt x="290" y="275"/>
                </a:lnTo>
                <a:lnTo>
                  <a:pt x="289" y="272"/>
                </a:lnTo>
                <a:lnTo>
                  <a:pt x="289" y="271"/>
                </a:lnTo>
                <a:lnTo>
                  <a:pt x="288" y="271"/>
                </a:lnTo>
                <a:lnTo>
                  <a:pt x="287" y="271"/>
                </a:lnTo>
                <a:lnTo>
                  <a:pt x="286" y="270"/>
                </a:lnTo>
                <a:lnTo>
                  <a:pt x="286" y="270"/>
                </a:lnTo>
                <a:lnTo>
                  <a:pt x="286" y="269"/>
                </a:lnTo>
                <a:lnTo>
                  <a:pt x="284" y="267"/>
                </a:lnTo>
                <a:lnTo>
                  <a:pt x="280" y="264"/>
                </a:lnTo>
                <a:lnTo>
                  <a:pt x="282" y="253"/>
                </a:lnTo>
                <a:lnTo>
                  <a:pt x="282" y="251"/>
                </a:lnTo>
                <a:lnTo>
                  <a:pt x="279" y="251"/>
                </a:lnTo>
                <a:lnTo>
                  <a:pt x="279" y="252"/>
                </a:lnTo>
                <a:lnTo>
                  <a:pt x="278" y="252"/>
                </a:lnTo>
                <a:lnTo>
                  <a:pt x="276" y="249"/>
                </a:lnTo>
                <a:lnTo>
                  <a:pt x="277" y="248"/>
                </a:lnTo>
                <a:lnTo>
                  <a:pt x="276" y="248"/>
                </a:lnTo>
                <a:lnTo>
                  <a:pt x="275" y="248"/>
                </a:lnTo>
                <a:lnTo>
                  <a:pt x="276" y="246"/>
                </a:lnTo>
                <a:lnTo>
                  <a:pt x="276" y="246"/>
                </a:lnTo>
                <a:lnTo>
                  <a:pt x="281" y="247"/>
                </a:lnTo>
                <a:lnTo>
                  <a:pt x="282" y="246"/>
                </a:lnTo>
                <a:lnTo>
                  <a:pt x="282" y="245"/>
                </a:lnTo>
                <a:lnTo>
                  <a:pt x="285" y="245"/>
                </a:lnTo>
                <a:lnTo>
                  <a:pt x="285" y="245"/>
                </a:lnTo>
                <a:lnTo>
                  <a:pt x="285" y="244"/>
                </a:lnTo>
                <a:lnTo>
                  <a:pt x="285" y="243"/>
                </a:lnTo>
                <a:lnTo>
                  <a:pt x="286" y="243"/>
                </a:lnTo>
                <a:lnTo>
                  <a:pt x="287" y="244"/>
                </a:lnTo>
                <a:lnTo>
                  <a:pt x="296" y="243"/>
                </a:lnTo>
                <a:lnTo>
                  <a:pt x="297" y="243"/>
                </a:lnTo>
                <a:lnTo>
                  <a:pt x="300" y="242"/>
                </a:lnTo>
                <a:lnTo>
                  <a:pt x="307" y="241"/>
                </a:lnTo>
                <a:lnTo>
                  <a:pt x="307" y="241"/>
                </a:lnTo>
                <a:lnTo>
                  <a:pt x="309" y="241"/>
                </a:lnTo>
                <a:lnTo>
                  <a:pt x="313" y="240"/>
                </a:lnTo>
                <a:lnTo>
                  <a:pt x="314" y="240"/>
                </a:lnTo>
                <a:lnTo>
                  <a:pt x="317" y="240"/>
                </a:lnTo>
                <a:lnTo>
                  <a:pt x="317" y="239"/>
                </a:lnTo>
                <a:lnTo>
                  <a:pt x="316" y="239"/>
                </a:lnTo>
                <a:lnTo>
                  <a:pt x="316" y="235"/>
                </a:lnTo>
                <a:lnTo>
                  <a:pt x="320" y="232"/>
                </a:lnTo>
                <a:lnTo>
                  <a:pt x="322" y="229"/>
                </a:lnTo>
                <a:lnTo>
                  <a:pt x="325" y="221"/>
                </a:lnTo>
                <a:lnTo>
                  <a:pt x="327" y="215"/>
                </a:lnTo>
                <a:lnTo>
                  <a:pt x="329" y="211"/>
                </a:lnTo>
                <a:lnTo>
                  <a:pt x="330" y="206"/>
                </a:lnTo>
                <a:lnTo>
                  <a:pt x="344" y="205"/>
                </a:lnTo>
                <a:lnTo>
                  <a:pt x="346" y="202"/>
                </a:lnTo>
                <a:lnTo>
                  <a:pt x="346" y="200"/>
                </a:lnTo>
                <a:lnTo>
                  <a:pt x="350" y="195"/>
                </a:lnTo>
                <a:lnTo>
                  <a:pt x="353" y="192"/>
                </a:lnTo>
                <a:lnTo>
                  <a:pt x="359" y="188"/>
                </a:lnTo>
                <a:lnTo>
                  <a:pt x="363" y="187"/>
                </a:lnTo>
                <a:lnTo>
                  <a:pt x="365" y="184"/>
                </a:lnTo>
                <a:lnTo>
                  <a:pt x="370" y="183"/>
                </a:lnTo>
                <a:lnTo>
                  <a:pt x="371" y="184"/>
                </a:lnTo>
                <a:lnTo>
                  <a:pt x="371" y="184"/>
                </a:lnTo>
                <a:lnTo>
                  <a:pt x="372" y="186"/>
                </a:lnTo>
                <a:lnTo>
                  <a:pt x="372" y="187"/>
                </a:lnTo>
                <a:lnTo>
                  <a:pt x="373" y="186"/>
                </a:lnTo>
                <a:lnTo>
                  <a:pt x="377" y="183"/>
                </a:lnTo>
                <a:lnTo>
                  <a:pt x="379" y="182"/>
                </a:lnTo>
                <a:lnTo>
                  <a:pt x="382" y="182"/>
                </a:lnTo>
                <a:lnTo>
                  <a:pt x="386" y="180"/>
                </a:lnTo>
                <a:lnTo>
                  <a:pt x="387" y="179"/>
                </a:lnTo>
                <a:lnTo>
                  <a:pt x="387" y="178"/>
                </a:lnTo>
                <a:lnTo>
                  <a:pt x="386" y="176"/>
                </a:lnTo>
                <a:lnTo>
                  <a:pt x="388" y="174"/>
                </a:lnTo>
                <a:lnTo>
                  <a:pt x="386" y="171"/>
                </a:lnTo>
                <a:lnTo>
                  <a:pt x="387" y="170"/>
                </a:lnTo>
                <a:lnTo>
                  <a:pt x="385" y="169"/>
                </a:lnTo>
                <a:lnTo>
                  <a:pt x="386" y="168"/>
                </a:lnTo>
                <a:lnTo>
                  <a:pt x="386" y="167"/>
                </a:lnTo>
                <a:lnTo>
                  <a:pt x="388" y="165"/>
                </a:lnTo>
                <a:lnTo>
                  <a:pt x="389" y="165"/>
                </a:lnTo>
                <a:close/>
              </a:path>
            </a:pathLst>
          </a:custGeom>
          <a:solidFill>
            <a:srgbClr val="7FA8D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5941144" y="5385309"/>
            <a:ext cx="218042" cy="500214"/>
          </a:xfrm>
          <a:custGeom>
            <a:avLst/>
            <a:gdLst/>
            <a:ahLst/>
            <a:cxnLst/>
            <a:rect l="l" t="t" r="r" b="b"/>
            <a:pathLst>
              <a:path w="34" h="78">
                <a:moveTo>
                  <a:pt x="11" y="67"/>
                </a:moveTo>
                <a:lnTo>
                  <a:pt x="14" y="68"/>
                </a:lnTo>
                <a:lnTo>
                  <a:pt x="16" y="70"/>
                </a:lnTo>
                <a:lnTo>
                  <a:pt x="17" y="72"/>
                </a:lnTo>
                <a:lnTo>
                  <a:pt x="17" y="75"/>
                </a:lnTo>
                <a:lnTo>
                  <a:pt x="19" y="77"/>
                </a:lnTo>
                <a:lnTo>
                  <a:pt x="20" y="77"/>
                </a:lnTo>
                <a:lnTo>
                  <a:pt x="22" y="78"/>
                </a:lnTo>
                <a:lnTo>
                  <a:pt x="22" y="77"/>
                </a:lnTo>
                <a:lnTo>
                  <a:pt x="22" y="75"/>
                </a:lnTo>
                <a:lnTo>
                  <a:pt x="23" y="74"/>
                </a:lnTo>
                <a:lnTo>
                  <a:pt x="22" y="68"/>
                </a:lnTo>
                <a:lnTo>
                  <a:pt x="22" y="63"/>
                </a:lnTo>
                <a:lnTo>
                  <a:pt x="23" y="60"/>
                </a:lnTo>
                <a:lnTo>
                  <a:pt x="26" y="58"/>
                </a:lnTo>
                <a:lnTo>
                  <a:pt x="26" y="57"/>
                </a:lnTo>
                <a:lnTo>
                  <a:pt x="27" y="55"/>
                </a:lnTo>
                <a:lnTo>
                  <a:pt x="28" y="53"/>
                </a:lnTo>
                <a:lnTo>
                  <a:pt x="28" y="49"/>
                </a:lnTo>
                <a:lnTo>
                  <a:pt x="29" y="49"/>
                </a:lnTo>
                <a:lnTo>
                  <a:pt x="29" y="48"/>
                </a:lnTo>
                <a:lnTo>
                  <a:pt x="29" y="47"/>
                </a:lnTo>
                <a:lnTo>
                  <a:pt x="29" y="45"/>
                </a:lnTo>
                <a:lnTo>
                  <a:pt x="30" y="44"/>
                </a:lnTo>
                <a:lnTo>
                  <a:pt x="30" y="30"/>
                </a:lnTo>
                <a:lnTo>
                  <a:pt x="31" y="28"/>
                </a:lnTo>
                <a:lnTo>
                  <a:pt x="30" y="26"/>
                </a:lnTo>
                <a:lnTo>
                  <a:pt x="33" y="20"/>
                </a:lnTo>
                <a:lnTo>
                  <a:pt x="33" y="18"/>
                </a:lnTo>
                <a:lnTo>
                  <a:pt x="34" y="16"/>
                </a:lnTo>
                <a:lnTo>
                  <a:pt x="33" y="14"/>
                </a:lnTo>
                <a:lnTo>
                  <a:pt x="32" y="11"/>
                </a:lnTo>
                <a:lnTo>
                  <a:pt x="32" y="9"/>
                </a:lnTo>
                <a:lnTo>
                  <a:pt x="34" y="5"/>
                </a:lnTo>
                <a:lnTo>
                  <a:pt x="34" y="4"/>
                </a:lnTo>
                <a:lnTo>
                  <a:pt x="33" y="4"/>
                </a:lnTo>
                <a:lnTo>
                  <a:pt x="32" y="2"/>
                </a:lnTo>
                <a:lnTo>
                  <a:pt x="30" y="3"/>
                </a:lnTo>
                <a:lnTo>
                  <a:pt x="28" y="2"/>
                </a:lnTo>
                <a:lnTo>
                  <a:pt x="25" y="0"/>
                </a:lnTo>
                <a:lnTo>
                  <a:pt x="23" y="0"/>
                </a:lnTo>
                <a:lnTo>
                  <a:pt x="22" y="1"/>
                </a:lnTo>
                <a:lnTo>
                  <a:pt x="21" y="4"/>
                </a:lnTo>
                <a:lnTo>
                  <a:pt x="18" y="5"/>
                </a:lnTo>
                <a:lnTo>
                  <a:pt x="14" y="7"/>
                </a:lnTo>
                <a:lnTo>
                  <a:pt x="14" y="8"/>
                </a:lnTo>
                <a:lnTo>
                  <a:pt x="13" y="12"/>
                </a:lnTo>
                <a:lnTo>
                  <a:pt x="12" y="14"/>
                </a:lnTo>
                <a:lnTo>
                  <a:pt x="11" y="16"/>
                </a:lnTo>
                <a:lnTo>
                  <a:pt x="9" y="18"/>
                </a:lnTo>
                <a:lnTo>
                  <a:pt x="8" y="21"/>
                </a:lnTo>
                <a:lnTo>
                  <a:pt x="7" y="24"/>
                </a:lnTo>
                <a:lnTo>
                  <a:pt x="5" y="28"/>
                </a:lnTo>
                <a:lnTo>
                  <a:pt x="4" y="30"/>
                </a:lnTo>
                <a:lnTo>
                  <a:pt x="3" y="34"/>
                </a:lnTo>
                <a:lnTo>
                  <a:pt x="2" y="36"/>
                </a:lnTo>
                <a:lnTo>
                  <a:pt x="1" y="37"/>
                </a:lnTo>
                <a:lnTo>
                  <a:pt x="0" y="40"/>
                </a:lnTo>
                <a:lnTo>
                  <a:pt x="0" y="43"/>
                </a:lnTo>
                <a:lnTo>
                  <a:pt x="1" y="44"/>
                </a:lnTo>
                <a:lnTo>
                  <a:pt x="1" y="48"/>
                </a:lnTo>
                <a:lnTo>
                  <a:pt x="0" y="54"/>
                </a:lnTo>
                <a:lnTo>
                  <a:pt x="1" y="55"/>
                </a:lnTo>
                <a:lnTo>
                  <a:pt x="3" y="55"/>
                </a:lnTo>
                <a:lnTo>
                  <a:pt x="5" y="61"/>
                </a:lnTo>
                <a:lnTo>
                  <a:pt x="8" y="65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5126693" y="5904762"/>
            <a:ext cx="76956" cy="51304"/>
          </a:xfrm>
          <a:custGeom>
            <a:avLst/>
            <a:gdLst/>
            <a:ahLst/>
            <a:cxnLst/>
            <a:rect l="l" t="t" r="r" b="b"/>
            <a:pathLst>
              <a:path w="12" h="8">
                <a:moveTo>
                  <a:pt x="4" y="1"/>
                </a:moveTo>
                <a:lnTo>
                  <a:pt x="2" y="3"/>
                </a:lnTo>
                <a:lnTo>
                  <a:pt x="2" y="4"/>
                </a:lnTo>
                <a:lnTo>
                  <a:pt x="4" y="4"/>
                </a:lnTo>
                <a:lnTo>
                  <a:pt x="3" y="6"/>
                </a:lnTo>
                <a:lnTo>
                  <a:pt x="3" y="5"/>
                </a:lnTo>
                <a:lnTo>
                  <a:pt x="1" y="6"/>
                </a:lnTo>
                <a:lnTo>
                  <a:pt x="1" y="6"/>
                </a:lnTo>
                <a:lnTo>
                  <a:pt x="0" y="7"/>
                </a:lnTo>
                <a:lnTo>
                  <a:pt x="1" y="8"/>
                </a:lnTo>
                <a:lnTo>
                  <a:pt x="3" y="7"/>
                </a:lnTo>
                <a:lnTo>
                  <a:pt x="4" y="8"/>
                </a:lnTo>
                <a:lnTo>
                  <a:pt x="4" y="7"/>
                </a:lnTo>
                <a:lnTo>
                  <a:pt x="4" y="7"/>
                </a:lnTo>
                <a:lnTo>
                  <a:pt x="4" y="6"/>
                </a:lnTo>
                <a:lnTo>
                  <a:pt x="4" y="6"/>
                </a:lnTo>
                <a:lnTo>
                  <a:pt x="5" y="5"/>
                </a:lnTo>
                <a:lnTo>
                  <a:pt x="7" y="5"/>
                </a:lnTo>
                <a:lnTo>
                  <a:pt x="6" y="6"/>
                </a:lnTo>
                <a:lnTo>
                  <a:pt x="7" y="7"/>
                </a:lnTo>
                <a:lnTo>
                  <a:pt x="8" y="7"/>
                </a:lnTo>
                <a:lnTo>
                  <a:pt x="8" y="7"/>
                </a:lnTo>
                <a:lnTo>
                  <a:pt x="9" y="7"/>
                </a:lnTo>
                <a:lnTo>
                  <a:pt x="9" y="6"/>
                </a:lnTo>
                <a:lnTo>
                  <a:pt x="9" y="5"/>
                </a:lnTo>
                <a:lnTo>
                  <a:pt x="10" y="6"/>
                </a:lnTo>
                <a:lnTo>
                  <a:pt x="10" y="6"/>
                </a:lnTo>
                <a:lnTo>
                  <a:pt x="10" y="5"/>
                </a:lnTo>
                <a:lnTo>
                  <a:pt x="9" y="4"/>
                </a:lnTo>
                <a:lnTo>
                  <a:pt x="9" y="3"/>
                </a:lnTo>
                <a:lnTo>
                  <a:pt x="10" y="3"/>
                </a:lnTo>
                <a:lnTo>
                  <a:pt x="11" y="4"/>
                </a:lnTo>
                <a:lnTo>
                  <a:pt x="12" y="3"/>
                </a:lnTo>
                <a:lnTo>
                  <a:pt x="11" y="2"/>
                </a:lnTo>
                <a:lnTo>
                  <a:pt x="12" y="2"/>
                </a:lnTo>
                <a:lnTo>
                  <a:pt x="11" y="2"/>
                </a:lnTo>
                <a:lnTo>
                  <a:pt x="10" y="1"/>
                </a:lnTo>
                <a:lnTo>
                  <a:pt x="9" y="2"/>
                </a:lnTo>
                <a:lnTo>
                  <a:pt x="8" y="2"/>
                </a:lnTo>
                <a:lnTo>
                  <a:pt x="8" y="2"/>
                </a:lnTo>
                <a:lnTo>
                  <a:pt x="8" y="1"/>
                </a:lnTo>
                <a:lnTo>
                  <a:pt x="9" y="2"/>
                </a:lnTo>
                <a:lnTo>
                  <a:pt x="10" y="0"/>
                </a:lnTo>
                <a:lnTo>
                  <a:pt x="10" y="1"/>
                </a:lnTo>
                <a:lnTo>
                  <a:pt x="9" y="0"/>
                </a:lnTo>
                <a:lnTo>
                  <a:pt x="8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5" y="1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36992" y="5074920"/>
            <a:ext cx="950976" cy="147767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36992" y="6570878"/>
            <a:ext cx="9509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微软雅黑"/>
                <a:ea typeface="微软雅黑"/>
              </a:rPr>
              <a:t>南海诸岛</a:t>
            </a:r>
          </a:p>
        </p:txBody>
      </p:sp>
      <p:sp>
        <p:nvSpPr>
          <p:cNvPr id="49" name="Freeform 48"/>
          <p:cNvSpPr/>
          <p:nvPr/>
        </p:nvSpPr>
        <p:spPr>
          <a:xfrm>
            <a:off x="8376791" y="6175782"/>
            <a:ext cx="41145" cy="27430"/>
          </a:xfrm>
          <a:custGeom>
            <a:avLst/>
            <a:gdLst/>
            <a:ahLst/>
            <a:cxnLst/>
            <a:rect l="l" t="t" r="r" b="b"/>
            <a:pathLst>
              <a:path w="15" h="10">
                <a:moveTo>
                  <a:pt x="0" y="8"/>
                </a:moveTo>
                <a:lnTo>
                  <a:pt x="0" y="9"/>
                </a:lnTo>
                <a:lnTo>
                  <a:pt x="2" y="10"/>
                </a:lnTo>
                <a:lnTo>
                  <a:pt x="4" y="9"/>
                </a:lnTo>
                <a:lnTo>
                  <a:pt x="11" y="7"/>
                </a:lnTo>
                <a:lnTo>
                  <a:pt x="12" y="6"/>
                </a:lnTo>
                <a:lnTo>
                  <a:pt x="12" y="4"/>
                </a:lnTo>
                <a:lnTo>
                  <a:pt x="13" y="3"/>
                </a:lnTo>
                <a:lnTo>
                  <a:pt x="15" y="2"/>
                </a:lnTo>
                <a:lnTo>
                  <a:pt x="15" y="1"/>
                </a:lnTo>
                <a:lnTo>
                  <a:pt x="14" y="0"/>
                </a:lnTo>
                <a:lnTo>
                  <a:pt x="14" y="0"/>
                </a:lnTo>
                <a:lnTo>
                  <a:pt x="13" y="0"/>
                </a:lnTo>
                <a:lnTo>
                  <a:pt x="11" y="0"/>
                </a:lnTo>
                <a:lnTo>
                  <a:pt x="8" y="2"/>
                </a:lnTo>
                <a:lnTo>
                  <a:pt x="7" y="4"/>
                </a:lnTo>
                <a:lnTo>
                  <a:pt x="3" y="7"/>
                </a:lnTo>
                <a:lnTo>
                  <a:pt x="0" y="8"/>
                </a:lnTo>
                <a:close/>
              </a:path>
            </a:pathLst>
          </a:custGeom>
          <a:solidFill>
            <a:srgbClr val="EFEFE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083290" y="6219670"/>
            <a:ext cx="32916" cy="16458"/>
          </a:xfrm>
          <a:custGeom>
            <a:avLst/>
            <a:gdLst/>
            <a:ahLst/>
            <a:cxnLst/>
            <a:rect l="l" t="t" r="r" b="b"/>
            <a:pathLst>
              <a:path w="12" h="6">
                <a:moveTo>
                  <a:pt x="0" y="5"/>
                </a:moveTo>
                <a:lnTo>
                  <a:pt x="0" y="6"/>
                </a:lnTo>
                <a:lnTo>
                  <a:pt x="1" y="5"/>
                </a:lnTo>
                <a:lnTo>
                  <a:pt x="3" y="4"/>
                </a:lnTo>
                <a:lnTo>
                  <a:pt x="5" y="2"/>
                </a:lnTo>
                <a:lnTo>
                  <a:pt x="6" y="1"/>
                </a:lnTo>
                <a:lnTo>
                  <a:pt x="8" y="1"/>
                </a:lnTo>
                <a:lnTo>
                  <a:pt x="12" y="1"/>
                </a:lnTo>
                <a:lnTo>
                  <a:pt x="12" y="1"/>
                </a:lnTo>
                <a:lnTo>
                  <a:pt x="11" y="0"/>
                </a:lnTo>
                <a:lnTo>
                  <a:pt x="9" y="0"/>
                </a:lnTo>
                <a:lnTo>
                  <a:pt x="6" y="0"/>
                </a:lnTo>
                <a:lnTo>
                  <a:pt x="5" y="0"/>
                </a:lnTo>
                <a:lnTo>
                  <a:pt x="2" y="3"/>
                </a:lnTo>
                <a:close/>
              </a:path>
            </a:pathLst>
          </a:custGeom>
          <a:solidFill>
            <a:srgbClr val="EFEFE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774526" y="5138928"/>
            <a:ext cx="5486" cy="71318"/>
          </a:xfrm>
          <a:custGeom>
            <a:avLst/>
            <a:gdLst/>
            <a:ahLst/>
            <a:cxnLst/>
            <a:rect l="l" t="t" r="r" b="b"/>
            <a:pathLst>
              <a:path w="2" h="26">
                <a:moveTo>
                  <a:pt x="1" y="25"/>
                </a:move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0" y="25"/>
                </a:lnTo>
                <a:lnTo>
                  <a:pt x="1" y="26"/>
                </a:lnTo>
                <a:lnTo>
                  <a:pt x="1" y="26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8725152" y="5319966"/>
            <a:ext cx="35659" cy="60346"/>
          </a:xfrm>
          <a:custGeom>
            <a:avLst/>
            <a:gdLst/>
            <a:ahLst/>
            <a:cxnLst/>
            <a:rect l="l" t="t" r="r" b="b"/>
            <a:pathLst>
              <a:path w="13" h="22">
                <a:moveTo>
                  <a:pt x="1" y="22"/>
                </a:moveTo>
                <a:lnTo>
                  <a:pt x="13" y="0"/>
                </a:lnTo>
                <a:lnTo>
                  <a:pt x="13" y="0"/>
                </a:lnTo>
                <a:lnTo>
                  <a:pt x="13" y="0"/>
                </a:lnTo>
                <a:lnTo>
                  <a:pt x="0" y="22"/>
                </a:lnTo>
                <a:lnTo>
                  <a:pt x="0" y="22"/>
                </a:lnTo>
                <a:lnTo>
                  <a:pt x="1" y="22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8653834" y="5495518"/>
            <a:ext cx="24687" cy="65832"/>
          </a:xfrm>
          <a:custGeom>
            <a:avLst/>
            <a:gdLst/>
            <a:ahLst/>
            <a:cxnLst/>
            <a:rect l="l" t="t" r="r" b="b"/>
            <a:pathLst>
              <a:path w="9" h="24">
                <a:moveTo>
                  <a:pt x="0" y="24"/>
                </a:moveTo>
                <a:lnTo>
                  <a:pt x="9" y="0"/>
                </a:lnTo>
                <a:lnTo>
                  <a:pt x="8" y="0"/>
                </a:lnTo>
                <a:lnTo>
                  <a:pt x="8" y="0"/>
                </a:lnTo>
                <a:lnTo>
                  <a:pt x="0" y="23"/>
                </a:lnTo>
                <a:lnTo>
                  <a:pt x="0" y="24"/>
                </a:lnTo>
                <a:lnTo>
                  <a:pt x="0" y="24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8645605" y="5679299"/>
            <a:ext cx="8229" cy="60346"/>
          </a:xfrm>
          <a:custGeom>
            <a:avLst/>
            <a:gdLst/>
            <a:ahLst/>
            <a:cxnLst/>
            <a:rect l="l" t="t" r="r" b="b"/>
            <a:pathLst>
              <a:path w="3" h="22">
                <a:moveTo>
                  <a:pt x="3" y="21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3" y="22"/>
                </a:lnTo>
                <a:lnTo>
                  <a:pt x="3" y="22"/>
                </a:lnTo>
                <a:lnTo>
                  <a:pt x="3" y="21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8653834" y="5912454"/>
            <a:ext cx="21944" cy="65832"/>
          </a:xfrm>
          <a:custGeom>
            <a:avLst/>
            <a:gdLst/>
            <a:ahLst/>
            <a:cxnLst/>
            <a:rect l="l" t="t" r="r" b="b"/>
            <a:pathLst>
              <a:path w="8" h="24">
                <a:moveTo>
                  <a:pt x="3" y="18"/>
                </a:moveTo>
                <a:lnTo>
                  <a:pt x="0" y="24"/>
                </a:lnTo>
                <a:lnTo>
                  <a:pt x="0" y="24"/>
                </a:lnTo>
                <a:lnTo>
                  <a:pt x="1" y="24"/>
                </a:lnTo>
                <a:lnTo>
                  <a:pt x="3" y="18"/>
                </a:lnTo>
                <a:lnTo>
                  <a:pt x="6" y="8"/>
                </a:lnTo>
                <a:lnTo>
                  <a:pt x="8" y="0"/>
                </a:lnTo>
                <a:lnTo>
                  <a:pt x="7" y="0"/>
                </a:lnTo>
                <a:lnTo>
                  <a:pt x="7" y="0"/>
                </a:lnTo>
                <a:lnTo>
                  <a:pt x="6" y="8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8486511" y="6162067"/>
            <a:ext cx="41145" cy="52117"/>
          </a:xfrm>
          <a:custGeom>
            <a:avLst/>
            <a:gdLst/>
            <a:ahLst/>
            <a:cxnLst/>
            <a:rect l="l" t="t" r="r" b="b"/>
            <a:pathLst>
              <a:path w="15" h="19">
                <a:moveTo>
                  <a:pt x="0" y="19"/>
                </a:moveTo>
                <a:lnTo>
                  <a:pt x="15" y="0"/>
                </a:lnTo>
                <a:lnTo>
                  <a:pt x="15" y="0"/>
                </a:lnTo>
                <a:lnTo>
                  <a:pt x="15" y="0"/>
                </a:lnTo>
                <a:lnTo>
                  <a:pt x="0" y="19"/>
                </a:lnTo>
                <a:lnTo>
                  <a:pt x="0" y="19"/>
                </a:lnTo>
                <a:lnTo>
                  <a:pt x="0" y="19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8253356" y="6417166"/>
            <a:ext cx="71318" cy="24687"/>
          </a:xfrm>
          <a:custGeom>
            <a:avLst/>
            <a:gdLst/>
            <a:ahLst/>
            <a:cxnLst/>
            <a:rect l="l" t="t" r="r" b="b"/>
            <a:pathLst>
              <a:path w="26" h="9">
                <a:moveTo>
                  <a:pt x="13" y="5"/>
                </a:moveTo>
                <a:lnTo>
                  <a:pt x="0" y="9"/>
                </a:lnTo>
                <a:lnTo>
                  <a:pt x="0" y="9"/>
                </a:lnTo>
                <a:lnTo>
                  <a:pt x="0" y="9"/>
                </a:lnTo>
                <a:lnTo>
                  <a:pt x="13" y="6"/>
                </a:lnTo>
                <a:lnTo>
                  <a:pt x="18" y="4"/>
                </a:lnTo>
                <a:lnTo>
                  <a:pt x="26" y="0"/>
                </a:lnTo>
                <a:lnTo>
                  <a:pt x="26" y="0"/>
                </a:lnTo>
                <a:lnTo>
                  <a:pt x="26" y="0"/>
                </a:lnTo>
                <a:lnTo>
                  <a:pt x="18" y="4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8001000" y="6249843"/>
            <a:ext cx="8229" cy="60346"/>
          </a:xfrm>
          <a:custGeom>
            <a:avLst/>
            <a:gdLst/>
            <a:ahLst/>
            <a:cxnLst/>
            <a:rect l="l" t="t" r="r" b="b"/>
            <a:pathLst>
              <a:path w="3" h="22">
                <a:moveTo>
                  <a:pt x="2" y="21"/>
                </a:moveTo>
                <a:lnTo>
                  <a:pt x="3" y="22"/>
                </a:lnTo>
                <a:lnTo>
                  <a:pt x="3" y="22"/>
                </a:lnTo>
                <a:lnTo>
                  <a:pt x="3" y="20"/>
                </a:lnTo>
                <a:lnTo>
                  <a:pt x="1" y="11"/>
                </a:lnTo>
                <a:lnTo>
                  <a:pt x="0" y="3"/>
                </a:lnTo>
                <a:lnTo>
                  <a:pt x="1" y="0"/>
                </a:lnTo>
                <a:lnTo>
                  <a:pt x="1" y="1"/>
                </a:lnTo>
                <a:lnTo>
                  <a:pt x="0" y="3"/>
                </a:lnTo>
                <a:lnTo>
                  <a:pt x="0" y="12"/>
                </a:lnTo>
                <a:lnTo>
                  <a:pt x="2" y="21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8110720" y="5950856"/>
            <a:ext cx="16458" cy="60346"/>
          </a:xfrm>
          <a:custGeom>
            <a:avLst/>
            <a:gdLst/>
            <a:ahLst/>
            <a:cxnLst/>
            <a:rect l="l" t="t" r="r" b="b"/>
            <a:pathLst>
              <a:path w="6" h="22">
                <a:moveTo>
                  <a:pt x="2" y="19"/>
                </a:moveTo>
                <a:lnTo>
                  <a:pt x="0" y="22"/>
                </a:lnTo>
                <a:lnTo>
                  <a:pt x="0" y="22"/>
                </a:lnTo>
                <a:lnTo>
                  <a:pt x="1" y="22"/>
                </a:lnTo>
                <a:lnTo>
                  <a:pt x="4" y="17"/>
                </a:lnTo>
                <a:lnTo>
                  <a:pt x="5" y="14"/>
                </a:lnTo>
                <a:lnTo>
                  <a:pt x="6" y="10"/>
                </a:lnTo>
                <a:lnTo>
                  <a:pt x="6" y="7"/>
                </a:lnTo>
                <a:lnTo>
                  <a:pt x="6" y="3"/>
                </a:lnTo>
                <a:lnTo>
                  <a:pt x="6" y="0"/>
                </a:lnTo>
                <a:lnTo>
                  <a:pt x="5" y="0"/>
                </a:lnTo>
                <a:lnTo>
                  <a:pt x="6" y="7"/>
                </a:lnTo>
                <a:lnTo>
                  <a:pt x="5" y="10"/>
                </a:lnTo>
                <a:lnTo>
                  <a:pt x="4" y="14"/>
                </a:lnTo>
                <a:lnTo>
                  <a:pt x="3" y="16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8050374" y="5723187"/>
            <a:ext cx="38402" cy="63089"/>
          </a:xfrm>
          <a:custGeom>
            <a:avLst/>
            <a:gdLst/>
            <a:ahLst/>
            <a:cxnLst/>
            <a:rect l="l" t="t" r="r" b="b"/>
            <a:pathLst>
              <a:path w="14" h="23">
                <a:moveTo>
                  <a:pt x="13" y="21"/>
                </a:moveTo>
                <a:lnTo>
                  <a:pt x="13" y="22"/>
                </a:lnTo>
                <a:lnTo>
                  <a:pt x="14" y="23"/>
                </a:lnTo>
                <a:lnTo>
                  <a:pt x="14" y="22"/>
                </a:lnTo>
                <a:lnTo>
                  <a:pt x="12" y="16"/>
                </a:lnTo>
                <a:lnTo>
                  <a:pt x="9" y="11"/>
                </a:lnTo>
                <a:lnTo>
                  <a:pt x="6" y="6"/>
                </a:lnTo>
                <a:lnTo>
                  <a:pt x="0" y="0"/>
                </a:lnTo>
                <a:lnTo>
                  <a:pt x="0" y="0"/>
                </a:lnTo>
                <a:lnTo>
                  <a:pt x="0" y="1"/>
                </a:lnTo>
                <a:lnTo>
                  <a:pt x="7" y="8"/>
                </a:lnTo>
                <a:lnTo>
                  <a:pt x="9" y="12"/>
                </a:lnTo>
                <a:lnTo>
                  <a:pt x="11" y="16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14217" y="3231269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北京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34799" y="3344154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天津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53342" y="3367245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河北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97951" y="3652024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山西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35325" y="2537279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内蒙古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27391" y="3013836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辽宁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26322" y="2475803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吉林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05156" y="1747178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黑龙江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76195" y="4479425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上海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24751" y="4102383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江苏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06907" y="4641797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浙江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微软雅黑"/>
                <a:ea typeface="微软雅黑"/>
              </a:rPr>
              <a:t>6.5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53457" y="4414002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安徽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67684" y="5281169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福建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29068" y="4987509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江西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00962" y="3645709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山东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32685" y="4045299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河南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67863" y="4614118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湖北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71695" y="5020861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湖南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3.5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99407" y="5800700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广东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61843" y="5531412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广西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3.5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39526" y="6341396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海南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02152" y="4768053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重庆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84529" y="4627686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四川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3.5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31582" y="5110657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贵州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3.5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09428" y="5346049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云南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604673" y="4408871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西藏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91306" y="4020827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陕西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668206" y="3297431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甘肃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微软雅黑"/>
                <a:ea typeface="微软雅黑"/>
              </a:rPr>
              <a:t>8.5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546883" y="3952197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青海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37297" y="3596963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宁夏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59701" y="2697726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新疆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3.5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85874" y="5551197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台湾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01000" y="13716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结论速览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01000" y="1682496"/>
            <a:ext cx="3794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前三：山东9、甘肃8.5、浙江6.5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末三：宁夏3、云南3、黑龙江3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01000" y="283464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图例（按落地分）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001000" y="3163824"/>
            <a:ext cx="219456" cy="219456"/>
          </a:xfrm>
          <a:prstGeom prst="rect">
            <a:avLst/>
          </a:prstGeom>
          <a:solidFill>
            <a:srgbClr val="1F4E79"/>
          </a:solidFill>
          <a:ln w="63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311896" y="3172968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第1-3名（6.5-9分）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001000" y="3465576"/>
            <a:ext cx="219456" cy="219456"/>
          </a:xfrm>
          <a:prstGeom prst="rect">
            <a:avLst/>
          </a:prstGeom>
          <a:solidFill>
            <a:srgbClr val="4A80C0"/>
          </a:solidFill>
          <a:ln w="63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311896" y="3474720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第4-5名（5-6分）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01000" y="3767328"/>
            <a:ext cx="219456" cy="219456"/>
          </a:xfrm>
          <a:prstGeom prst="rect">
            <a:avLst/>
          </a:prstGeom>
          <a:solidFill>
            <a:srgbClr val="7FA8D8"/>
          </a:solidFill>
          <a:ln w="63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11896" y="377647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8名（3.5分）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001000" y="4069080"/>
            <a:ext cx="219456" cy="219456"/>
          </a:xfrm>
          <a:prstGeom prst="rect">
            <a:avLst/>
          </a:prstGeom>
          <a:solidFill>
            <a:srgbClr val="D9E6F2"/>
          </a:solidFill>
          <a:ln w="63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311896" y="4078224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13名（3分）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001000" y="4370832"/>
            <a:ext cx="219456" cy="219456"/>
          </a:xfrm>
          <a:prstGeom prst="rect">
            <a:avLst/>
          </a:prstGeom>
          <a:solidFill>
            <a:srgbClr val="EFEFEF"/>
          </a:solidFill>
          <a:ln w="63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311896" y="4379976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非调研省份（灰）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11274552" cy="5669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示例：15省新能源政策评分图谱 · 综合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示例数据（分数节选自润岚2026-08调研；依据/短板仅演示3省） ｜ 权重 40/40/20（各维先归一到10分）</a:t>
            </a:r>
          </a:p>
        </p:txBody>
      </p:sp>
      <p:sp>
        <p:nvSpPr>
          <p:cNvPr id="4" name="Freeform 3"/>
          <p:cNvSpPr/>
          <p:nvPr/>
        </p:nvSpPr>
        <p:spPr>
          <a:xfrm>
            <a:off x="5068976" y="3192063"/>
            <a:ext cx="218042" cy="237281"/>
          </a:xfrm>
          <a:custGeom>
            <a:avLst/>
            <a:gdLst/>
            <a:ahLst/>
            <a:cxnLst/>
            <a:rect l="l" t="t" r="r" b="b"/>
            <a:pathLst>
              <a:path w="34" h="37">
                <a:moveTo>
                  <a:pt x="31" y="10"/>
                </a:moveTo>
                <a:lnTo>
                  <a:pt x="32" y="10"/>
                </a:lnTo>
                <a:lnTo>
                  <a:pt x="33" y="10"/>
                </a:lnTo>
                <a:lnTo>
                  <a:pt x="32" y="9"/>
                </a:lnTo>
                <a:lnTo>
                  <a:pt x="33" y="8"/>
                </a:lnTo>
                <a:lnTo>
                  <a:pt x="34" y="8"/>
                </a:lnTo>
                <a:lnTo>
                  <a:pt x="34" y="8"/>
                </a:lnTo>
                <a:lnTo>
                  <a:pt x="33" y="7"/>
                </a:lnTo>
                <a:lnTo>
                  <a:pt x="32" y="7"/>
                </a:lnTo>
                <a:lnTo>
                  <a:pt x="31" y="8"/>
                </a:lnTo>
                <a:lnTo>
                  <a:pt x="29" y="8"/>
                </a:lnTo>
                <a:lnTo>
                  <a:pt x="27" y="7"/>
                </a:lnTo>
                <a:lnTo>
                  <a:pt x="25" y="8"/>
                </a:lnTo>
                <a:lnTo>
                  <a:pt x="25" y="8"/>
                </a:lnTo>
                <a:lnTo>
                  <a:pt x="24" y="7"/>
                </a:lnTo>
                <a:lnTo>
                  <a:pt x="24" y="6"/>
                </a:lnTo>
                <a:lnTo>
                  <a:pt x="22" y="5"/>
                </a:lnTo>
                <a:lnTo>
                  <a:pt x="20" y="4"/>
                </a:lnTo>
                <a:lnTo>
                  <a:pt x="20" y="3"/>
                </a:lnTo>
                <a:lnTo>
                  <a:pt x="19" y="2"/>
                </a:lnTo>
                <a:lnTo>
                  <a:pt x="19" y="1"/>
                </a:lnTo>
                <a:lnTo>
                  <a:pt x="19" y="1"/>
                </a:lnTo>
                <a:lnTo>
                  <a:pt x="18" y="0"/>
                </a:lnTo>
                <a:lnTo>
                  <a:pt x="18" y="1"/>
                </a:lnTo>
                <a:lnTo>
                  <a:pt x="18" y="1"/>
                </a:lnTo>
                <a:lnTo>
                  <a:pt x="18" y="2"/>
                </a:lnTo>
                <a:lnTo>
                  <a:pt x="17" y="2"/>
                </a:lnTo>
                <a:lnTo>
                  <a:pt x="15" y="3"/>
                </a:lnTo>
                <a:lnTo>
                  <a:pt x="15" y="3"/>
                </a:lnTo>
                <a:lnTo>
                  <a:pt x="16" y="4"/>
                </a:lnTo>
                <a:lnTo>
                  <a:pt x="14" y="4"/>
                </a:lnTo>
                <a:lnTo>
                  <a:pt x="14" y="4"/>
                </a:lnTo>
                <a:lnTo>
                  <a:pt x="13" y="4"/>
                </a:lnTo>
                <a:lnTo>
                  <a:pt x="13" y="5"/>
                </a:lnTo>
                <a:lnTo>
                  <a:pt x="15" y="6"/>
                </a:lnTo>
                <a:lnTo>
                  <a:pt x="16" y="7"/>
                </a:lnTo>
                <a:lnTo>
                  <a:pt x="16" y="7"/>
                </a:lnTo>
                <a:lnTo>
                  <a:pt x="13" y="8"/>
                </a:lnTo>
                <a:lnTo>
                  <a:pt x="13" y="8"/>
                </a:lnTo>
                <a:lnTo>
                  <a:pt x="13" y="8"/>
                </a:lnTo>
                <a:lnTo>
                  <a:pt x="12" y="7"/>
                </a:lnTo>
                <a:lnTo>
                  <a:pt x="11" y="10"/>
                </a:lnTo>
                <a:lnTo>
                  <a:pt x="11" y="10"/>
                </a:lnTo>
                <a:lnTo>
                  <a:pt x="10" y="11"/>
                </a:lnTo>
                <a:lnTo>
                  <a:pt x="8" y="13"/>
                </a:lnTo>
                <a:lnTo>
                  <a:pt x="8" y="12"/>
                </a:lnTo>
                <a:lnTo>
                  <a:pt x="7" y="12"/>
                </a:lnTo>
                <a:lnTo>
                  <a:pt x="7" y="12"/>
                </a:lnTo>
                <a:lnTo>
                  <a:pt x="6" y="13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5" y="15"/>
                </a:lnTo>
                <a:lnTo>
                  <a:pt x="5" y="16"/>
                </a:lnTo>
                <a:lnTo>
                  <a:pt x="7" y="18"/>
                </a:lnTo>
                <a:lnTo>
                  <a:pt x="8" y="18"/>
                </a:lnTo>
                <a:lnTo>
                  <a:pt x="9" y="20"/>
                </a:lnTo>
                <a:lnTo>
                  <a:pt x="8" y="21"/>
                </a:lnTo>
                <a:lnTo>
                  <a:pt x="7" y="22"/>
                </a:lnTo>
                <a:lnTo>
                  <a:pt x="7" y="22"/>
                </a:lnTo>
                <a:lnTo>
                  <a:pt x="7" y="23"/>
                </a:lnTo>
                <a:lnTo>
                  <a:pt x="6" y="22"/>
                </a:lnTo>
                <a:lnTo>
                  <a:pt x="6" y="23"/>
                </a:lnTo>
                <a:lnTo>
                  <a:pt x="3" y="24"/>
                </a:lnTo>
                <a:lnTo>
                  <a:pt x="3" y="24"/>
                </a:lnTo>
                <a:lnTo>
                  <a:pt x="1" y="26"/>
                </a:lnTo>
                <a:lnTo>
                  <a:pt x="0" y="28"/>
                </a:lnTo>
                <a:lnTo>
                  <a:pt x="1" y="28"/>
                </a:lnTo>
                <a:lnTo>
                  <a:pt x="2" y="29"/>
                </a:lnTo>
                <a:lnTo>
                  <a:pt x="2" y="30"/>
                </a:lnTo>
                <a:lnTo>
                  <a:pt x="3" y="31"/>
                </a:lnTo>
                <a:lnTo>
                  <a:pt x="3" y="31"/>
                </a:lnTo>
                <a:lnTo>
                  <a:pt x="1" y="32"/>
                </a:lnTo>
                <a:lnTo>
                  <a:pt x="1" y="32"/>
                </a:lnTo>
                <a:lnTo>
                  <a:pt x="2" y="32"/>
                </a:lnTo>
                <a:lnTo>
                  <a:pt x="2" y="35"/>
                </a:lnTo>
                <a:lnTo>
                  <a:pt x="3" y="35"/>
                </a:lnTo>
                <a:lnTo>
                  <a:pt x="3" y="36"/>
                </a:lnTo>
                <a:lnTo>
                  <a:pt x="3" y="35"/>
                </a:lnTo>
                <a:lnTo>
                  <a:pt x="4" y="36"/>
                </a:lnTo>
                <a:lnTo>
                  <a:pt x="5" y="35"/>
                </a:lnTo>
                <a:lnTo>
                  <a:pt x="7" y="37"/>
                </a:lnTo>
                <a:lnTo>
                  <a:pt x="8" y="37"/>
                </a:lnTo>
                <a:lnTo>
                  <a:pt x="8" y="36"/>
                </a:lnTo>
                <a:lnTo>
                  <a:pt x="9" y="36"/>
                </a:lnTo>
                <a:lnTo>
                  <a:pt x="10" y="35"/>
                </a:lnTo>
                <a:lnTo>
                  <a:pt x="10" y="35"/>
                </a:lnTo>
                <a:lnTo>
                  <a:pt x="10" y="36"/>
                </a:lnTo>
                <a:lnTo>
                  <a:pt x="11" y="35"/>
                </a:lnTo>
                <a:lnTo>
                  <a:pt x="11" y="35"/>
                </a:lnTo>
                <a:lnTo>
                  <a:pt x="12" y="35"/>
                </a:lnTo>
                <a:lnTo>
                  <a:pt x="12" y="35"/>
                </a:lnTo>
                <a:lnTo>
                  <a:pt x="13" y="35"/>
                </a:lnTo>
                <a:lnTo>
                  <a:pt x="15" y="35"/>
                </a:lnTo>
                <a:lnTo>
                  <a:pt x="15" y="35"/>
                </a:lnTo>
                <a:lnTo>
                  <a:pt x="16" y="36"/>
                </a:lnTo>
                <a:lnTo>
                  <a:pt x="17" y="37"/>
                </a:lnTo>
                <a:lnTo>
                  <a:pt x="17" y="37"/>
                </a:lnTo>
                <a:lnTo>
                  <a:pt x="19" y="37"/>
                </a:lnTo>
                <a:lnTo>
                  <a:pt x="19" y="37"/>
                </a:lnTo>
                <a:lnTo>
                  <a:pt x="19" y="37"/>
                </a:lnTo>
                <a:lnTo>
                  <a:pt x="18" y="37"/>
                </a:lnTo>
                <a:lnTo>
                  <a:pt x="18" y="36"/>
                </a:lnTo>
                <a:lnTo>
                  <a:pt x="19" y="36"/>
                </a:lnTo>
                <a:lnTo>
                  <a:pt x="19" y="36"/>
                </a:lnTo>
                <a:lnTo>
                  <a:pt x="19" y="35"/>
                </a:lnTo>
                <a:lnTo>
                  <a:pt x="19" y="35"/>
                </a:lnTo>
                <a:lnTo>
                  <a:pt x="20" y="35"/>
                </a:lnTo>
                <a:lnTo>
                  <a:pt x="20" y="34"/>
                </a:lnTo>
                <a:lnTo>
                  <a:pt x="21" y="33"/>
                </a:lnTo>
                <a:lnTo>
                  <a:pt x="22" y="33"/>
                </a:lnTo>
                <a:lnTo>
                  <a:pt x="23" y="33"/>
                </a:lnTo>
                <a:lnTo>
                  <a:pt x="23" y="33"/>
                </a:lnTo>
                <a:lnTo>
                  <a:pt x="24" y="33"/>
                </a:lnTo>
                <a:lnTo>
                  <a:pt x="25" y="33"/>
                </a:lnTo>
                <a:lnTo>
                  <a:pt x="25" y="31"/>
                </a:lnTo>
                <a:lnTo>
                  <a:pt x="26" y="31"/>
                </a:lnTo>
                <a:lnTo>
                  <a:pt x="26" y="30"/>
                </a:lnTo>
                <a:lnTo>
                  <a:pt x="26" y="30"/>
                </a:lnTo>
                <a:lnTo>
                  <a:pt x="26" y="29"/>
                </a:lnTo>
                <a:lnTo>
                  <a:pt x="27" y="29"/>
                </a:lnTo>
                <a:lnTo>
                  <a:pt x="26" y="27"/>
                </a:lnTo>
                <a:lnTo>
                  <a:pt x="26" y="28"/>
                </a:lnTo>
                <a:lnTo>
                  <a:pt x="25" y="27"/>
                </a:lnTo>
                <a:lnTo>
                  <a:pt x="24" y="27"/>
                </a:lnTo>
                <a:lnTo>
                  <a:pt x="24" y="27"/>
                </a:lnTo>
                <a:lnTo>
                  <a:pt x="24" y="25"/>
                </a:lnTo>
                <a:lnTo>
                  <a:pt x="23" y="25"/>
                </a:lnTo>
                <a:lnTo>
                  <a:pt x="23" y="23"/>
                </a:lnTo>
                <a:lnTo>
                  <a:pt x="26" y="23"/>
                </a:lnTo>
                <a:lnTo>
                  <a:pt x="27" y="23"/>
                </a:lnTo>
                <a:lnTo>
                  <a:pt x="28" y="22"/>
                </a:lnTo>
                <a:lnTo>
                  <a:pt x="30" y="22"/>
                </a:lnTo>
                <a:lnTo>
                  <a:pt x="31" y="21"/>
                </a:lnTo>
                <a:lnTo>
                  <a:pt x="31" y="21"/>
                </a:lnTo>
                <a:lnTo>
                  <a:pt x="32" y="20"/>
                </a:lnTo>
                <a:lnTo>
                  <a:pt x="33" y="20"/>
                </a:lnTo>
                <a:lnTo>
                  <a:pt x="33" y="18"/>
                </a:lnTo>
                <a:lnTo>
                  <a:pt x="32" y="18"/>
                </a:lnTo>
                <a:lnTo>
                  <a:pt x="32" y="16"/>
                </a:lnTo>
                <a:lnTo>
                  <a:pt x="31" y="17"/>
                </a:lnTo>
                <a:lnTo>
                  <a:pt x="30" y="15"/>
                </a:lnTo>
                <a:lnTo>
                  <a:pt x="30" y="15"/>
                </a:lnTo>
                <a:lnTo>
                  <a:pt x="30" y="14"/>
                </a:lnTo>
                <a:lnTo>
                  <a:pt x="30" y="13"/>
                </a:lnTo>
                <a:lnTo>
                  <a:pt x="29" y="12"/>
                </a:lnTo>
                <a:lnTo>
                  <a:pt x="30" y="12"/>
                </a:lnTo>
                <a:lnTo>
                  <a:pt x="30" y="11"/>
                </a:lnTo>
                <a:lnTo>
                  <a:pt x="30" y="10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229301" y="3301084"/>
            <a:ext cx="141086" cy="250107"/>
          </a:xfrm>
          <a:custGeom>
            <a:avLst/>
            <a:gdLst/>
            <a:ahLst/>
            <a:cxnLst/>
            <a:rect l="l" t="t" r="r" b="b"/>
            <a:pathLst>
              <a:path w="22" h="39">
                <a:moveTo>
                  <a:pt x="17" y="19"/>
                </a:moveTo>
                <a:lnTo>
                  <a:pt x="19" y="18"/>
                </a:lnTo>
                <a:lnTo>
                  <a:pt x="18" y="17"/>
                </a:lnTo>
                <a:lnTo>
                  <a:pt x="19" y="17"/>
                </a:lnTo>
                <a:lnTo>
                  <a:pt x="19" y="15"/>
                </a:lnTo>
                <a:lnTo>
                  <a:pt x="19" y="14"/>
                </a:lnTo>
                <a:lnTo>
                  <a:pt x="18" y="14"/>
                </a:lnTo>
                <a:lnTo>
                  <a:pt x="16" y="14"/>
                </a:lnTo>
                <a:lnTo>
                  <a:pt x="16" y="15"/>
                </a:lnTo>
                <a:lnTo>
                  <a:pt x="16" y="16"/>
                </a:lnTo>
                <a:lnTo>
                  <a:pt x="15" y="15"/>
                </a:lnTo>
                <a:lnTo>
                  <a:pt x="15" y="14"/>
                </a:lnTo>
                <a:lnTo>
                  <a:pt x="14" y="15"/>
                </a:lnTo>
                <a:lnTo>
                  <a:pt x="14" y="14"/>
                </a:lnTo>
                <a:lnTo>
                  <a:pt x="14" y="13"/>
                </a:lnTo>
                <a:lnTo>
                  <a:pt x="13" y="12"/>
                </a:lnTo>
                <a:lnTo>
                  <a:pt x="13" y="11"/>
                </a:lnTo>
                <a:lnTo>
                  <a:pt x="12" y="11"/>
                </a:lnTo>
                <a:lnTo>
                  <a:pt x="12" y="10"/>
                </a:lnTo>
                <a:lnTo>
                  <a:pt x="11" y="8"/>
                </a:lnTo>
                <a:lnTo>
                  <a:pt x="11" y="7"/>
                </a:lnTo>
                <a:lnTo>
                  <a:pt x="11" y="7"/>
                </a:lnTo>
                <a:lnTo>
                  <a:pt x="11" y="6"/>
                </a:lnTo>
                <a:lnTo>
                  <a:pt x="12" y="6"/>
                </a:lnTo>
                <a:lnTo>
                  <a:pt x="13" y="6"/>
                </a:lnTo>
                <a:lnTo>
                  <a:pt x="14" y="6"/>
                </a:lnTo>
                <a:lnTo>
                  <a:pt x="15" y="6"/>
                </a:lnTo>
                <a:lnTo>
                  <a:pt x="15" y="6"/>
                </a:lnTo>
                <a:lnTo>
                  <a:pt x="16" y="5"/>
                </a:lnTo>
                <a:lnTo>
                  <a:pt x="15" y="5"/>
                </a:lnTo>
                <a:lnTo>
                  <a:pt x="15" y="5"/>
                </a:lnTo>
                <a:lnTo>
                  <a:pt x="15" y="4"/>
                </a:lnTo>
                <a:lnTo>
                  <a:pt x="15" y="4"/>
                </a:lnTo>
                <a:lnTo>
                  <a:pt x="15" y="3"/>
                </a:lnTo>
                <a:lnTo>
                  <a:pt x="13" y="3"/>
                </a:lnTo>
                <a:lnTo>
                  <a:pt x="13" y="3"/>
                </a:lnTo>
                <a:lnTo>
                  <a:pt x="11" y="1"/>
                </a:lnTo>
                <a:lnTo>
                  <a:pt x="11" y="0"/>
                </a:lnTo>
                <a:lnTo>
                  <a:pt x="11" y="0"/>
                </a:lnTo>
                <a:lnTo>
                  <a:pt x="8" y="0"/>
                </a:lnTo>
                <a:lnTo>
                  <a:pt x="8" y="3"/>
                </a:lnTo>
                <a:lnTo>
                  <a:pt x="7" y="3"/>
                </a:lnTo>
                <a:lnTo>
                  <a:pt x="6" y="4"/>
                </a:lnTo>
                <a:lnTo>
                  <a:pt x="6" y="4"/>
                </a:lnTo>
                <a:lnTo>
                  <a:pt x="5" y="5"/>
                </a:lnTo>
                <a:lnTo>
                  <a:pt x="5" y="6"/>
                </a:lnTo>
                <a:lnTo>
                  <a:pt x="5" y="8"/>
                </a:lnTo>
                <a:lnTo>
                  <a:pt x="5" y="9"/>
                </a:lnTo>
                <a:lnTo>
                  <a:pt x="7" y="9"/>
                </a:lnTo>
                <a:lnTo>
                  <a:pt x="7" y="10"/>
                </a:lnTo>
                <a:lnTo>
                  <a:pt x="5" y="10"/>
                </a:lnTo>
                <a:lnTo>
                  <a:pt x="5" y="11"/>
                </a:lnTo>
                <a:lnTo>
                  <a:pt x="6" y="12"/>
                </a:lnTo>
                <a:lnTo>
                  <a:pt x="6" y="12"/>
                </a:lnTo>
                <a:lnTo>
                  <a:pt x="6" y="14"/>
                </a:lnTo>
                <a:lnTo>
                  <a:pt x="6" y="15"/>
                </a:lnTo>
                <a:lnTo>
                  <a:pt x="3" y="14"/>
                </a:lnTo>
                <a:lnTo>
                  <a:pt x="2" y="15"/>
                </a:lnTo>
                <a:lnTo>
                  <a:pt x="2" y="13"/>
                </a:lnTo>
                <a:lnTo>
                  <a:pt x="1" y="14"/>
                </a:lnTo>
                <a:lnTo>
                  <a:pt x="0" y="14"/>
                </a:lnTo>
                <a:lnTo>
                  <a:pt x="0" y="16"/>
                </a:lnTo>
                <a:lnTo>
                  <a:pt x="0" y="17"/>
                </a:lnTo>
                <a:lnTo>
                  <a:pt x="0" y="18"/>
                </a:lnTo>
                <a:lnTo>
                  <a:pt x="0" y="19"/>
                </a:lnTo>
                <a:lnTo>
                  <a:pt x="0" y="19"/>
                </a:lnTo>
                <a:lnTo>
                  <a:pt x="1" y="20"/>
                </a:lnTo>
                <a:lnTo>
                  <a:pt x="2" y="20"/>
                </a:lnTo>
                <a:lnTo>
                  <a:pt x="1" y="20"/>
                </a:lnTo>
                <a:lnTo>
                  <a:pt x="1" y="21"/>
                </a:lnTo>
                <a:lnTo>
                  <a:pt x="1" y="21"/>
                </a:lnTo>
                <a:lnTo>
                  <a:pt x="1" y="22"/>
                </a:lnTo>
                <a:lnTo>
                  <a:pt x="2" y="21"/>
                </a:lnTo>
                <a:lnTo>
                  <a:pt x="2" y="22"/>
                </a:lnTo>
                <a:lnTo>
                  <a:pt x="2" y="23"/>
                </a:lnTo>
                <a:lnTo>
                  <a:pt x="2" y="24"/>
                </a:lnTo>
                <a:lnTo>
                  <a:pt x="2" y="25"/>
                </a:lnTo>
                <a:lnTo>
                  <a:pt x="2" y="26"/>
                </a:lnTo>
                <a:lnTo>
                  <a:pt x="3" y="26"/>
                </a:lnTo>
                <a:lnTo>
                  <a:pt x="3" y="27"/>
                </a:lnTo>
                <a:lnTo>
                  <a:pt x="2" y="28"/>
                </a:lnTo>
                <a:lnTo>
                  <a:pt x="0" y="29"/>
                </a:lnTo>
                <a:lnTo>
                  <a:pt x="1" y="30"/>
                </a:lnTo>
                <a:lnTo>
                  <a:pt x="0" y="31"/>
                </a:lnTo>
                <a:lnTo>
                  <a:pt x="0" y="33"/>
                </a:lnTo>
                <a:lnTo>
                  <a:pt x="1" y="34"/>
                </a:lnTo>
                <a:lnTo>
                  <a:pt x="1" y="35"/>
                </a:lnTo>
                <a:lnTo>
                  <a:pt x="3" y="35"/>
                </a:lnTo>
                <a:lnTo>
                  <a:pt x="4" y="37"/>
                </a:lnTo>
                <a:lnTo>
                  <a:pt x="7" y="36"/>
                </a:lnTo>
                <a:lnTo>
                  <a:pt x="7" y="37"/>
                </a:lnTo>
                <a:lnTo>
                  <a:pt x="8" y="38"/>
                </a:lnTo>
                <a:lnTo>
                  <a:pt x="9" y="37"/>
                </a:lnTo>
                <a:lnTo>
                  <a:pt x="10" y="38"/>
                </a:lnTo>
                <a:lnTo>
                  <a:pt x="10" y="38"/>
                </a:lnTo>
                <a:lnTo>
                  <a:pt x="10" y="39"/>
                </a:lnTo>
                <a:lnTo>
                  <a:pt x="12" y="38"/>
                </a:lnTo>
                <a:lnTo>
                  <a:pt x="14" y="37"/>
                </a:lnTo>
                <a:lnTo>
                  <a:pt x="17" y="36"/>
                </a:lnTo>
                <a:lnTo>
                  <a:pt x="17" y="36"/>
                </a:lnTo>
                <a:lnTo>
                  <a:pt x="18" y="35"/>
                </a:lnTo>
                <a:lnTo>
                  <a:pt x="18" y="33"/>
                </a:lnTo>
                <a:lnTo>
                  <a:pt x="17" y="33"/>
                </a:lnTo>
                <a:lnTo>
                  <a:pt x="16" y="32"/>
                </a:lnTo>
                <a:lnTo>
                  <a:pt x="18" y="31"/>
                </a:lnTo>
                <a:lnTo>
                  <a:pt x="19" y="31"/>
                </a:lnTo>
                <a:lnTo>
                  <a:pt x="20" y="31"/>
                </a:lnTo>
                <a:lnTo>
                  <a:pt x="20" y="28"/>
                </a:lnTo>
                <a:lnTo>
                  <a:pt x="20" y="28"/>
                </a:lnTo>
                <a:lnTo>
                  <a:pt x="19" y="26"/>
                </a:lnTo>
                <a:lnTo>
                  <a:pt x="19" y="25"/>
                </a:lnTo>
                <a:lnTo>
                  <a:pt x="21" y="23"/>
                </a:lnTo>
                <a:lnTo>
                  <a:pt x="21" y="22"/>
                </a:lnTo>
                <a:lnTo>
                  <a:pt x="22" y="22"/>
                </a:lnTo>
                <a:lnTo>
                  <a:pt x="22" y="21"/>
                </a:lnTo>
                <a:lnTo>
                  <a:pt x="22" y="21"/>
                </a:lnTo>
                <a:lnTo>
                  <a:pt x="19" y="20"/>
                </a:lnTo>
                <a:lnTo>
                  <a:pt x="18" y="19"/>
                </a:lnTo>
                <a:lnTo>
                  <a:pt x="18" y="20"/>
                </a:lnTo>
                <a:lnTo>
                  <a:pt x="18" y="19"/>
                </a:lnTo>
                <a:lnTo>
                  <a:pt x="15" y="20"/>
                </a:lnTo>
                <a:lnTo>
                  <a:pt x="15" y="21"/>
                </a:lnTo>
                <a:lnTo>
                  <a:pt x="14" y="20"/>
                </a:lnTo>
                <a:lnTo>
                  <a:pt x="13" y="20"/>
                </a:lnTo>
                <a:lnTo>
                  <a:pt x="13" y="20"/>
                </a:lnTo>
                <a:lnTo>
                  <a:pt x="14" y="19"/>
                </a:lnTo>
                <a:lnTo>
                  <a:pt x="15" y="19"/>
                </a:lnTo>
                <a:lnTo>
                  <a:pt x="15" y="19"/>
                </a:lnTo>
                <a:lnTo>
                  <a:pt x="16" y="19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4882999" y="2954782"/>
            <a:ext cx="673365" cy="987602"/>
          </a:xfrm>
          <a:custGeom>
            <a:avLst/>
            <a:gdLst/>
            <a:ahLst/>
            <a:cxnLst/>
            <a:rect l="l" t="t" r="r" b="b"/>
            <a:pathLst>
              <a:path w="105" h="154">
                <a:moveTo>
                  <a:pt x="62" y="45"/>
                </a:moveTo>
                <a:lnTo>
                  <a:pt x="61" y="46"/>
                </a:lnTo>
                <a:lnTo>
                  <a:pt x="62" y="47"/>
                </a:lnTo>
                <a:lnTo>
                  <a:pt x="61" y="47"/>
                </a:lnTo>
                <a:lnTo>
                  <a:pt x="60" y="47"/>
                </a:lnTo>
                <a:lnTo>
                  <a:pt x="59" y="47"/>
                </a:lnTo>
                <a:lnTo>
                  <a:pt x="59" y="48"/>
                </a:lnTo>
                <a:lnTo>
                  <a:pt x="59" y="49"/>
                </a:lnTo>
                <a:lnTo>
                  <a:pt x="58" y="49"/>
                </a:lnTo>
                <a:lnTo>
                  <a:pt x="59" y="50"/>
                </a:lnTo>
                <a:lnTo>
                  <a:pt x="59" y="51"/>
                </a:lnTo>
                <a:lnTo>
                  <a:pt x="59" y="52"/>
                </a:lnTo>
                <a:lnTo>
                  <a:pt x="59" y="52"/>
                </a:lnTo>
                <a:lnTo>
                  <a:pt x="60" y="54"/>
                </a:lnTo>
                <a:lnTo>
                  <a:pt x="61" y="53"/>
                </a:lnTo>
                <a:lnTo>
                  <a:pt x="61" y="55"/>
                </a:lnTo>
                <a:lnTo>
                  <a:pt x="63" y="54"/>
                </a:lnTo>
                <a:lnTo>
                  <a:pt x="64" y="54"/>
                </a:lnTo>
                <a:lnTo>
                  <a:pt x="65" y="54"/>
                </a:lnTo>
                <a:lnTo>
                  <a:pt x="65" y="54"/>
                </a:lnTo>
                <a:lnTo>
                  <a:pt x="65" y="55"/>
                </a:lnTo>
                <a:lnTo>
                  <a:pt x="67" y="57"/>
                </a:lnTo>
                <a:lnTo>
                  <a:pt x="67" y="57"/>
                </a:lnTo>
                <a:lnTo>
                  <a:pt x="69" y="57"/>
                </a:lnTo>
                <a:lnTo>
                  <a:pt x="69" y="58"/>
                </a:lnTo>
                <a:lnTo>
                  <a:pt x="69" y="58"/>
                </a:lnTo>
                <a:lnTo>
                  <a:pt x="69" y="59"/>
                </a:lnTo>
                <a:lnTo>
                  <a:pt x="69" y="59"/>
                </a:lnTo>
                <a:lnTo>
                  <a:pt x="69" y="60"/>
                </a:lnTo>
                <a:lnTo>
                  <a:pt x="68" y="60"/>
                </a:lnTo>
                <a:lnTo>
                  <a:pt x="67" y="60"/>
                </a:lnTo>
                <a:lnTo>
                  <a:pt x="66" y="60"/>
                </a:lnTo>
                <a:lnTo>
                  <a:pt x="65" y="60"/>
                </a:lnTo>
                <a:lnTo>
                  <a:pt x="65" y="61"/>
                </a:lnTo>
                <a:lnTo>
                  <a:pt x="65" y="61"/>
                </a:lnTo>
                <a:lnTo>
                  <a:pt x="65" y="62"/>
                </a:lnTo>
                <a:lnTo>
                  <a:pt x="66" y="64"/>
                </a:lnTo>
                <a:lnTo>
                  <a:pt x="66" y="65"/>
                </a:lnTo>
                <a:lnTo>
                  <a:pt x="67" y="65"/>
                </a:lnTo>
                <a:lnTo>
                  <a:pt x="67" y="66"/>
                </a:lnTo>
                <a:lnTo>
                  <a:pt x="68" y="67"/>
                </a:lnTo>
                <a:lnTo>
                  <a:pt x="68" y="68"/>
                </a:lnTo>
                <a:lnTo>
                  <a:pt x="68" y="69"/>
                </a:lnTo>
                <a:lnTo>
                  <a:pt x="69" y="68"/>
                </a:lnTo>
                <a:lnTo>
                  <a:pt x="69" y="69"/>
                </a:lnTo>
                <a:lnTo>
                  <a:pt x="70" y="70"/>
                </a:lnTo>
                <a:lnTo>
                  <a:pt x="70" y="69"/>
                </a:lnTo>
                <a:lnTo>
                  <a:pt x="70" y="68"/>
                </a:lnTo>
                <a:lnTo>
                  <a:pt x="72" y="68"/>
                </a:lnTo>
                <a:lnTo>
                  <a:pt x="73" y="68"/>
                </a:lnTo>
                <a:lnTo>
                  <a:pt x="73" y="69"/>
                </a:lnTo>
                <a:lnTo>
                  <a:pt x="73" y="71"/>
                </a:lnTo>
                <a:lnTo>
                  <a:pt x="72" y="71"/>
                </a:lnTo>
                <a:lnTo>
                  <a:pt x="73" y="72"/>
                </a:lnTo>
                <a:lnTo>
                  <a:pt x="72" y="72"/>
                </a:lnTo>
                <a:lnTo>
                  <a:pt x="72" y="73"/>
                </a:lnTo>
                <a:lnTo>
                  <a:pt x="72" y="73"/>
                </a:lnTo>
                <a:lnTo>
                  <a:pt x="72" y="74"/>
                </a:lnTo>
                <a:lnTo>
                  <a:pt x="72" y="73"/>
                </a:lnTo>
                <a:lnTo>
                  <a:pt x="73" y="74"/>
                </a:lnTo>
                <a:lnTo>
                  <a:pt x="76" y="75"/>
                </a:lnTo>
                <a:lnTo>
                  <a:pt x="76" y="75"/>
                </a:lnTo>
                <a:lnTo>
                  <a:pt x="76" y="76"/>
                </a:lnTo>
                <a:lnTo>
                  <a:pt x="76" y="76"/>
                </a:lnTo>
                <a:lnTo>
                  <a:pt x="77" y="76"/>
                </a:lnTo>
                <a:lnTo>
                  <a:pt x="78" y="77"/>
                </a:lnTo>
                <a:lnTo>
                  <a:pt x="80" y="80"/>
                </a:lnTo>
                <a:lnTo>
                  <a:pt x="81" y="80"/>
                </a:lnTo>
                <a:lnTo>
                  <a:pt x="82" y="80"/>
                </a:lnTo>
                <a:lnTo>
                  <a:pt x="83" y="81"/>
                </a:lnTo>
                <a:lnTo>
                  <a:pt x="85" y="82"/>
                </a:lnTo>
                <a:lnTo>
                  <a:pt x="86" y="82"/>
                </a:lnTo>
                <a:lnTo>
                  <a:pt x="86" y="80"/>
                </a:lnTo>
                <a:lnTo>
                  <a:pt x="86" y="80"/>
                </a:lnTo>
                <a:lnTo>
                  <a:pt x="85" y="78"/>
                </a:lnTo>
                <a:lnTo>
                  <a:pt x="86" y="77"/>
                </a:lnTo>
                <a:lnTo>
                  <a:pt x="86" y="77"/>
                </a:lnTo>
                <a:lnTo>
                  <a:pt x="86" y="76"/>
                </a:lnTo>
                <a:lnTo>
                  <a:pt x="90" y="76"/>
                </a:lnTo>
                <a:lnTo>
                  <a:pt x="92" y="75"/>
                </a:lnTo>
                <a:lnTo>
                  <a:pt x="91" y="76"/>
                </a:lnTo>
                <a:lnTo>
                  <a:pt x="91" y="76"/>
                </a:lnTo>
                <a:lnTo>
                  <a:pt x="92" y="76"/>
                </a:lnTo>
                <a:lnTo>
                  <a:pt x="94" y="73"/>
                </a:lnTo>
                <a:lnTo>
                  <a:pt x="95" y="71"/>
                </a:lnTo>
                <a:lnTo>
                  <a:pt x="97" y="70"/>
                </a:lnTo>
                <a:lnTo>
                  <a:pt x="97" y="69"/>
                </a:lnTo>
                <a:lnTo>
                  <a:pt x="96" y="67"/>
                </a:lnTo>
                <a:lnTo>
                  <a:pt x="97" y="61"/>
                </a:lnTo>
                <a:lnTo>
                  <a:pt x="99" y="59"/>
                </a:lnTo>
                <a:lnTo>
                  <a:pt x="100" y="59"/>
                </a:lnTo>
                <a:lnTo>
                  <a:pt x="99" y="58"/>
                </a:lnTo>
                <a:lnTo>
                  <a:pt x="99" y="57"/>
                </a:lnTo>
                <a:lnTo>
                  <a:pt x="103" y="55"/>
                </a:lnTo>
                <a:lnTo>
                  <a:pt x="104" y="55"/>
                </a:lnTo>
                <a:lnTo>
                  <a:pt x="104" y="55"/>
                </a:lnTo>
                <a:lnTo>
                  <a:pt x="105" y="55"/>
                </a:lnTo>
                <a:lnTo>
                  <a:pt x="104" y="54"/>
                </a:lnTo>
                <a:lnTo>
                  <a:pt x="104" y="53"/>
                </a:lnTo>
                <a:lnTo>
                  <a:pt x="104" y="53"/>
                </a:lnTo>
                <a:lnTo>
                  <a:pt x="103" y="53"/>
                </a:lnTo>
                <a:lnTo>
                  <a:pt x="103" y="52"/>
                </a:lnTo>
                <a:lnTo>
                  <a:pt x="102" y="52"/>
                </a:lnTo>
                <a:lnTo>
                  <a:pt x="102" y="51"/>
                </a:lnTo>
                <a:lnTo>
                  <a:pt x="102" y="50"/>
                </a:lnTo>
                <a:lnTo>
                  <a:pt x="101" y="50"/>
                </a:lnTo>
                <a:lnTo>
                  <a:pt x="101" y="49"/>
                </a:lnTo>
                <a:lnTo>
                  <a:pt x="100" y="49"/>
                </a:lnTo>
                <a:lnTo>
                  <a:pt x="100" y="48"/>
                </a:lnTo>
                <a:lnTo>
                  <a:pt x="99" y="47"/>
                </a:lnTo>
                <a:lnTo>
                  <a:pt x="99" y="46"/>
                </a:lnTo>
                <a:lnTo>
                  <a:pt x="99" y="44"/>
                </a:lnTo>
                <a:lnTo>
                  <a:pt x="98" y="43"/>
                </a:lnTo>
                <a:lnTo>
                  <a:pt x="98" y="43"/>
                </a:lnTo>
                <a:lnTo>
                  <a:pt x="98" y="42"/>
                </a:lnTo>
                <a:lnTo>
                  <a:pt x="93" y="43"/>
                </a:lnTo>
                <a:lnTo>
                  <a:pt x="93" y="43"/>
                </a:lnTo>
                <a:lnTo>
                  <a:pt x="92" y="43"/>
                </a:lnTo>
                <a:lnTo>
                  <a:pt x="92" y="42"/>
                </a:lnTo>
                <a:lnTo>
                  <a:pt x="91" y="42"/>
                </a:lnTo>
                <a:lnTo>
                  <a:pt x="90" y="42"/>
                </a:lnTo>
                <a:lnTo>
                  <a:pt x="91" y="40"/>
                </a:lnTo>
                <a:lnTo>
                  <a:pt x="90" y="40"/>
                </a:lnTo>
                <a:lnTo>
                  <a:pt x="90" y="41"/>
                </a:lnTo>
                <a:lnTo>
                  <a:pt x="89" y="41"/>
                </a:lnTo>
                <a:lnTo>
                  <a:pt x="87" y="40"/>
                </a:lnTo>
                <a:lnTo>
                  <a:pt x="87" y="39"/>
                </a:lnTo>
                <a:lnTo>
                  <a:pt x="86" y="39"/>
                </a:lnTo>
                <a:lnTo>
                  <a:pt x="86" y="39"/>
                </a:lnTo>
                <a:lnTo>
                  <a:pt x="85" y="38"/>
                </a:lnTo>
                <a:lnTo>
                  <a:pt x="85" y="37"/>
                </a:lnTo>
                <a:lnTo>
                  <a:pt x="85" y="35"/>
                </a:lnTo>
                <a:lnTo>
                  <a:pt x="87" y="34"/>
                </a:lnTo>
                <a:lnTo>
                  <a:pt x="87" y="33"/>
                </a:lnTo>
                <a:lnTo>
                  <a:pt x="86" y="33"/>
                </a:lnTo>
                <a:lnTo>
                  <a:pt x="86" y="33"/>
                </a:lnTo>
                <a:lnTo>
                  <a:pt x="86" y="32"/>
                </a:lnTo>
                <a:lnTo>
                  <a:pt x="87" y="32"/>
                </a:lnTo>
                <a:lnTo>
                  <a:pt x="88" y="31"/>
                </a:lnTo>
                <a:lnTo>
                  <a:pt x="88" y="30"/>
                </a:lnTo>
                <a:lnTo>
                  <a:pt x="88" y="30"/>
                </a:lnTo>
                <a:lnTo>
                  <a:pt x="89" y="29"/>
                </a:lnTo>
                <a:lnTo>
                  <a:pt x="89" y="28"/>
                </a:lnTo>
                <a:lnTo>
                  <a:pt x="89" y="28"/>
                </a:lnTo>
                <a:lnTo>
                  <a:pt x="90" y="27"/>
                </a:lnTo>
                <a:lnTo>
                  <a:pt x="90" y="26"/>
                </a:lnTo>
                <a:lnTo>
                  <a:pt x="89" y="27"/>
                </a:lnTo>
                <a:lnTo>
                  <a:pt x="85" y="27"/>
                </a:lnTo>
                <a:lnTo>
                  <a:pt x="84" y="27"/>
                </a:lnTo>
                <a:lnTo>
                  <a:pt x="83" y="26"/>
                </a:lnTo>
                <a:lnTo>
                  <a:pt x="83" y="26"/>
                </a:lnTo>
                <a:lnTo>
                  <a:pt x="82" y="26"/>
                </a:lnTo>
                <a:lnTo>
                  <a:pt x="81" y="27"/>
                </a:lnTo>
                <a:lnTo>
                  <a:pt x="80" y="26"/>
                </a:lnTo>
                <a:lnTo>
                  <a:pt x="78" y="27"/>
                </a:lnTo>
                <a:lnTo>
                  <a:pt x="75" y="28"/>
                </a:lnTo>
                <a:lnTo>
                  <a:pt x="75" y="27"/>
                </a:lnTo>
                <a:lnTo>
                  <a:pt x="75" y="26"/>
                </a:lnTo>
                <a:lnTo>
                  <a:pt x="75" y="25"/>
                </a:lnTo>
                <a:lnTo>
                  <a:pt x="73" y="25"/>
                </a:lnTo>
                <a:lnTo>
                  <a:pt x="74" y="24"/>
                </a:lnTo>
                <a:lnTo>
                  <a:pt x="73" y="23"/>
                </a:lnTo>
                <a:lnTo>
                  <a:pt x="72" y="22"/>
                </a:lnTo>
                <a:lnTo>
                  <a:pt x="72" y="21"/>
                </a:lnTo>
                <a:lnTo>
                  <a:pt x="71" y="20"/>
                </a:lnTo>
                <a:lnTo>
                  <a:pt x="70" y="20"/>
                </a:lnTo>
                <a:lnTo>
                  <a:pt x="70" y="19"/>
                </a:lnTo>
                <a:lnTo>
                  <a:pt x="70" y="18"/>
                </a:lnTo>
                <a:lnTo>
                  <a:pt x="71" y="17"/>
                </a:lnTo>
                <a:lnTo>
                  <a:pt x="72" y="17"/>
                </a:lnTo>
                <a:lnTo>
                  <a:pt x="72" y="18"/>
                </a:lnTo>
                <a:lnTo>
                  <a:pt x="73" y="18"/>
                </a:lnTo>
                <a:lnTo>
                  <a:pt x="73" y="16"/>
                </a:lnTo>
                <a:lnTo>
                  <a:pt x="73" y="16"/>
                </a:lnTo>
                <a:lnTo>
                  <a:pt x="72" y="14"/>
                </a:lnTo>
                <a:lnTo>
                  <a:pt x="72" y="14"/>
                </a:lnTo>
                <a:lnTo>
                  <a:pt x="72" y="13"/>
                </a:lnTo>
                <a:lnTo>
                  <a:pt x="71" y="12"/>
                </a:lnTo>
                <a:lnTo>
                  <a:pt x="72" y="12"/>
                </a:lnTo>
                <a:lnTo>
                  <a:pt x="72" y="11"/>
                </a:lnTo>
                <a:lnTo>
                  <a:pt x="71" y="11"/>
                </a:lnTo>
                <a:lnTo>
                  <a:pt x="70" y="11"/>
                </a:lnTo>
                <a:lnTo>
                  <a:pt x="70" y="12"/>
                </a:lnTo>
                <a:lnTo>
                  <a:pt x="70" y="12"/>
                </a:lnTo>
                <a:lnTo>
                  <a:pt x="69" y="12"/>
                </a:lnTo>
                <a:lnTo>
                  <a:pt x="69" y="11"/>
                </a:lnTo>
                <a:lnTo>
                  <a:pt x="68" y="11"/>
                </a:lnTo>
                <a:lnTo>
                  <a:pt x="68" y="9"/>
                </a:lnTo>
                <a:lnTo>
                  <a:pt x="66" y="8"/>
                </a:lnTo>
                <a:lnTo>
                  <a:pt x="66" y="8"/>
                </a:lnTo>
                <a:lnTo>
                  <a:pt x="67" y="7"/>
                </a:lnTo>
                <a:lnTo>
                  <a:pt x="66" y="6"/>
                </a:lnTo>
                <a:lnTo>
                  <a:pt x="66" y="5"/>
                </a:lnTo>
                <a:lnTo>
                  <a:pt x="63" y="2"/>
                </a:lnTo>
                <a:lnTo>
                  <a:pt x="62" y="1"/>
                </a:lnTo>
                <a:lnTo>
                  <a:pt x="62" y="0"/>
                </a:lnTo>
                <a:lnTo>
                  <a:pt x="62" y="0"/>
                </a:lnTo>
                <a:lnTo>
                  <a:pt x="60" y="1"/>
                </a:lnTo>
                <a:lnTo>
                  <a:pt x="59" y="1"/>
                </a:lnTo>
                <a:lnTo>
                  <a:pt x="58" y="1"/>
                </a:lnTo>
                <a:lnTo>
                  <a:pt x="57" y="1"/>
                </a:lnTo>
                <a:lnTo>
                  <a:pt x="56" y="1"/>
                </a:lnTo>
                <a:lnTo>
                  <a:pt x="56" y="2"/>
                </a:lnTo>
                <a:lnTo>
                  <a:pt x="55" y="3"/>
                </a:lnTo>
                <a:lnTo>
                  <a:pt x="56" y="3"/>
                </a:lnTo>
                <a:lnTo>
                  <a:pt x="56" y="4"/>
                </a:lnTo>
                <a:lnTo>
                  <a:pt x="56" y="4"/>
                </a:lnTo>
                <a:lnTo>
                  <a:pt x="51" y="4"/>
                </a:lnTo>
                <a:lnTo>
                  <a:pt x="48" y="7"/>
                </a:lnTo>
                <a:lnTo>
                  <a:pt x="48" y="7"/>
                </a:lnTo>
                <a:lnTo>
                  <a:pt x="49" y="10"/>
                </a:lnTo>
                <a:lnTo>
                  <a:pt x="48" y="11"/>
                </a:lnTo>
                <a:lnTo>
                  <a:pt x="47" y="11"/>
                </a:lnTo>
                <a:lnTo>
                  <a:pt x="47" y="12"/>
                </a:lnTo>
                <a:lnTo>
                  <a:pt x="48" y="12"/>
                </a:lnTo>
                <a:lnTo>
                  <a:pt x="48" y="14"/>
                </a:lnTo>
                <a:lnTo>
                  <a:pt x="49" y="15"/>
                </a:lnTo>
                <a:lnTo>
                  <a:pt x="47" y="16"/>
                </a:lnTo>
                <a:lnTo>
                  <a:pt x="46" y="16"/>
                </a:lnTo>
                <a:lnTo>
                  <a:pt x="46" y="17"/>
                </a:lnTo>
                <a:lnTo>
                  <a:pt x="45" y="18"/>
                </a:lnTo>
                <a:lnTo>
                  <a:pt x="43" y="18"/>
                </a:lnTo>
                <a:lnTo>
                  <a:pt x="43" y="17"/>
                </a:lnTo>
                <a:lnTo>
                  <a:pt x="42" y="17"/>
                </a:lnTo>
                <a:lnTo>
                  <a:pt x="42" y="18"/>
                </a:lnTo>
                <a:lnTo>
                  <a:pt x="41" y="18"/>
                </a:lnTo>
                <a:lnTo>
                  <a:pt x="41" y="17"/>
                </a:lnTo>
                <a:lnTo>
                  <a:pt x="40" y="16"/>
                </a:lnTo>
                <a:lnTo>
                  <a:pt x="39" y="17"/>
                </a:lnTo>
                <a:lnTo>
                  <a:pt x="39" y="18"/>
                </a:lnTo>
                <a:lnTo>
                  <a:pt x="38" y="19"/>
                </a:lnTo>
                <a:lnTo>
                  <a:pt x="38" y="20"/>
                </a:lnTo>
                <a:lnTo>
                  <a:pt x="36" y="20"/>
                </a:lnTo>
                <a:lnTo>
                  <a:pt x="36" y="21"/>
                </a:lnTo>
                <a:lnTo>
                  <a:pt x="37" y="22"/>
                </a:lnTo>
                <a:lnTo>
                  <a:pt x="36" y="22"/>
                </a:lnTo>
                <a:lnTo>
                  <a:pt x="35" y="22"/>
                </a:lnTo>
                <a:lnTo>
                  <a:pt x="33" y="19"/>
                </a:lnTo>
                <a:lnTo>
                  <a:pt x="32" y="19"/>
                </a:lnTo>
                <a:lnTo>
                  <a:pt x="31" y="19"/>
                </a:lnTo>
                <a:lnTo>
                  <a:pt x="30" y="21"/>
                </a:lnTo>
                <a:lnTo>
                  <a:pt x="29" y="21"/>
                </a:lnTo>
                <a:lnTo>
                  <a:pt x="29" y="22"/>
                </a:lnTo>
                <a:lnTo>
                  <a:pt x="25" y="25"/>
                </a:lnTo>
                <a:lnTo>
                  <a:pt x="24" y="25"/>
                </a:lnTo>
                <a:lnTo>
                  <a:pt x="23" y="26"/>
                </a:lnTo>
                <a:lnTo>
                  <a:pt x="24" y="26"/>
                </a:lnTo>
                <a:lnTo>
                  <a:pt x="24" y="27"/>
                </a:lnTo>
                <a:lnTo>
                  <a:pt x="25" y="28"/>
                </a:lnTo>
                <a:lnTo>
                  <a:pt x="24" y="28"/>
                </a:lnTo>
                <a:lnTo>
                  <a:pt x="23" y="27"/>
                </a:lnTo>
                <a:lnTo>
                  <a:pt x="23" y="27"/>
                </a:lnTo>
                <a:lnTo>
                  <a:pt x="23" y="28"/>
                </a:lnTo>
                <a:lnTo>
                  <a:pt x="22" y="29"/>
                </a:lnTo>
                <a:lnTo>
                  <a:pt x="22" y="28"/>
                </a:lnTo>
                <a:lnTo>
                  <a:pt x="20" y="28"/>
                </a:lnTo>
                <a:lnTo>
                  <a:pt x="19" y="28"/>
                </a:lnTo>
                <a:lnTo>
                  <a:pt x="19" y="28"/>
                </a:lnTo>
                <a:lnTo>
                  <a:pt x="16" y="28"/>
                </a:lnTo>
                <a:lnTo>
                  <a:pt x="17" y="28"/>
                </a:lnTo>
                <a:lnTo>
                  <a:pt x="17" y="26"/>
                </a:lnTo>
                <a:lnTo>
                  <a:pt x="16" y="25"/>
                </a:lnTo>
                <a:lnTo>
                  <a:pt x="16" y="24"/>
                </a:lnTo>
                <a:lnTo>
                  <a:pt x="17" y="23"/>
                </a:lnTo>
                <a:lnTo>
                  <a:pt x="17" y="23"/>
                </a:lnTo>
                <a:lnTo>
                  <a:pt x="16" y="19"/>
                </a:lnTo>
                <a:lnTo>
                  <a:pt x="15" y="18"/>
                </a:lnTo>
                <a:lnTo>
                  <a:pt x="15" y="17"/>
                </a:lnTo>
                <a:lnTo>
                  <a:pt x="14" y="16"/>
                </a:lnTo>
                <a:lnTo>
                  <a:pt x="13" y="17"/>
                </a:lnTo>
                <a:lnTo>
                  <a:pt x="11" y="17"/>
                </a:lnTo>
                <a:lnTo>
                  <a:pt x="10" y="17"/>
                </a:lnTo>
                <a:lnTo>
                  <a:pt x="9" y="17"/>
                </a:lnTo>
                <a:lnTo>
                  <a:pt x="9" y="18"/>
                </a:lnTo>
                <a:lnTo>
                  <a:pt x="9" y="19"/>
                </a:lnTo>
                <a:lnTo>
                  <a:pt x="9" y="19"/>
                </a:lnTo>
                <a:lnTo>
                  <a:pt x="9" y="20"/>
                </a:lnTo>
                <a:lnTo>
                  <a:pt x="9" y="21"/>
                </a:lnTo>
                <a:lnTo>
                  <a:pt x="7" y="21"/>
                </a:lnTo>
                <a:lnTo>
                  <a:pt x="5" y="25"/>
                </a:lnTo>
                <a:lnTo>
                  <a:pt x="5" y="26"/>
                </a:lnTo>
                <a:lnTo>
                  <a:pt x="5" y="27"/>
                </a:lnTo>
                <a:lnTo>
                  <a:pt x="5" y="28"/>
                </a:lnTo>
                <a:lnTo>
                  <a:pt x="6" y="29"/>
                </a:lnTo>
                <a:lnTo>
                  <a:pt x="5" y="29"/>
                </a:lnTo>
                <a:lnTo>
                  <a:pt x="6" y="31"/>
                </a:lnTo>
                <a:lnTo>
                  <a:pt x="4" y="31"/>
                </a:lnTo>
                <a:lnTo>
                  <a:pt x="2" y="31"/>
                </a:lnTo>
                <a:lnTo>
                  <a:pt x="1" y="32"/>
                </a:lnTo>
                <a:lnTo>
                  <a:pt x="1" y="33"/>
                </a:lnTo>
                <a:lnTo>
                  <a:pt x="0" y="34"/>
                </a:lnTo>
                <a:lnTo>
                  <a:pt x="0" y="34"/>
                </a:lnTo>
                <a:lnTo>
                  <a:pt x="1" y="35"/>
                </a:lnTo>
                <a:lnTo>
                  <a:pt x="1" y="36"/>
                </a:lnTo>
                <a:lnTo>
                  <a:pt x="1" y="36"/>
                </a:lnTo>
                <a:lnTo>
                  <a:pt x="2" y="37"/>
                </a:lnTo>
                <a:lnTo>
                  <a:pt x="2" y="38"/>
                </a:lnTo>
                <a:lnTo>
                  <a:pt x="2" y="37"/>
                </a:lnTo>
                <a:lnTo>
                  <a:pt x="3" y="38"/>
                </a:lnTo>
                <a:lnTo>
                  <a:pt x="3" y="39"/>
                </a:lnTo>
                <a:lnTo>
                  <a:pt x="1" y="40"/>
                </a:lnTo>
                <a:lnTo>
                  <a:pt x="1" y="41"/>
                </a:lnTo>
                <a:lnTo>
                  <a:pt x="0" y="41"/>
                </a:lnTo>
                <a:lnTo>
                  <a:pt x="3" y="44"/>
                </a:lnTo>
                <a:lnTo>
                  <a:pt x="3" y="45"/>
                </a:lnTo>
                <a:lnTo>
                  <a:pt x="4" y="45"/>
                </a:lnTo>
                <a:lnTo>
                  <a:pt x="4" y="45"/>
                </a:lnTo>
                <a:lnTo>
                  <a:pt x="5" y="47"/>
                </a:lnTo>
                <a:lnTo>
                  <a:pt x="4" y="47"/>
                </a:lnTo>
                <a:lnTo>
                  <a:pt x="5" y="48"/>
                </a:lnTo>
                <a:lnTo>
                  <a:pt x="5" y="48"/>
                </a:lnTo>
                <a:lnTo>
                  <a:pt x="5" y="48"/>
                </a:lnTo>
                <a:lnTo>
                  <a:pt x="8" y="52"/>
                </a:lnTo>
                <a:lnTo>
                  <a:pt x="9" y="52"/>
                </a:lnTo>
                <a:lnTo>
                  <a:pt x="9" y="53"/>
                </a:lnTo>
                <a:lnTo>
                  <a:pt x="9" y="53"/>
                </a:lnTo>
                <a:lnTo>
                  <a:pt x="9" y="55"/>
                </a:lnTo>
                <a:lnTo>
                  <a:pt x="9" y="56"/>
                </a:lnTo>
                <a:lnTo>
                  <a:pt x="9" y="56"/>
                </a:lnTo>
                <a:lnTo>
                  <a:pt x="10" y="57"/>
                </a:lnTo>
                <a:lnTo>
                  <a:pt x="11" y="58"/>
                </a:lnTo>
                <a:lnTo>
                  <a:pt x="12" y="57"/>
                </a:lnTo>
                <a:lnTo>
                  <a:pt x="13" y="57"/>
                </a:lnTo>
                <a:lnTo>
                  <a:pt x="12" y="59"/>
                </a:lnTo>
                <a:lnTo>
                  <a:pt x="11" y="60"/>
                </a:lnTo>
                <a:lnTo>
                  <a:pt x="9" y="60"/>
                </a:lnTo>
                <a:lnTo>
                  <a:pt x="9" y="61"/>
                </a:lnTo>
                <a:lnTo>
                  <a:pt x="7" y="62"/>
                </a:lnTo>
                <a:lnTo>
                  <a:pt x="6" y="62"/>
                </a:lnTo>
                <a:lnTo>
                  <a:pt x="6" y="62"/>
                </a:lnTo>
                <a:lnTo>
                  <a:pt x="7" y="64"/>
                </a:lnTo>
                <a:lnTo>
                  <a:pt x="6" y="64"/>
                </a:lnTo>
                <a:lnTo>
                  <a:pt x="6" y="65"/>
                </a:lnTo>
                <a:lnTo>
                  <a:pt x="5" y="64"/>
                </a:lnTo>
                <a:lnTo>
                  <a:pt x="5" y="64"/>
                </a:lnTo>
                <a:lnTo>
                  <a:pt x="4" y="65"/>
                </a:lnTo>
                <a:lnTo>
                  <a:pt x="4" y="66"/>
                </a:lnTo>
                <a:lnTo>
                  <a:pt x="6" y="66"/>
                </a:lnTo>
                <a:lnTo>
                  <a:pt x="6" y="68"/>
                </a:lnTo>
                <a:lnTo>
                  <a:pt x="8" y="68"/>
                </a:lnTo>
                <a:lnTo>
                  <a:pt x="9" y="68"/>
                </a:lnTo>
                <a:lnTo>
                  <a:pt x="9" y="68"/>
                </a:lnTo>
                <a:lnTo>
                  <a:pt x="9" y="68"/>
                </a:lnTo>
                <a:lnTo>
                  <a:pt x="9" y="69"/>
                </a:lnTo>
                <a:lnTo>
                  <a:pt x="12" y="68"/>
                </a:lnTo>
                <a:lnTo>
                  <a:pt x="12" y="69"/>
                </a:lnTo>
                <a:lnTo>
                  <a:pt x="12" y="70"/>
                </a:lnTo>
                <a:lnTo>
                  <a:pt x="13" y="71"/>
                </a:lnTo>
                <a:lnTo>
                  <a:pt x="13" y="73"/>
                </a:lnTo>
                <a:lnTo>
                  <a:pt x="13" y="74"/>
                </a:lnTo>
                <a:lnTo>
                  <a:pt x="14" y="74"/>
                </a:lnTo>
                <a:lnTo>
                  <a:pt x="15" y="75"/>
                </a:lnTo>
                <a:lnTo>
                  <a:pt x="16" y="75"/>
                </a:lnTo>
                <a:lnTo>
                  <a:pt x="15" y="77"/>
                </a:lnTo>
                <a:lnTo>
                  <a:pt x="15" y="77"/>
                </a:lnTo>
                <a:lnTo>
                  <a:pt x="14" y="79"/>
                </a:lnTo>
                <a:lnTo>
                  <a:pt x="14" y="81"/>
                </a:lnTo>
                <a:lnTo>
                  <a:pt x="14" y="81"/>
                </a:lnTo>
                <a:lnTo>
                  <a:pt x="14" y="82"/>
                </a:lnTo>
                <a:lnTo>
                  <a:pt x="14" y="83"/>
                </a:lnTo>
                <a:lnTo>
                  <a:pt x="15" y="83"/>
                </a:lnTo>
                <a:lnTo>
                  <a:pt x="14" y="84"/>
                </a:lnTo>
                <a:lnTo>
                  <a:pt x="13" y="84"/>
                </a:lnTo>
                <a:lnTo>
                  <a:pt x="13" y="87"/>
                </a:lnTo>
                <a:lnTo>
                  <a:pt x="9" y="87"/>
                </a:lnTo>
                <a:lnTo>
                  <a:pt x="8" y="87"/>
                </a:lnTo>
                <a:lnTo>
                  <a:pt x="8" y="87"/>
                </a:lnTo>
                <a:lnTo>
                  <a:pt x="8" y="86"/>
                </a:lnTo>
                <a:lnTo>
                  <a:pt x="7" y="86"/>
                </a:lnTo>
                <a:lnTo>
                  <a:pt x="7" y="87"/>
                </a:lnTo>
                <a:lnTo>
                  <a:pt x="6" y="87"/>
                </a:lnTo>
                <a:lnTo>
                  <a:pt x="6" y="87"/>
                </a:lnTo>
                <a:lnTo>
                  <a:pt x="5" y="87"/>
                </a:lnTo>
                <a:lnTo>
                  <a:pt x="4" y="89"/>
                </a:lnTo>
                <a:lnTo>
                  <a:pt x="3" y="89"/>
                </a:lnTo>
                <a:lnTo>
                  <a:pt x="3" y="90"/>
                </a:lnTo>
                <a:lnTo>
                  <a:pt x="4" y="92"/>
                </a:lnTo>
                <a:lnTo>
                  <a:pt x="5" y="93"/>
                </a:lnTo>
                <a:lnTo>
                  <a:pt x="5" y="95"/>
                </a:lnTo>
                <a:lnTo>
                  <a:pt x="4" y="95"/>
                </a:lnTo>
                <a:lnTo>
                  <a:pt x="4" y="96"/>
                </a:lnTo>
                <a:lnTo>
                  <a:pt x="3" y="96"/>
                </a:lnTo>
                <a:lnTo>
                  <a:pt x="3" y="97"/>
                </a:lnTo>
                <a:lnTo>
                  <a:pt x="1" y="97"/>
                </a:lnTo>
                <a:lnTo>
                  <a:pt x="1" y="99"/>
                </a:lnTo>
                <a:lnTo>
                  <a:pt x="0" y="100"/>
                </a:lnTo>
                <a:lnTo>
                  <a:pt x="0" y="101"/>
                </a:lnTo>
                <a:lnTo>
                  <a:pt x="1" y="102"/>
                </a:lnTo>
                <a:lnTo>
                  <a:pt x="0" y="104"/>
                </a:lnTo>
                <a:lnTo>
                  <a:pt x="1" y="104"/>
                </a:lnTo>
                <a:lnTo>
                  <a:pt x="1" y="106"/>
                </a:lnTo>
                <a:lnTo>
                  <a:pt x="2" y="107"/>
                </a:lnTo>
                <a:lnTo>
                  <a:pt x="3" y="107"/>
                </a:lnTo>
                <a:lnTo>
                  <a:pt x="3" y="107"/>
                </a:lnTo>
                <a:lnTo>
                  <a:pt x="4" y="107"/>
                </a:lnTo>
                <a:lnTo>
                  <a:pt x="4" y="108"/>
                </a:lnTo>
                <a:lnTo>
                  <a:pt x="6" y="108"/>
                </a:lnTo>
                <a:lnTo>
                  <a:pt x="6" y="109"/>
                </a:lnTo>
                <a:lnTo>
                  <a:pt x="7" y="110"/>
                </a:lnTo>
                <a:lnTo>
                  <a:pt x="7" y="112"/>
                </a:lnTo>
                <a:lnTo>
                  <a:pt x="8" y="112"/>
                </a:lnTo>
                <a:lnTo>
                  <a:pt x="9" y="114"/>
                </a:lnTo>
                <a:lnTo>
                  <a:pt x="9" y="116"/>
                </a:lnTo>
                <a:lnTo>
                  <a:pt x="10" y="116"/>
                </a:lnTo>
                <a:lnTo>
                  <a:pt x="10" y="117"/>
                </a:lnTo>
                <a:lnTo>
                  <a:pt x="10" y="118"/>
                </a:lnTo>
                <a:lnTo>
                  <a:pt x="10" y="118"/>
                </a:lnTo>
                <a:lnTo>
                  <a:pt x="11" y="118"/>
                </a:lnTo>
                <a:lnTo>
                  <a:pt x="12" y="118"/>
                </a:lnTo>
                <a:lnTo>
                  <a:pt x="12" y="119"/>
                </a:lnTo>
                <a:lnTo>
                  <a:pt x="12" y="121"/>
                </a:lnTo>
                <a:lnTo>
                  <a:pt x="11" y="123"/>
                </a:lnTo>
                <a:lnTo>
                  <a:pt x="11" y="125"/>
                </a:lnTo>
                <a:lnTo>
                  <a:pt x="10" y="125"/>
                </a:lnTo>
                <a:lnTo>
                  <a:pt x="10" y="126"/>
                </a:lnTo>
                <a:lnTo>
                  <a:pt x="9" y="127"/>
                </a:lnTo>
                <a:lnTo>
                  <a:pt x="9" y="129"/>
                </a:lnTo>
                <a:lnTo>
                  <a:pt x="8" y="130"/>
                </a:lnTo>
                <a:lnTo>
                  <a:pt x="8" y="131"/>
                </a:lnTo>
                <a:lnTo>
                  <a:pt x="7" y="131"/>
                </a:lnTo>
                <a:lnTo>
                  <a:pt x="7" y="133"/>
                </a:lnTo>
                <a:lnTo>
                  <a:pt x="7" y="133"/>
                </a:lnTo>
                <a:lnTo>
                  <a:pt x="7" y="134"/>
                </a:lnTo>
                <a:lnTo>
                  <a:pt x="8" y="135"/>
                </a:lnTo>
                <a:lnTo>
                  <a:pt x="7" y="136"/>
                </a:lnTo>
                <a:lnTo>
                  <a:pt x="8" y="137"/>
                </a:lnTo>
                <a:lnTo>
                  <a:pt x="8" y="138"/>
                </a:lnTo>
                <a:lnTo>
                  <a:pt x="6" y="137"/>
                </a:lnTo>
                <a:lnTo>
                  <a:pt x="6" y="138"/>
                </a:lnTo>
                <a:lnTo>
                  <a:pt x="6" y="140"/>
                </a:lnTo>
                <a:lnTo>
                  <a:pt x="5" y="141"/>
                </a:lnTo>
                <a:lnTo>
                  <a:pt x="4" y="141"/>
                </a:lnTo>
                <a:lnTo>
                  <a:pt x="4" y="141"/>
                </a:lnTo>
                <a:lnTo>
                  <a:pt x="3" y="141"/>
                </a:lnTo>
                <a:lnTo>
                  <a:pt x="2" y="142"/>
                </a:lnTo>
                <a:lnTo>
                  <a:pt x="3" y="142"/>
                </a:lnTo>
                <a:lnTo>
                  <a:pt x="3" y="143"/>
                </a:lnTo>
                <a:lnTo>
                  <a:pt x="3" y="143"/>
                </a:lnTo>
                <a:lnTo>
                  <a:pt x="4" y="144"/>
                </a:lnTo>
                <a:lnTo>
                  <a:pt x="4" y="144"/>
                </a:lnTo>
                <a:lnTo>
                  <a:pt x="4" y="144"/>
                </a:lnTo>
                <a:lnTo>
                  <a:pt x="5" y="145"/>
                </a:lnTo>
                <a:lnTo>
                  <a:pt x="4" y="146"/>
                </a:lnTo>
                <a:lnTo>
                  <a:pt x="4" y="146"/>
                </a:lnTo>
                <a:lnTo>
                  <a:pt x="5" y="147"/>
                </a:lnTo>
                <a:lnTo>
                  <a:pt x="7" y="148"/>
                </a:lnTo>
                <a:lnTo>
                  <a:pt x="8" y="149"/>
                </a:lnTo>
                <a:lnTo>
                  <a:pt x="10" y="150"/>
                </a:lnTo>
                <a:lnTo>
                  <a:pt x="10" y="149"/>
                </a:lnTo>
                <a:lnTo>
                  <a:pt x="11" y="149"/>
                </a:lnTo>
                <a:lnTo>
                  <a:pt x="11" y="150"/>
                </a:lnTo>
                <a:lnTo>
                  <a:pt x="12" y="149"/>
                </a:lnTo>
                <a:lnTo>
                  <a:pt x="12" y="150"/>
                </a:lnTo>
                <a:lnTo>
                  <a:pt x="13" y="149"/>
                </a:lnTo>
                <a:lnTo>
                  <a:pt x="14" y="149"/>
                </a:lnTo>
                <a:lnTo>
                  <a:pt x="14" y="150"/>
                </a:lnTo>
                <a:lnTo>
                  <a:pt x="14" y="151"/>
                </a:lnTo>
                <a:lnTo>
                  <a:pt x="15" y="150"/>
                </a:lnTo>
                <a:lnTo>
                  <a:pt x="16" y="151"/>
                </a:lnTo>
                <a:lnTo>
                  <a:pt x="16" y="151"/>
                </a:lnTo>
                <a:lnTo>
                  <a:pt x="16" y="151"/>
                </a:lnTo>
                <a:lnTo>
                  <a:pt x="17" y="150"/>
                </a:lnTo>
                <a:lnTo>
                  <a:pt x="17" y="151"/>
                </a:lnTo>
                <a:lnTo>
                  <a:pt x="19" y="151"/>
                </a:lnTo>
                <a:lnTo>
                  <a:pt x="19" y="151"/>
                </a:lnTo>
                <a:lnTo>
                  <a:pt x="23" y="152"/>
                </a:lnTo>
                <a:lnTo>
                  <a:pt x="24" y="153"/>
                </a:lnTo>
                <a:lnTo>
                  <a:pt x="24" y="153"/>
                </a:lnTo>
                <a:lnTo>
                  <a:pt x="26" y="152"/>
                </a:lnTo>
                <a:lnTo>
                  <a:pt x="27" y="153"/>
                </a:lnTo>
                <a:lnTo>
                  <a:pt x="29" y="152"/>
                </a:lnTo>
                <a:lnTo>
                  <a:pt x="30" y="153"/>
                </a:lnTo>
                <a:lnTo>
                  <a:pt x="30" y="154"/>
                </a:lnTo>
                <a:lnTo>
                  <a:pt x="31" y="154"/>
                </a:lnTo>
                <a:lnTo>
                  <a:pt x="32" y="153"/>
                </a:lnTo>
                <a:lnTo>
                  <a:pt x="32" y="151"/>
                </a:lnTo>
                <a:lnTo>
                  <a:pt x="33" y="151"/>
                </a:lnTo>
                <a:lnTo>
                  <a:pt x="33" y="150"/>
                </a:lnTo>
                <a:lnTo>
                  <a:pt x="34" y="151"/>
                </a:lnTo>
                <a:lnTo>
                  <a:pt x="34" y="150"/>
                </a:lnTo>
                <a:lnTo>
                  <a:pt x="35" y="150"/>
                </a:lnTo>
                <a:lnTo>
                  <a:pt x="36" y="152"/>
                </a:lnTo>
                <a:lnTo>
                  <a:pt x="37" y="153"/>
                </a:lnTo>
                <a:lnTo>
                  <a:pt x="38" y="152"/>
                </a:lnTo>
                <a:lnTo>
                  <a:pt x="38" y="152"/>
                </a:lnTo>
                <a:lnTo>
                  <a:pt x="39" y="151"/>
                </a:lnTo>
                <a:lnTo>
                  <a:pt x="40" y="151"/>
                </a:lnTo>
                <a:lnTo>
                  <a:pt x="39" y="148"/>
                </a:lnTo>
                <a:lnTo>
                  <a:pt x="38" y="148"/>
                </a:lnTo>
                <a:lnTo>
                  <a:pt x="38" y="147"/>
                </a:lnTo>
                <a:lnTo>
                  <a:pt x="37" y="148"/>
                </a:lnTo>
                <a:lnTo>
                  <a:pt x="36" y="146"/>
                </a:lnTo>
                <a:lnTo>
                  <a:pt x="36" y="145"/>
                </a:lnTo>
                <a:lnTo>
                  <a:pt x="36" y="144"/>
                </a:lnTo>
                <a:lnTo>
                  <a:pt x="35" y="144"/>
                </a:lnTo>
                <a:lnTo>
                  <a:pt x="35" y="143"/>
                </a:lnTo>
                <a:lnTo>
                  <a:pt x="36" y="142"/>
                </a:lnTo>
                <a:lnTo>
                  <a:pt x="36" y="140"/>
                </a:lnTo>
                <a:lnTo>
                  <a:pt x="38" y="138"/>
                </a:lnTo>
                <a:lnTo>
                  <a:pt x="38" y="137"/>
                </a:lnTo>
                <a:lnTo>
                  <a:pt x="42" y="136"/>
                </a:lnTo>
                <a:lnTo>
                  <a:pt x="42" y="134"/>
                </a:lnTo>
                <a:lnTo>
                  <a:pt x="43" y="133"/>
                </a:lnTo>
                <a:lnTo>
                  <a:pt x="43" y="132"/>
                </a:lnTo>
                <a:lnTo>
                  <a:pt x="43" y="131"/>
                </a:lnTo>
                <a:lnTo>
                  <a:pt x="44" y="128"/>
                </a:lnTo>
                <a:lnTo>
                  <a:pt x="44" y="127"/>
                </a:lnTo>
                <a:lnTo>
                  <a:pt x="45" y="127"/>
                </a:lnTo>
                <a:lnTo>
                  <a:pt x="45" y="126"/>
                </a:lnTo>
                <a:lnTo>
                  <a:pt x="46" y="125"/>
                </a:lnTo>
                <a:lnTo>
                  <a:pt x="45" y="123"/>
                </a:lnTo>
                <a:lnTo>
                  <a:pt x="49" y="122"/>
                </a:lnTo>
                <a:lnTo>
                  <a:pt x="50" y="122"/>
                </a:lnTo>
                <a:lnTo>
                  <a:pt x="51" y="121"/>
                </a:lnTo>
                <a:lnTo>
                  <a:pt x="50" y="121"/>
                </a:lnTo>
                <a:lnTo>
                  <a:pt x="50" y="120"/>
                </a:lnTo>
                <a:lnTo>
                  <a:pt x="49" y="119"/>
                </a:lnTo>
                <a:lnTo>
                  <a:pt x="50" y="119"/>
                </a:lnTo>
                <a:lnTo>
                  <a:pt x="50" y="120"/>
                </a:lnTo>
                <a:lnTo>
                  <a:pt x="51" y="119"/>
                </a:lnTo>
                <a:lnTo>
                  <a:pt x="50" y="118"/>
                </a:lnTo>
                <a:lnTo>
                  <a:pt x="51" y="117"/>
                </a:lnTo>
                <a:lnTo>
                  <a:pt x="52" y="117"/>
                </a:lnTo>
                <a:lnTo>
                  <a:pt x="52" y="118"/>
                </a:lnTo>
                <a:lnTo>
                  <a:pt x="53" y="119"/>
                </a:lnTo>
                <a:lnTo>
                  <a:pt x="53" y="118"/>
                </a:lnTo>
                <a:lnTo>
                  <a:pt x="56" y="115"/>
                </a:lnTo>
                <a:lnTo>
                  <a:pt x="57" y="113"/>
                </a:lnTo>
                <a:lnTo>
                  <a:pt x="58" y="112"/>
                </a:lnTo>
                <a:lnTo>
                  <a:pt x="58" y="111"/>
                </a:lnTo>
                <a:lnTo>
                  <a:pt x="59" y="110"/>
                </a:lnTo>
                <a:lnTo>
                  <a:pt x="63" y="110"/>
                </a:lnTo>
                <a:lnTo>
                  <a:pt x="63" y="109"/>
                </a:lnTo>
                <a:lnTo>
                  <a:pt x="70" y="108"/>
                </a:lnTo>
                <a:lnTo>
                  <a:pt x="72" y="103"/>
                </a:lnTo>
                <a:lnTo>
                  <a:pt x="74" y="103"/>
                </a:lnTo>
                <a:lnTo>
                  <a:pt x="75" y="101"/>
                </a:lnTo>
                <a:lnTo>
                  <a:pt x="74" y="101"/>
                </a:lnTo>
                <a:lnTo>
                  <a:pt x="75" y="99"/>
                </a:lnTo>
                <a:lnTo>
                  <a:pt x="77" y="96"/>
                </a:lnTo>
                <a:lnTo>
                  <a:pt x="77" y="95"/>
                </a:lnTo>
                <a:lnTo>
                  <a:pt x="74" y="96"/>
                </a:lnTo>
                <a:lnTo>
                  <a:pt x="73" y="95"/>
                </a:lnTo>
                <a:lnTo>
                  <a:pt x="73" y="94"/>
                </a:lnTo>
                <a:lnTo>
                  <a:pt x="72" y="94"/>
                </a:lnTo>
                <a:lnTo>
                  <a:pt x="71" y="93"/>
                </a:lnTo>
                <a:lnTo>
                  <a:pt x="72" y="92"/>
                </a:lnTo>
                <a:lnTo>
                  <a:pt x="71" y="92"/>
                </a:lnTo>
                <a:lnTo>
                  <a:pt x="71" y="90"/>
                </a:lnTo>
                <a:lnTo>
                  <a:pt x="68" y="91"/>
                </a:lnTo>
                <a:lnTo>
                  <a:pt x="66" y="92"/>
                </a:lnTo>
                <a:lnTo>
                  <a:pt x="64" y="93"/>
                </a:lnTo>
                <a:lnTo>
                  <a:pt x="64" y="92"/>
                </a:lnTo>
                <a:lnTo>
                  <a:pt x="64" y="92"/>
                </a:lnTo>
                <a:lnTo>
                  <a:pt x="63" y="91"/>
                </a:lnTo>
                <a:lnTo>
                  <a:pt x="62" y="92"/>
                </a:lnTo>
                <a:lnTo>
                  <a:pt x="61" y="91"/>
                </a:lnTo>
                <a:lnTo>
                  <a:pt x="61" y="90"/>
                </a:lnTo>
                <a:lnTo>
                  <a:pt x="58" y="91"/>
                </a:lnTo>
                <a:lnTo>
                  <a:pt x="57" y="89"/>
                </a:lnTo>
                <a:lnTo>
                  <a:pt x="55" y="89"/>
                </a:lnTo>
                <a:lnTo>
                  <a:pt x="55" y="88"/>
                </a:lnTo>
                <a:lnTo>
                  <a:pt x="54" y="87"/>
                </a:lnTo>
                <a:lnTo>
                  <a:pt x="54" y="85"/>
                </a:lnTo>
                <a:lnTo>
                  <a:pt x="55" y="84"/>
                </a:lnTo>
                <a:lnTo>
                  <a:pt x="54" y="83"/>
                </a:lnTo>
                <a:lnTo>
                  <a:pt x="56" y="82"/>
                </a:lnTo>
                <a:lnTo>
                  <a:pt x="57" y="81"/>
                </a:lnTo>
                <a:lnTo>
                  <a:pt x="57" y="80"/>
                </a:lnTo>
                <a:lnTo>
                  <a:pt x="56" y="80"/>
                </a:lnTo>
                <a:lnTo>
                  <a:pt x="56" y="79"/>
                </a:lnTo>
                <a:lnTo>
                  <a:pt x="56" y="78"/>
                </a:lnTo>
                <a:lnTo>
                  <a:pt x="56" y="77"/>
                </a:lnTo>
                <a:lnTo>
                  <a:pt x="56" y="76"/>
                </a:lnTo>
                <a:lnTo>
                  <a:pt x="56" y="75"/>
                </a:lnTo>
                <a:lnTo>
                  <a:pt x="55" y="76"/>
                </a:lnTo>
                <a:lnTo>
                  <a:pt x="55" y="75"/>
                </a:lnTo>
                <a:lnTo>
                  <a:pt x="55" y="75"/>
                </a:lnTo>
                <a:lnTo>
                  <a:pt x="55" y="74"/>
                </a:lnTo>
                <a:lnTo>
                  <a:pt x="56" y="74"/>
                </a:lnTo>
                <a:lnTo>
                  <a:pt x="55" y="74"/>
                </a:lnTo>
                <a:lnTo>
                  <a:pt x="54" y="73"/>
                </a:lnTo>
                <a:lnTo>
                  <a:pt x="54" y="73"/>
                </a:lnTo>
                <a:lnTo>
                  <a:pt x="54" y="72"/>
                </a:lnTo>
                <a:lnTo>
                  <a:pt x="54" y="71"/>
                </a:lnTo>
                <a:lnTo>
                  <a:pt x="54" y="70"/>
                </a:lnTo>
                <a:lnTo>
                  <a:pt x="54" y="70"/>
                </a:lnTo>
                <a:lnTo>
                  <a:pt x="53" y="70"/>
                </a:lnTo>
                <a:lnTo>
                  <a:pt x="52" y="70"/>
                </a:lnTo>
                <a:lnTo>
                  <a:pt x="52" y="70"/>
                </a:lnTo>
                <a:lnTo>
                  <a:pt x="51" y="70"/>
                </a:lnTo>
                <a:lnTo>
                  <a:pt x="50" y="70"/>
                </a:lnTo>
                <a:lnTo>
                  <a:pt x="49" y="71"/>
                </a:lnTo>
                <a:lnTo>
                  <a:pt x="49" y="72"/>
                </a:lnTo>
                <a:lnTo>
                  <a:pt x="48" y="72"/>
                </a:lnTo>
                <a:lnTo>
                  <a:pt x="48" y="72"/>
                </a:lnTo>
                <a:lnTo>
                  <a:pt x="48" y="73"/>
                </a:lnTo>
                <a:lnTo>
                  <a:pt x="48" y="73"/>
                </a:lnTo>
                <a:lnTo>
                  <a:pt x="47" y="73"/>
                </a:lnTo>
                <a:lnTo>
                  <a:pt x="47" y="74"/>
                </a:lnTo>
                <a:lnTo>
                  <a:pt x="48" y="74"/>
                </a:lnTo>
                <a:lnTo>
                  <a:pt x="48" y="74"/>
                </a:lnTo>
                <a:lnTo>
                  <a:pt x="48" y="74"/>
                </a:lnTo>
                <a:lnTo>
                  <a:pt x="46" y="74"/>
                </a:lnTo>
                <a:lnTo>
                  <a:pt x="46" y="74"/>
                </a:lnTo>
                <a:lnTo>
                  <a:pt x="45" y="73"/>
                </a:lnTo>
                <a:lnTo>
                  <a:pt x="44" y="72"/>
                </a:lnTo>
                <a:lnTo>
                  <a:pt x="44" y="72"/>
                </a:lnTo>
                <a:lnTo>
                  <a:pt x="42" y="72"/>
                </a:lnTo>
                <a:lnTo>
                  <a:pt x="41" y="72"/>
                </a:lnTo>
                <a:lnTo>
                  <a:pt x="41" y="72"/>
                </a:lnTo>
                <a:lnTo>
                  <a:pt x="40" y="72"/>
                </a:lnTo>
                <a:lnTo>
                  <a:pt x="40" y="72"/>
                </a:lnTo>
                <a:lnTo>
                  <a:pt x="39" y="73"/>
                </a:lnTo>
                <a:lnTo>
                  <a:pt x="39" y="72"/>
                </a:lnTo>
                <a:lnTo>
                  <a:pt x="39" y="72"/>
                </a:lnTo>
                <a:lnTo>
                  <a:pt x="38" y="73"/>
                </a:lnTo>
                <a:lnTo>
                  <a:pt x="37" y="73"/>
                </a:lnTo>
                <a:lnTo>
                  <a:pt x="37" y="74"/>
                </a:lnTo>
                <a:lnTo>
                  <a:pt x="36" y="74"/>
                </a:lnTo>
                <a:lnTo>
                  <a:pt x="34" y="72"/>
                </a:lnTo>
                <a:lnTo>
                  <a:pt x="33" y="73"/>
                </a:lnTo>
                <a:lnTo>
                  <a:pt x="32" y="72"/>
                </a:lnTo>
                <a:lnTo>
                  <a:pt x="32" y="73"/>
                </a:lnTo>
                <a:lnTo>
                  <a:pt x="32" y="72"/>
                </a:lnTo>
                <a:lnTo>
                  <a:pt x="31" y="72"/>
                </a:lnTo>
                <a:lnTo>
                  <a:pt x="31" y="69"/>
                </a:lnTo>
                <a:lnTo>
                  <a:pt x="30" y="69"/>
                </a:lnTo>
                <a:lnTo>
                  <a:pt x="30" y="69"/>
                </a:lnTo>
                <a:lnTo>
                  <a:pt x="32" y="68"/>
                </a:lnTo>
                <a:lnTo>
                  <a:pt x="32" y="68"/>
                </a:lnTo>
                <a:lnTo>
                  <a:pt x="31" y="67"/>
                </a:lnTo>
                <a:lnTo>
                  <a:pt x="31" y="66"/>
                </a:lnTo>
                <a:lnTo>
                  <a:pt x="30" y="65"/>
                </a:lnTo>
                <a:lnTo>
                  <a:pt x="29" y="65"/>
                </a:lnTo>
                <a:lnTo>
                  <a:pt x="30" y="63"/>
                </a:lnTo>
                <a:lnTo>
                  <a:pt x="32" y="61"/>
                </a:lnTo>
                <a:lnTo>
                  <a:pt x="32" y="61"/>
                </a:lnTo>
                <a:lnTo>
                  <a:pt x="35" y="60"/>
                </a:lnTo>
                <a:lnTo>
                  <a:pt x="35" y="59"/>
                </a:lnTo>
                <a:lnTo>
                  <a:pt x="36" y="60"/>
                </a:lnTo>
                <a:lnTo>
                  <a:pt x="36" y="59"/>
                </a:lnTo>
                <a:lnTo>
                  <a:pt x="36" y="59"/>
                </a:lnTo>
                <a:lnTo>
                  <a:pt x="37" y="58"/>
                </a:lnTo>
                <a:lnTo>
                  <a:pt x="38" y="57"/>
                </a:lnTo>
                <a:lnTo>
                  <a:pt x="37" y="55"/>
                </a:lnTo>
                <a:lnTo>
                  <a:pt x="36" y="55"/>
                </a:lnTo>
                <a:lnTo>
                  <a:pt x="34" y="53"/>
                </a:lnTo>
                <a:lnTo>
                  <a:pt x="34" y="52"/>
                </a:lnTo>
                <a:lnTo>
                  <a:pt x="33" y="52"/>
                </a:lnTo>
                <a:lnTo>
                  <a:pt x="34" y="51"/>
                </a:lnTo>
                <a:lnTo>
                  <a:pt x="35" y="50"/>
                </a:lnTo>
                <a:lnTo>
                  <a:pt x="35" y="50"/>
                </a:lnTo>
                <a:lnTo>
                  <a:pt x="36" y="49"/>
                </a:lnTo>
                <a:lnTo>
                  <a:pt x="36" y="49"/>
                </a:lnTo>
                <a:lnTo>
                  <a:pt x="37" y="49"/>
                </a:lnTo>
                <a:lnTo>
                  <a:pt x="37" y="50"/>
                </a:lnTo>
                <a:lnTo>
                  <a:pt x="39" y="48"/>
                </a:lnTo>
                <a:lnTo>
                  <a:pt x="40" y="47"/>
                </a:lnTo>
                <a:lnTo>
                  <a:pt x="40" y="47"/>
                </a:lnTo>
                <a:lnTo>
                  <a:pt x="41" y="44"/>
                </a:lnTo>
                <a:lnTo>
                  <a:pt x="42" y="45"/>
                </a:lnTo>
                <a:lnTo>
                  <a:pt x="42" y="45"/>
                </a:lnTo>
                <a:lnTo>
                  <a:pt x="42" y="45"/>
                </a:lnTo>
                <a:lnTo>
                  <a:pt x="45" y="44"/>
                </a:lnTo>
                <a:lnTo>
                  <a:pt x="45" y="44"/>
                </a:lnTo>
                <a:lnTo>
                  <a:pt x="44" y="43"/>
                </a:lnTo>
                <a:lnTo>
                  <a:pt x="42" y="42"/>
                </a:lnTo>
                <a:lnTo>
                  <a:pt x="42" y="41"/>
                </a:lnTo>
                <a:lnTo>
                  <a:pt x="43" y="41"/>
                </a:lnTo>
                <a:lnTo>
                  <a:pt x="43" y="41"/>
                </a:lnTo>
                <a:lnTo>
                  <a:pt x="45" y="41"/>
                </a:lnTo>
                <a:lnTo>
                  <a:pt x="44" y="40"/>
                </a:lnTo>
                <a:lnTo>
                  <a:pt x="44" y="40"/>
                </a:lnTo>
                <a:lnTo>
                  <a:pt x="46" y="39"/>
                </a:lnTo>
                <a:lnTo>
                  <a:pt x="47" y="39"/>
                </a:lnTo>
                <a:lnTo>
                  <a:pt x="47" y="38"/>
                </a:lnTo>
                <a:lnTo>
                  <a:pt x="47" y="38"/>
                </a:lnTo>
                <a:lnTo>
                  <a:pt x="48" y="38"/>
                </a:lnTo>
                <a:lnTo>
                  <a:pt x="48" y="38"/>
                </a:lnTo>
                <a:lnTo>
                  <a:pt x="48" y="39"/>
                </a:lnTo>
                <a:lnTo>
                  <a:pt x="49" y="40"/>
                </a:lnTo>
                <a:lnTo>
                  <a:pt x="49" y="41"/>
                </a:lnTo>
                <a:lnTo>
                  <a:pt x="51" y="42"/>
                </a:lnTo>
                <a:lnTo>
                  <a:pt x="53" y="43"/>
                </a:lnTo>
                <a:lnTo>
                  <a:pt x="53" y="44"/>
                </a:lnTo>
                <a:lnTo>
                  <a:pt x="54" y="45"/>
                </a:lnTo>
                <a:lnTo>
                  <a:pt x="54" y="45"/>
                </a:lnTo>
                <a:lnTo>
                  <a:pt x="56" y="44"/>
                </a:lnTo>
                <a:lnTo>
                  <a:pt x="58" y="45"/>
                </a:lnTo>
                <a:lnTo>
                  <a:pt x="60" y="45"/>
                </a:lnTo>
                <a:lnTo>
                  <a:pt x="61" y="44"/>
                </a:lnTo>
                <a:lnTo>
                  <a:pt x="62" y="44"/>
                </a:lnTo>
                <a:lnTo>
                  <a:pt x="63" y="45"/>
                </a:lnTo>
                <a:lnTo>
                  <a:pt x="63" y="45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5216475" y="3326736"/>
            <a:ext cx="57717" cy="70543"/>
          </a:xfrm>
          <a:custGeom>
            <a:avLst/>
            <a:gdLst/>
            <a:ahLst/>
            <a:cxnLst/>
            <a:rect l="l" t="t" r="r" b="b"/>
            <a:pathLst>
              <a:path w="9" h="11">
                <a:moveTo>
                  <a:pt x="7" y="0"/>
                </a:moveTo>
                <a:lnTo>
                  <a:pt x="5" y="1"/>
                </a:lnTo>
                <a:lnTo>
                  <a:pt x="4" y="2"/>
                </a:lnTo>
                <a:lnTo>
                  <a:pt x="3" y="2"/>
                </a:lnTo>
                <a:lnTo>
                  <a:pt x="1" y="2"/>
                </a:lnTo>
                <a:lnTo>
                  <a:pt x="1" y="2"/>
                </a:lnTo>
                <a:lnTo>
                  <a:pt x="0" y="2"/>
                </a:lnTo>
                <a:lnTo>
                  <a:pt x="0" y="4"/>
                </a:lnTo>
                <a:lnTo>
                  <a:pt x="1" y="4"/>
                </a:lnTo>
                <a:lnTo>
                  <a:pt x="1" y="6"/>
                </a:lnTo>
                <a:lnTo>
                  <a:pt x="1" y="6"/>
                </a:lnTo>
                <a:lnTo>
                  <a:pt x="2" y="6"/>
                </a:lnTo>
                <a:lnTo>
                  <a:pt x="3" y="7"/>
                </a:lnTo>
                <a:lnTo>
                  <a:pt x="3" y="6"/>
                </a:lnTo>
                <a:lnTo>
                  <a:pt x="4" y="8"/>
                </a:lnTo>
                <a:lnTo>
                  <a:pt x="3" y="8"/>
                </a:lnTo>
                <a:lnTo>
                  <a:pt x="3" y="9"/>
                </a:lnTo>
                <a:lnTo>
                  <a:pt x="3" y="9"/>
                </a:lnTo>
                <a:lnTo>
                  <a:pt x="3" y="10"/>
                </a:lnTo>
                <a:lnTo>
                  <a:pt x="4" y="9"/>
                </a:lnTo>
                <a:lnTo>
                  <a:pt x="4" y="11"/>
                </a:lnTo>
                <a:lnTo>
                  <a:pt x="5" y="11"/>
                </a:lnTo>
                <a:lnTo>
                  <a:pt x="5" y="10"/>
                </a:lnTo>
                <a:lnTo>
                  <a:pt x="8" y="11"/>
                </a:lnTo>
                <a:lnTo>
                  <a:pt x="8" y="10"/>
                </a:lnTo>
                <a:lnTo>
                  <a:pt x="8" y="8"/>
                </a:lnTo>
                <a:lnTo>
                  <a:pt x="8" y="8"/>
                </a:lnTo>
                <a:lnTo>
                  <a:pt x="7" y="7"/>
                </a:lnTo>
                <a:lnTo>
                  <a:pt x="7" y="6"/>
                </a:lnTo>
                <a:lnTo>
                  <a:pt x="9" y="6"/>
                </a:lnTo>
                <a:lnTo>
                  <a:pt x="9" y="5"/>
                </a:lnTo>
                <a:lnTo>
                  <a:pt x="7" y="5"/>
                </a:lnTo>
                <a:lnTo>
                  <a:pt x="7" y="4"/>
                </a:lnTo>
                <a:lnTo>
                  <a:pt x="7" y="2"/>
                </a:lnTo>
                <a:lnTo>
                  <a:pt x="7" y="1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5312670" y="3422931"/>
            <a:ext cx="25652" cy="12826"/>
          </a:xfrm>
          <a:custGeom>
            <a:avLst/>
            <a:gdLst/>
            <a:ahLst/>
            <a:cxnLst/>
            <a:rect l="l" t="t" r="r" b="b"/>
            <a:pathLst>
              <a:path w="4" h="2">
                <a:moveTo>
                  <a:pt x="4" y="0"/>
                </a:move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1"/>
                </a:lnTo>
                <a:lnTo>
                  <a:pt x="1" y="1"/>
                </a:lnTo>
                <a:lnTo>
                  <a:pt x="2" y="2"/>
                </a:lnTo>
                <a:lnTo>
                  <a:pt x="2" y="1"/>
                </a:lnTo>
                <a:lnTo>
                  <a:pt x="4" y="1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4543110" y="3269019"/>
            <a:ext cx="442497" cy="929885"/>
          </a:xfrm>
          <a:custGeom>
            <a:avLst/>
            <a:gdLst/>
            <a:ahLst/>
            <a:cxnLst/>
            <a:rect l="l" t="t" r="r" b="b"/>
            <a:pathLst>
              <a:path w="69" h="145">
                <a:moveTo>
                  <a:pt x="3" y="145"/>
                </a:moveTo>
                <a:lnTo>
                  <a:pt x="4" y="145"/>
                </a:lnTo>
                <a:lnTo>
                  <a:pt x="5" y="144"/>
                </a:lnTo>
                <a:lnTo>
                  <a:pt x="6" y="145"/>
                </a:lnTo>
                <a:lnTo>
                  <a:pt x="7" y="144"/>
                </a:lnTo>
                <a:lnTo>
                  <a:pt x="9" y="144"/>
                </a:lnTo>
                <a:lnTo>
                  <a:pt x="10" y="143"/>
                </a:lnTo>
                <a:lnTo>
                  <a:pt x="11" y="143"/>
                </a:lnTo>
                <a:lnTo>
                  <a:pt x="11" y="144"/>
                </a:lnTo>
                <a:lnTo>
                  <a:pt x="12" y="143"/>
                </a:lnTo>
                <a:lnTo>
                  <a:pt x="13" y="141"/>
                </a:lnTo>
                <a:lnTo>
                  <a:pt x="14" y="142"/>
                </a:lnTo>
                <a:lnTo>
                  <a:pt x="15" y="141"/>
                </a:lnTo>
                <a:lnTo>
                  <a:pt x="16" y="140"/>
                </a:lnTo>
                <a:lnTo>
                  <a:pt x="17" y="139"/>
                </a:lnTo>
                <a:lnTo>
                  <a:pt x="18" y="139"/>
                </a:lnTo>
                <a:lnTo>
                  <a:pt x="19" y="139"/>
                </a:lnTo>
                <a:lnTo>
                  <a:pt x="19" y="139"/>
                </a:lnTo>
                <a:lnTo>
                  <a:pt x="20" y="138"/>
                </a:lnTo>
                <a:lnTo>
                  <a:pt x="21" y="139"/>
                </a:lnTo>
                <a:lnTo>
                  <a:pt x="22" y="138"/>
                </a:lnTo>
                <a:lnTo>
                  <a:pt x="24" y="138"/>
                </a:lnTo>
                <a:lnTo>
                  <a:pt x="26" y="136"/>
                </a:lnTo>
                <a:lnTo>
                  <a:pt x="26" y="135"/>
                </a:lnTo>
                <a:lnTo>
                  <a:pt x="26" y="134"/>
                </a:lnTo>
                <a:lnTo>
                  <a:pt x="29" y="133"/>
                </a:lnTo>
                <a:lnTo>
                  <a:pt x="29" y="133"/>
                </a:lnTo>
                <a:lnTo>
                  <a:pt x="31" y="132"/>
                </a:lnTo>
                <a:lnTo>
                  <a:pt x="32" y="132"/>
                </a:lnTo>
                <a:lnTo>
                  <a:pt x="33" y="133"/>
                </a:lnTo>
                <a:lnTo>
                  <a:pt x="33" y="132"/>
                </a:lnTo>
                <a:lnTo>
                  <a:pt x="33" y="130"/>
                </a:lnTo>
                <a:lnTo>
                  <a:pt x="32" y="129"/>
                </a:lnTo>
                <a:lnTo>
                  <a:pt x="33" y="129"/>
                </a:lnTo>
                <a:lnTo>
                  <a:pt x="33" y="127"/>
                </a:lnTo>
                <a:lnTo>
                  <a:pt x="36" y="128"/>
                </a:lnTo>
                <a:lnTo>
                  <a:pt x="37" y="128"/>
                </a:lnTo>
                <a:lnTo>
                  <a:pt x="37" y="128"/>
                </a:lnTo>
                <a:lnTo>
                  <a:pt x="38" y="128"/>
                </a:lnTo>
                <a:lnTo>
                  <a:pt x="39" y="128"/>
                </a:lnTo>
                <a:lnTo>
                  <a:pt x="41" y="128"/>
                </a:lnTo>
                <a:lnTo>
                  <a:pt x="43" y="128"/>
                </a:lnTo>
                <a:lnTo>
                  <a:pt x="43" y="127"/>
                </a:lnTo>
                <a:lnTo>
                  <a:pt x="45" y="128"/>
                </a:lnTo>
                <a:lnTo>
                  <a:pt x="46" y="128"/>
                </a:lnTo>
                <a:lnTo>
                  <a:pt x="47" y="127"/>
                </a:lnTo>
                <a:lnTo>
                  <a:pt x="48" y="127"/>
                </a:lnTo>
                <a:lnTo>
                  <a:pt x="49" y="126"/>
                </a:lnTo>
                <a:lnTo>
                  <a:pt x="49" y="126"/>
                </a:lnTo>
                <a:lnTo>
                  <a:pt x="50" y="126"/>
                </a:lnTo>
                <a:lnTo>
                  <a:pt x="50" y="124"/>
                </a:lnTo>
                <a:lnTo>
                  <a:pt x="52" y="125"/>
                </a:lnTo>
                <a:lnTo>
                  <a:pt x="52" y="124"/>
                </a:lnTo>
                <a:lnTo>
                  <a:pt x="52" y="123"/>
                </a:lnTo>
                <a:lnTo>
                  <a:pt x="53" y="123"/>
                </a:lnTo>
                <a:lnTo>
                  <a:pt x="53" y="122"/>
                </a:lnTo>
                <a:lnTo>
                  <a:pt x="55" y="122"/>
                </a:lnTo>
                <a:lnTo>
                  <a:pt x="55" y="121"/>
                </a:lnTo>
                <a:lnTo>
                  <a:pt x="56" y="121"/>
                </a:lnTo>
                <a:lnTo>
                  <a:pt x="56" y="120"/>
                </a:lnTo>
                <a:lnTo>
                  <a:pt x="58" y="119"/>
                </a:lnTo>
                <a:lnTo>
                  <a:pt x="59" y="117"/>
                </a:lnTo>
                <a:lnTo>
                  <a:pt x="59" y="117"/>
                </a:lnTo>
                <a:lnTo>
                  <a:pt x="60" y="117"/>
                </a:lnTo>
                <a:lnTo>
                  <a:pt x="60" y="117"/>
                </a:lnTo>
                <a:lnTo>
                  <a:pt x="60" y="116"/>
                </a:lnTo>
                <a:lnTo>
                  <a:pt x="60" y="116"/>
                </a:lnTo>
                <a:lnTo>
                  <a:pt x="60" y="113"/>
                </a:lnTo>
                <a:lnTo>
                  <a:pt x="59" y="113"/>
                </a:lnTo>
                <a:lnTo>
                  <a:pt x="61" y="112"/>
                </a:lnTo>
                <a:lnTo>
                  <a:pt x="60" y="112"/>
                </a:lnTo>
                <a:lnTo>
                  <a:pt x="60" y="109"/>
                </a:lnTo>
                <a:lnTo>
                  <a:pt x="61" y="109"/>
                </a:lnTo>
                <a:lnTo>
                  <a:pt x="61" y="108"/>
                </a:lnTo>
                <a:lnTo>
                  <a:pt x="60" y="108"/>
                </a:lnTo>
                <a:lnTo>
                  <a:pt x="61" y="107"/>
                </a:lnTo>
                <a:lnTo>
                  <a:pt x="60" y="106"/>
                </a:lnTo>
                <a:lnTo>
                  <a:pt x="61" y="106"/>
                </a:lnTo>
                <a:lnTo>
                  <a:pt x="60" y="105"/>
                </a:lnTo>
                <a:lnTo>
                  <a:pt x="61" y="104"/>
                </a:lnTo>
                <a:lnTo>
                  <a:pt x="60" y="104"/>
                </a:lnTo>
                <a:lnTo>
                  <a:pt x="61" y="103"/>
                </a:lnTo>
                <a:lnTo>
                  <a:pt x="61" y="100"/>
                </a:lnTo>
                <a:lnTo>
                  <a:pt x="60" y="99"/>
                </a:lnTo>
                <a:lnTo>
                  <a:pt x="58" y="98"/>
                </a:lnTo>
                <a:lnTo>
                  <a:pt x="57" y="97"/>
                </a:lnTo>
                <a:lnTo>
                  <a:pt x="57" y="97"/>
                </a:lnTo>
                <a:lnTo>
                  <a:pt x="58" y="96"/>
                </a:lnTo>
                <a:lnTo>
                  <a:pt x="57" y="95"/>
                </a:lnTo>
                <a:lnTo>
                  <a:pt x="57" y="95"/>
                </a:lnTo>
                <a:lnTo>
                  <a:pt x="57" y="95"/>
                </a:lnTo>
                <a:lnTo>
                  <a:pt x="56" y="94"/>
                </a:lnTo>
                <a:lnTo>
                  <a:pt x="56" y="94"/>
                </a:lnTo>
                <a:lnTo>
                  <a:pt x="56" y="93"/>
                </a:lnTo>
                <a:lnTo>
                  <a:pt x="55" y="93"/>
                </a:lnTo>
                <a:lnTo>
                  <a:pt x="56" y="92"/>
                </a:lnTo>
                <a:lnTo>
                  <a:pt x="57" y="92"/>
                </a:lnTo>
                <a:lnTo>
                  <a:pt x="57" y="92"/>
                </a:lnTo>
                <a:lnTo>
                  <a:pt x="58" y="92"/>
                </a:lnTo>
                <a:lnTo>
                  <a:pt x="59" y="91"/>
                </a:lnTo>
                <a:lnTo>
                  <a:pt x="59" y="89"/>
                </a:lnTo>
                <a:lnTo>
                  <a:pt x="59" y="88"/>
                </a:lnTo>
                <a:lnTo>
                  <a:pt x="61" y="89"/>
                </a:lnTo>
                <a:lnTo>
                  <a:pt x="61" y="88"/>
                </a:lnTo>
                <a:lnTo>
                  <a:pt x="60" y="87"/>
                </a:lnTo>
                <a:lnTo>
                  <a:pt x="61" y="86"/>
                </a:lnTo>
                <a:lnTo>
                  <a:pt x="60" y="85"/>
                </a:lnTo>
                <a:lnTo>
                  <a:pt x="60" y="84"/>
                </a:lnTo>
                <a:lnTo>
                  <a:pt x="60" y="84"/>
                </a:lnTo>
                <a:lnTo>
                  <a:pt x="60" y="82"/>
                </a:lnTo>
                <a:lnTo>
                  <a:pt x="61" y="82"/>
                </a:lnTo>
                <a:lnTo>
                  <a:pt x="61" y="81"/>
                </a:lnTo>
                <a:lnTo>
                  <a:pt x="62" y="80"/>
                </a:lnTo>
                <a:lnTo>
                  <a:pt x="62" y="78"/>
                </a:lnTo>
                <a:lnTo>
                  <a:pt x="63" y="77"/>
                </a:lnTo>
                <a:lnTo>
                  <a:pt x="63" y="76"/>
                </a:lnTo>
                <a:lnTo>
                  <a:pt x="64" y="76"/>
                </a:lnTo>
                <a:lnTo>
                  <a:pt x="64" y="74"/>
                </a:lnTo>
                <a:lnTo>
                  <a:pt x="65" y="72"/>
                </a:lnTo>
                <a:lnTo>
                  <a:pt x="65" y="70"/>
                </a:lnTo>
                <a:lnTo>
                  <a:pt x="65" y="69"/>
                </a:lnTo>
                <a:lnTo>
                  <a:pt x="64" y="69"/>
                </a:lnTo>
                <a:lnTo>
                  <a:pt x="63" y="69"/>
                </a:lnTo>
                <a:lnTo>
                  <a:pt x="63" y="69"/>
                </a:lnTo>
                <a:lnTo>
                  <a:pt x="63" y="68"/>
                </a:lnTo>
                <a:lnTo>
                  <a:pt x="63" y="67"/>
                </a:lnTo>
                <a:lnTo>
                  <a:pt x="62" y="67"/>
                </a:lnTo>
                <a:lnTo>
                  <a:pt x="62" y="65"/>
                </a:lnTo>
                <a:lnTo>
                  <a:pt x="61" y="63"/>
                </a:lnTo>
                <a:lnTo>
                  <a:pt x="60" y="63"/>
                </a:lnTo>
                <a:lnTo>
                  <a:pt x="60" y="61"/>
                </a:lnTo>
                <a:lnTo>
                  <a:pt x="59" y="60"/>
                </a:lnTo>
                <a:lnTo>
                  <a:pt x="59" y="59"/>
                </a:lnTo>
                <a:lnTo>
                  <a:pt x="57" y="59"/>
                </a:lnTo>
                <a:lnTo>
                  <a:pt x="57" y="58"/>
                </a:lnTo>
                <a:lnTo>
                  <a:pt x="56" y="58"/>
                </a:lnTo>
                <a:lnTo>
                  <a:pt x="56" y="58"/>
                </a:lnTo>
                <a:lnTo>
                  <a:pt x="55" y="58"/>
                </a:lnTo>
                <a:lnTo>
                  <a:pt x="54" y="57"/>
                </a:lnTo>
                <a:lnTo>
                  <a:pt x="54" y="55"/>
                </a:lnTo>
                <a:lnTo>
                  <a:pt x="53" y="55"/>
                </a:lnTo>
                <a:lnTo>
                  <a:pt x="54" y="53"/>
                </a:lnTo>
                <a:lnTo>
                  <a:pt x="53" y="52"/>
                </a:lnTo>
                <a:lnTo>
                  <a:pt x="53" y="51"/>
                </a:lnTo>
                <a:lnTo>
                  <a:pt x="54" y="50"/>
                </a:lnTo>
                <a:lnTo>
                  <a:pt x="54" y="48"/>
                </a:lnTo>
                <a:lnTo>
                  <a:pt x="56" y="48"/>
                </a:lnTo>
                <a:lnTo>
                  <a:pt x="56" y="47"/>
                </a:lnTo>
                <a:lnTo>
                  <a:pt x="57" y="47"/>
                </a:lnTo>
                <a:lnTo>
                  <a:pt x="57" y="46"/>
                </a:lnTo>
                <a:lnTo>
                  <a:pt x="58" y="46"/>
                </a:lnTo>
                <a:lnTo>
                  <a:pt x="58" y="44"/>
                </a:lnTo>
                <a:lnTo>
                  <a:pt x="57" y="43"/>
                </a:lnTo>
                <a:lnTo>
                  <a:pt x="56" y="41"/>
                </a:lnTo>
                <a:lnTo>
                  <a:pt x="56" y="40"/>
                </a:lnTo>
                <a:lnTo>
                  <a:pt x="57" y="40"/>
                </a:lnTo>
                <a:lnTo>
                  <a:pt x="58" y="38"/>
                </a:lnTo>
                <a:lnTo>
                  <a:pt x="59" y="38"/>
                </a:lnTo>
                <a:lnTo>
                  <a:pt x="59" y="38"/>
                </a:lnTo>
                <a:lnTo>
                  <a:pt x="60" y="38"/>
                </a:lnTo>
                <a:lnTo>
                  <a:pt x="60" y="37"/>
                </a:lnTo>
                <a:lnTo>
                  <a:pt x="61" y="37"/>
                </a:lnTo>
                <a:lnTo>
                  <a:pt x="61" y="38"/>
                </a:lnTo>
                <a:lnTo>
                  <a:pt x="61" y="38"/>
                </a:lnTo>
                <a:lnTo>
                  <a:pt x="62" y="38"/>
                </a:lnTo>
                <a:lnTo>
                  <a:pt x="66" y="38"/>
                </a:lnTo>
                <a:lnTo>
                  <a:pt x="66" y="35"/>
                </a:lnTo>
                <a:lnTo>
                  <a:pt x="67" y="35"/>
                </a:lnTo>
                <a:lnTo>
                  <a:pt x="68" y="34"/>
                </a:lnTo>
                <a:lnTo>
                  <a:pt x="67" y="34"/>
                </a:lnTo>
                <a:lnTo>
                  <a:pt x="67" y="33"/>
                </a:lnTo>
                <a:lnTo>
                  <a:pt x="67" y="32"/>
                </a:lnTo>
                <a:lnTo>
                  <a:pt x="67" y="32"/>
                </a:lnTo>
                <a:lnTo>
                  <a:pt x="67" y="30"/>
                </a:lnTo>
                <a:lnTo>
                  <a:pt x="68" y="28"/>
                </a:lnTo>
                <a:lnTo>
                  <a:pt x="68" y="28"/>
                </a:lnTo>
                <a:lnTo>
                  <a:pt x="69" y="26"/>
                </a:lnTo>
                <a:lnTo>
                  <a:pt x="68" y="26"/>
                </a:lnTo>
                <a:lnTo>
                  <a:pt x="67" y="25"/>
                </a:lnTo>
                <a:lnTo>
                  <a:pt x="66" y="25"/>
                </a:lnTo>
                <a:lnTo>
                  <a:pt x="66" y="24"/>
                </a:lnTo>
                <a:lnTo>
                  <a:pt x="66" y="22"/>
                </a:lnTo>
                <a:lnTo>
                  <a:pt x="65" y="21"/>
                </a:lnTo>
                <a:lnTo>
                  <a:pt x="65" y="20"/>
                </a:lnTo>
                <a:lnTo>
                  <a:pt x="65" y="19"/>
                </a:lnTo>
                <a:lnTo>
                  <a:pt x="62" y="20"/>
                </a:lnTo>
                <a:lnTo>
                  <a:pt x="62" y="19"/>
                </a:lnTo>
                <a:lnTo>
                  <a:pt x="62" y="19"/>
                </a:lnTo>
                <a:lnTo>
                  <a:pt x="62" y="19"/>
                </a:lnTo>
                <a:lnTo>
                  <a:pt x="61" y="19"/>
                </a:lnTo>
                <a:lnTo>
                  <a:pt x="59" y="19"/>
                </a:lnTo>
                <a:lnTo>
                  <a:pt x="59" y="17"/>
                </a:lnTo>
                <a:lnTo>
                  <a:pt x="57" y="17"/>
                </a:lnTo>
                <a:lnTo>
                  <a:pt x="57" y="16"/>
                </a:lnTo>
                <a:lnTo>
                  <a:pt x="58" y="15"/>
                </a:lnTo>
                <a:lnTo>
                  <a:pt x="58" y="15"/>
                </a:lnTo>
                <a:lnTo>
                  <a:pt x="59" y="16"/>
                </a:lnTo>
                <a:lnTo>
                  <a:pt x="59" y="15"/>
                </a:lnTo>
                <a:lnTo>
                  <a:pt x="60" y="15"/>
                </a:lnTo>
                <a:lnTo>
                  <a:pt x="59" y="13"/>
                </a:lnTo>
                <a:lnTo>
                  <a:pt x="59" y="13"/>
                </a:lnTo>
                <a:lnTo>
                  <a:pt x="60" y="13"/>
                </a:lnTo>
                <a:lnTo>
                  <a:pt x="62" y="12"/>
                </a:lnTo>
                <a:lnTo>
                  <a:pt x="62" y="11"/>
                </a:lnTo>
                <a:lnTo>
                  <a:pt x="64" y="11"/>
                </a:lnTo>
                <a:lnTo>
                  <a:pt x="65" y="10"/>
                </a:lnTo>
                <a:lnTo>
                  <a:pt x="66" y="8"/>
                </a:lnTo>
                <a:lnTo>
                  <a:pt x="65" y="8"/>
                </a:lnTo>
                <a:lnTo>
                  <a:pt x="64" y="9"/>
                </a:lnTo>
                <a:lnTo>
                  <a:pt x="63" y="8"/>
                </a:lnTo>
                <a:lnTo>
                  <a:pt x="62" y="7"/>
                </a:lnTo>
                <a:lnTo>
                  <a:pt x="62" y="7"/>
                </a:lnTo>
                <a:lnTo>
                  <a:pt x="62" y="6"/>
                </a:lnTo>
                <a:lnTo>
                  <a:pt x="62" y="4"/>
                </a:lnTo>
                <a:lnTo>
                  <a:pt x="62" y="4"/>
                </a:lnTo>
                <a:lnTo>
                  <a:pt x="62" y="3"/>
                </a:lnTo>
                <a:lnTo>
                  <a:pt x="61" y="3"/>
                </a:lnTo>
                <a:lnTo>
                  <a:pt x="59" y="0"/>
                </a:lnTo>
                <a:lnTo>
                  <a:pt x="58" y="0"/>
                </a:lnTo>
                <a:lnTo>
                  <a:pt x="58" y="1"/>
                </a:lnTo>
                <a:lnTo>
                  <a:pt x="58" y="2"/>
                </a:lnTo>
                <a:lnTo>
                  <a:pt x="57" y="3"/>
                </a:lnTo>
                <a:lnTo>
                  <a:pt x="58" y="4"/>
                </a:lnTo>
                <a:lnTo>
                  <a:pt x="58" y="5"/>
                </a:lnTo>
                <a:lnTo>
                  <a:pt x="56" y="6"/>
                </a:lnTo>
                <a:lnTo>
                  <a:pt x="55" y="7"/>
                </a:lnTo>
                <a:lnTo>
                  <a:pt x="55" y="7"/>
                </a:lnTo>
                <a:lnTo>
                  <a:pt x="54" y="6"/>
                </a:lnTo>
                <a:lnTo>
                  <a:pt x="53" y="7"/>
                </a:lnTo>
                <a:lnTo>
                  <a:pt x="52" y="7"/>
                </a:lnTo>
                <a:lnTo>
                  <a:pt x="50" y="10"/>
                </a:lnTo>
                <a:lnTo>
                  <a:pt x="46" y="11"/>
                </a:lnTo>
                <a:lnTo>
                  <a:pt x="45" y="9"/>
                </a:lnTo>
                <a:lnTo>
                  <a:pt x="41" y="10"/>
                </a:lnTo>
                <a:lnTo>
                  <a:pt x="39" y="11"/>
                </a:lnTo>
                <a:lnTo>
                  <a:pt x="38" y="14"/>
                </a:lnTo>
                <a:lnTo>
                  <a:pt x="36" y="15"/>
                </a:lnTo>
                <a:lnTo>
                  <a:pt x="34" y="14"/>
                </a:lnTo>
                <a:lnTo>
                  <a:pt x="31" y="12"/>
                </a:lnTo>
                <a:lnTo>
                  <a:pt x="29" y="14"/>
                </a:lnTo>
                <a:lnTo>
                  <a:pt x="29" y="15"/>
                </a:lnTo>
                <a:lnTo>
                  <a:pt x="28" y="16"/>
                </a:lnTo>
                <a:lnTo>
                  <a:pt x="28" y="17"/>
                </a:lnTo>
                <a:lnTo>
                  <a:pt x="27" y="18"/>
                </a:lnTo>
                <a:lnTo>
                  <a:pt x="26" y="19"/>
                </a:lnTo>
                <a:lnTo>
                  <a:pt x="24" y="24"/>
                </a:lnTo>
                <a:lnTo>
                  <a:pt x="24" y="25"/>
                </a:lnTo>
                <a:lnTo>
                  <a:pt x="24" y="27"/>
                </a:lnTo>
                <a:lnTo>
                  <a:pt x="23" y="28"/>
                </a:lnTo>
                <a:lnTo>
                  <a:pt x="24" y="29"/>
                </a:lnTo>
                <a:lnTo>
                  <a:pt x="23" y="29"/>
                </a:lnTo>
                <a:lnTo>
                  <a:pt x="22" y="29"/>
                </a:lnTo>
                <a:lnTo>
                  <a:pt x="21" y="29"/>
                </a:lnTo>
                <a:lnTo>
                  <a:pt x="19" y="28"/>
                </a:lnTo>
                <a:lnTo>
                  <a:pt x="16" y="28"/>
                </a:lnTo>
                <a:lnTo>
                  <a:pt x="15" y="29"/>
                </a:lnTo>
                <a:lnTo>
                  <a:pt x="15" y="29"/>
                </a:lnTo>
                <a:lnTo>
                  <a:pt x="15" y="30"/>
                </a:lnTo>
                <a:lnTo>
                  <a:pt x="15" y="31"/>
                </a:lnTo>
                <a:lnTo>
                  <a:pt x="15" y="32"/>
                </a:lnTo>
                <a:lnTo>
                  <a:pt x="14" y="32"/>
                </a:lnTo>
                <a:lnTo>
                  <a:pt x="14" y="34"/>
                </a:lnTo>
                <a:lnTo>
                  <a:pt x="10" y="34"/>
                </a:lnTo>
                <a:lnTo>
                  <a:pt x="10" y="35"/>
                </a:lnTo>
                <a:lnTo>
                  <a:pt x="11" y="35"/>
                </a:lnTo>
                <a:lnTo>
                  <a:pt x="11" y="36"/>
                </a:lnTo>
                <a:lnTo>
                  <a:pt x="11" y="36"/>
                </a:lnTo>
                <a:lnTo>
                  <a:pt x="11" y="36"/>
                </a:lnTo>
                <a:lnTo>
                  <a:pt x="11" y="37"/>
                </a:lnTo>
                <a:lnTo>
                  <a:pt x="12" y="37"/>
                </a:lnTo>
                <a:lnTo>
                  <a:pt x="11" y="40"/>
                </a:lnTo>
                <a:lnTo>
                  <a:pt x="11" y="41"/>
                </a:lnTo>
                <a:lnTo>
                  <a:pt x="11" y="42"/>
                </a:lnTo>
                <a:lnTo>
                  <a:pt x="10" y="43"/>
                </a:lnTo>
                <a:lnTo>
                  <a:pt x="8" y="44"/>
                </a:lnTo>
                <a:lnTo>
                  <a:pt x="8" y="44"/>
                </a:lnTo>
                <a:lnTo>
                  <a:pt x="9" y="45"/>
                </a:lnTo>
                <a:lnTo>
                  <a:pt x="9" y="46"/>
                </a:lnTo>
                <a:lnTo>
                  <a:pt x="8" y="47"/>
                </a:lnTo>
                <a:lnTo>
                  <a:pt x="9" y="47"/>
                </a:lnTo>
                <a:lnTo>
                  <a:pt x="7" y="52"/>
                </a:lnTo>
                <a:lnTo>
                  <a:pt x="7" y="53"/>
                </a:lnTo>
                <a:lnTo>
                  <a:pt x="7" y="53"/>
                </a:lnTo>
                <a:lnTo>
                  <a:pt x="7" y="55"/>
                </a:lnTo>
                <a:lnTo>
                  <a:pt x="7" y="55"/>
                </a:lnTo>
                <a:lnTo>
                  <a:pt x="7" y="56"/>
                </a:lnTo>
                <a:lnTo>
                  <a:pt x="5" y="57"/>
                </a:lnTo>
                <a:lnTo>
                  <a:pt x="5" y="58"/>
                </a:lnTo>
                <a:lnTo>
                  <a:pt x="4" y="59"/>
                </a:lnTo>
                <a:lnTo>
                  <a:pt x="3" y="60"/>
                </a:lnTo>
                <a:lnTo>
                  <a:pt x="2" y="60"/>
                </a:lnTo>
                <a:lnTo>
                  <a:pt x="2" y="62"/>
                </a:lnTo>
                <a:lnTo>
                  <a:pt x="1" y="63"/>
                </a:lnTo>
                <a:lnTo>
                  <a:pt x="1" y="64"/>
                </a:lnTo>
                <a:lnTo>
                  <a:pt x="1" y="65"/>
                </a:lnTo>
                <a:lnTo>
                  <a:pt x="1" y="68"/>
                </a:lnTo>
                <a:lnTo>
                  <a:pt x="3" y="69"/>
                </a:lnTo>
                <a:lnTo>
                  <a:pt x="4" y="72"/>
                </a:lnTo>
                <a:lnTo>
                  <a:pt x="5" y="72"/>
                </a:lnTo>
                <a:lnTo>
                  <a:pt x="6" y="73"/>
                </a:lnTo>
                <a:lnTo>
                  <a:pt x="5" y="73"/>
                </a:lnTo>
                <a:lnTo>
                  <a:pt x="5" y="74"/>
                </a:lnTo>
                <a:lnTo>
                  <a:pt x="6" y="74"/>
                </a:lnTo>
                <a:lnTo>
                  <a:pt x="7" y="75"/>
                </a:lnTo>
                <a:lnTo>
                  <a:pt x="6" y="75"/>
                </a:lnTo>
                <a:lnTo>
                  <a:pt x="7" y="77"/>
                </a:lnTo>
                <a:lnTo>
                  <a:pt x="6" y="77"/>
                </a:lnTo>
                <a:lnTo>
                  <a:pt x="6" y="79"/>
                </a:lnTo>
                <a:lnTo>
                  <a:pt x="4" y="80"/>
                </a:lnTo>
                <a:lnTo>
                  <a:pt x="4" y="81"/>
                </a:lnTo>
                <a:lnTo>
                  <a:pt x="5" y="82"/>
                </a:lnTo>
                <a:lnTo>
                  <a:pt x="5" y="82"/>
                </a:lnTo>
                <a:lnTo>
                  <a:pt x="5" y="83"/>
                </a:lnTo>
                <a:lnTo>
                  <a:pt x="5" y="83"/>
                </a:lnTo>
                <a:lnTo>
                  <a:pt x="3" y="87"/>
                </a:lnTo>
                <a:lnTo>
                  <a:pt x="3" y="87"/>
                </a:lnTo>
                <a:lnTo>
                  <a:pt x="1" y="89"/>
                </a:lnTo>
                <a:lnTo>
                  <a:pt x="1" y="90"/>
                </a:lnTo>
                <a:lnTo>
                  <a:pt x="0" y="89"/>
                </a:lnTo>
                <a:lnTo>
                  <a:pt x="0" y="90"/>
                </a:lnTo>
                <a:lnTo>
                  <a:pt x="1" y="91"/>
                </a:lnTo>
                <a:lnTo>
                  <a:pt x="1" y="92"/>
                </a:lnTo>
                <a:lnTo>
                  <a:pt x="0" y="93"/>
                </a:lnTo>
                <a:lnTo>
                  <a:pt x="1" y="93"/>
                </a:lnTo>
                <a:lnTo>
                  <a:pt x="1" y="95"/>
                </a:lnTo>
                <a:lnTo>
                  <a:pt x="2" y="96"/>
                </a:lnTo>
                <a:lnTo>
                  <a:pt x="2" y="97"/>
                </a:lnTo>
                <a:lnTo>
                  <a:pt x="1" y="97"/>
                </a:lnTo>
                <a:lnTo>
                  <a:pt x="1" y="97"/>
                </a:lnTo>
                <a:lnTo>
                  <a:pt x="3" y="99"/>
                </a:lnTo>
                <a:lnTo>
                  <a:pt x="3" y="102"/>
                </a:lnTo>
                <a:lnTo>
                  <a:pt x="2" y="102"/>
                </a:lnTo>
                <a:lnTo>
                  <a:pt x="3" y="103"/>
                </a:lnTo>
                <a:lnTo>
                  <a:pt x="2" y="105"/>
                </a:lnTo>
                <a:lnTo>
                  <a:pt x="3" y="107"/>
                </a:lnTo>
                <a:lnTo>
                  <a:pt x="2" y="109"/>
                </a:lnTo>
                <a:lnTo>
                  <a:pt x="3" y="113"/>
                </a:lnTo>
                <a:lnTo>
                  <a:pt x="4" y="113"/>
                </a:lnTo>
                <a:lnTo>
                  <a:pt x="4" y="114"/>
                </a:lnTo>
                <a:lnTo>
                  <a:pt x="4" y="115"/>
                </a:lnTo>
                <a:lnTo>
                  <a:pt x="5" y="115"/>
                </a:lnTo>
                <a:lnTo>
                  <a:pt x="5" y="119"/>
                </a:lnTo>
                <a:lnTo>
                  <a:pt x="6" y="121"/>
                </a:lnTo>
                <a:lnTo>
                  <a:pt x="4" y="126"/>
                </a:lnTo>
                <a:lnTo>
                  <a:pt x="3" y="128"/>
                </a:lnTo>
                <a:lnTo>
                  <a:pt x="2" y="130"/>
                </a:lnTo>
                <a:lnTo>
                  <a:pt x="2" y="132"/>
                </a:lnTo>
                <a:lnTo>
                  <a:pt x="1" y="135"/>
                </a:lnTo>
                <a:lnTo>
                  <a:pt x="0" y="138"/>
                </a:lnTo>
                <a:lnTo>
                  <a:pt x="0" y="140"/>
                </a:lnTo>
                <a:lnTo>
                  <a:pt x="0" y="143"/>
                </a:lnTo>
                <a:lnTo>
                  <a:pt x="1" y="145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3106598" y="1390010"/>
            <a:ext cx="2783242" cy="2411288"/>
          </a:xfrm>
          <a:custGeom>
            <a:avLst/>
            <a:gdLst/>
            <a:ahLst/>
            <a:cxnLst/>
            <a:rect l="l" t="t" r="r" b="b"/>
            <a:pathLst>
              <a:path w="434" h="376">
                <a:moveTo>
                  <a:pt x="0" y="248"/>
                </a:moveTo>
                <a:lnTo>
                  <a:pt x="9" y="275"/>
                </a:lnTo>
                <a:lnTo>
                  <a:pt x="5" y="279"/>
                </a:lnTo>
                <a:lnTo>
                  <a:pt x="5" y="280"/>
                </a:lnTo>
                <a:lnTo>
                  <a:pt x="10" y="288"/>
                </a:lnTo>
                <a:lnTo>
                  <a:pt x="15" y="292"/>
                </a:lnTo>
                <a:lnTo>
                  <a:pt x="16" y="292"/>
                </a:lnTo>
                <a:lnTo>
                  <a:pt x="16" y="300"/>
                </a:lnTo>
                <a:lnTo>
                  <a:pt x="21" y="298"/>
                </a:lnTo>
                <a:lnTo>
                  <a:pt x="20" y="297"/>
                </a:lnTo>
                <a:lnTo>
                  <a:pt x="21" y="296"/>
                </a:lnTo>
                <a:lnTo>
                  <a:pt x="22" y="298"/>
                </a:lnTo>
                <a:lnTo>
                  <a:pt x="23" y="300"/>
                </a:lnTo>
                <a:lnTo>
                  <a:pt x="23" y="298"/>
                </a:lnTo>
                <a:lnTo>
                  <a:pt x="27" y="296"/>
                </a:lnTo>
                <a:lnTo>
                  <a:pt x="28" y="298"/>
                </a:lnTo>
                <a:lnTo>
                  <a:pt x="29" y="299"/>
                </a:lnTo>
                <a:lnTo>
                  <a:pt x="30" y="297"/>
                </a:lnTo>
                <a:lnTo>
                  <a:pt x="30" y="295"/>
                </a:lnTo>
                <a:lnTo>
                  <a:pt x="37" y="295"/>
                </a:lnTo>
                <a:lnTo>
                  <a:pt x="39" y="293"/>
                </a:lnTo>
                <a:lnTo>
                  <a:pt x="45" y="294"/>
                </a:lnTo>
                <a:lnTo>
                  <a:pt x="46" y="295"/>
                </a:lnTo>
                <a:lnTo>
                  <a:pt x="48" y="299"/>
                </a:lnTo>
                <a:lnTo>
                  <a:pt x="48" y="301"/>
                </a:lnTo>
                <a:lnTo>
                  <a:pt x="46" y="303"/>
                </a:lnTo>
                <a:lnTo>
                  <a:pt x="46" y="309"/>
                </a:lnTo>
                <a:lnTo>
                  <a:pt x="43" y="310"/>
                </a:lnTo>
                <a:lnTo>
                  <a:pt x="42" y="311"/>
                </a:lnTo>
                <a:lnTo>
                  <a:pt x="42" y="313"/>
                </a:lnTo>
                <a:lnTo>
                  <a:pt x="40" y="315"/>
                </a:lnTo>
                <a:lnTo>
                  <a:pt x="39" y="315"/>
                </a:lnTo>
                <a:lnTo>
                  <a:pt x="38" y="315"/>
                </a:lnTo>
                <a:lnTo>
                  <a:pt x="35" y="317"/>
                </a:lnTo>
                <a:lnTo>
                  <a:pt x="33" y="317"/>
                </a:lnTo>
                <a:lnTo>
                  <a:pt x="37" y="317"/>
                </a:lnTo>
                <a:lnTo>
                  <a:pt x="40" y="318"/>
                </a:lnTo>
                <a:lnTo>
                  <a:pt x="41" y="320"/>
                </a:lnTo>
                <a:lnTo>
                  <a:pt x="43" y="321"/>
                </a:lnTo>
                <a:lnTo>
                  <a:pt x="45" y="322"/>
                </a:lnTo>
                <a:lnTo>
                  <a:pt x="47" y="322"/>
                </a:lnTo>
                <a:lnTo>
                  <a:pt x="48" y="324"/>
                </a:lnTo>
                <a:lnTo>
                  <a:pt x="48" y="325"/>
                </a:lnTo>
                <a:lnTo>
                  <a:pt x="48" y="326"/>
                </a:lnTo>
                <a:lnTo>
                  <a:pt x="51" y="327"/>
                </a:lnTo>
                <a:lnTo>
                  <a:pt x="51" y="329"/>
                </a:lnTo>
                <a:lnTo>
                  <a:pt x="53" y="329"/>
                </a:lnTo>
                <a:lnTo>
                  <a:pt x="57" y="329"/>
                </a:lnTo>
                <a:lnTo>
                  <a:pt x="57" y="334"/>
                </a:lnTo>
                <a:lnTo>
                  <a:pt x="57" y="336"/>
                </a:lnTo>
                <a:lnTo>
                  <a:pt x="56" y="337"/>
                </a:lnTo>
                <a:lnTo>
                  <a:pt x="56" y="338"/>
                </a:lnTo>
                <a:lnTo>
                  <a:pt x="57" y="338"/>
                </a:lnTo>
                <a:lnTo>
                  <a:pt x="57" y="338"/>
                </a:lnTo>
                <a:lnTo>
                  <a:pt x="58" y="338"/>
                </a:lnTo>
                <a:lnTo>
                  <a:pt x="59" y="340"/>
                </a:lnTo>
                <a:lnTo>
                  <a:pt x="61" y="339"/>
                </a:lnTo>
                <a:lnTo>
                  <a:pt x="63" y="338"/>
                </a:lnTo>
                <a:lnTo>
                  <a:pt x="63" y="340"/>
                </a:lnTo>
                <a:lnTo>
                  <a:pt x="63" y="341"/>
                </a:lnTo>
                <a:lnTo>
                  <a:pt x="63" y="342"/>
                </a:lnTo>
                <a:lnTo>
                  <a:pt x="65" y="342"/>
                </a:lnTo>
                <a:lnTo>
                  <a:pt x="65" y="343"/>
                </a:lnTo>
                <a:lnTo>
                  <a:pt x="64" y="343"/>
                </a:lnTo>
                <a:lnTo>
                  <a:pt x="65" y="344"/>
                </a:lnTo>
                <a:lnTo>
                  <a:pt x="69" y="345"/>
                </a:lnTo>
                <a:lnTo>
                  <a:pt x="69" y="347"/>
                </a:lnTo>
                <a:lnTo>
                  <a:pt x="71" y="346"/>
                </a:lnTo>
                <a:lnTo>
                  <a:pt x="72" y="347"/>
                </a:lnTo>
                <a:lnTo>
                  <a:pt x="75" y="343"/>
                </a:lnTo>
                <a:lnTo>
                  <a:pt x="78" y="342"/>
                </a:lnTo>
                <a:lnTo>
                  <a:pt x="74" y="337"/>
                </a:lnTo>
                <a:lnTo>
                  <a:pt x="75" y="337"/>
                </a:lnTo>
                <a:lnTo>
                  <a:pt x="81" y="335"/>
                </a:lnTo>
                <a:lnTo>
                  <a:pt x="83" y="334"/>
                </a:lnTo>
                <a:lnTo>
                  <a:pt x="84" y="334"/>
                </a:lnTo>
                <a:lnTo>
                  <a:pt x="87" y="336"/>
                </a:lnTo>
                <a:lnTo>
                  <a:pt x="94" y="337"/>
                </a:lnTo>
                <a:lnTo>
                  <a:pt x="100" y="332"/>
                </a:lnTo>
                <a:lnTo>
                  <a:pt x="109" y="329"/>
                </a:lnTo>
                <a:lnTo>
                  <a:pt x="110" y="329"/>
                </a:lnTo>
                <a:lnTo>
                  <a:pt x="113" y="330"/>
                </a:lnTo>
                <a:lnTo>
                  <a:pt x="112" y="333"/>
                </a:lnTo>
                <a:lnTo>
                  <a:pt x="114" y="336"/>
                </a:lnTo>
                <a:lnTo>
                  <a:pt x="115" y="338"/>
                </a:lnTo>
                <a:lnTo>
                  <a:pt x="114" y="340"/>
                </a:lnTo>
                <a:lnTo>
                  <a:pt x="114" y="341"/>
                </a:lnTo>
                <a:lnTo>
                  <a:pt x="112" y="342"/>
                </a:lnTo>
                <a:lnTo>
                  <a:pt x="109" y="348"/>
                </a:lnTo>
                <a:lnTo>
                  <a:pt x="101" y="353"/>
                </a:lnTo>
                <a:lnTo>
                  <a:pt x="102" y="356"/>
                </a:lnTo>
                <a:lnTo>
                  <a:pt x="103" y="359"/>
                </a:lnTo>
                <a:lnTo>
                  <a:pt x="100" y="360"/>
                </a:lnTo>
                <a:lnTo>
                  <a:pt x="100" y="362"/>
                </a:lnTo>
                <a:lnTo>
                  <a:pt x="100" y="366"/>
                </a:lnTo>
                <a:lnTo>
                  <a:pt x="105" y="368"/>
                </a:lnTo>
                <a:lnTo>
                  <a:pt x="109" y="372"/>
                </a:lnTo>
                <a:lnTo>
                  <a:pt x="114" y="376"/>
                </a:lnTo>
                <a:lnTo>
                  <a:pt x="118" y="375"/>
                </a:lnTo>
                <a:lnTo>
                  <a:pt x="118" y="374"/>
                </a:lnTo>
                <a:lnTo>
                  <a:pt x="125" y="373"/>
                </a:lnTo>
                <a:lnTo>
                  <a:pt x="126" y="373"/>
                </a:lnTo>
                <a:lnTo>
                  <a:pt x="129" y="372"/>
                </a:lnTo>
                <a:lnTo>
                  <a:pt x="130" y="371"/>
                </a:lnTo>
                <a:lnTo>
                  <a:pt x="134" y="370"/>
                </a:lnTo>
                <a:lnTo>
                  <a:pt x="139" y="370"/>
                </a:lnTo>
                <a:lnTo>
                  <a:pt x="139" y="368"/>
                </a:lnTo>
                <a:lnTo>
                  <a:pt x="140" y="368"/>
                </a:lnTo>
                <a:lnTo>
                  <a:pt x="142" y="367"/>
                </a:lnTo>
                <a:lnTo>
                  <a:pt x="143" y="366"/>
                </a:lnTo>
                <a:lnTo>
                  <a:pt x="142" y="364"/>
                </a:lnTo>
                <a:lnTo>
                  <a:pt x="143" y="363"/>
                </a:lnTo>
                <a:lnTo>
                  <a:pt x="142" y="360"/>
                </a:lnTo>
                <a:lnTo>
                  <a:pt x="142" y="358"/>
                </a:lnTo>
                <a:lnTo>
                  <a:pt x="143" y="357"/>
                </a:lnTo>
                <a:lnTo>
                  <a:pt x="144" y="356"/>
                </a:lnTo>
                <a:lnTo>
                  <a:pt x="143" y="354"/>
                </a:lnTo>
                <a:lnTo>
                  <a:pt x="143" y="354"/>
                </a:lnTo>
                <a:lnTo>
                  <a:pt x="143" y="353"/>
                </a:lnTo>
                <a:lnTo>
                  <a:pt x="143" y="353"/>
                </a:lnTo>
                <a:lnTo>
                  <a:pt x="143" y="352"/>
                </a:lnTo>
                <a:lnTo>
                  <a:pt x="143" y="350"/>
                </a:lnTo>
                <a:lnTo>
                  <a:pt x="143" y="350"/>
                </a:lnTo>
                <a:lnTo>
                  <a:pt x="144" y="349"/>
                </a:lnTo>
                <a:lnTo>
                  <a:pt x="143" y="348"/>
                </a:lnTo>
                <a:lnTo>
                  <a:pt x="144" y="347"/>
                </a:lnTo>
                <a:lnTo>
                  <a:pt x="144" y="345"/>
                </a:lnTo>
                <a:lnTo>
                  <a:pt x="146" y="343"/>
                </a:lnTo>
                <a:lnTo>
                  <a:pt x="145" y="342"/>
                </a:lnTo>
                <a:lnTo>
                  <a:pt x="147" y="341"/>
                </a:lnTo>
                <a:lnTo>
                  <a:pt x="147" y="340"/>
                </a:lnTo>
                <a:lnTo>
                  <a:pt x="147" y="338"/>
                </a:lnTo>
                <a:lnTo>
                  <a:pt x="148" y="336"/>
                </a:lnTo>
                <a:lnTo>
                  <a:pt x="149" y="336"/>
                </a:lnTo>
                <a:lnTo>
                  <a:pt x="150" y="337"/>
                </a:lnTo>
                <a:lnTo>
                  <a:pt x="151" y="336"/>
                </a:lnTo>
                <a:lnTo>
                  <a:pt x="151" y="334"/>
                </a:lnTo>
                <a:lnTo>
                  <a:pt x="153" y="333"/>
                </a:lnTo>
                <a:lnTo>
                  <a:pt x="155" y="334"/>
                </a:lnTo>
                <a:lnTo>
                  <a:pt x="155" y="333"/>
                </a:lnTo>
                <a:lnTo>
                  <a:pt x="156" y="331"/>
                </a:lnTo>
                <a:lnTo>
                  <a:pt x="157" y="332"/>
                </a:lnTo>
                <a:lnTo>
                  <a:pt x="159" y="331"/>
                </a:lnTo>
                <a:lnTo>
                  <a:pt x="159" y="331"/>
                </a:lnTo>
                <a:lnTo>
                  <a:pt x="160" y="332"/>
                </a:lnTo>
                <a:lnTo>
                  <a:pt x="159" y="335"/>
                </a:lnTo>
                <a:lnTo>
                  <a:pt x="160" y="335"/>
                </a:lnTo>
                <a:lnTo>
                  <a:pt x="161" y="337"/>
                </a:lnTo>
                <a:lnTo>
                  <a:pt x="162" y="338"/>
                </a:lnTo>
                <a:lnTo>
                  <a:pt x="163" y="339"/>
                </a:lnTo>
                <a:lnTo>
                  <a:pt x="162" y="341"/>
                </a:lnTo>
                <a:lnTo>
                  <a:pt x="158" y="346"/>
                </a:lnTo>
                <a:lnTo>
                  <a:pt x="157" y="349"/>
                </a:lnTo>
                <a:lnTo>
                  <a:pt x="157" y="352"/>
                </a:lnTo>
                <a:lnTo>
                  <a:pt x="156" y="354"/>
                </a:lnTo>
                <a:lnTo>
                  <a:pt x="154" y="355"/>
                </a:lnTo>
                <a:lnTo>
                  <a:pt x="157" y="357"/>
                </a:lnTo>
                <a:lnTo>
                  <a:pt x="162" y="359"/>
                </a:lnTo>
                <a:lnTo>
                  <a:pt x="164" y="360"/>
                </a:lnTo>
                <a:lnTo>
                  <a:pt x="165" y="359"/>
                </a:lnTo>
                <a:lnTo>
                  <a:pt x="166" y="359"/>
                </a:lnTo>
                <a:lnTo>
                  <a:pt x="166" y="359"/>
                </a:lnTo>
                <a:lnTo>
                  <a:pt x="167" y="359"/>
                </a:lnTo>
                <a:lnTo>
                  <a:pt x="168" y="360"/>
                </a:lnTo>
                <a:lnTo>
                  <a:pt x="169" y="360"/>
                </a:lnTo>
                <a:lnTo>
                  <a:pt x="170" y="362"/>
                </a:lnTo>
                <a:lnTo>
                  <a:pt x="171" y="362"/>
                </a:lnTo>
                <a:lnTo>
                  <a:pt x="171" y="363"/>
                </a:lnTo>
                <a:lnTo>
                  <a:pt x="171" y="364"/>
                </a:lnTo>
                <a:lnTo>
                  <a:pt x="172" y="363"/>
                </a:lnTo>
                <a:lnTo>
                  <a:pt x="173" y="365"/>
                </a:lnTo>
                <a:lnTo>
                  <a:pt x="175" y="365"/>
                </a:lnTo>
                <a:lnTo>
                  <a:pt x="176" y="365"/>
                </a:lnTo>
                <a:lnTo>
                  <a:pt x="176" y="366"/>
                </a:lnTo>
                <a:lnTo>
                  <a:pt x="181" y="367"/>
                </a:lnTo>
                <a:lnTo>
                  <a:pt x="181" y="368"/>
                </a:lnTo>
                <a:lnTo>
                  <a:pt x="182" y="369"/>
                </a:lnTo>
                <a:lnTo>
                  <a:pt x="182" y="369"/>
                </a:lnTo>
                <a:lnTo>
                  <a:pt x="182" y="370"/>
                </a:lnTo>
                <a:lnTo>
                  <a:pt x="184" y="370"/>
                </a:lnTo>
                <a:lnTo>
                  <a:pt x="186" y="369"/>
                </a:lnTo>
                <a:lnTo>
                  <a:pt x="187" y="370"/>
                </a:lnTo>
                <a:lnTo>
                  <a:pt x="189" y="370"/>
                </a:lnTo>
                <a:lnTo>
                  <a:pt x="191" y="369"/>
                </a:lnTo>
                <a:lnTo>
                  <a:pt x="192" y="370"/>
                </a:lnTo>
                <a:lnTo>
                  <a:pt x="195" y="369"/>
                </a:lnTo>
                <a:lnTo>
                  <a:pt x="195" y="366"/>
                </a:lnTo>
                <a:lnTo>
                  <a:pt x="195" y="363"/>
                </a:lnTo>
                <a:lnTo>
                  <a:pt x="196" y="362"/>
                </a:lnTo>
                <a:lnTo>
                  <a:pt x="195" y="360"/>
                </a:lnTo>
                <a:lnTo>
                  <a:pt x="196" y="360"/>
                </a:lnTo>
                <a:lnTo>
                  <a:pt x="197" y="361"/>
                </a:lnTo>
                <a:lnTo>
                  <a:pt x="198" y="363"/>
                </a:lnTo>
                <a:lnTo>
                  <a:pt x="199" y="362"/>
                </a:lnTo>
                <a:lnTo>
                  <a:pt x="199" y="361"/>
                </a:lnTo>
                <a:lnTo>
                  <a:pt x="200" y="361"/>
                </a:lnTo>
                <a:lnTo>
                  <a:pt x="199" y="360"/>
                </a:lnTo>
                <a:lnTo>
                  <a:pt x="200" y="359"/>
                </a:lnTo>
                <a:lnTo>
                  <a:pt x="198" y="358"/>
                </a:lnTo>
                <a:lnTo>
                  <a:pt x="197" y="357"/>
                </a:lnTo>
                <a:lnTo>
                  <a:pt x="198" y="356"/>
                </a:lnTo>
                <a:lnTo>
                  <a:pt x="198" y="355"/>
                </a:lnTo>
                <a:lnTo>
                  <a:pt x="198" y="353"/>
                </a:lnTo>
                <a:lnTo>
                  <a:pt x="199" y="352"/>
                </a:lnTo>
                <a:lnTo>
                  <a:pt x="199" y="351"/>
                </a:lnTo>
                <a:lnTo>
                  <a:pt x="201" y="349"/>
                </a:lnTo>
                <a:lnTo>
                  <a:pt x="203" y="347"/>
                </a:lnTo>
                <a:lnTo>
                  <a:pt x="204" y="347"/>
                </a:lnTo>
                <a:lnTo>
                  <a:pt x="204" y="347"/>
                </a:lnTo>
                <a:lnTo>
                  <a:pt x="204" y="346"/>
                </a:lnTo>
                <a:lnTo>
                  <a:pt x="204" y="345"/>
                </a:lnTo>
                <a:lnTo>
                  <a:pt x="205" y="345"/>
                </a:lnTo>
                <a:lnTo>
                  <a:pt x="206" y="343"/>
                </a:lnTo>
                <a:lnTo>
                  <a:pt x="207" y="342"/>
                </a:lnTo>
                <a:lnTo>
                  <a:pt x="207" y="343"/>
                </a:lnTo>
                <a:lnTo>
                  <a:pt x="209" y="341"/>
                </a:lnTo>
                <a:lnTo>
                  <a:pt x="209" y="340"/>
                </a:lnTo>
                <a:lnTo>
                  <a:pt x="210" y="339"/>
                </a:lnTo>
                <a:lnTo>
                  <a:pt x="209" y="338"/>
                </a:lnTo>
                <a:lnTo>
                  <a:pt x="211" y="337"/>
                </a:lnTo>
                <a:lnTo>
                  <a:pt x="212" y="335"/>
                </a:lnTo>
                <a:lnTo>
                  <a:pt x="214" y="335"/>
                </a:lnTo>
                <a:lnTo>
                  <a:pt x="213" y="335"/>
                </a:lnTo>
                <a:lnTo>
                  <a:pt x="214" y="333"/>
                </a:lnTo>
                <a:lnTo>
                  <a:pt x="213" y="332"/>
                </a:lnTo>
                <a:lnTo>
                  <a:pt x="213" y="332"/>
                </a:lnTo>
                <a:lnTo>
                  <a:pt x="214" y="333"/>
                </a:lnTo>
                <a:lnTo>
                  <a:pt x="215" y="333"/>
                </a:lnTo>
                <a:lnTo>
                  <a:pt x="218" y="331"/>
                </a:lnTo>
                <a:lnTo>
                  <a:pt x="217" y="329"/>
                </a:lnTo>
                <a:lnTo>
                  <a:pt x="217" y="329"/>
                </a:lnTo>
                <a:lnTo>
                  <a:pt x="217" y="328"/>
                </a:lnTo>
                <a:lnTo>
                  <a:pt x="217" y="327"/>
                </a:lnTo>
                <a:lnTo>
                  <a:pt x="219" y="328"/>
                </a:lnTo>
                <a:lnTo>
                  <a:pt x="221" y="330"/>
                </a:lnTo>
                <a:lnTo>
                  <a:pt x="222" y="330"/>
                </a:lnTo>
                <a:lnTo>
                  <a:pt x="222" y="329"/>
                </a:lnTo>
                <a:lnTo>
                  <a:pt x="223" y="329"/>
                </a:lnTo>
                <a:lnTo>
                  <a:pt x="224" y="329"/>
                </a:lnTo>
                <a:lnTo>
                  <a:pt x="225" y="331"/>
                </a:lnTo>
                <a:lnTo>
                  <a:pt x="227" y="331"/>
                </a:lnTo>
                <a:lnTo>
                  <a:pt x="227" y="329"/>
                </a:lnTo>
                <a:lnTo>
                  <a:pt x="230" y="325"/>
                </a:lnTo>
                <a:lnTo>
                  <a:pt x="231" y="325"/>
                </a:lnTo>
                <a:lnTo>
                  <a:pt x="232" y="324"/>
                </a:lnTo>
                <a:lnTo>
                  <a:pt x="233" y="324"/>
                </a:lnTo>
                <a:lnTo>
                  <a:pt x="234" y="323"/>
                </a:lnTo>
                <a:lnTo>
                  <a:pt x="234" y="324"/>
                </a:lnTo>
                <a:lnTo>
                  <a:pt x="234" y="325"/>
                </a:lnTo>
                <a:lnTo>
                  <a:pt x="233" y="325"/>
                </a:lnTo>
                <a:lnTo>
                  <a:pt x="233" y="326"/>
                </a:lnTo>
                <a:lnTo>
                  <a:pt x="233" y="327"/>
                </a:lnTo>
                <a:lnTo>
                  <a:pt x="233" y="328"/>
                </a:lnTo>
                <a:lnTo>
                  <a:pt x="233" y="328"/>
                </a:lnTo>
                <a:lnTo>
                  <a:pt x="233" y="328"/>
                </a:lnTo>
                <a:lnTo>
                  <a:pt x="234" y="328"/>
                </a:lnTo>
                <a:lnTo>
                  <a:pt x="234" y="327"/>
                </a:lnTo>
                <a:lnTo>
                  <a:pt x="235" y="327"/>
                </a:lnTo>
                <a:lnTo>
                  <a:pt x="238" y="327"/>
                </a:lnTo>
                <a:lnTo>
                  <a:pt x="238" y="327"/>
                </a:lnTo>
                <a:lnTo>
                  <a:pt x="238" y="325"/>
                </a:lnTo>
                <a:lnTo>
                  <a:pt x="239" y="325"/>
                </a:lnTo>
                <a:lnTo>
                  <a:pt x="239" y="324"/>
                </a:lnTo>
                <a:lnTo>
                  <a:pt x="239" y="323"/>
                </a:lnTo>
                <a:lnTo>
                  <a:pt x="239" y="322"/>
                </a:lnTo>
                <a:lnTo>
                  <a:pt x="239" y="322"/>
                </a:lnTo>
                <a:lnTo>
                  <a:pt x="240" y="321"/>
                </a:lnTo>
                <a:lnTo>
                  <a:pt x="243" y="321"/>
                </a:lnTo>
                <a:lnTo>
                  <a:pt x="245" y="322"/>
                </a:lnTo>
                <a:lnTo>
                  <a:pt x="246" y="322"/>
                </a:lnTo>
                <a:lnTo>
                  <a:pt x="247" y="322"/>
                </a:lnTo>
                <a:lnTo>
                  <a:pt x="248" y="322"/>
                </a:lnTo>
                <a:lnTo>
                  <a:pt x="247" y="321"/>
                </a:lnTo>
                <a:lnTo>
                  <a:pt x="248" y="320"/>
                </a:lnTo>
                <a:lnTo>
                  <a:pt x="248" y="318"/>
                </a:lnTo>
                <a:lnTo>
                  <a:pt x="248" y="317"/>
                </a:lnTo>
                <a:lnTo>
                  <a:pt x="250" y="312"/>
                </a:lnTo>
                <a:lnTo>
                  <a:pt x="251" y="311"/>
                </a:lnTo>
                <a:lnTo>
                  <a:pt x="252" y="310"/>
                </a:lnTo>
                <a:lnTo>
                  <a:pt x="252" y="309"/>
                </a:lnTo>
                <a:lnTo>
                  <a:pt x="253" y="308"/>
                </a:lnTo>
                <a:lnTo>
                  <a:pt x="253" y="307"/>
                </a:lnTo>
                <a:lnTo>
                  <a:pt x="255" y="305"/>
                </a:lnTo>
                <a:lnTo>
                  <a:pt x="258" y="307"/>
                </a:lnTo>
                <a:lnTo>
                  <a:pt x="260" y="308"/>
                </a:lnTo>
                <a:lnTo>
                  <a:pt x="262" y="307"/>
                </a:lnTo>
                <a:lnTo>
                  <a:pt x="263" y="304"/>
                </a:lnTo>
                <a:lnTo>
                  <a:pt x="265" y="303"/>
                </a:lnTo>
                <a:lnTo>
                  <a:pt x="269" y="302"/>
                </a:lnTo>
                <a:lnTo>
                  <a:pt x="270" y="304"/>
                </a:lnTo>
                <a:lnTo>
                  <a:pt x="273" y="303"/>
                </a:lnTo>
                <a:lnTo>
                  <a:pt x="274" y="303"/>
                </a:lnTo>
                <a:lnTo>
                  <a:pt x="276" y="300"/>
                </a:lnTo>
                <a:lnTo>
                  <a:pt x="277" y="300"/>
                </a:lnTo>
                <a:lnTo>
                  <a:pt x="278" y="299"/>
                </a:lnTo>
                <a:lnTo>
                  <a:pt x="279" y="300"/>
                </a:lnTo>
                <a:lnTo>
                  <a:pt x="279" y="300"/>
                </a:lnTo>
                <a:lnTo>
                  <a:pt x="280" y="299"/>
                </a:lnTo>
                <a:lnTo>
                  <a:pt x="282" y="298"/>
                </a:lnTo>
                <a:lnTo>
                  <a:pt x="282" y="297"/>
                </a:lnTo>
                <a:lnTo>
                  <a:pt x="281" y="296"/>
                </a:lnTo>
                <a:lnTo>
                  <a:pt x="282" y="295"/>
                </a:lnTo>
                <a:lnTo>
                  <a:pt x="282" y="294"/>
                </a:lnTo>
                <a:lnTo>
                  <a:pt x="282" y="293"/>
                </a:lnTo>
                <a:lnTo>
                  <a:pt x="283" y="293"/>
                </a:lnTo>
                <a:lnTo>
                  <a:pt x="282" y="292"/>
                </a:lnTo>
                <a:lnTo>
                  <a:pt x="282" y="292"/>
                </a:lnTo>
                <a:lnTo>
                  <a:pt x="282" y="292"/>
                </a:lnTo>
                <a:lnTo>
                  <a:pt x="281" y="291"/>
                </a:lnTo>
                <a:lnTo>
                  <a:pt x="282" y="291"/>
                </a:lnTo>
                <a:lnTo>
                  <a:pt x="281" y="289"/>
                </a:lnTo>
                <a:lnTo>
                  <a:pt x="281" y="289"/>
                </a:lnTo>
                <a:lnTo>
                  <a:pt x="280" y="289"/>
                </a:lnTo>
                <a:lnTo>
                  <a:pt x="280" y="288"/>
                </a:lnTo>
                <a:lnTo>
                  <a:pt x="277" y="285"/>
                </a:lnTo>
                <a:lnTo>
                  <a:pt x="278" y="285"/>
                </a:lnTo>
                <a:lnTo>
                  <a:pt x="278" y="284"/>
                </a:lnTo>
                <a:lnTo>
                  <a:pt x="280" y="283"/>
                </a:lnTo>
                <a:lnTo>
                  <a:pt x="280" y="282"/>
                </a:lnTo>
                <a:lnTo>
                  <a:pt x="279" y="281"/>
                </a:lnTo>
                <a:lnTo>
                  <a:pt x="279" y="282"/>
                </a:lnTo>
                <a:lnTo>
                  <a:pt x="279" y="281"/>
                </a:lnTo>
                <a:lnTo>
                  <a:pt x="278" y="280"/>
                </a:lnTo>
                <a:lnTo>
                  <a:pt x="278" y="280"/>
                </a:lnTo>
                <a:lnTo>
                  <a:pt x="278" y="279"/>
                </a:lnTo>
                <a:lnTo>
                  <a:pt x="277" y="278"/>
                </a:lnTo>
                <a:lnTo>
                  <a:pt x="278" y="276"/>
                </a:lnTo>
                <a:lnTo>
                  <a:pt x="279" y="275"/>
                </a:lnTo>
                <a:lnTo>
                  <a:pt x="281" y="275"/>
                </a:lnTo>
                <a:lnTo>
                  <a:pt x="283" y="275"/>
                </a:lnTo>
                <a:lnTo>
                  <a:pt x="282" y="273"/>
                </a:lnTo>
                <a:lnTo>
                  <a:pt x="283" y="273"/>
                </a:lnTo>
                <a:lnTo>
                  <a:pt x="282" y="272"/>
                </a:lnTo>
                <a:lnTo>
                  <a:pt x="282" y="271"/>
                </a:lnTo>
                <a:lnTo>
                  <a:pt x="282" y="270"/>
                </a:lnTo>
                <a:lnTo>
                  <a:pt x="282" y="269"/>
                </a:lnTo>
                <a:lnTo>
                  <a:pt x="284" y="265"/>
                </a:lnTo>
                <a:lnTo>
                  <a:pt x="286" y="265"/>
                </a:lnTo>
                <a:lnTo>
                  <a:pt x="286" y="264"/>
                </a:lnTo>
                <a:lnTo>
                  <a:pt x="286" y="263"/>
                </a:lnTo>
                <a:lnTo>
                  <a:pt x="286" y="263"/>
                </a:lnTo>
                <a:lnTo>
                  <a:pt x="286" y="262"/>
                </a:lnTo>
                <a:lnTo>
                  <a:pt x="286" y="261"/>
                </a:lnTo>
                <a:lnTo>
                  <a:pt x="287" y="261"/>
                </a:lnTo>
                <a:lnTo>
                  <a:pt x="288" y="261"/>
                </a:lnTo>
                <a:lnTo>
                  <a:pt x="290" y="261"/>
                </a:lnTo>
                <a:lnTo>
                  <a:pt x="291" y="260"/>
                </a:lnTo>
                <a:lnTo>
                  <a:pt x="292" y="261"/>
                </a:lnTo>
                <a:lnTo>
                  <a:pt x="292" y="262"/>
                </a:lnTo>
                <a:lnTo>
                  <a:pt x="293" y="263"/>
                </a:lnTo>
                <a:lnTo>
                  <a:pt x="294" y="267"/>
                </a:lnTo>
                <a:lnTo>
                  <a:pt x="294" y="267"/>
                </a:lnTo>
                <a:lnTo>
                  <a:pt x="293" y="268"/>
                </a:lnTo>
                <a:lnTo>
                  <a:pt x="293" y="269"/>
                </a:lnTo>
                <a:lnTo>
                  <a:pt x="294" y="270"/>
                </a:lnTo>
                <a:lnTo>
                  <a:pt x="294" y="272"/>
                </a:lnTo>
                <a:lnTo>
                  <a:pt x="293" y="272"/>
                </a:lnTo>
                <a:lnTo>
                  <a:pt x="296" y="272"/>
                </a:lnTo>
                <a:lnTo>
                  <a:pt x="296" y="272"/>
                </a:lnTo>
                <a:lnTo>
                  <a:pt x="297" y="272"/>
                </a:lnTo>
                <a:lnTo>
                  <a:pt x="299" y="272"/>
                </a:lnTo>
                <a:lnTo>
                  <a:pt x="299" y="273"/>
                </a:lnTo>
                <a:lnTo>
                  <a:pt x="300" y="272"/>
                </a:lnTo>
                <a:lnTo>
                  <a:pt x="300" y="271"/>
                </a:lnTo>
                <a:lnTo>
                  <a:pt x="300" y="271"/>
                </a:lnTo>
                <a:lnTo>
                  <a:pt x="301" y="272"/>
                </a:lnTo>
                <a:lnTo>
                  <a:pt x="302" y="272"/>
                </a:lnTo>
                <a:lnTo>
                  <a:pt x="301" y="271"/>
                </a:lnTo>
                <a:lnTo>
                  <a:pt x="301" y="270"/>
                </a:lnTo>
                <a:lnTo>
                  <a:pt x="300" y="270"/>
                </a:lnTo>
                <a:lnTo>
                  <a:pt x="301" y="269"/>
                </a:lnTo>
                <a:lnTo>
                  <a:pt x="302" y="269"/>
                </a:lnTo>
                <a:lnTo>
                  <a:pt x="306" y="266"/>
                </a:lnTo>
                <a:lnTo>
                  <a:pt x="306" y="265"/>
                </a:lnTo>
                <a:lnTo>
                  <a:pt x="307" y="265"/>
                </a:lnTo>
                <a:lnTo>
                  <a:pt x="308" y="263"/>
                </a:lnTo>
                <a:lnTo>
                  <a:pt x="309" y="263"/>
                </a:lnTo>
                <a:lnTo>
                  <a:pt x="310" y="263"/>
                </a:lnTo>
                <a:lnTo>
                  <a:pt x="312" y="266"/>
                </a:lnTo>
                <a:lnTo>
                  <a:pt x="313" y="266"/>
                </a:lnTo>
                <a:lnTo>
                  <a:pt x="314" y="266"/>
                </a:lnTo>
                <a:lnTo>
                  <a:pt x="313" y="265"/>
                </a:lnTo>
                <a:lnTo>
                  <a:pt x="313" y="264"/>
                </a:lnTo>
                <a:lnTo>
                  <a:pt x="315" y="264"/>
                </a:lnTo>
                <a:lnTo>
                  <a:pt x="315" y="263"/>
                </a:lnTo>
                <a:lnTo>
                  <a:pt x="316" y="262"/>
                </a:lnTo>
                <a:lnTo>
                  <a:pt x="316" y="261"/>
                </a:lnTo>
                <a:lnTo>
                  <a:pt x="317" y="260"/>
                </a:lnTo>
                <a:lnTo>
                  <a:pt x="318" y="261"/>
                </a:lnTo>
                <a:lnTo>
                  <a:pt x="318" y="262"/>
                </a:lnTo>
                <a:lnTo>
                  <a:pt x="319" y="262"/>
                </a:lnTo>
                <a:lnTo>
                  <a:pt x="319" y="261"/>
                </a:lnTo>
                <a:lnTo>
                  <a:pt x="320" y="261"/>
                </a:lnTo>
                <a:lnTo>
                  <a:pt x="320" y="262"/>
                </a:lnTo>
                <a:lnTo>
                  <a:pt x="322" y="262"/>
                </a:lnTo>
                <a:lnTo>
                  <a:pt x="323" y="261"/>
                </a:lnTo>
                <a:lnTo>
                  <a:pt x="323" y="260"/>
                </a:lnTo>
                <a:lnTo>
                  <a:pt x="324" y="260"/>
                </a:lnTo>
                <a:lnTo>
                  <a:pt x="326" y="259"/>
                </a:lnTo>
                <a:lnTo>
                  <a:pt x="325" y="258"/>
                </a:lnTo>
                <a:lnTo>
                  <a:pt x="325" y="256"/>
                </a:lnTo>
                <a:lnTo>
                  <a:pt x="324" y="256"/>
                </a:lnTo>
                <a:lnTo>
                  <a:pt x="324" y="255"/>
                </a:lnTo>
                <a:lnTo>
                  <a:pt x="325" y="255"/>
                </a:lnTo>
                <a:lnTo>
                  <a:pt x="326" y="254"/>
                </a:lnTo>
                <a:lnTo>
                  <a:pt x="325" y="251"/>
                </a:lnTo>
                <a:lnTo>
                  <a:pt x="325" y="251"/>
                </a:lnTo>
                <a:lnTo>
                  <a:pt x="328" y="248"/>
                </a:lnTo>
                <a:lnTo>
                  <a:pt x="333" y="248"/>
                </a:lnTo>
                <a:lnTo>
                  <a:pt x="333" y="248"/>
                </a:lnTo>
                <a:lnTo>
                  <a:pt x="333" y="247"/>
                </a:lnTo>
                <a:lnTo>
                  <a:pt x="332" y="247"/>
                </a:lnTo>
                <a:lnTo>
                  <a:pt x="333" y="246"/>
                </a:lnTo>
                <a:lnTo>
                  <a:pt x="333" y="245"/>
                </a:lnTo>
                <a:lnTo>
                  <a:pt x="334" y="245"/>
                </a:lnTo>
                <a:lnTo>
                  <a:pt x="335" y="245"/>
                </a:lnTo>
                <a:lnTo>
                  <a:pt x="336" y="245"/>
                </a:lnTo>
                <a:lnTo>
                  <a:pt x="337" y="245"/>
                </a:lnTo>
                <a:lnTo>
                  <a:pt x="339" y="244"/>
                </a:lnTo>
                <a:lnTo>
                  <a:pt x="339" y="244"/>
                </a:lnTo>
                <a:lnTo>
                  <a:pt x="339" y="245"/>
                </a:lnTo>
                <a:lnTo>
                  <a:pt x="340" y="246"/>
                </a:lnTo>
                <a:lnTo>
                  <a:pt x="343" y="249"/>
                </a:lnTo>
                <a:lnTo>
                  <a:pt x="343" y="250"/>
                </a:lnTo>
                <a:lnTo>
                  <a:pt x="344" y="251"/>
                </a:lnTo>
                <a:lnTo>
                  <a:pt x="343" y="252"/>
                </a:lnTo>
                <a:lnTo>
                  <a:pt x="343" y="252"/>
                </a:lnTo>
                <a:lnTo>
                  <a:pt x="345" y="253"/>
                </a:lnTo>
                <a:lnTo>
                  <a:pt x="345" y="255"/>
                </a:lnTo>
                <a:lnTo>
                  <a:pt x="346" y="255"/>
                </a:lnTo>
                <a:lnTo>
                  <a:pt x="346" y="256"/>
                </a:lnTo>
                <a:lnTo>
                  <a:pt x="347" y="256"/>
                </a:lnTo>
                <a:lnTo>
                  <a:pt x="347" y="256"/>
                </a:lnTo>
                <a:lnTo>
                  <a:pt x="347" y="255"/>
                </a:lnTo>
                <a:lnTo>
                  <a:pt x="348" y="255"/>
                </a:lnTo>
                <a:lnTo>
                  <a:pt x="349" y="255"/>
                </a:lnTo>
                <a:lnTo>
                  <a:pt x="349" y="256"/>
                </a:lnTo>
                <a:lnTo>
                  <a:pt x="348" y="256"/>
                </a:lnTo>
                <a:lnTo>
                  <a:pt x="349" y="257"/>
                </a:lnTo>
                <a:lnTo>
                  <a:pt x="349" y="258"/>
                </a:lnTo>
                <a:lnTo>
                  <a:pt x="349" y="258"/>
                </a:lnTo>
                <a:lnTo>
                  <a:pt x="350" y="260"/>
                </a:lnTo>
                <a:lnTo>
                  <a:pt x="350" y="260"/>
                </a:lnTo>
                <a:lnTo>
                  <a:pt x="350" y="262"/>
                </a:lnTo>
                <a:lnTo>
                  <a:pt x="349" y="262"/>
                </a:lnTo>
                <a:lnTo>
                  <a:pt x="349" y="261"/>
                </a:lnTo>
                <a:lnTo>
                  <a:pt x="348" y="261"/>
                </a:lnTo>
                <a:lnTo>
                  <a:pt x="347" y="262"/>
                </a:lnTo>
                <a:lnTo>
                  <a:pt x="347" y="263"/>
                </a:lnTo>
                <a:lnTo>
                  <a:pt x="347" y="264"/>
                </a:lnTo>
                <a:lnTo>
                  <a:pt x="348" y="264"/>
                </a:lnTo>
                <a:lnTo>
                  <a:pt x="349" y="265"/>
                </a:lnTo>
                <a:lnTo>
                  <a:pt x="349" y="266"/>
                </a:lnTo>
                <a:lnTo>
                  <a:pt x="350" y="267"/>
                </a:lnTo>
                <a:lnTo>
                  <a:pt x="351" y="268"/>
                </a:lnTo>
                <a:lnTo>
                  <a:pt x="350" y="269"/>
                </a:lnTo>
                <a:lnTo>
                  <a:pt x="352" y="269"/>
                </a:lnTo>
                <a:lnTo>
                  <a:pt x="352" y="270"/>
                </a:lnTo>
                <a:lnTo>
                  <a:pt x="352" y="271"/>
                </a:lnTo>
                <a:lnTo>
                  <a:pt x="352" y="272"/>
                </a:lnTo>
                <a:lnTo>
                  <a:pt x="355" y="271"/>
                </a:lnTo>
                <a:lnTo>
                  <a:pt x="357" y="270"/>
                </a:lnTo>
                <a:lnTo>
                  <a:pt x="358" y="271"/>
                </a:lnTo>
                <a:lnTo>
                  <a:pt x="359" y="270"/>
                </a:lnTo>
                <a:lnTo>
                  <a:pt x="360" y="270"/>
                </a:lnTo>
                <a:lnTo>
                  <a:pt x="360" y="270"/>
                </a:lnTo>
                <a:lnTo>
                  <a:pt x="361" y="271"/>
                </a:lnTo>
                <a:lnTo>
                  <a:pt x="362" y="271"/>
                </a:lnTo>
                <a:lnTo>
                  <a:pt x="366" y="271"/>
                </a:lnTo>
                <a:lnTo>
                  <a:pt x="366" y="270"/>
                </a:lnTo>
                <a:lnTo>
                  <a:pt x="368" y="270"/>
                </a:lnTo>
                <a:lnTo>
                  <a:pt x="368" y="268"/>
                </a:lnTo>
                <a:lnTo>
                  <a:pt x="368" y="268"/>
                </a:lnTo>
                <a:lnTo>
                  <a:pt x="369" y="267"/>
                </a:lnTo>
                <a:lnTo>
                  <a:pt x="369" y="265"/>
                </a:lnTo>
                <a:lnTo>
                  <a:pt x="368" y="264"/>
                </a:lnTo>
                <a:lnTo>
                  <a:pt x="368" y="264"/>
                </a:lnTo>
                <a:lnTo>
                  <a:pt x="369" y="264"/>
                </a:lnTo>
                <a:lnTo>
                  <a:pt x="369" y="263"/>
                </a:lnTo>
                <a:lnTo>
                  <a:pt x="367" y="263"/>
                </a:lnTo>
                <a:lnTo>
                  <a:pt x="367" y="262"/>
                </a:lnTo>
                <a:lnTo>
                  <a:pt x="366" y="261"/>
                </a:lnTo>
                <a:lnTo>
                  <a:pt x="367" y="260"/>
                </a:lnTo>
                <a:lnTo>
                  <a:pt x="366" y="259"/>
                </a:lnTo>
                <a:lnTo>
                  <a:pt x="366" y="257"/>
                </a:lnTo>
                <a:lnTo>
                  <a:pt x="366" y="255"/>
                </a:lnTo>
                <a:lnTo>
                  <a:pt x="367" y="254"/>
                </a:lnTo>
                <a:lnTo>
                  <a:pt x="367" y="252"/>
                </a:lnTo>
                <a:lnTo>
                  <a:pt x="366" y="252"/>
                </a:lnTo>
                <a:lnTo>
                  <a:pt x="365" y="252"/>
                </a:lnTo>
                <a:lnTo>
                  <a:pt x="364" y="250"/>
                </a:lnTo>
                <a:lnTo>
                  <a:pt x="364" y="250"/>
                </a:lnTo>
                <a:lnTo>
                  <a:pt x="364" y="249"/>
                </a:lnTo>
                <a:lnTo>
                  <a:pt x="365" y="248"/>
                </a:lnTo>
                <a:lnTo>
                  <a:pt x="367" y="247"/>
                </a:lnTo>
                <a:lnTo>
                  <a:pt x="367" y="246"/>
                </a:lnTo>
                <a:lnTo>
                  <a:pt x="367" y="245"/>
                </a:lnTo>
                <a:lnTo>
                  <a:pt x="369" y="246"/>
                </a:lnTo>
                <a:lnTo>
                  <a:pt x="368" y="247"/>
                </a:lnTo>
                <a:lnTo>
                  <a:pt x="370" y="247"/>
                </a:lnTo>
                <a:lnTo>
                  <a:pt x="370" y="248"/>
                </a:lnTo>
                <a:lnTo>
                  <a:pt x="372" y="249"/>
                </a:lnTo>
                <a:lnTo>
                  <a:pt x="374" y="248"/>
                </a:lnTo>
                <a:lnTo>
                  <a:pt x="374" y="251"/>
                </a:lnTo>
                <a:lnTo>
                  <a:pt x="376" y="253"/>
                </a:lnTo>
                <a:lnTo>
                  <a:pt x="376" y="255"/>
                </a:lnTo>
                <a:lnTo>
                  <a:pt x="377" y="255"/>
                </a:lnTo>
                <a:lnTo>
                  <a:pt x="378" y="257"/>
                </a:lnTo>
                <a:lnTo>
                  <a:pt x="378" y="257"/>
                </a:lnTo>
                <a:lnTo>
                  <a:pt x="379" y="258"/>
                </a:lnTo>
                <a:lnTo>
                  <a:pt x="378" y="259"/>
                </a:lnTo>
                <a:lnTo>
                  <a:pt x="379" y="259"/>
                </a:lnTo>
                <a:lnTo>
                  <a:pt x="380" y="259"/>
                </a:lnTo>
                <a:lnTo>
                  <a:pt x="380" y="258"/>
                </a:lnTo>
                <a:lnTo>
                  <a:pt x="380" y="257"/>
                </a:lnTo>
                <a:lnTo>
                  <a:pt x="381" y="256"/>
                </a:lnTo>
                <a:lnTo>
                  <a:pt x="382" y="255"/>
                </a:lnTo>
                <a:lnTo>
                  <a:pt x="382" y="255"/>
                </a:lnTo>
                <a:lnTo>
                  <a:pt x="382" y="254"/>
                </a:lnTo>
                <a:lnTo>
                  <a:pt x="382" y="254"/>
                </a:lnTo>
                <a:lnTo>
                  <a:pt x="382" y="254"/>
                </a:lnTo>
                <a:lnTo>
                  <a:pt x="382" y="253"/>
                </a:lnTo>
                <a:lnTo>
                  <a:pt x="382" y="253"/>
                </a:lnTo>
                <a:lnTo>
                  <a:pt x="383" y="252"/>
                </a:lnTo>
                <a:lnTo>
                  <a:pt x="384" y="252"/>
                </a:lnTo>
                <a:lnTo>
                  <a:pt x="384" y="251"/>
                </a:lnTo>
                <a:lnTo>
                  <a:pt x="384" y="250"/>
                </a:lnTo>
                <a:lnTo>
                  <a:pt x="385" y="250"/>
                </a:lnTo>
                <a:lnTo>
                  <a:pt x="384" y="249"/>
                </a:lnTo>
                <a:lnTo>
                  <a:pt x="386" y="247"/>
                </a:lnTo>
                <a:lnTo>
                  <a:pt x="387" y="248"/>
                </a:lnTo>
                <a:lnTo>
                  <a:pt x="388" y="246"/>
                </a:lnTo>
                <a:lnTo>
                  <a:pt x="390" y="245"/>
                </a:lnTo>
                <a:lnTo>
                  <a:pt x="390" y="245"/>
                </a:lnTo>
                <a:lnTo>
                  <a:pt x="391" y="245"/>
                </a:lnTo>
                <a:lnTo>
                  <a:pt x="391" y="244"/>
                </a:lnTo>
                <a:lnTo>
                  <a:pt x="391" y="244"/>
                </a:lnTo>
                <a:lnTo>
                  <a:pt x="393" y="245"/>
                </a:lnTo>
                <a:lnTo>
                  <a:pt x="394" y="244"/>
                </a:lnTo>
                <a:lnTo>
                  <a:pt x="396" y="241"/>
                </a:lnTo>
                <a:lnTo>
                  <a:pt x="397" y="241"/>
                </a:lnTo>
                <a:lnTo>
                  <a:pt x="397" y="239"/>
                </a:lnTo>
                <a:lnTo>
                  <a:pt x="398" y="238"/>
                </a:lnTo>
                <a:lnTo>
                  <a:pt x="399" y="238"/>
                </a:lnTo>
                <a:lnTo>
                  <a:pt x="401" y="238"/>
                </a:lnTo>
                <a:lnTo>
                  <a:pt x="401" y="237"/>
                </a:lnTo>
                <a:lnTo>
                  <a:pt x="401" y="237"/>
                </a:lnTo>
                <a:lnTo>
                  <a:pt x="403" y="238"/>
                </a:lnTo>
                <a:lnTo>
                  <a:pt x="403" y="238"/>
                </a:lnTo>
                <a:lnTo>
                  <a:pt x="404" y="237"/>
                </a:lnTo>
                <a:lnTo>
                  <a:pt x="405" y="236"/>
                </a:lnTo>
                <a:lnTo>
                  <a:pt x="405" y="237"/>
                </a:lnTo>
                <a:lnTo>
                  <a:pt x="405" y="236"/>
                </a:lnTo>
                <a:lnTo>
                  <a:pt x="405" y="236"/>
                </a:lnTo>
                <a:lnTo>
                  <a:pt x="406" y="235"/>
                </a:lnTo>
                <a:lnTo>
                  <a:pt x="406" y="234"/>
                </a:lnTo>
                <a:lnTo>
                  <a:pt x="406" y="233"/>
                </a:lnTo>
                <a:lnTo>
                  <a:pt x="406" y="233"/>
                </a:lnTo>
                <a:lnTo>
                  <a:pt x="406" y="232"/>
                </a:lnTo>
                <a:lnTo>
                  <a:pt x="408" y="231"/>
                </a:lnTo>
                <a:lnTo>
                  <a:pt x="410" y="231"/>
                </a:lnTo>
                <a:lnTo>
                  <a:pt x="410" y="230"/>
                </a:lnTo>
                <a:lnTo>
                  <a:pt x="413" y="231"/>
                </a:lnTo>
                <a:lnTo>
                  <a:pt x="414" y="231"/>
                </a:lnTo>
                <a:lnTo>
                  <a:pt x="413" y="230"/>
                </a:lnTo>
                <a:lnTo>
                  <a:pt x="414" y="229"/>
                </a:lnTo>
                <a:lnTo>
                  <a:pt x="413" y="229"/>
                </a:lnTo>
                <a:lnTo>
                  <a:pt x="412" y="228"/>
                </a:lnTo>
                <a:lnTo>
                  <a:pt x="414" y="227"/>
                </a:lnTo>
                <a:lnTo>
                  <a:pt x="416" y="227"/>
                </a:lnTo>
                <a:lnTo>
                  <a:pt x="416" y="227"/>
                </a:lnTo>
                <a:lnTo>
                  <a:pt x="416" y="228"/>
                </a:lnTo>
                <a:lnTo>
                  <a:pt x="417" y="228"/>
                </a:lnTo>
                <a:lnTo>
                  <a:pt x="419" y="228"/>
                </a:lnTo>
                <a:lnTo>
                  <a:pt x="421" y="229"/>
                </a:lnTo>
                <a:lnTo>
                  <a:pt x="421" y="228"/>
                </a:lnTo>
                <a:lnTo>
                  <a:pt x="422" y="227"/>
                </a:lnTo>
                <a:lnTo>
                  <a:pt x="422" y="228"/>
                </a:lnTo>
                <a:lnTo>
                  <a:pt x="423" y="227"/>
                </a:lnTo>
                <a:lnTo>
                  <a:pt x="424" y="227"/>
                </a:lnTo>
                <a:lnTo>
                  <a:pt x="426" y="225"/>
                </a:lnTo>
                <a:lnTo>
                  <a:pt x="425" y="225"/>
                </a:lnTo>
                <a:lnTo>
                  <a:pt x="425" y="223"/>
                </a:lnTo>
                <a:lnTo>
                  <a:pt x="426" y="221"/>
                </a:lnTo>
                <a:lnTo>
                  <a:pt x="430" y="220"/>
                </a:lnTo>
                <a:lnTo>
                  <a:pt x="431" y="220"/>
                </a:lnTo>
                <a:lnTo>
                  <a:pt x="432" y="216"/>
                </a:lnTo>
                <a:lnTo>
                  <a:pt x="432" y="215"/>
                </a:lnTo>
                <a:lnTo>
                  <a:pt x="432" y="215"/>
                </a:lnTo>
                <a:lnTo>
                  <a:pt x="432" y="214"/>
                </a:lnTo>
                <a:lnTo>
                  <a:pt x="432" y="214"/>
                </a:lnTo>
                <a:lnTo>
                  <a:pt x="432" y="212"/>
                </a:lnTo>
                <a:lnTo>
                  <a:pt x="430" y="212"/>
                </a:lnTo>
                <a:lnTo>
                  <a:pt x="429" y="211"/>
                </a:lnTo>
                <a:lnTo>
                  <a:pt x="429" y="212"/>
                </a:lnTo>
                <a:lnTo>
                  <a:pt x="428" y="211"/>
                </a:lnTo>
                <a:lnTo>
                  <a:pt x="427" y="211"/>
                </a:lnTo>
                <a:lnTo>
                  <a:pt x="427" y="212"/>
                </a:lnTo>
                <a:lnTo>
                  <a:pt x="426" y="210"/>
                </a:lnTo>
                <a:lnTo>
                  <a:pt x="425" y="210"/>
                </a:lnTo>
                <a:lnTo>
                  <a:pt x="425" y="210"/>
                </a:lnTo>
                <a:lnTo>
                  <a:pt x="425" y="209"/>
                </a:lnTo>
                <a:lnTo>
                  <a:pt x="425" y="208"/>
                </a:lnTo>
                <a:lnTo>
                  <a:pt x="427" y="209"/>
                </a:lnTo>
                <a:lnTo>
                  <a:pt x="427" y="208"/>
                </a:lnTo>
                <a:lnTo>
                  <a:pt x="426" y="207"/>
                </a:lnTo>
                <a:lnTo>
                  <a:pt x="428" y="207"/>
                </a:lnTo>
                <a:lnTo>
                  <a:pt x="428" y="207"/>
                </a:lnTo>
                <a:lnTo>
                  <a:pt x="428" y="206"/>
                </a:lnTo>
                <a:lnTo>
                  <a:pt x="427" y="205"/>
                </a:lnTo>
                <a:lnTo>
                  <a:pt x="427" y="204"/>
                </a:lnTo>
                <a:lnTo>
                  <a:pt x="427" y="203"/>
                </a:lnTo>
                <a:lnTo>
                  <a:pt x="426" y="202"/>
                </a:lnTo>
                <a:lnTo>
                  <a:pt x="426" y="202"/>
                </a:lnTo>
                <a:lnTo>
                  <a:pt x="424" y="199"/>
                </a:lnTo>
                <a:lnTo>
                  <a:pt x="424" y="199"/>
                </a:lnTo>
                <a:lnTo>
                  <a:pt x="423" y="198"/>
                </a:lnTo>
                <a:lnTo>
                  <a:pt x="423" y="197"/>
                </a:lnTo>
                <a:lnTo>
                  <a:pt x="423" y="197"/>
                </a:lnTo>
                <a:lnTo>
                  <a:pt x="423" y="195"/>
                </a:lnTo>
                <a:lnTo>
                  <a:pt x="422" y="194"/>
                </a:lnTo>
                <a:lnTo>
                  <a:pt x="421" y="193"/>
                </a:lnTo>
                <a:lnTo>
                  <a:pt x="420" y="192"/>
                </a:lnTo>
                <a:lnTo>
                  <a:pt x="418" y="191"/>
                </a:lnTo>
                <a:lnTo>
                  <a:pt x="418" y="191"/>
                </a:lnTo>
                <a:lnTo>
                  <a:pt x="418" y="190"/>
                </a:lnTo>
                <a:lnTo>
                  <a:pt x="418" y="188"/>
                </a:lnTo>
                <a:lnTo>
                  <a:pt x="416" y="189"/>
                </a:lnTo>
                <a:lnTo>
                  <a:pt x="414" y="191"/>
                </a:lnTo>
                <a:lnTo>
                  <a:pt x="413" y="192"/>
                </a:lnTo>
                <a:lnTo>
                  <a:pt x="412" y="194"/>
                </a:lnTo>
                <a:lnTo>
                  <a:pt x="409" y="196"/>
                </a:lnTo>
                <a:lnTo>
                  <a:pt x="406" y="197"/>
                </a:lnTo>
                <a:lnTo>
                  <a:pt x="405" y="196"/>
                </a:lnTo>
                <a:lnTo>
                  <a:pt x="405" y="195"/>
                </a:lnTo>
                <a:lnTo>
                  <a:pt x="405" y="191"/>
                </a:lnTo>
                <a:lnTo>
                  <a:pt x="404" y="191"/>
                </a:lnTo>
                <a:lnTo>
                  <a:pt x="404" y="190"/>
                </a:lnTo>
                <a:lnTo>
                  <a:pt x="403" y="190"/>
                </a:lnTo>
                <a:lnTo>
                  <a:pt x="402" y="189"/>
                </a:lnTo>
                <a:lnTo>
                  <a:pt x="401" y="187"/>
                </a:lnTo>
                <a:lnTo>
                  <a:pt x="402" y="186"/>
                </a:lnTo>
                <a:lnTo>
                  <a:pt x="402" y="186"/>
                </a:lnTo>
                <a:lnTo>
                  <a:pt x="401" y="186"/>
                </a:lnTo>
                <a:lnTo>
                  <a:pt x="401" y="185"/>
                </a:lnTo>
                <a:lnTo>
                  <a:pt x="401" y="185"/>
                </a:lnTo>
                <a:lnTo>
                  <a:pt x="402" y="185"/>
                </a:lnTo>
                <a:lnTo>
                  <a:pt x="401" y="185"/>
                </a:lnTo>
                <a:lnTo>
                  <a:pt x="399" y="182"/>
                </a:lnTo>
                <a:lnTo>
                  <a:pt x="400" y="182"/>
                </a:lnTo>
                <a:lnTo>
                  <a:pt x="399" y="180"/>
                </a:lnTo>
                <a:lnTo>
                  <a:pt x="400" y="179"/>
                </a:lnTo>
                <a:lnTo>
                  <a:pt x="399" y="177"/>
                </a:lnTo>
                <a:lnTo>
                  <a:pt x="400" y="176"/>
                </a:lnTo>
                <a:lnTo>
                  <a:pt x="400" y="176"/>
                </a:lnTo>
                <a:lnTo>
                  <a:pt x="401" y="175"/>
                </a:lnTo>
                <a:lnTo>
                  <a:pt x="401" y="174"/>
                </a:lnTo>
                <a:lnTo>
                  <a:pt x="399" y="173"/>
                </a:lnTo>
                <a:lnTo>
                  <a:pt x="399" y="172"/>
                </a:lnTo>
                <a:lnTo>
                  <a:pt x="399" y="171"/>
                </a:lnTo>
                <a:lnTo>
                  <a:pt x="399" y="170"/>
                </a:lnTo>
                <a:lnTo>
                  <a:pt x="396" y="169"/>
                </a:lnTo>
                <a:lnTo>
                  <a:pt x="395" y="167"/>
                </a:lnTo>
                <a:lnTo>
                  <a:pt x="396" y="167"/>
                </a:lnTo>
                <a:lnTo>
                  <a:pt x="396" y="167"/>
                </a:lnTo>
                <a:lnTo>
                  <a:pt x="395" y="165"/>
                </a:lnTo>
                <a:lnTo>
                  <a:pt x="393" y="165"/>
                </a:lnTo>
                <a:lnTo>
                  <a:pt x="393" y="165"/>
                </a:lnTo>
                <a:lnTo>
                  <a:pt x="393" y="166"/>
                </a:lnTo>
                <a:lnTo>
                  <a:pt x="391" y="166"/>
                </a:lnTo>
                <a:lnTo>
                  <a:pt x="390" y="165"/>
                </a:lnTo>
                <a:lnTo>
                  <a:pt x="390" y="164"/>
                </a:lnTo>
                <a:lnTo>
                  <a:pt x="391" y="164"/>
                </a:lnTo>
                <a:lnTo>
                  <a:pt x="391" y="163"/>
                </a:lnTo>
                <a:lnTo>
                  <a:pt x="391" y="162"/>
                </a:lnTo>
                <a:lnTo>
                  <a:pt x="392" y="161"/>
                </a:lnTo>
                <a:lnTo>
                  <a:pt x="391" y="160"/>
                </a:lnTo>
                <a:lnTo>
                  <a:pt x="391" y="159"/>
                </a:lnTo>
                <a:lnTo>
                  <a:pt x="392" y="158"/>
                </a:lnTo>
                <a:lnTo>
                  <a:pt x="392" y="159"/>
                </a:lnTo>
                <a:lnTo>
                  <a:pt x="393" y="158"/>
                </a:lnTo>
                <a:lnTo>
                  <a:pt x="393" y="159"/>
                </a:lnTo>
                <a:lnTo>
                  <a:pt x="395" y="159"/>
                </a:lnTo>
                <a:lnTo>
                  <a:pt x="396" y="161"/>
                </a:lnTo>
                <a:lnTo>
                  <a:pt x="398" y="161"/>
                </a:lnTo>
                <a:lnTo>
                  <a:pt x="399" y="162"/>
                </a:lnTo>
                <a:lnTo>
                  <a:pt x="400" y="162"/>
                </a:lnTo>
                <a:lnTo>
                  <a:pt x="400" y="160"/>
                </a:lnTo>
                <a:lnTo>
                  <a:pt x="401" y="160"/>
                </a:lnTo>
                <a:lnTo>
                  <a:pt x="400" y="159"/>
                </a:lnTo>
                <a:lnTo>
                  <a:pt x="402" y="159"/>
                </a:lnTo>
                <a:lnTo>
                  <a:pt x="403" y="160"/>
                </a:lnTo>
                <a:lnTo>
                  <a:pt x="403" y="162"/>
                </a:lnTo>
                <a:lnTo>
                  <a:pt x="404" y="161"/>
                </a:lnTo>
                <a:lnTo>
                  <a:pt x="405" y="161"/>
                </a:lnTo>
                <a:lnTo>
                  <a:pt x="405" y="162"/>
                </a:lnTo>
                <a:lnTo>
                  <a:pt x="406" y="163"/>
                </a:lnTo>
                <a:lnTo>
                  <a:pt x="407" y="163"/>
                </a:lnTo>
                <a:lnTo>
                  <a:pt x="407" y="162"/>
                </a:lnTo>
                <a:lnTo>
                  <a:pt x="408" y="161"/>
                </a:lnTo>
                <a:lnTo>
                  <a:pt x="407" y="160"/>
                </a:lnTo>
                <a:lnTo>
                  <a:pt x="407" y="159"/>
                </a:lnTo>
                <a:lnTo>
                  <a:pt x="407" y="158"/>
                </a:lnTo>
                <a:lnTo>
                  <a:pt x="406" y="154"/>
                </a:lnTo>
                <a:lnTo>
                  <a:pt x="410" y="153"/>
                </a:lnTo>
                <a:lnTo>
                  <a:pt x="411" y="152"/>
                </a:lnTo>
                <a:lnTo>
                  <a:pt x="411" y="151"/>
                </a:lnTo>
                <a:lnTo>
                  <a:pt x="411" y="151"/>
                </a:lnTo>
                <a:lnTo>
                  <a:pt x="411" y="150"/>
                </a:lnTo>
                <a:lnTo>
                  <a:pt x="412" y="149"/>
                </a:lnTo>
                <a:lnTo>
                  <a:pt x="408" y="146"/>
                </a:lnTo>
                <a:lnTo>
                  <a:pt x="407" y="143"/>
                </a:lnTo>
                <a:lnTo>
                  <a:pt x="408" y="142"/>
                </a:lnTo>
                <a:lnTo>
                  <a:pt x="408" y="142"/>
                </a:lnTo>
                <a:lnTo>
                  <a:pt x="408" y="141"/>
                </a:lnTo>
                <a:lnTo>
                  <a:pt x="409" y="142"/>
                </a:lnTo>
                <a:lnTo>
                  <a:pt x="410" y="141"/>
                </a:lnTo>
                <a:lnTo>
                  <a:pt x="411" y="142"/>
                </a:lnTo>
                <a:lnTo>
                  <a:pt x="412" y="141"/>
                </a:lnTo>
                <a:lnTo>
                  <a:pt x="411" y="140"/>
                </a:lnTo>
                <a:lnTo>
                  <a:pt x="416" y="138"/>
                </a:lnTo>
                <a:lnTo>
                  <a:pt x="416" y="138"/>
                </a:lnTo>
                <a:lnTo>
                  <a:pt x="416" y="136"/>
                </a:lnTo>
                <a:lnTo>
                  <a:pt x="415" y="136"/>
                </a:lnTo>
                <a:lnTo>
                  <a:pt x="416" y="135"/>
                </a:lnTo>
                <a:lnTo>
                  <a:pt x="415" y="135"/>
                </a:lnTo>
                <a:lnTo>
                  <a:pt x="415" y="134"/>
                </a:lnTo>
                <a:lnTo>
                  <a:pt x="415" y="134"/>
                </a:lnTo>
                <a:lnTo>
                  <a:pt x="415" y="136"/>
                </a:lnTo>
                <a:lnTo>
                  <a:pt x="414" y="136"/>
                </a:lnTo>
                <a:lnTo>
                  <a:pt x="414" y="135"/>
                </a:lnTo>
                <a:lnTo>
                  <a:pt x="414" y="133"/>
                </a:lnTo>
                <a:lnTo>
                  <a:pt x="413" y="133"/>
                </a:lnTo>
                <a:lnTo>
                  <a:pt x="412" y="134"/>
                </a:lnTo>
                <a:lnTo>
                  <a:pt x="410" y="133"/>
                </a:lnTo>
                <a:lnTo>
                  <a:pt x="410" y="133"/>
                </a:lnTo>
                <a:lnTo>
                  <a:pt x="411" y="133"/>
                </a:lnTo>
                <a:lnTo>
                  <a:pt x="412" y="134"/>
                </a:lnTo>
                <a:lnTo>
                  <a:pt x="412" y="136"/>
                </a:lnTo>
                <a:lnTo>
                  <a:pt x="412" y="136"/>
                </a:lnTo>
                <a:lnTo>
                  <a:pt x="411" y="136"/>
                </a:lnTo>
                <a:lnTo>
                  <a:pt x="410" y="136"/>
                </a:lnTo>
                <a:lnTo>
                  <a:pt x="410" y="137"/>
                </a:lnTo>
                <a:lnTo>
                  <a:pt x="409" y="139"/>
                </a:lnTo>
                <a:lnTo>
                  <a:pt x="408" y="139"/>
                </a:lnTo>
                <a:lnTo>
                  <a:pt x="407" y="139"/>
                </a:lnTo>
                <a:lnTo>
                  <a:pt x="407" y="139"/>
                </a:lnTo>
                <a:lnTo>
                  <a:pt x="407" y="139"/>
                </a:lnTo>
                <a:lnTo>
                  <a:pt x="405" y="138"/>
                </a:lnTo>
                <a:lnTo>
                  <a:pt x="404" y="135"/>
                </a:lnTo>
                <a:lnTo>
                  <a:pt x="404" y="135"/>
                </a:lnTo>
                <a:lnTo>
                  <a:pt x="403" y="135"/>
                </a:lnTo>
                <a:lnTo>
                  <a:pt x="403" y="135"/>
                </a:lnTo>
                <a:lnTo>
                  <a:pt x="402" y="135"/>
                </a:lnTo>
                <a:lnTo>
                  <a:pt x="402" y="134"/>
                </a:lnTo>
                <a:lnTo>
                  <a:pt x="403" y="133"/>
                </a:lnTo>
                <a:lnTo>
                  <a:pt x="403" y="132"/>
                </a:lnTo>
                <a:lnTo>
                  <a:pt x="400" y="132"/>
                </a:lnTo>
                <a:lnTo>
                  <a:pt x="399" y="132"/>
                </a:lnTo>
                <a:lnTo>
                  <a:pt x="398" y="130"/>
                </a:lnTo>
                <a:lnTo>
                  <a:pt x="395" y="127"/>
                </a:lnTo>
                <a:lnTo>
                  <a:pt x="397" y="126"/>
                </a:lnTo>
                <a:lnTo>
                  <a:pt x="397" y="124"/>
                </a:lnTo>
                <a:lnTo>
                  <a:pt x="397" y="122"/>
                </a:lnTo>
                <a:lnTo>
                  <a:pt x="400" y="121"/>
                </a:lnTo>
                <a:lnTo>
                  <a:pt x="401" y="119"/>
                </a:lnTo>
                <a:lnTo>
                  <a:pt x="405" y="116"/>
                </a:lnTo>
                <a:lnTo>
                  <a:pt x="406" y="115"/>
                </a:lnTo>
                <a:lnTo>
                  <a:pt x="406" y="112"/>
                </a:lnTo>
                <a:lnTo>
                  <a:pt x="410" y="109"/>
                </a:lnTo>
                <a:lnTo>
                  <a:pt x="412" y="105"/>
                </a:lnTo>
                <a:lnTo>
                  <a:pt x="416" y="99"/>
                </a:lnTo>
                <a:lnTo>
                  <a:pt x="418" y="96"/>
                </a:lnTo>
                <a:lnTo>
                  <a:pt x="419" y="97"/>
                </a:lnTo>
                <a:lnTo>
                  <a:pt x="419" y="98"/>
                </a:lnTo>
                <a:lnTo>
                  <a:pt x="420" y="98"/>
                </a:lnTo>
                <a:lnTo>
                  <a:pt x="420" y="99"/>
                </a:lnTo>
                <a:lnTo>
                  <a:pt x="420" y="99"/>
                </a:lnTo>
                <a:lnTo>
                  <a:pt x="420" y="100"/>
                </a:lnTo>
                <a:lnTo>
                  <a:pt x="421" y="101"/>
                </a:lnTo>
                <a:lnTo>
                  <a:pt x="422" y="102"/>
                </a:lnTo>
                <a:lnTo>
                  <a:pt x="422" y="103"/>
                </a:lnTo>
                <a:lnTo>
                  <a:pt x="423" y="103"/>
                </a:lnTo>
                <a:lnTo>
                  <a:pt x="423" y="104"/>
                </a:lnTo>
                <a:lnTo>
                  <a:pt x="423" y="105"/>
                </a:lnTo>
                <a:lnTo>
                  <a:pt x="422" y="105"/>
                </a:lnTo>
                <a:lnTo>
                  <a:pt x="423" y="105"/>
                </a:lnTo>
                <a:lnTo>
                  <a:pt x="423" y="104"/>
                </a:lnTo>
                <a:lnTo>
                  <a:pt x="424" y="104"/>
                </a:lnTo>
                <a:lnTo>
                  <a:pt x="424" y="103"/>
                </a:lnTo>
                <a:lnTo>
                  <a:pt x="424" y="101"/>
                </a:lnTo>
                <a:lnTo>
                  <a:pt x="424" y="101"/>
                </a:lnTo>
                <a:lnTo>
                  <a:pt x="424" y="100"/>
                </a:lnTo>
                <a:lnTo>
                  <a:pt x="423" y="99"/>
                </a:lnTo>
                <a:lnTo>
                  <a:pt x="423" y="98"/>
                </a:lnTo>
                <a:lnTo>
                  <a:pt x="422" y="97"/>
                </a:lnTo>
                <a:lnTo>
                  <a:pt x="423" y="97"/>
                </a:lnTo>
                <a:lnTo>
                  <a:pt x="422" y="96"/>
                </a:lnTo>
                <a:lnTo>
                  <a:pt x="423" y="95"/>
                </a:lnTo>
                <a:lnTo>
                  <a:pt x="422" y="95"/>
                </a:lnTo>
                <a:lnTo>
                  <a:pt x="423" y="93"/>
                </a:lnTo>
                <a:lnTo>
                  <a:pt x="423" y="91"/>
                </a:lnTo>
                <a:lnTo>
                  <a:pt x="423" y="90"/>
                </a:lnTo>
                <a:lnTo>
                  <a:pt x="423" y="90"/>
                </a:lnTo>
                <a:lnTo>
                  <a:pt x="423" y="88"/>
                </a:lnTo>
                <a:lnTo>
                  <a:pt x="423" y="88"/>
                </a:lnTo>
                <a:lnTo>
                  <a:pt x="423" y="86"/>
                </a:lnTo>
                <a:lnTo>
                  <a:pt x="424" y="86"/>
                </a:lnTo>
                <a:lnTo>
                  <a:pt x="424" y="85"/>
                </a:lnTo>
                <a:lnTo>
                  <a:pt x="424" y="84"/>
                </a:lnTo>
                <a:lnTo>
                  <a:pt x="424" y="83"/>
                </a:lnTo>
                <a:lnTo>
                  <a:pt x="424" y="82"/>
                </a:lnTo>
                <a:lnTo>
                  <a:pt x="424" y="81"/>
                </a:lnTo>
                <a:lnTo>
                  <a:pt x="424" y="81"/>
                </a:lnTo>
                <a:lnTo>
                  <a:pt x="425" y="80"/>
                </a:lnTo>
                <a:lnTo>
                  <a:pt x="426" y="80"/>
                </a:lnTo>
                <a:lnTo>
                  <a:pt x="427" y="80"/>
                </a:lnTo>
                <a:lnTo>
                  <a:pt x="427" y="80"/>
                </a:lnTo>
                <a:lnTo>
                  <a:pt x="428" y="81"/>
                </a:lnTo>
                <a:lnTo>
                  <a:pt x="429" y="80"/>
                </a:lnTo>
                <a:lnTo>
                  <a:pt x="429" y="79"/>
                </a:lnTo>
                <a:lnTo>
                  <a:pt x="430" y="79"/>
                </a:lnTo>
                <a:lnTo>
                  <a:pt x="429" y="77"/>
                </a:lnTo>
                <a:lnTo>
                  <a:pt x="430" y="76"/>
                </a:lnTo>
                <a:lnTo>
                  <a:pt x="429" y="75"/>
                </a:lnTo>
                <a:lnTo>
                  <a:pt x="430" y="75"/>
                </a:lnTo>
                <a:lnTo>
                  <a:pt x="429" y="74"/>
                </a:lnTo>
                <a:lnTo>
                  <a:pt x="429" y="74"/>
                </a:lnTo>
                <a:lnTo>
                  <a:pt x="429" y="73"/>
                </a:lnTo>
                <a:lnTo>
                  <a:pt x="428" y="73"/>
                </a:lnTo>
                <a:lnTo>
                  <a:pt x="428" y="71"/>
                </a:lnTo>
                <a:lnTo>
                  <a:pt x="428" y="71"/>
                </a:lnTo>
                <a:lnTo>
                  <a:pt x="428" y="70"/>
                </a:lnTo>
                <a:lnTo>
                  <a:pt x="427" y="70"/>
                </a:lnTo>
                <a:lnTo>
                  <a:pt x="427" y="70"/>
                </a:lnTo>
                <a:lnTo>
                  <a:pt x="427" y="70"/>
                </a:lnTo>
                <a:lnTo>
                  <a:pt x="426" y="69"/>
                </a:lnTo>
                <a:lnTo>
                  <a:pt x="426" y="69"/>
                </a:lnTo>
                <a:lnTo>
                  <a:pt x="427" y="69"/>
                </a:lnTo>
                <a:lnTo>
                  <a:pt x="427" y="69"/>
                </a:lnTo>
                <a:lnTo>
                  <a:pt x="427" y="69"/>
                </a:lnTo>
                <a:lnTo>
                  <a:pt x="427" y="69"/>
                </a:lnTo>
                <a:lnTo>
                  <a:pt x="427" y="67"/>
                </a:lnTo>
                <a:lnTo>
                  <a:pt x="427" y="67"/>
                </a:lnTo>
                <a:lnTo>
                  <a:pt x="427" y="66"/>
                </a:lnTo>
                <a:lnTo>
                  <a:pt x="426" y="65"/>
                </a:lnTo>
                <a:lnTo>
                  <a:pt x="427" y="65"/>
                </a:lnTo>
                <a:lnTo>
                  <a:pt x="427" y="64"/>
                </a:lnTo>
                <a:lnTo>
                  <a:pt x="427" y="64"/>
                </a:lnTo>
                <a:lnTo>
                  <a:pt x="426" y="62"/>
                </a:lnTo>
                <a:lnTo>
                  <a:pt x="426" y="62"/>
                </a:lnTo>
                <a:lnTo>
                  <a:pt x="426" y="62"/>
                </a:lnTo>
                <a:lnTo>
                  <a:pt x="427" y="61"/>
                </a:lnTo>
                <a:lnTo>
                  <a:pt x="426" y="60"/>
                </a:lnTo>
                <a:lnTo>
                  <a:pt x="427" y="60"/>
                </a:lnTo>
                <a:lnTo>
                  <a:pt x="427" y="60"/>
                </a:lnTo>
                <a:lnTo>
                  <a:pt x="427" y="60"/>
                </a:lnTo>
                <a:lnTo>
                  <a:pt x="426" y="60"/>
                </a:lnTo>
                <a:lnTo>
                  <a:pt x="426" y="59"/>
                </a:lnTo>
                <a:lnTo>
                  <a:pt x="426" y="59"/>
                </a:lnTo>
                <a:lnTo>
                  <a:pt x="427" y="58"/>
                </a:lnTo>
                <a:lnTo>
                  <a:pt x="428" y="58"/>
                </a:lnTo>
                <a:lnTo>
                  <a:pt x="427" y="58"/>
                </a:lnTo>
                <a:lnTo>
                  <a:pt x="428" y="56"/>
                </a:lnTo>
                <a:lnTo>
                  <a:pt x="428" y="55"/>
                </a:lnTo>
                <a:lnTo>
                  <a:pt x="428" y="55"/>
                </a:lnTo>
                <a:lnTo>
                  <a:pt x="428" y="54"/>
                </a:lnTo>
                <a:lnTo>
                  <a:pt x="429" y="53"/>
                </a:lnTo>
                <a:lnTo>
                  <a:pt x="429" y="53"/>
                </a:lnTo>
                <a:lnTo>
                  <a:pt x="429" y="53"/>
                </a:lnTo>
                <a:lnTo>
                  <a:pt x="428" y="52"/>
                </a:lnTo>
                <a:lnTo>
                  <a:pt x="429" y="51"/>
                </a:lnTo>
                <a:lnTo>
                  <a:pt x="429" y="52"/>
                </a:lnTo>
                <a:lnTo>
                  <a:pt x="429" y="51"/>
                </a:lnTo>
                <a:lnTo>
                  <a:pt x="429" y="51"/>
                </a:lnTo>
                <a:lnTo>
                  <a:pt x="430" y="51"/>
                </a:lnTo>
                <a:lnTo>
                  <a:pt x="432" y="47"/>
                </a:lnTo>
                <a:lnTo>
                  <a:pt x="431" y="45"/>
                </a:lnTo>
                <a:lnTo>
                  <a:pt x="431" y="44"/>
                </a:lnTo>
                <a:lnTo>
                  <a:pt x="431" y="44"/>
                </a:lnTo>
                <a:lnTo>
                  <a:pt x="431" y="44"/>
                </a:lnTo>
                <a:lnTo>
                  <a:pt x="430" y="44"/>
                </a:lnTo>
                <a:lnTo>
                  <a:pt x="431" y="43"/>
                </a:lnTo>
                <a:lnTo>
                  <a:pt x="431" y="43"/>
                </a:lnTo>
                <a:lnTo>
                  <a:pt x="431" y="43"/>
                </a:lnTo>
                <a:lnTo>
                  <a:pt x="431" y="42"/>
                </a:lnTo>
                <a:lnTo>
                  <a:pt x="432" y="42"/>
                </a:lnTo>
                <a:lnTo>
                  <a:pt x="432" y="42"/>
                </a:lnTo>
                <a:lnTo>
                  <a:pt x="432" y="42"/>
                </a:lnTo>
                <a:lnTo>
                  <a:pt x="432" y="40"/>
                </a:lnTo>
                <a:lnTo>
                  <a:pt x="433" y="40"/>
                </a:lnTo>
                <a:lnTo>
                  <a:pt x="433" y="40"/>
                </a:lnTo>
                <a:lnTo>
                  <a:pt x="433" y="39"/>
                </a:lnTo>
                <a:lnTo>
                  <a:pt x="434" y="38"/>
                </a:lnTo>
                <a:lnTo>
                  <a:pt x="433" y="37"/>
                </a:lnTo>
                <a:lnTo>
                  <a:pt x="433" y="36"/>
                </a:lnTo>
                <a:lnTo>
                  <a:pt x="432" y="36"/>
                </a:lnTo>
                <a:lnTo>
                  <a:pt x="432" y="35"/>
                </a:lnTo>
                <a:lnTo>
                  <a:pt x="431" y="35"/>
                </a:lnTo>
                <a:lnTo>
                  <a:pt x="431" y="35"/>
                </a:lnTo>
                <a:lnTo>
                  <a:pt x="430" y="35"/>
                </a:lnTo>
                <a:lnTo>
                  <a:pt x="429" y="33"/>
                </a:lnTo>
                <a:lnTo>
                  <a:pt x="428" y="33"/>
                </a:lnTo>
                <a:lnTo>
                  <a:pt x="428" y="33"/>
                </a:lnTo>
                <a:lnTo>
                  <a:pt x="427" y="31"/>
                </a:lnTo>
                <a:lnTo>
                  <a:pt x="420" y="26"/>
                </a:lnTo>
                <a:lnTo>
                  <a:pt x="420" y="27"/>
                </a:lnTo>
                <a:lnTo>
                  <a:pt x="420" y="26"/>
                </a:lnTo>
                <a:lnTo>
                  <a:pt x="417" y="27"/>
                </a:lnTo>
                <a:lnTo>
                  <a:pt x="417" y="26"/>
                </a:lnTo>
                <a:lnTo>
                  <a:pt x="417" y="26"/>
                </a:lnTo>
                <a:lnTo>
                  <a:pt x="416" y="28"/>
                </a:lnTo>
                <a:lnTo>
                  <a:pt x="417" y="28"/>
                </a:lnTo>
                <a:lnTo>
                  <a:pt x="417" y="29"/>
                </a:lnTo>
                <a:lnTo>
                  <a:pt x="415" y="30"/>
                </a:lnTo>
                <a:lnTo>
                  <a:pt x="415" y="31"/>
                </a:lnTo>
                <a:lnTo>
                  <a:pt x="415" y="31"/>
                </a:lnTo>
                <a:lnTo>
                  <a:pt x="415" y="33"/>
                </a:lnTo>
                <a:lnTo>
                  <a:pt x="413" y="33"/>
                </a:lnTo>
                <a:lnTo>
                  <a:pt x="412" y="34"/>
                </a:lnTo>
                <a:lnTo>
                  <a:pt x="412" y="35"/>
                </a:lnTo>
                <a:lnTo>
                  <a:pt x="411" y="34"/>
                </a:lnTo>
                <a:lnTo>
                  <a:pt x="409" y="34"/>
                </a:lnTo>
                <a:lnTo>
                  <a:pt x="409" y="34"/>
                </a:lnTo>
                <a:lnTo>
                  <a:pt x="409" y="36"/>
                </a:lnTo>
                <a:lnTo>
                  <a:pt x="407" y="36"/>
                </a:lnTo>
                <a:lnTo>
                  <a:pt x="406" y="35"/>
                </a:lnTo>
                <a:lnTo>
                  <a:pt x="404" y="36"/>
                </a:lnTo>
                <a:lnTo>
                  <a:pt x="404" y="36"/>
                </a:lnTo>
                <a:lnTo>
                  <a:pt x="403" y="36"/>
                </a:lnTo>
                <a:lnTo>
                  <a:pt x="402" y="37"/>
                </a:lnTo>
                <a:lnTo>
                  <a:pt x="400" y="36"/>
                </a:lnTo>
                <a:lnTo>
                  <a:pt x="400" y="36"/>
                </a:lnTo>
                <a:lnTo>
                  <a:pt x="398" y="36"/>
                </a:lnTo>
                <a:lnTo>
                  <a:pt x="398" y="37"/>
                </a:lnTo>
                <a:lnTo>
                  <a:pt x="398" y="37"/>
                </a:lnTo>
                <a:lnTo>
                  <a:pt x="395" y="39"/>
                </a:lnTo>
                <a:lnTo>
                  <a:pt x="393" y="39"/>
                </a:lnTo>
                <a:lnTo>
                  <a:pt x="393" y="40"/>
                </a:lnTo>
                <a:lnTo>
                  <a:pt x="389" y="39"/>
                </a:lnTo>
                <a:lnTo>
                  <a:pt x="388" y="39"/>
                </a:lnTo>
                <a:lnTo>
                  <a:pt x="388" y="39"/>
                </a:lnTo>
                <a:lnTo>
                  <a:pt x="388" y="38"/>
                </a:lnTo>
                <a:lnTo>
                  <a:pt x="387" y="37"/>
                </a:lnTo>
                <a:lnTo>
                  <a:pt x="386" y="37"/>
                </a:lnTo>
                <a:lnTo>
                  <a:pt x="386" y="36"/>
                </a:lnTo>
                <a:lnTo>
                  <a:pt x="386" y="35"/>
                </a:lnTo>
                <a:lnTo>
                  <a:pt x="386" y="35"/>
                </a:lnTo>
                <a:lnTo>
                  <a:pt x="386" y="35"/>
                </a:lnTo>
                <a:lnTo>
                  <a:pt x="386" y="34"/>
                </a:lnTo>
                <a:lnTo>
                  <a:pt x="385" y="34"/>
                </a:lnTo>
                <a:lnTo>
                  <a:pt x="385" y="33"/>
                </a:lnTo>
                <a:lnTo>
                  <a:pt x="385" y="33"/>
                </a:lnTo>
                <a:lnTo>
                  <a:pt x="383" y="31"/>
                </a:lnTo>
                <a:lnTo>
                  <a:pt x="383" y="30"/>
                </a:lnTo>
                <a:lnTo>
                  <a:pt x="382" y="28"/>
                </a:lnTo>
                <a:lnTo>
                  <a:pt x="382" y="27"/>
                </a:lnTo>
                <a:lnTo>
                  <a:pt x="382" y="26"/>
                </a:lnTo>
                <a:lnTo>
                  <a:pt x="381" y="26"/>
                </a:lnTo>
                <a:lnTo>
                  <a:pt x="380" y="24"/>
                </a:lnTo>
                <a:lnTo>
                  <a:pt x="380" y="24"/>
                </a:lnTo>
                <a:lnTo>
                  <a:pt x="380" y="23"/>
                </a:lnTo>
                <a:lnTo>
                  <a:pt x="380" y="23"/>
                </a:lnTo>
                <a:lnTo>
                  <a:pt x="381" y="22"/>
                </a:lnTo>
                <a:lnTo>
                  <a:pt x="382" y="21"/>
                </a:lnTo>
                <a:lnTo>
                  <a:pt x="381" y="20"/>
                </a:lnTo>
                <a:lnTo>
                  <a:pt x="382" y="20"/>
                </a:lnTo>
                <a:lnTo>
                  <a:pt x="381" y="20"/>
                </a:lnTo>
                <a:lnTo>
                  <a:pt x="381" y="20"/>
                </a:lnTo>
                <a:lnTo>
                  <a:pt x="380" y="20"/>
                </a:lnTo>
                <a:lnTo>
                  <a:pt x="379" y="20"/>
                </a:lnTo>
                <a:lnTo>
                  <a:pt x="377" y="20"/>
                </a:lnTo>
                <a:lnTo>
                  <a:pt x="377" y="19"/>
                </a:lnTo>
                <a:lnTo>
                  <a:pt x="376" y="18"/>
                </a:lnTo>
                <a:lnTo>
                  <a:pt x="376" y="18"/>
                </a:lnTo>
                <a:lnTo>
                  <a:pt x="375" y="17"/>
                </a:lnTo>
                <a:lnTo>
                  <a:pt x="374" y="16"/>
                </a:lnTo>
                <a:lnTo>
                  <a:pt x="373" y="17"/>
                </a:lnTo>
                <a:lnTo>
                  <a:pt x="372" y="16"/>
                </a:lnTo>
                <a:lnTo>
                  <a:pt x="372" y="16"/>
                </a:lnTo>
                <a:lnTo>
                  <a:pt x="371" y="17"/>
                </a:lnTo>
                <a:lnTo>
                  <a:pt x="371" y="18"/>
                </a:lnTo>
                <a:lnTo>
                  <a:pt x="371" y="18"/>
                </a:lnTo>
                <a:lnTo>
                  <a:pt x="371" y="18"/>
                </a:lnTo>
                <a:lnTo>
                  <a:pt x="371" y="19"/>
                </a:lnTo>
                <a:lnTo>
                  <a:pt x="370" y="20"/>
                </a:lnTo>
                <a:lnTo>
                  <a:pt x="370" y="21"/>
                </a:lnTo>
                <a:lnTo>
                  <a:pt x="368" y="21"/>
                </a:lnTo>
                <a:lnTo>
                  <a:pt x="366" y="21"/>
                </a:lnTo>
                <a:lnTo>
                  <a:pt x="366" y="21"/>
                </a:lnTo>
                <a:lnTo>
                  <a:pt x="365" y="20"/>
                </a:lnTo>
                <a:lnTo>
                  <a:pt x="365" y="19"/>
                </a:lnTo>
                <a:lnTo>
                  <a:pt x="365" y="19"/>
                </a:lnTo>
                <a:lnTo>
                  <a:pt x="363" y="19"/>
                </a:lnTo>
                <a:lnTo>
                  <a:pt x="363" y="18"/>
                </a:lnTo>
                <a:lnTo>
                  <a:pt x="361" y="18"/>
                </a:lnTo>
                <a:lnTo>
                  <a:pt x="361" y="17"/>
                </a:lnTo>
                <a:lnTo>
                  <a:pt x="360" y="17"/>
                </a:lnTo>
                <a:lnTo>
                  <a:pt x="360" y="16"/>
                </a:lnTo>
                <a:lnTo>
                  <a:pt x="358" y="17"/>
                </a:lnTo>
                <a:lnTo>
                  <a:pt x="358" y="16"/>
                </a:lnTo>
                <a:lnTo>
                  <a:pt x="359" y="14"/>
                </a:lnTo>
                <a:lnTo>
                  <a:pt x="360" y="14"/>
                </a:lnTo>
                <a:lnTo>
                  <a:pt x="361" y="13"/>
                </a:lnTo>
                <a:lnTo>
                  <a:pt x="361" y="12"/>
                </a:lnTo>
                <a:lnTo>
                  <a:pt x="363" y="10"/>
                </a:lnTo>
                <a:lnTo>
                  <a:pt x="363" y="10"/>
                </a:lnTo>
                <a:lnTo>
                  <a:pt x="363" y="9"/>
                </a:lnTo>
                <a:lnTo>
                  <a:pt x="363" y="8"/>
                </a:lnTo>
                <a:lnTo>
                  <a:pt x="364" y="7"/>
                </a:lnTo>
                <a:lnTo>
                  <a:pt x="365" y="6"/>
                </a:lnTo>
                <a:lnTo>
                  <a:pt x="365" y="5"/>
                </a:lnTo>
                <a:lnTo>
                  <a:pt x="364" y="4"/>
                </a:lnTo>
                <a:lnTo>
                  <a:pt x="364" y="4"/>
                </a:lnTo>
                <a:lnTo>
                  <a:pt x="364" y="3"/>
                </a:lnTo>
                <a:lnTo>
                  <a:pt x="362" y="3"/>
                </a:lnTo>
                <a:lnTo>
                  <a:pt x="362" y="1"/>
                </a:lnTo>
                <a:lnTo>
                  <a:pt x="361" y="1"/>
                </a:lnTo>
                <a:lnTo>
                  <a:pt x="360" y="0"/>
                </a:lnTo>
                <a:lnTo>
                  <a:pt x="357" y="0"/>
                </a:lnTo>
                <a:lnTo>
                  <a:pt x="356" y="2"/>
                </a:lnTo>
                <a:lnTo>
                  <a:pt x="355" y="2"/>
                </a:lnTo>
                <a:lnTo>
                  <a:pt x="354" y="1"/>
                </a:lnTo>
                <a:lnTo>
                  <a:pt x="354" y="2"/>
                </a:lnTo>
                <a:lnTo>
                  <a:pt x="351" y="2"/>
                </a:lnTo>
                <a:lnTo>
                  <a:pt x="350" y="3"/>
                </a:lnTo>
                <a:lnTo>
                  <a:pt x="351" y="3"/>
                </a:lnTo>
                <a:lnTo>
                  <a:pt x="349" y="5"/>
                </a:lnTo>
                <a:lnTo>
                  <a:pt x="349" y="6"/>
                </a:lnTo>
                <a:lnTo>
                  <a:pt x="349" y="6"/>
                </a:lnTo>
                <a:lnTo>
                  <a:pt x="348" y="7"/>
                </a:lnTo>
                <a:lnTo>
                  <a:pt x="347" y="7"/>
                </a:lnTo>
                <a:lnTo>
                  <a:pt x="347" y="8"/>
                </a:lnTo>
                <a:lnTo>
                  <a:pt x="346" y="9"/>
                </a:lnTo>
                <a:lnTo>
                  <a:pt x="346" y="10"/>
                </a:lnTo>
                <a:lnTo>
                  <a:pt x="345" y="11"/>
                </a:lnTo>
                <a:lnTo>
                  <a:pt x="345" y="12"/>
                </a:lnTo>
                <a:lnTo>
                  <a:pt x="344" y="12"/>
                </a:lnTo>
                <a:lnTo>
                  <a:pt x="344" y="12"/>
                </a:lnTo>
                <a:lnTo>
                  <a:pt x="343" y="14"/>
                </a:lnTo>
                <a:lnTo>
                  <a:pt x="342" y="14"/>
                </a:lnTo>
                <a:lnTo>
                  <a:pt x="341" y="15"/>
                </a:lnTo>
                <a:lnTo>
                  <a:pt x="342" y="16"/>
                </a:lnTo>
                <a:lnTo>
                  <a:pt x="342" y="18"/>
                </a:lnTo>
                <a:lnTo>
                  <a:pt x="342" y="19"/>
                </a:lnTo>
                <a:lnTo>
                  <a:pt x="342" y="19"/>
                </a:lnTo>
                <a:lnTo>
                  <a:pt x="344" y="19"/>
                </a:lnTo>
                <a:lnTo>
                  <a:pt x="345" y="18"/>
                </a:lnTo>
                <a:lnTo>
                  <a:pt x="347" y="18"/>
                </a:lnTo>
                <a:lnTo>
                  <a:pt x="348" y="17"/>
                </a:lnTo>
                <a:lnTo>
                  <a:pt x="352" y="19"/>
                </a:lnTo>
                <a:lnTo>
                  <a:pt x="351" y="19"/>
                </a:lnTo>
                <a:lnTo>
                  <a:pt x="351" y="20"/>
                </a:lnTo>
                <a:lnTo>
                  <a:pt x="351" y="20"/>
                </a:lnTo>
                <a:lnTo>
                  <a:pt x="351" y="21"/>
                </a:lnTo>
                <a:lnTo>
                  <a:pt x="351" y="22"/>
                </a:lnTo>
                <a:lnTo>
                  <a:pt x="351" y="22"/>
                </a:lnTo>
                <a:lnTo>
                  <a:pt x="351" y="23"/>
                </a:lnTo>
                <a:lnTo>
                  <a:pt x="351" y="23"/>
                </a:lnTo>
                <a:lnTo>
                  <a:pt x="352" y="25"/>
                </a:lnTo>
                <a:lnTo>
                  <a:pt x="353" y="25"/>
                </a:lnTo>
                <a:lnTo>
                  <a:pt x="353" y="26"/>
                </a:lnTo>
                <a:lnTo>
                  <a:pt x="354" y="27"/>
                </a:lnTo>
                <a:lnTo>
                  <a:pt x="353" y="27"/>
                </a:lnTo>
                <a:lnTo>
                  <a:pt x="354" y="28"/>
                </a:lnTo>
                <a:lnTo>
                  <a:pt x="353" y="29"/>
                </a:lnTo>
                <a:lnTo>
                  <a:pt x="353" y="30"/>
                </a:lnTo>
                <a:lnTo>
                  <a:pt x="353" y="30"/>
                </a:lnTo>
                <a:lnTo>
                  <a:pt x="353" y="31"/>
                </a:lnTo>
                <a:lnTo>
                  <a:pt x="353" y="31"/>
                </a:lnTo>
                <a:lnTo>
                  <a:pt x="353" y="32"/>
                </a:lnTo>
                <a:lnTo>
                  <a:pt x="351" y="33"/>
                </a:lnTo>
                <a:lnTo>
                  <a:pt x="351" y="33"/>
                </a:lnTo>
                <a:lnTo>
                  <a:pt x="350" y="33"/>
                </a:lnTo>
                <a:lnTo>
                  <a:pt x="350" y="34"/>
                </a:lnTo>
                <a:lnTo>
                  <a:pt x="349" y="35"/>
                </a:lnTo>
                <a:lnTo>
                  <a:pt x="350" y="35"/>
                </a:lnTo>
                <a:lnTo>
                  <a:pt x="348" y="36"/>
                </a:lnTo>
                <a:lnTo>
                  <a:pt x="348" y="36"/>
                </a:lnTo>
                <a:lnTo>
                  <a:pt x="347" y="38"/>
                </a:lnTo>
                <a:lnTo>
                  <a:pt x="345" y="39"/>
                </a:lnTo>
                <a:lnTo>
                  <a:pt x="346" y="39"/>
                </a:lnTo>
                <a:lnTo>
                  <a:pt x="345" y="40"/>
                </a:lnTo>
                <a:lnTo>
                  <a:pt x="345" y="41"/>
                </a:lnTo>
                <a:lnTo>
                  <a:pt x="345" y="41"/>
                </a:lnTo>
                <a:lnTo>
                  <a:pt x="345" y="43"/>
                </a:lnTo>
                <a:lnTo>
                  <a:pt x="345" y="43"/>
                </a:lnTo>
                <a:lnTo>
                  <a:pt x="345" y="45"/>
                </a:lnTo>
                <a:lnTo>
                  <a:pt x="344" y="45"/>
                </a:lnTo>
                <a:lnTo>
                  <a:pt x="344" y="46"/>
                </a:lnTo>
                <a:lnTo>
                  <a:pt x="344" y="46"/>
                </a:lnTo>
                <a:lnTo>
                  <a:pt x="344" y="47"/>
                </a:lnTo>
                <a:lnTo>
                  <a:pt x="343" y="48"/>
                </a:lnTo>
                <a:lnTo>
                  <a:pt x="343" y="48"/>
                </a:lnTo>
                <a:lnTo>
                  <a:pt x="343" y="49"/>
                </a:lnTo>
                <a:lnTo>
                  <a:pt x="343" y="49"/>
                </a:lnTo>
                <a:lnTo>
                  <a:pt x="343" y="49"/>
                </a:lnTo>
                <a:lnTo>
                  <a:pt x="342" y="49"/>
                </a:lnTo>
                <a:lnTo>
                  <a:pt x="343" y="50"/>
                </a:lnTo>
                <a:lnTo>
                  <a:pt x="343" y="51"/>
                </a:lnTo>
                <a:lnTo>
                  <a:pt x="342" y="51"/>
                </a:lnTo>
                <a:lnTo>
                  <a:pt x="343" y="52"/>
                </a:lnTo>
                <a:lnTo>
                  <a:pt x="342" y="52"/>
                </a:lnTo>
                <a:lnTo>
                  <a:pt x="342" y="53"/>
                </a:lnTo>
                <a:lnTo>
                  <a:pt x="342" y="54"/>
                </a:lnTo>
                <a:lnTo>
                  <a:pt x="341" y="55"/>
                </a:lnTo>
                <a:lnTo>
                  <a:pt x="340" y="56"/>
                </a:lnTo>
                <a:lnTo>
                  <a:pt x="340" y="57"/>
                </a:lnTo>
                <a:lnTo>
                  <a:pt x="340" y="59"/>
                </a:lnTo>
                <a:lnTo>
                  <a:pt x="340" y="60"/>
                </a:lnTo>
                <a:lnTo>
                  <a:pt x="339" y="61"/>
                </a:lnTo>
                <a:lnTo>
                  <a:pt x="339" y="62"/>
                </a:lnTo>
                <a:lnTo>
                  <a:pt x="339" y="62"/>
                </a:lnTo>
                <a:lnTo>
                  <a:pt x="338" y="63"/>
                </a:lnTo>
                <a:lnTo>
                  <a:pt x="337" y="64"/>
                </a:lnTo>
                <a:lnTo>
                  <a:pt x="338" y="64"/>
                </a:lnTo>
                <a:lnTo>
                  <a:pt x="337" y="65"/>
                </a:lnTo>
                <a:lnTo>
                  <a:pt x="337" y="67"/>
                </a:lnTo>
                <a:lnTo>
                  <a:pt x="337" y="67"/>
                </a:lnTo>
                <a:lnTo>
                  <a:pt x="337" y="68"/>
                </a:lnTo>
                <a:lnTo>
                  <a:pt x="336" y="68"/>
                </a:lnTo>
                <a:lnTo>
                  <a:pt x="336" y="69"/>
                </a:lnTo>
                <a:lnTo>
                  <a:pt x="337" y="69"/>
                </a:lnTo>
                <a:lnTo>
                  <a:pt x="336" y="69"/>
                </a:lnTo>
                <a:lnTo>
                  <a:pt x="337" y="69"/>
                </a:lnTo>
                <a:lnTo>
                  <a:pt x="337" y="69"/>
                </a:lnTo>
                <a:lnTo>
                  <a:pt x="338" y="69"/>
                </a:lnTo>
                <a:lnTo>
                  <a:pt x="338" y="69"/>
                </a:lnTo>
                <a:lnTo>
                  <a:pt x="339" y="69"/>
                </a:lnTo>
                <a:lnTo>
                  <a:pt x="340" y="69"/>
                </a:lnTo>
                <a:lnTo>
                  <a:pt x="339" y="70"/>
                </a:lnTo>
                <a:lnTo>
                  <a:pt x="339" y="72"/>
                </a:lnTo>
                <a:lnTo>
                  <a:pt x="340" y="72"/>
                </a:lnTo>
                <a:lnTo>
                  <a:pt x="339" y="72"/>
                </a:lnTo>
                <a:lnTo>
                  <a:pt x="340" y="73"/>
                </a:lnTo>
                <a:lnTo>
                  <a:pt x="339" y="73"/>
                </a:lnTo>
                <a:lnTo>
                  <a:pt x="338" y="75"/>
                </a:lnTo>
                <a:lnTo>
                  <a:pt x="338" y="75"/>
                </a:lnTo>
                <a:lnTo>
                  <a:pt x="337" y="76"/>
                </a:lnTo>
                <a:lnTo>
                  <a:pt x="336" y="77"/>
                </a:lnTo>
                <a:lnTo>
                  <a:pt x="335" y="78"/>
                </a:lnTo>
                <a:lnTo>
                  <a:pt x="329" y="80"/>
                </a:lnTo>
                <a:lnTo>
                  <a:pt x="328" y="81"/>
                </a:lnTo>
                <a:lnTo>
                  <a:pt x="328" y="82"/>
                </a:lnTo>
                <a:lnTo>
                  <a:pt x="327" y="82"/>
                </a:lnTo>
                <a:lnTo>
                  <a:pt x="327" y="83"/>
                </a:lnTo>
                <a:lnTo>
                  <a:pt x="327" y="83"/>
                </a:lnTo>
                <a:lnTo>
                  <a:pt x="324" y="85"/>
                </a:lnTo>
                <a:lnTo>
                  <a:pt x="324" y="86"/>
                </a:lnTo>
                <a:lnTo>
                  <a:pt x="324" y="86"/>
                </a:lnTo>
                <a:lnTo>
                  <a:pt x="323" y="86"/>
                </a:lnTo>
                <a:lnTo>
                  <a:pt x="323" y="88"/>
                </a:lnTo>
                <a:lnTo>
                  <a:pt x="321" y="88"/>
                </a:lnTo>
                <a:lnTo>
                  <a:pt x="321" y="88"/>
                </a:lnTo>
                <a:lnTo>
                  <a:pt x="320" y="89"/>
                </a:lnTo>
                <a:lnTo>
                  <a:pt x="320" y="89"/>
                </a:lnTo>
                <a:lnTo>
                  <a:pt x="319" y="90"/>
                </a:lnTo>
                <a:lnTo>
                  <a:pt x="314" y="88"/>
                </a:lnTo>
                <a:lnTo>
                  <a:pt x="311" y="89"/>
                </a:lnTo>
                <a:lnTo>
                  <a:pt x="308" y="88"/>
                </a:lnTo>
                <a:lnTo>
                  <a:pt x="302" y="85"/>
                </a:lnTo>
                <a:lnTo>
                  <a:pt x="295" y="108"/>
                </a:lnTo>
                <a:lnTo>
                  <a:pt x="295" y="109"/>
                </a:lnTo>
                <a:lnTo>
                  <a:pt x="292" y="116"/>
                </a:lnTo>
                <a:lnTo>
                  <a:pt x="293" y="122"/>
                </a:lnTo>
                <a:lnTo>
                  <a:pt x="288" y="124"/>
                </a:lnTo>
                <a:lnTo>
                  <a:pt x="290" y="129"/>
                </a:lnTo>
                <a:lnTo>
                  <a:pt x="296" y="134"/>
                </a:lnTo>
                <a:lnTo>
                  <a:pt x="298" y="131"/>
                </a:lnTo>
                <a:lnTo>
                  <a:pt x="300" y="129"/>
                </a:lnTo>
                <a:lnTo>
                  <a:pt x="303" y="130"/>
                </a:lnTo>
                <a:lnTo>
                  <a:pt x="306" y="128"/>
                </a:lnTo>
                <a:lnTo>
                  <a:pt x="308" y="128"/>
                </a:lnTo>
                <a:lnTo>
                  <a:pt x="310" y="128"/>
                </a:lnTo>
                <a:lnTo>
                  <a:pt x="313" y="129"/>
                </a:lnTo>
                <a:lnTo>
                  <a:pt x="318" y="132"/>
                </a:lnTo>
                <a:lnTo>
                  <a:pt x="319" y="130"/>
                </a:lnTo>
                <a:lnTo>
                  <a:pt x="320" y="130"/>
                </a:lnTo>
                <a:lnTo>
                  <a:pt x="323" y="123"/>
                </a:lnTo>
                <a:lnTo>
                  <a:pt x="327" y="123"/>
                </a:lnTo>
                <a:lnTo>
                  <a:pt x="328" y="122"/>
                </a:lnTo>
                <a:lnTo>
                  <a:pt x="330" y="122"/>
                </a:lnTo>
                <a:lnTo>
                  <a:pt x="331" y="123"/>
                </a:lnTo>
                <a:lnTo>
                  <a:pt x="333" y="122"/>
                </a:lnTo>
                <a:lnTo>
                  <a:pt x="333" y="123"/>
                </a:lnTo>
                <a:lnTo>
                  <a:pt x="335" y="122"/>
                </a:lnTo>
                <a:lnTo>
                  <a:pt x="339" y="127"/>
                </a:lnTo>
                <a:lnTo>
                  <a:pt x="344" y="128"/>
                </a:lnTo>
                <a:lnTo>
                  <a:pt x="345" y="131"/>
                </a:lnTo>
                <a:lnTo>
                  <a:pt x="349" y="132"/>
                </a:lnTo>
                <a:lnTo>
                  <a:pt x="348" y="133"/>
                </a:lnTo>
                <a:lnTo>
                  <a:pt x="349" y="133"/>
                </a:lnTo>
                <a:lnTo>
                  <a:pt x="350" y="135"/>
                </a:lnTo>
                <a:lnTo>
                  <a:pt x="352" y="135"/>
                </a:lnTo>
                <a:lnTo>
                  <a:pt x="352" y="137"/>
                </a:lnTo>
                <a:lnTo>
                  <a:pt x="353" y="136"/>
                </a:lnTo>
                <a:lnTo>
                  <a:pt x="355" y="137"/>
                </a:lnTo>
                <a:lnTo>
                  <a:pt x="357" y="140"/>
                </a:lnTo>
                <a:lnTo>
                  <a:pt x="357" y="141"/>
                </a:lnTo>
                <a:lnTo>
                  <a:pt x="357" y="141"/>
                </a:lnTo>
                <a:lnTo>
                  <a:pt x="358" y="142"/>
                </a:lnTo>
                <a:lnTo>
                  <a:pt x="358" y="143"/>
                </a:lnTo>
                <a:lnTo>
                  <a:pt x="359" y="143"/>
                </a:lnTo>
                <a:lnTo>
                  <a:pt x="360" y="146"/>
                </a:lnTo>
                <a:lnTo>
                  <a:pt x="359" y="147"/>
                </a:lnTo>
                <a:lnTo>
                  <a:pt x="360" y="148"/>
                </a:lnTo>
                <a:lnTo>
                  <a:pt x="360" y="149"/>
                </a:lnTo>
                <a:lnTo>
                  <a:pt x="358" y="149"/>
                </a:lnTo>
                <a:lnTo>
                  <a:pt x="358" y="149"/>
                </a:lnTo>
                <a:lnTo>
                  <a:pt x="358" y="150"/>
                </a:lnTo>
                <a:lnTo>
                  <a:pt x="356" y="151"/>
                </a:lnTo>
                <a:lnTo>
                  <a:pt x="356" y="151"/>
                </a:lnTo>
                <a:lnTo>
                  <a:pt x="356" y="150"/>
                </a:lnTo>
                <a:lnTo>
                  <a:pt x="355" y="150"/>
                </a:lnTo>
                <a:lnTo>
                  <a:pt x="354" y="150"/>
                </a:lnTo>
                <a:lnTo>
                  <a:pt x="352" y="150"/>
                </a:lnTo>
                <a:lnTo>
                  <a:pt x="352" y="151"/>
                </a:lnTo>
                <a:lnTo>
                  <a:pt x="351" y="151"/>
                </a:lnTo>
                <a:lnTo>
                  <a:pt x="351" y="151"/>
                </a:lnTo>
                <a:lnTo>
                  <a:pt x="350" y="151"/>
                </a:lnTo>
                <a:lnTo>
                  <a:pt x="348" y="151"/>
                </a:lnTo>
                <a:lnTo>
                  <a:pt x="348" y="151"/>
                </a:lnTo>
                <a:lnTo>
                  <a:pt x="346" y="149"/>
                </a:lnTo>
                <a:lnTo>
                  <a:pt x="345" y="150"/>
                </a:lnTo>
                <a:lnTo>
                  <a:pt x="344" y="149"/>
                </a:lnTo>
                <a:lnTo>
                  <a:pt x="344" y="149"/>
                </a:lnTo>
                <a:lnTo>
                  <a:pt x="343" y="149"/>
                </a:lnTo>
                <a:lnTo>
                  <a:pt x="342" y="150"/>
                </a:lnTo>
                <a:lnTo>
                  <a:pt x="342" y="151"/>
                </a:lnTo>
                <a:lnTo>
                  <a:pt x="341" y="151"/>
                </a:lnTo>
                <a:lnTo>
                  <a:pt x="340" y="150"/>
                </a:lnTo>
                <a:lnTo>
                  <a:pt x="339" y="151"/>
                </a:lnTo>
                <a:lnTo>
                  <a:pt x="337" y="151"/>
                </a:lnTo>
                <a:lnTo>
                  <a:pt x="336" y="151"/>
                </a:lnTo>
                <a:lnTo>
                  <a:pt x="335" y="151"/>
                </a:lnTo>
                <a:lnTo>
                  <a:pt x="333" y="152"/>
                </a:lnTo>
                <a:lnTo>
                  <a:pt x="332" y="152"/>
                </a:lnTo>
                <a:lnTo>
                  <a:pt x="331" y="154"/>
                </a:lnTo>
                <a:lnTo>
                  <a:pt x="329" y="154"/>
                </a:lnTo>
                <a:lnTo>
                  <a:pt x="328" y="155"/>
                </a:lnTo>
                <a:lnTo>
                  <a:pt x="329" y="156"/>
                </a:lnTo>
                <a:lnTo>
                  <a:pt x="327" y="157"/>
                </a:lnTo>
                <a:lnTo>
                  <a:pt x="326" y="157"/>
                </a:lnTo>
                <a:lnTo>
                  <a:pt x="324" y="155"/>
                </a:lnTo>
                <a:lnTo>
                  <a:pt x="321" y="156"/>
                </a:lnTo>
                <a:lnTo>
                  <a:pt x="322" y="157"/>
                </a:lnTo>
                <a:lnTo>
                  <a:pt x="321" y="159"/>
                </a:lnTo>
                <a:lnTo>
                  <a:pt x="321" y="161"/>
                </a:lnTo>
                <a:lnTo>
                  <a:pt x="317" y="162"/>
                </a:lnTo>
                <a:lnTo>
                  <a:pt x="313" y="161"/>
                </a:lnTo>
                <a:lnTo>
                  <a:pt x="313" y="162"/>
                </a:lnTo>
                <a:lnTo>
                  <a:pt x="312" y="163"/>
                </a:lnTo>
                <a:lnTo>
                  <a:pt x="311" y="163"/>
                </a:lnTo>
                <a:lnTo>
                  <a:pt x="309" y="164"/>
                </a:lnTo>
                <a:lnTo>
                  <a:pt x="309" y="165"/>
                </a:lnTo>
                <a:lnTo>
                  <a:pt x="307" y="168"/>
                </a:lnTo>
                <a:lnTo>
                  <a:pt x="307" y="168"/>
                </a:lnTo>
                <a:lnTo>
                  <a:pt x="305" y="172"/>
                </a:lnTo>
                <a:lnTo>
                  <a:pt x="305" y="174"/>
                </a:lnTo>
                <a:lnTo>
                  <a:pt x="306" y="175"/>
                </a:lnTo>
                <a:lnTo>
                  <a:pt x="306" y="176"/>
                </a:lnTo>
                <a:lnTo>
                  <a:pt x="305" y="177"/>
                </a:lnTo>
                <a:lnTo>
                  <a:pt x="304" y="178"/>
                </a:lnTo>
                <a:lnTo>
                  <a:pt x="302" y="179"/>
                </a:lnTo>
                <a:lnTo>
                  <a:pt x="302" y="179"/>
                </a:lnTo>
                <a:lnTo>
                  <a:pt x="301" y="180"/>
                </a:lnTo>
                <a:lnTo>
                  <a:pt x="298" y="184"/>
                </a:lnTo>
                <a:lnTo>
                  <a:pt x="292" y="186"/>
                </a:lnTo>
                <a:lnTo>
                  <a:pt x="286" y="187"/>
                </a:lnTo>
                <a:lnTo>
                  <a:pt x="283" y="186"/>
                </a:lnTo>
                <a:lnTo>
                  <a:pt x="280" y="188"/>
                </a:lnTo>
                <a:lnTo>
                  <a:pt x="279" y="190"/>
                </a:lnTo>
                <a:lnTo>
                  <a:pt x="279" y="192"/>
                </a:lnTo>
                <a:lnTo>
                  <a:pt x="277" y="194"/>
                </a:lnTo>
                <a:lnTo>
                  <a:pt x="275" y="196"/>
                </a:lnTo>
                <a:lnTo>
                  <a:pt x="274" y="198"/>
                </a:lnTo>
                <a:lnTo>
                  <a:pt x="273" y="199"/>
                </a:lnTo>
                <a:lnTo>
                  <a:pt x="270" y="199"/>
                </a:lnTo>
                <a:lnTo>
                  <a:pt x="270" y="200"/>
                </a:lnTo>
                <a:lnTo>
                  <a:pt x="269" y="201"/>
                </a:lnTo>
                <a:lnTo>
                  <a:pt x="266" y="203"/>
                </a:lnTo>
                <a:lnTo>
                  <a:pt x="264" y="203"/>
                </a:lnTo>
                <a:lnTo>
                  <a:pt x="258" y="203"/>
                </a:lnTo>
                <a:lnTo>
                  <a:pt x="255" y="202"/>
                </a:lnTo>
                <a:lnTo>
                  <a:pt x="254" y="202"/>
                </a:lnTo>
                <a:lnTo>
                  <a:pt x="250" y="201"/>
                </a:lnTo>
                <a:lnTo>
                  <a:pt x="249" y="199"/>
                </a:lnTo>
                <a:lnTo>
                  <a:pt x="247" y="198"/>
                </a:lnTo>
                <a:lnTo>
                  <a:pt x="242" y="198"/>
                </a:lnTo>
                <a:lnTo>
                  <a:pt x="241" y="197"/>
                </a:lnTo>
                <a:lnTo>
                  <a:pt x="240" y="198"/>
                </a:lnTo>
                <a:lnTo>
                  <a:pt x="236" y="201"/>
                </a:lnTo>
                <a:lnTo>
                  <a:pt x="234" y="205"/>
                </a:lnTo>
                <a:lnTo>
                  <a:pt x="233" y="208"/>
                </a:lnTo>
                <a:lnTo>
                  <a:pt x="234" y="210"/>
                </a:lnTo>
                <a:lnTo>
                  <a:pt x="232" y="212"/>
                </a:lnTo>
                <a:lnTo>
                  <a:pt x="232" y="215"/>
                </a:lnTo>
                <a:lnTo>
                  <a:pt x="232" y="216"/>
                </a:lnTo>
                <a:lnTo>
                  <a:pt x="233" y="216"/>
                </a:lnTo>
                <a:lnTo>
                  <a:pt x="234" y="217"/>
                </a:lnTo>
                <a:lnTo>
                  <a:pt x="234" y="219"/>
                </a:lnTo>
                <a:lnTo>
                  <a:pt x="236" y="221"/>
                </a:lnTo>
                <a:lnTo>
                  <a:pt x="240" y="224"/>
                </a:lnTo>
                <a:lnTo>
                  <a:pt x="241" y="226"/>
                </a:lnTo>
                <a:lnTo>
                  <a:pt x="241" y="228"/>
                </a:lnTo>
                <a:lnTo>
                  <a:pt x="241" y="229"/>
                </a:lnTo>
                <a:lnTo>
                  <a:pt x="239" y="230"/>
                </a:lnTo>
                <a:lnTo>
                  <a:pt x="235" y="234"/>
                </a:lnTo>
                <a:lnTo>
                  <a:pt x="234" y="234"/>
                </a:lnTo>
                <a:lnTo>
                  <a:pt x="232" y="236"/>
                </a:lnTo>
                <a:lnTo>
                  <a:pt x="229" y="237"/>
                </a:lnTo>
                <a:lnTo>
                  <a:pt x="227" y="238"/>
                </a:lnTo>
                <a:lnTo>
                  <a:pt x="223" y="244"/>
                </a:lnTo>
                <a:lnTo>
                  <a:pt x="222" y="244"/>
                </a:lnTo>
                <a:lnTo>
                  <a:pt x="221" y="248"/>
                </a:lnTo>
                <a:lnTo>
                  <a:pt x="218" y="250"/>
                </a:lnTo>
                <a:lnTo>
                  <a:pt x="218" y="251"/>
                </a:lnTo>
                <a:lnTo>
                  <a:pt x="213" y="254"/>
                </a:lnTo>
                <a:lnTo>
                  <a:pt x="213" y="255"/>
                </a:lnTo>
                <a:lnTo>
                  <a:pt x="209" y="255"/>
                </a:lnTo>
                <a:lnTo>
                  <a:pt x="206" y="257"/>
                </a:lnTo>
                <a:lnTo>
                  <a:pt x="203" y="259"/>
                </a:lnTo>
                <a:lnTo>
                  <a:pt x="199" y="260"/>
                </a:lnTo>
                <a:lnTo>
                  <a:pt x="195" y="260"/>
                </a:lnTo>
                <a:lnTo>
                  <a:pt x="192" y="261"/>
                </a:lnTo>
                <a:lnTo>
                  <a:pt x="191" y="261"/>
                </a:lnTo>
                <a:lnTo>
                  <a:pt x="187" y="261"/>
                </a:lnTo>
                <a:lnTo>
                  <a:pt x="183" y="261"/>
                </a:lnTo>
                <a:lnTo>
                  <a:pt x="182" y="260"/>
                </a:lnTo>
                <a:lnTo>
                  <a:pt x="178" y="261"/>
                </a:lnTo>
                <a:lnTo>
                  <a:pt x="177" y="262"/>
                </a:lnTo>
                <a:lnTo>
                  <a:pt x="171" y="262"/>
                </a:lnTo>
                <a:lnTo>
                  <a:pt x="169" y="261"/>
                </a:lnTo>
                <a:lnTo>
                  <a:pt x="167" y="262"/>
                </a:lnTo>
                <a:lnTo>
                  <a:pt x="166" y="263"/>
                </a:lnTo>
                <a:lnTo>
                  <a:pt x="158" y="265"/>
                </a:lnTo>
                <a:lnTo>
                  <a:pt x="141" y="273"/>
                </a:lnTo>
                <a:lnTo>
                  <a:pt x="133" y="277"/>
                </a:lnTo>
                <a:lnTo>
                  <a:pt x="132" y="277"/>
                </a:lnTo>
                <a:lnTo>
                  <a:pt x="129" y="281"/>
                </a:lnTo>
                <a:lnTo>
                  <a:pt x="127" y="279"/>
                </a:lnTo>
                <a:lnTo>
                  <a:pt x="123" y="280"/>
                </a:lnTo>
                <a:lnTo>
                  <a:pt x="120" y="279"/>
                </a:lnTo>
                <a:lnTo>
                  <a:pt x="121" y="274"/>
                </a:lnTo>
                <a:lnTo>
                  <a:pt x="113" y="276"/>
                </a:lnTo>
                <a:lnTo>
                  <a:pt x="110" y="276"/>
                </a:lnTo>
                <a:lnTo>
                  <a:pt x="102" y="274"/>
                </a:lnTo>
                <a:lnTo>
                  <a:pt x="90" y="268"/>
                </a:lnTo>
                <a:lnTo>
                  <a:pt x="88" y="267"/>
                </a:lnTo>
                <a:lnTo>
                  <a:pt x="86" y="268"/>
                </a:lnTo>
                <a:lnTo>
                  <a:pt x="80" y="266"/>
                </a:lnTo>
                <a:lnTo>
                  <a:pt x="76" y="259"/>
                </a:lnTo>
                <a:lnTo>
                  <a:pt x="72" y="259"/>
                </a:lnTo>
                <a:lnTo>
                  <a:pt x="60" y="255"/>
                </a:lnTo>
                <a:lnTo>
                  <a:pt x="51" y="254"/>
                </a:lnTo>
                <a:lnTo>
                  <a:pt x="50" y="255"/>
                </a:lnTo>
                <a:lnTo>
                  <a:pt x="46" y="255"/>
                </a:lnTo>
                <a:lnTo>
                  <a:pt x="38" y="256"/>
                </a:lnTo>
                <a:lnTo>
                  <a:pt x="16" y="253"/>
                </a:lnTo>
                <a:lnTo>
                  <a:pt x="2" y="249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5428104" y="2730327"/>
            <a:ext cx="731082" cy="731082"/>
          </a:xfrm>
          <a:custGeom>
            <a:avLst/>
            <a:gdLst/>
            <a:ahLst/>
            <a:cxnLst/>
            <a:rect l="l" t="t" r="r" b="b"/>
            <a:pathLst>
              <a:path w="114" h="114">
                <a:moveTo>
                  <a:pt x="82" y="83"/>
                </a:moveTo>
                <a:lnTo>
                  <a:pt x="83" y="84"/>
                </a:lnTo>
                <a:lnTo>
                  <a:pt x="83" y="83"/>
                </a:lnTo>
                <a:lnTo>
                  <a:pt x="84" y="83"/>
                </a:lnTo>
                <a:lnTo>
                  <a:pt x="84" y="83"/>
                </a:lnTo>
                <a:lnTo>
                  <a:pt x="84" y="82"/>
                </a:lnTo>
                <a:lnTo>
                  <a:pt x="85" y="82"/>
                </a:lnTo>
                <a:lnTo>
                  <a:pt x="85" y="82"/>
                </a:lnTo>
                <a:lnTo>
                  <a:pt x="87" y="81"/>
                </a:lnTo>
                <a:lnTo>
                  <a:pt x="90" y="81"/>
                </a:lnTo>
                <a:lnTo>
                  <a:pt x="92" y="81"/>
                </a:lnTo>
                <a:lnTo>
                  <a:pt x="92" y="82"/>
                </a:lnTo>
                <a:lnTo>
                  <a:pt x="93" y="82"/>
                </a:lnTo>
                <a:lnTo>
                  <a:pt x="93" y="80"/>
                </a:lnTo>
                <a:lnTo>
                  <a:pt x="93" y="79"/>
                </a:lnTo>
                <a:lnTo>
                  <a:pt x="94" y="78"/>
                </a:lnTo>
                <a:lnTo>
                  <a:pt x="94" y="78"/>
                </a:lnTo>
                <a:lnTo>
                  <a:pt x="94" y="77"/>
                </a:lnTo>
                <a:lnTo>
                  <a:pt x="95" y="76"/>
                </a:lnTo>
                <a:lnTo>
                  <a:pt x="95" y="75"/>
                </a:lnTo>
                <a:lnTo>
                  <a:pt x="95" y="75"/>
                </a:lnTo>
                <a:lnTo>
                  <a:pt x="95" y="74"/>
                </a:lnTo>
                <a:lnTo>
                  <a:pt x="97" y="70"/>
                </a:lnTo>
                <a:lnTo>
                  <a:pt x="98" y="68"/>
                </a:lnTo>
                <a:lnTo>
                  <a:pt x="100" y="67"/>
                </a:lnTo>
                <a:lnTo>
                  <a:pt x="100" y="66"/>
                </a:lnTo>
                <a:lnTo>
                  <a:pt x="102" y="63"/>
                </a:lnTo>
                <a:lnTo>
                  <a:pt x="103" y="64"/>
                </a:lnTo>
                <a:lnTo>
                  <a:pt x="104" y="63"/>
                </a:lnTo>
                <a:lnTo>
                  <a:pt x="105" y="63"/>
                </a:lnTo>
                <a:lnTo>
                  <a:pt x="104" y="63"/>
                </a:lnTo>
                <a:lnTo>
                  <a:pt x="104" y="63"/>
                </a:lnTo>
                <a:lnTo>
                  <a:pt x="104" y="62"/>
                </a:lnTo>
                <a:lnTo>
                  <a:pt x="106" y="59"/>
                </a:lnTo>
                <a:lnTo>
                  <a:pt x="108" y="59"/>
                </a:lnTo>
                <a:lnTo>
                  <a:pt x="108" y="58"/>
                </a:lnTo>
                <a:lnTo>
                  <a:pt x="109" y="58"/>
                </a:lnTo>
                <a:lnTo>
                  <a:pt x="109" y="58"/>
                </a:lnTo>
                <a:lnTo>
                  <a:pt x="110" y="58"/>
                </a:lnTo>
                <a:lnTo>
                  <a:pt x="110" y="57"/>
                </a:lnTo>
                <a:lnTo>
                  <a:pt x="110" y="57"/>
                </a:lnTo>
                <a:lnTo>
                  <a:pt x="110" y="56"/>
                </a:lnTo>
                <a:lnTo>
                  <a:pt x="111" y="56"/>
                </a:lnTo>
                <a:lnTo>
                  <a:pt x="112" y="55"/>
                </a:lnTo>
                <a:lnTo>
                  <a:pt x="112" y="55"/>
                </a:lnTo>
                <a:lnTo>
                  <a:pt x="112" y="54"/>
                </a:lnTo>
                <a:lnTo>
                  <a:pt x="113" y="54"/>
                </a:lnTo>
                <a:lnTo>
                  <a:pt x="114" y="54"/>
                </a:lnTo>
                <a:lnTo>
                  <a:pt x="113" y="54"/>
                </a:lnTo>
                <a:lnTo>
                  <a:pt x="113" y="53"/>
                </a:lnTo>
                <a:lnTo>
                  <a:pt x="114" y="52"/>
                </a:lnTo>
                <a:lnTo>
                  <a:pt x="113" y="51"/>
                </a:lnTo>
                <a:lnTo>
                  <a:pt x="112" y="52"/>
                </a:lnTo>
                <a:lnTo>
                  <a:pt x="111" y="51"/>
                </a:lnTo>
                <a:lnTo>
                  <a:pt x="113" y="50"/>
                </a:lnTo>
                <a:lnTo>
                  <a:pt x="113" y="48"/>
                </a:lnTo>
                <a:lnTo>
                  <a:pt x="113" y="47"/>
                </a:lnTo>
                <a:lnTo>
                  <a:pt x="113" y="47"/>
                </a:lnTo>
                <a:lnTo>
                  <a:pt x="114" y="45"/>
                </a:lnTo>
                <a:lnTo>
                  <a:pt x="113" y="45"/>
                </a:lnTo>
                <a:lnTo>
                  <a:pt x="113" y="43"/>
                </a:lnTo>
                <a:lnTo>
                  <a:pt x="112" y="43"/>
                </a:lnTo>
                <a:lnTo>
                  <a:pt x="111" y="43"/>
                </a:lnTo>
                <a:lnTo>
                  <a:pt x="111" y="43"/>
                </a:lnTo>
                <a:lnTo>
                  <a:pt x="110" y="42"/>
                </a:lnTo>
                <a:lnTo>
                  <a:pt x="110" y="41"/>
                </a:lnTo>
                <a:lnTo>
                  <a:pt x="109" y="41"/>
                </a:lnTo>
                <a:lnTo>
                  <a:pt x="109" y="40"/>
                </a:lnTo>
                <a:lnTo>
                  <a:pt x="109" y="40"/>
                </a:lnTo>
                <a:lnTo>
                  <a:pt x="108" y="39"/>
                </a:lnTo>
                <a:lnTo>
                  <a:pt x="107" y="38"/>
                </a:lnTo>
                <a:lnTo>
                  <a:pt x="107" y="38"/>
                </a:lnTo>
                <a:lnTo>
                  <a:pt x="107" y="38"/>
                </a:lnTo>
                <a:lnTo>
                  <a:pt x="106" y="36"/>
                </a:lnTo>
                <a:lnTo>
                  <a:pt x="106" y="35"/>
                </a:lnTo>
                <a:lnTo>
                  <a:pt x="106" y="35"/>
                </a:lnTo>
                <a:lnTo>
                  <a:pt x="105" y="34"/>
                </a:lnTo>
                <a:lnTo>
                  <a:pt x="103" y="35"/>
                </a:lnTo>
                <a:lnTo>
                  <a:pt x="103" y="33"/>
                </a:lnTo>
                <a:lnTo>
                  <a:pt x="102" y="32"/>
                </a:lnTo>
                <a:lnTo>
                  <a:pt x="102" y="30"/>
                </a:lnTo>
                <a:lnTo>
                  <a:pt x="103" y="29"/>
                </a:lnTo>
                <a:lnTo>
                  <a:pt x="102" y="29"/>
                </a:lnTo>
                <a:lnTo>
                  <a:pt x="102" y="29"/>
                </a:lnTo>
                <a:lnTo>
                  <a:pt x="103" y="28"/>
                </a:lnTo>
                <a:lnTo>
                  <a:pt x="103" y="27"/>
                </a:lnTo>
                <a:lnTo>
                  <a:pt x="103" y="26"/>
                </a:lnTo>
                <a:lnTo>
                  <a:pt x="103" y="25"/>
                </a:lnTo>
                <a:lnTo>
                  <a:pt x="104" y="25"/>
                </a:lnTo>
                <a:lnTo>
                  <a:pt x="104" y="24"/>
                </a:lnTo>
                <a:lnTo>
                  <a:pt x="102" y="24"/>
                </a:lnTo>
                <a:lnTo>
                  <a:pt x="102" y="25"/>
                </a:lnTo>
                <a:lnTo>
                  <a:pt x="101" y="25"/>
                </a:lnTo>
                <a:lnTo>
                  <a:pt x="101" y="24"/>
                </a:lnTo>
                <a:lnTo>
                  <a:pt x="101" y="24"/>
                </a:lnTo>
                <a:lnTo>
                  <a:pt x="101" y="23"/>
                </a:lnTo>
                <a:lnTo>
                  <a:pt x="100" y="23"/>
                </a:lnTo>
                <a:lnTo>
                  <a:pt x="100" y="22"/>
                </a:lnTo>
                <a:lnTo>
                  <a:pt x="100" y="22"/>
                </a:lnTo>
                <a:lnTo>
                  <a:pt x="100" y="21"/>
                </a:lnTo>
                <a:lnTo>
                  <a:pt x="98" y="22"/>
                </a:lnTo>
                <a:lnTo>
                  <a:pt x="98" y="21"/>
                </a:lnTo>
                <a:lnTo>
                  <a:pt x="98" y="20"/>
                </a:lnTo>
                <a:lnTo>
                  <a:pt x="98" y="20"/>
                </a:lnTo>
                <a:lnTo>
                  <a:pt x="98" y="19"/>
                </a:lnTo>
                <a:lnTo>
                  <a:pt x="96" y="18"/>
                </a:lnTo>
                <a:lnTo>
                  <a:pt x="96" y="17"/>
                </a:lnTo>
                <a:lnTo>
                  <a:pt x="95" y="17"/>
                </a:lnTo>
                <a:lnTo>
                  <a:pt x="96" y="15"/>
                </a:lnTo>
                <a:lnTo>
                  <a:pt x="95" y="15"/>
                </a:lnTo>
                <a:lnTo>
                  <a:pt x="94" y="15"/>
                </a:lnTo>
                <a:lnTo>
                  <a:pt x="94" y="14"/>
                </a:lnTo>
                <a:lnTo>
                  <a:pt x="93" y="13"/>
                </a:lnTo>
                <a:lnTo>
                  <a:pt x="93" y="12"/>
                </a:lnTo>
                <a:lnTo>
                  <a:pt x="93" y="11"/>
                </a:lnTo>
                <a:lnTo>
                  <a:pt x="92" y="11"/>
                </a:lnTo>
                <a:lnTo>
                  <a:pt x="92" y="12"/>
                </a:lnTo>
                <a:lnTo>
                  <a:pt x="91" y="12"/>
                </a:lnTo>
                <a:lnTo>
                  <a:pt x="90" y="10"/>
                </a:lnTo>
                <a:lnTo>
                  <a:pt x="90" y="7"/>
                </a:lnTo>
                <a:lnTo>
                  <a:pt x="90" y="7"/>
                </a:lnTo>
                <a:lnTo>
                  <a:pt x="90" y="5"/>
                </a:lnTo>
                <a:lnTo>
                  <a:pt x="90" y="4"/>
                </a:lnTo>
                <a:lnTo>
                  <a:pt x="88" y="5"/>
                </a:lnTo>
                <a:lnTo>
                  <a:pt x="88" y="6"/>
                </a:lnTo>
                <a:lnTo>
                  <a:pt x="87" y="7"/>
                </a:lnTo>
                <a:lnTo>
                  <a:pt x="87" y="8"/>
                </a:lnTo>
                <a:lnTo>
                  <a:pt x="87" y="9"/>
                </a:lnTo>
                <a:lnTo>
                  <a:pt x="86" y="10"/>
                </a:lnTo>
                <a:lnTo>
                  <a:pt x="84" y="12"/>
                </a:lnTo>
                <a:lnTo>
                  <a:pt x="84" y="11"/>
                </a:lnTo>
                <a:lnTo>
                  <a:pt x="83" y="11"/>
                </a:lnTo>
                <a:lnTo>
                  <a:pt x="83" y="11"/>
                </a:lnTo>
                <a:lnTo>
                  <a:pt x="83" y="10"/>
                </a:lnTo>
                <a:lnTo>
                  <a:pt x="83" y="10"/>
                </a:lnTo>
                <a:lnTo>
                  <a:pt x="82" y="9"/>
                </a:lnTo>
                <a:lnTo>
                  <a:pt x="83" y="7"/>
                </a:lnTo>
                <a:lnTo>
                  <a:pt x="80" y="5"/>
                </a:lnTo>
                <a:lnTo>
                  <a:pt x="80" y="4"/>
                </a:lnTo>
                <a:lnTo>
                  <a:pt x="80" y="4"/>
                </a:lnTo>
                <a:lnTo>
                  <a:pt x="79" y="4"/>
                </a:lnTo>
                <a:lnTo>
                  <a:pt x="79" y="4"/>
                </a:lnTo>
                <a:lnTo>
                  <a:pt x="77" y="4"/>
                </a:lnTo>
                <a:lnTo>
                  <a:pt x="77" y="3"/>
                </a:lnTo>
                <a:lnTo>
                  <a:pt x="76" y="3"/>
                </a:lnTo>
                <a:lnTo>
                  <a:pt x="75" y="4"/>
                </a:lnTo>
                <a:lnTo>
                  <a:pt x="74" y="3"/>
                </a:lnTo>
                <a:lnTo>
                  <a:pt x="73" y="2"/>
                </a:lnTo>
                <a:lnTo>
                  <a:pt x="72" y="1"/>
                </a:lnTo>
                <a:lnTo>
                  <a:pt x="72" y="0"/>
                </a:lnTo>
                <a:lnTo>
                  <a:pt x="71" y="0"/>
                </a:lnTo>
                <a:lnTo>
                  <a:pt x="70" y="0"/>
                </a:lnTo>
                <a:lnTo>
                  <a:pt x="70" y="1"/>
                </a:lnTo>
                <a:lnTo>
                  <a:pt x="70" y="2"/>
                </a:lnTo>
                <a:lnTo>
                  <a:pt x="70" y="5"/>
                </a:lnTo>
                <a:lnTo>
                  <a:pt x="70" y="5"/>
                </a:lnTo>
                <a:lnTo>
                  <a:pt x="70" y="6"/>
                </a:lnTo>
                <a:lnTo>
                  <a:pt x="70" y="6"/>
                </a:lnTo>
                <a:lnTo>
                  <a:pt x="70" y="7"/>
                </a:lnTo>
                <a:lnTo>
                  <a:pt x="69" y="11"/>
                </a:lnTo>
                <a:lnTo>
                  <a:pt x="68" y="11"/>
                </a:lnTo>
                <a:lnTo>
                  <a:pt x="64" y="12"/>
                </a:lnTo>
                <a:lnTo>
                  <a:pt x="63" y="14"/>
                </a:lnTo>
                <a:lnTo>
                  <a:pt x="63" y="16"/>
                </a:lnTo>
                <a:lnTo>
                  <a:pt x="64" y="16"/>
                </a:lnTo>
                <a:lnTo>
                  <a:pt x="62" y="18"/>
                </a:lnTo>
                <a:lnTo>
                  <a:pt x="61" y="18"/>
                </a:lnTo>
                <a:lnTo>
                  <a:pt x="60" y="19"/>
                </a:lnTo>
                <a:lnTo>
                  <a:pt x="60" y="18"/>
                </a:lnTo>
                <a:lnTo>
                  <a:pt x="59" y="19"/>
                </a:lnTo>
                <a:lnTo>
                  <a:pt x="59" y="20"/>
                </a:lnTo>
                <a:lnTo>
                  <a:pt x="57" y="19"/>
                </a:lnTo>
                <a:lnTo>
                  <a:pt x="55" y="19"/>
                </a:lnTo>
                <a:lnTo>
                  <a:pt x="54" y="19"/>
                </a:lnTo>
                <a:lnTo>
                  <a:pt x="54" y="18"/>
                </a:lnTo>
                <a:lnTo>
                  <a:pt x="54" y="18"/>
                </a:lnTo>
                <a:lnTo>
                  <a:pt x="52" y="18"/>
                </a:lnTo>
                <a:lnTo>
                  <a:pt x="50" y="19"/>
                </a:lnTo>
                <a:lnTo>
                  <a:pt x="51" y="20"/>
                </a:lnTo>
                <a:lnTo>
                  <a:pt x="52" y="20"/>
                </a:lnTo>
                <a:lnTo>
                  <a:pt x="51" y="21"/>
                </a:lnTo>
                <a:lnTo>
                  <a:pt x="52" y="22"/>
                </a:lnTo>
                <a:lnTo>
                  <a:pt x="51" y="22"/>
                </a:lnTo>
                <a:lnTo>
                  <a:pt x="48" y="21"/>
                </a:lnTo>
                <a:lnTo>
                  <a:pt x="48" y="22"/>
                </a:lnTo>
                <a:lnTo>
                  <a:pt x="46" y="22"/>
                </a:lnTo>
                <a:lnTo>
                  <a:pt x="44" y="23"/>
                </a:lnTo>
                <a:lnTo>
                  <a:pt x="44" y="24"/>
                </a:lnTo>
                <a:lnTo>
                  <a:pt x="44" y="24"/>
                </a:lnTo>
                <a:lnTo>
                  <a:pt x="44" y="25"/>
                </a:lnTo>
                <a:lnTo>
                  <a:pt x="44" y="26"/>
                </a:lnTo>
                <a:lnTo>
                  <a:pt x="43" y="27"/>
                </a:lnTo>
                <a:lnTo>
                  <a:pt x="43" y="27"/>
                </a:lnTo>
                <a:lnTo>
                  <a:pt x="43" y="28"/>
                </a:lnTo>
                <a:lnTo>
                  <a:pt x="43" y="27"/>
                </a:lnTo>
                <a:lnTo>
                  <a:pt x="42" y="28"/>
                </a:lnTo>
                <a:lnTo>
                  <a:pt x="41" y="29"/>
                </a:lnTo>
                <a:lnTo>
                  <a:pt x="41" y="29"/>
                </a:lnTo>
                <a:lnTo>
                  <a:pt x="39" y="28"/>
                </a:lnTo>
                <a:lnTo>
                  <a:pt x="39" y="28"/>
                </a:lnTo>
                <a:lnTo>
                  <a:pt x="39" y="29"/>
                </a:lnTo>
                <a:lnTo>
                  <a:pt x="37" y="29"/>
                </a:lnTo>
                <a:lnTo>
                  <a:pt x="36" y="29"/>
                </a:lnTo>
                <a:lnTo>
                  <a:pt x="35" y="30"/>
                </a:lnTo>
                <a:lnTo>
                  <a:pt x="35" y="32"/>
                </a:lnTo>
                <a:lnTo>
                  <a:pt x="34" y="32"/>
                </a:lnTo>
                <a:lnTo>
                  <a:pt x="32" y="35"/>
                </a:lnTo>
                <a:lnTo>
                  <a:pt x="31" y="36"/>
                </a:lnTo>
                <a:lnTo>
                  <a:pt x="29" y="35"/>
                </a:lnTo>
                <a:lnTo>
                  <a:pt x="29" y="35"/>
                </a:lnTo>
                <a:lnTo>
                  <a:pt x="29" y="36"/>
                </a:lnTo>
                <a:lnTo>
                  <a:pt x="28" y="36"/>
                </a:lnTo>
                <a:lnTo>
                  <a:pt x="28" y="36"/>
                </a:lnTo>
                <a:lnTo>
                  <a:pt x="26" y="37"/>
                </a:lnTo>
                <a:lnTo>
                  <a:pt x="25" y="39"/>
                </a:lnTo>
                <a:lnTo>
                  <a:pt x="24" y="38"/>
                </a:lnTo>
                <a:lnTo>
                  <a:pt x="22" y="40"/>
                </a:lnTo>
                <a:lnTo>
                  <a:pt x="23" y="41"/>
                </a:lnTo>
                <a:lnTo>
                  <a:pt x="22" y="41"/>
                </a:lnTo>
                <a:lnTo>
                  <a:pt x="22" y="42"/>
                </a:lnTo>
                <a:lnTo>
                  <a:pt x="22" y="43"/>
                </a:lnTo>
                <a:lnTo>
                  <a:pt x="21" y="43"/>
                </a:lnTo>
                <a:lnTo>
                  <a:pt x="20" y="44"/>
                </a:lnTo>
                <a:lnTo>
                  <a:pt x="20" y="44"/>
                </a:lnTo>
                <a:lnTo>
                  <a:pt x="20" y="45"/>
                </a:lnTo>
                <a:lnTo>
                  <a:pt x="20" y="45"/>
                </a:lnTo>
                <a:lnTo>
                  <a:pt x="20" y="45"/>
                </a:lnTo>
                <a:lnTo>
                  <a:pt x="20" y="46"/>
                </a:lnTo>
                <a:lnTo>
                  <a:pt x="20" y="46"/>
                </a:lnTo>
                <a:lnTo>
                  <a:pt x="19" y="47"/>
                </a:lnTo>
                <a:lnTo>
                  <a:pt x="18" y="48"/>
                </a:lnTo>
                <a:lnTo>
                  <a:pt x="18" y="49"/>
                </a:lnTo>
                <a:lnTo>
                  <a:pt x="18" y="50"/>
                </a:lnTo>
                <a:lnTo>
                  <a:pt x="17" y="50"/>
                </a:lnTo>
                <a:lnTo>
                  <a:pt x="16" y="50"/>
                </a:lnTo>
                <a:lnTo>
                  <a:pt x="17" y="49"/>
                </a:lnTo>
                <a:lnTo>
                  <a:pt x="16" y="48"/>
                </a:lnTo>
                <a:lnTo>
                  <a:pt x="16" y="48"/>
                </a:lnTo>
                <a:lnTo>
                  <a:pt x="15" y="46"/>
                </a:lnTo>
                <a:lnTo>
                  <a:pt x="14" y="46"/>
                </a:lnTo>
                <a:lnTo>
                  <a:pt x="14" y="44"/>
                </a:lnTo>
                <a:lnTo>
                  <a:pt x="12" y="42"/>
                </a:lnTo>
                <a:lnTo>
                  <a:pt x="12" y="39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6" y="38"/>
                </a:lnTo>
                <a:lnTo>
                  <a:pt x="7" y="37"/>
                </a:lnTo>
                <a:lnTo>
                  <a:pt x="5" y="36"/>
                </a:lnTo>
                <a:lnTo>
                  <a:pt x="5" y="37"/>
                </a:lnTo>
                <a:lnTo>
                  <a:pt x="5" y="38"/>
                </a:lnTo>
                <a:lnTo>
                  <a:pt x="3" y="39"/>
                </a:lnTo>
                <a:lnTo>
                  <a:pt x="2" y="40"/>
                </a:lnTo>
                <a:lnTo>
                  <a:pt x="2" y="41"/>
                </a:lnTo>
                <a:lnTo>
                  <a:pt x="2" y="41"/>
                </a:lnTo>
                <a:lnTo>
                  <a:pt x="3" y="43"/>
                </a:lnTo>
                <a:lnTo>
                  <a:pt x="4" y="43"/>
                </a:lnTo>
                <a:lnTo>
                  <a:pt x="5" y="43"/>
                </a:lnTo>
                <a:lnTo>
                  <a:pt x="5" y="45"/>
                </a:lnTo>
                <a:lnTo>
                  <a:pt x="4" y="46"/>
                </a:lnTo>
                <a:lnTo>
                  <a:pt x="4" y="48"/>
                </a:lnTo>
                <a:lnTo>
                  <a:pt x="4" y="50"/>
                </a:lnTo>
                <a:lnTo>
                  <a:pt x="5" y="51"/>
                </a:lnTo>
                <a:lnTo>
                  <a:pt x="4" y="52"/>
                </a:lnTo>
                <a:lnTo>
                  <a:pt x="5" y="53"/>
                </a:lnTo>
                <a:lnTo>
                  <a:pt x="5" y="54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6" y="55"/>
                </a:lnTo>
                <a:lnTo>
                  <a:pt x="7" y="56"/>
                </a:lnTo>
                <a:lnTo>
                  <a:pt x="7" y="57"/>
                </a:lnTo>
                <a:lnTo>
                  <a:pt x="7" y="57"/>
                </a:lnTo>
                <a:lnTo>
                  <a:pt x="7" y="58"/>
                </a:lnTo>
                <a:lnTo>
                  <a:pt x="6" y="59"/>
                </a:lnTo>
                <a:lnTo>
                  <a:pt x="6" y="59"/>
                </a:lnTo>
                <a:lnTo>
                  <a:pt x="6" y="61"/>
                </a:lnTo>
                <a:lnTo>
                  <a:pt x="5" y="61"/>
                </a:lnTo>
                <a:lnTo>
                  <a:pt x="5" y="62"/>
                </a:lnTo>
                <a:lnTo>
                  <a:pt x="4" y="63"/>
                </a:lnTo>
                <a:lnTo>
                  <a:pt x="4" y="63"/>
                </a:lnTo>
                <a:lnTo>
                  <a:pt x="4" y="64"/>
                </a:lnTo>
                <a:lnTo>
                  <a:pt x="3" y="65"/>
                </a:lnTo>
                <a:lnTo>
                  <a:pt x="3" y="65"/>
                </a:lnTo>
                <a:lnTo>
                  <a:pt x="3" y="66"/>
                </a:lnTo>
                <a:lnTo>
                  <a:pt x="2" y="67"/>
                </a:lnTo>
                <a:lnTo>
                  <a:pt x="1" y="67"/>
                </a:lnTo>
                <a:lnTo>
                  <a:pt x="1" y="68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lnTo>
                  <a:pt x="0" y="70"/>
                </a:lnTo>
                <a:lnTo>
                  <a:pt x="0" y="72"/>
                </a:lnTo>
                <a:lnTo>
                  <a:pt x="0" y="73"/>
                </a:lnTo>
                <a:lnTo>
                  <a:pt x="1" y="74"/>
                </a:lnTo>
                <a:lnTo>
                  <a:pt x="1" y="74"/>
                </a:lnTo>
                <a:lnTo>
                  <a:pt x="2" y="74"/>
                </a:lnTo>
                <a:lnTo>
                  <a:pt x="2" y="75"/>
                </a:lnTo>
                <a:lnTo>
                  <a:pt x="4" y="76"/>
                </a:lnTo>
                <a:lnTo>
                  <a:pt x="5" y="76"/>
                </a:lnTo>
                <a:lnTo>
                  <a:pt x="5" y="75"/>
                </a:lnTo>
                <a:lnTo>
                  <a:pt x="6" y="75"/>
                </a:lnTo>
                <a:lnTo>
                  <a:pt x="5" y="77"/>
                </a:lnTo>
                <a:lnTo>
                  <a:pt x="6" y="77"/>
                </a:lnTo>
                <a:lnTo>
                  <a:pt x="7" y="77"/>
                </a:lnTo>
                <a:lnTo>
                  <a:pt x="7" y="78"/>
                </a:lnTo>
                <a:lnTo>
                  <a:pt x="8" y="78"/>
                </a:lnTo>
                <a:lnTo>
                  <a:pt x="8" y="78"/>
                </a:lnTo>
                <a:lnTo>
                  <a:pt x="13" y="77"/>
                </a:lnTo>
                <a:lnTo>
                  <a:pt x="13" y="78"/>
                </a:lnTo>
                <a:lnTo>
                  <a:pt x="13" y="78"/>
                </a:lnTo>
                <a:lnTo>
                  <a:pt x="14" y="79"/>
                </a:lnTo>
                <a:lnTo>
                  <a:pt x="14" y="81"/>
                </a:lnTo>
                <a:lnTo>
                  <a:pt x="14" y="82"/>
                </a:lnTo>
                <a:lnTo>
                  <a:pt x="15" y="83"/>
                </a:lnTo>
                <a:lnTo>
                  <a:pt x="15" y="84"/>
                </a:lnTo>
                <a:lnTo>
                  <a:pt x="16" y="84"/>
                </a:lnTo>
                <a:lnTo>
                  <a:pt x="16" y="85"/>
                </a:lnTo>
                <a:lnTo>
                  <a:pt x="17" y="85"/>
                </a:lnTo>
                <a:lnTo>
                  <a:pt x="17" y="86"/>
                </a:lnTo>
                <a:lnTo>
                  <a:pt x="17" y="87"/>
                </a:lnTo>
                <a:lnTo>
                  <a:pt x="18" y="87"/>
                </a:lnTo>
                <a:lnTo>
                  <a:pt x="18" y="88"/>
                </a:lnTo>
                <a:lnTo>
                  <a:pt x="19" y="88"/>
                </a:lnTo>
                <a:lnTo>
                  <a:pt x="19" y="88"/>
                </a:lnTo>
                <a:lnTo>
                  <a:pt x="19" y="89"/>
                </a:lnTo>
                <a:lnTo>
                  <a:pt x="21" y="89"/>
                </a:lnTo>
                <a:lnTo>
                  <a:pt x="21" y="88"/>
                </a:lnTo>
                <a:lnTo>
                  <a:pt x="24" y="87"/>
                </a:lnTo>
                <a:lnTo>
                  <a:pt x="28" y="84"/>
                </a:lnTo>
                <a:lnTo>
                  <a:pt x="29" y="83"/>
                </a:lnTo>
                <a:lnTo>
                  <a:pt x="29" y="83"/>
                </a:lnTo>
                <a:lnTo>
                  <a:pt x="30" y="82"/>
                </a:lnTo>
                <a:lnTo>
                  <a:pt x="30" y="80"/>
                </a:lnTo>
                <a:lnTo>
                  <a:pt x="31" y="79"/>
                </a:lnTo>
                <a:lnTo>
                  <a:pt x="31" y="78"/>
                </a:lnTo>
                <a:lnTo>
                  <a:pt x="31" y="78"/>
                </a:lnTo>
                <a:lnTo>
                  <a:pt x="31" y="77"/>
                </a:lnTo>
                <a:lnTo>
                  <a:pt x="31" y="76"/>
                </a:lnTo>
                <a:lnTo>
                  <a:pt x="32" y="75"/>
                </a:lnTo>
                <a:lnTo>
                  <a:pt x="34" y="73"/>
                </a:lnTo>
                <a:lnTo>
                  <a:pt x="33" y="71"/>
                </a:lnTo>
                <a:lnTo>
                  <a:pt x="35" y="71"/>
                </a:lnTo>
                <a:lnTo>
                  <a:pt x="36" y="70"/>
                </a:lnTo>
                <a:lnTo>
                  <a:pt x="37" y="70"/>
                </a:lnTo>
                <a:lnTo>
                  <a:pt x="36" y="69"/>
                </a:lnTo>
                <a:lnTo>
                  <a:pt x="36" y="69"/>
                </a:lnTo>
                <a:lnTo>
                  <a:pt x="36" y="69"/>
                </a:lnTo>
                <a:lnTo>
                  <a:pt x="36" y="68"/>
                </a:lnTo>
                <a:lnTo>
                  <a:pt x="35" y="68"/>
                </a:lnTo>
                <a:lnTo>
                  <a:pt x="36" y="68"/>
                </a:lnTo>
                <a:lnTo>
                  <a:pt x="36" y="68"/>
                </a:lnTo>
                <a:lnTo>
                  <a:pt x="37" y="68"/>
                </a:lnTo>
                <a:lnTo>
                  <a:pt x="37" y="67"/>
                </a:lnTo>
                <a:lnTo>
                  <a:pt x="38" y="66"/>
                </a:lnTo>
                <a:lnTo>
                  <a:pt x="43" y="66"/>
                </a:lnTo>
                <a:lnTo>
                  <a:pt x="43" y="65"/>
                </a:lnTo>
                <a:lnTo>
                  <a:pt x="44" y="65"/>
                </a:lnTo>
                <a:lnTo>
                  <a:pt x="45" y="65"/>
                </a:lnTo>
                <a:lnTo>
                  <a:pt x="45" y="66"/>
                </a:lnTo>
                <a:lnTo>
                  <a:pt x="46" y="65"/>
                </a:lnTo>
                <a:lnTo>
                  <a:pt x="47" y="65"/>
                </a:lnTo>
                <a:lnTo>
                  <a:pt x="49" y="64"/>
                </a:lnTo>
                <a:lnTo>
                  <a:pt x="50" y="65"/>
                </a:lnTo>
                <a:lnTo>
                  <a:pt x="51" y="65"/>
                </a:lnTo>
                <a:lnTo>
                  <a:pt x="51" y="65"/>
                </a:lnTo>
                <a:lnTo>
                  <a:pt x="52" y="68"/>
                </a:lnTo>
                <a:lnTo>
                  <a:pt x="53" y="68"/>
                </a:lnTo>
                <a:lnTo>
                  <a:pt x="54" y="68"/>
                </a:lnTo>
                <a:lnTo>
                  <a:pt x="55" y="68"/>
                </a:lnTo>
                <a:lnTo>
                  <a:pt x="55" y="69"/>
                </a:lnTo>
                <a:lnTo>
                  <a:pt x="58" y="71"/>
                </a:lnTo>
                <a:lnTo>
                  <a:pt x="57" y="71"/>
                </a:lnTo>
                <a:lnTo>
                  <a:pt x="58" y="72"/>
                </a:lnTo>
                <a:lnTo>
                  <a:pt x="57" y="72"/>
                </a:lnTo>
                <a:lnTo>
                  <a:pt x="58" y="72"/>
                </a:lnTo>
                <a:lnTo>
                  <a:pt x="58" y="73"/>
                </a:lnTo>
                <a:lnTo>
                  <a:pt x="57" y="73"/>
                </a:lnTo>
                <a:lnTo>
                  <a:pt x="57" y="74"/>
                </a:lnTo>
                <a:lnTo>
                  <a:pt x="57" y="75"/>
                </a:lnTo>
                <a:lnTo>
                  <a:pt x="56" y="74"/>
                </a:lnTo>
                <a:lnTo>
                  <a:pt x="56" y="75"/>
                </a:lnTo>
                <a:lnTo>
                  <a:pt x="57" y="75"/>
                </a:lnTo>
                <a:lnTo>
                  <a:pt x="56" y="76"/>
                </a:lnTo>
                <a:lnTo>
                  <a:pt x="56" y="75"/>
                </a:lnTo>
                <a:lnTo>
                  <a:pt x="55" y="76"/>
                </a:lnTo>
                <a:lnTo>
                  <a:pt x="55" y="78"/>
                </a:lnTo>
                <a:lnTo>
                  <a:pt x="54" y="78"/>
                </a:lnTo>
                <a:lnTo>
                  <a:pt x="54" y="79"/>
                </a:lnTo>
                <a:lnTo>
                  <a:pt x="55" y="79"/>
                </a:lnTo>
                <a:lnTo>
                  <a:pt x="55" y="80"/>
                </a:lnTo>
                <a:lnTo>
                  <a:pt x="54" y="80"/>
                </a:lnTo>
                <a:lnTo>
                  <a:pt x="54" y="82"/>
                </a:lnTo>
                <a:lnTo>
                  <a:pt x="53" y="83"/>
                </a:lnTo>
                <a:lnTo>
                  <a:pt x="52" y="85"/>
                </a:lnTo>
                <a:lnTo>
                  <a:pt x="51" y="85"/>
                </a:lnTo>
                <a:lnTo>
                  <a:pt x="50" y="87"/>
                </a:lnTo>
                <a:lnTo>
                  <a:pt x="49" y="87"/>
                </a:lnTo>
                <a:lnTo>
                  <a:pt x="48" y="87"/>
                </a:lnTo>
                <a:lnTo>
                  <a:pt x="47" y="89"/>
                </a:lnTo>
                <a:lnTo>
                  <a:pt x="48" y="90"/>
                </a:lnTo>
                <a:lnTo>
                  <a:pt x="47" y="90"/>
                </a:lnTo>
                <a:lnTo>
                  <a:pt x="48" y="91"/>
                </a:lnTo>
                <a:lnTo>
                  <a:pt x="48" y="92"/>
                </a:lnTo>
                <a:lnTo>
                  <a:pt x="48" y="92"/>
                </a:lnTo>
                <a:lnTo>
                  <a:pt x="48" y="93"/>
                </a:lnTo>
                <a:lnTo>
                  <a:pt x="45" y="94"/>
                </a:lnTo>
                <a:lnTo>
                  <a:pt x="44" y="95"/>
                </a:lnTo>
                <a:lnTo>
                  <a:pt x="44" y="96"/>
                </a:lnTo>
                <a:lnTo>
                  <a:pt x="45" y="97"/>
                </a:lnTo>
                <a:lnTo>
                  <a:pt x="45" y="96"/>
                </a:lnTo>
                <a:lnTo>
                  <a:pt x="46" y="97"/>
                </a:lnTo>
                <a:lnTo>
                  <a:pt x="45" y="98"/>
                </a:lnTo>
                <a:lnTo>
                  <a:pt x="45" y="98"/>
                </a:lnTo>
                <a:lnTo>
                  <a:pt x="45" y="98"/>
                </a:lnTo>
                <a:lnTo>
                  <a:pt x="45" y="99"/>
                </a:lnTo>
                <a:lnTo>
                  <a:pt x="46" y="99"/>
                </a:lnTo>
                <a:lnTo>
                  <a:pt x="46" y="99"/>
                </a:lnTo>
                <a:lnTo>
                  <a:pt x="47" y="99"/>
                </a:lnTo>
                <a:lnTo>
                  <a:pt x="48" y="99"/>
                </a:lnTo>
                <a:lnTo>
                  <a:pt x="49" y="100"/>
                </a:lnTo>
                <a:lnTo>
                  <a:pt x="49" y="100"/>
                </a:lnTo>
                <a:lnTo>
                  <a:pt x="49" y="100"/>
                </a:lnTo>
                <a:lnTo>
                  <a:pt x="50" y="101"/>
                </a:lnTo>
                <a:lnTo>
                  <a:pt x="51" y="100"/>
                </a:lnTo>
                <a:lnTo>
                  <a:pt x="53" y="98"/>
                </a:lnTo>
                <a:lnTo>
                  <a:pt x="53" y="99"/>
                </a:lnTo>
                <a:lnTo>
                  <a:pt x="53" y="100"/>
                </a:lnTo>
                <a:lnTo>
                  <a:pt x="53" y="100"/>
                </a:lnTo>
                <a:lnTo>
                  <a:pt x="52" y="100"/>
                </a:lnTo>
                <a:lnTo>
                  <a:pt x="51" y="101"/>
                </a:lnTo>
                <a:lnTo>
                  <a:pt x="52" y="102"/>
                </a:lnTo>
                <a:lnTo>
                  <a:pt x="52" y="102"/>
                </a:lnTo>
                <a:lnTo>
                  <a:pt x="52" y="103"/>
                </a:lnTo>
                <a:lnTo>
                  <a:pt x="53" y="103"/>
                </a:lnTo>
                <a:lnTo>
                  <a:pt x="54" y="104"/>
                </a:lnTo>
                <a:lnTo>
                  <a:pt x="53" y="105"/>
                </a:lnTo>
                <a:lnTo>
                  <a:pt x="52" y="105"/>
                </a:lnTo>
                <a:lnTo>
                  <a:pt x="53" y="104"/>
                </a:lnTo>
                <a:lnTo>
                  <a:pt x="52" y="103"/>
                </a:lnTo>
                <a:lnTo>
                  <a:pt x="52" y="104"/>
                </a:lnTo>
                <a:lnTo>
                  <a:pt x="52" y="105"/>
                </a:lnTo>
                <a:lnTo>
                  <a:pt x="51" y="106"/>
                </a:lnTo>
                <a:lnTo>
                  <a:pt x="50" y="107"/>
                </a:lnTo>
                <a:lnTo>
                  <a:pt x="49" y="106"/>
                </a:lnTo>
                <a:lnTo>
                  <a:pt x="48" y="107"/>
                </a:lnTo>
                <a:lnTo>
                  <a:pt x="48" y="108"/>
                </a:lnTo>
                <a:lnTo>
                  <a:pt x="46" y="109"/>
                </a:lnTo>
                <a:lnTo>
                  <a:pt x="46" y="109"/>
                </a:lnTo>
                <a:lnTo>
                  <a:pt x="45" y="109"/>
                </a:lnTo>
                <a:lnTo>
                  <a:pt x="44" y="110"/>
                </a:lnTo>
                <a:lnTo>
                  <a:pt x="44" y="111"/>
                </a:lnTo>
                <a:lnTo>
                  <a:pt x="45" y="111"/>
                </a:lnTo>
                <a:lnTo>
                  <a:pt x="45" y="111"/>
                </a:lnTo>
                <a:lnTo>
                  <a:pt x="45" y="113"/>
                </a:lnTo>
                <a:lnTo>
                  <a:pt x="45" y="113"/>
                </a:lnTo>
                <a:lnTo>
                  <a:pt x="46" y="114"/>
                </a:lnTo>
                <a:lnTo>
                  <a:pt x="47" y="114"/>
                </a:lnTo>
                <a:lnTo>
                  <a:pt x="48" y="113"/>
                </a:lnTo>
                <a:lnTo>
                  <a:pt x="49" y="111"/>
                </a:lnTo>
                <a:lnTo>
                  <a:pt x="52" y="111"/>
                </a:lnTo>
                <a:lnTo>
                  <a:pt x="53" y="110"/>
                </a:lnTo>
                <a:lnTo>
                  <a:pt x="55" y="109"/>
                </a:lnTo>
                <a:lnTo>
                  <a:pt x="55" y="108"/>
                </a:lnTo>
                <a:lnTo>
                  <a:pt x="53" y="108"/>
                </a:lnTo>
                <a:lnTo>
                  <a:pt x="54" y="107"/>
                </a:lnTo>
                <a:lnTo>
                  <a:pt x="54" y="106"/>
                </a:lnTo>
                <a:lnTo>
                  <a:pt x="55" y="106"/>
                </a:lnTo>
                <a:lnTo>
                  <a:pt x="55" y="106"/>
                </a:lnTo>
                <a:lnTo>
                  <a:pt x="56" y="106"/>
                </a:lnTo>
                <a:lnTo>
                  <a:pt x="56" y="107"/>
                </a:lnTo>
                <a:lnTo>
                  <a:pt x="57" y="107"/>
                </a:lnTo>
                <a:lnTo>
                  <a:pt x="58" y="107"/>
                </a:lnTo>
                <a:lnTo>
                  <a:pt x="57" y="105"/>
                </a:lnTo>
                <a:lnTo>
                  <a:pt x="58" y="105"/>
                </a:lnTo>
                <a:lnTo>
                  <a:pt x="58" y="105"/>
                </a:lnTo>
                <a:lnTo>
                  <a:pt x="59" y="105"/>
                </a:lnTo>
                <a:lnTo>
                  <a:pt x="59" y="104"/>
                </a:lnTo>
                <a:lnTo>
                  <a:pt x="60" y="104"/>
                </a:lnTo>
                <a:lnTo>
                  <a:pt x="60" y="104"/>
                </a:lnTo>
                <a:lnTo>
                  <a:pt x="60" y="103"/>
                </a:lnTo>
                <a:lnTo>
                  <a:pt x="62" y="102"/>
                </a:lnTo>
                <a:lnTo>
                  <a:pt x="61" y="101"/>
                </a:lnTo>
                <a:lnTo>
                  <a:pt x="61" y="100"/>
                </a:lnTo>
                <a:lnTo>
                  <a:pt x="63" y="99"/>
                </a:lnTo>
                <a:lnTo>
                  <a:pt x="63" y="98"/>
                </a:lnTo>
                <a:lnTo>
                  <a:pt x="65" y="95"/>
                </a:lnTo>
                <a:lnTo>
                  <a:pt x="66" y="95"/>
                </a:lnTo>
                <a:lnTo>
                  <a:pt x="67" y="95"/>
                </a:lnTo>
                <a:lnTo>
                  <a:pt x="68" y="93"/>
                </a:lnTo>
                <a:lnTo>
                  <a:pt x="68" y="92"/>
                </a:lnTo>
                <a:lnTo>
                  <a:pt x="71" y="91"/>
                </a:lnTo>
                <a:lnTo>
                  <a:pt x="72" y="89"/>
                </a:lnTo>
                <a:lnTo>
                  <a:pt x="74" y="89"/>
                </a:lnTo>
                <a:lnTo>
                  <a:pt x="74" y="88"/>
                </a:lnTo>
                <a:lnTo>
                  <a:pt x="74" y="88"/>
                </a:lnTo>
                <a:lnTo>
                  <a:pt x="76" y="87"/>
                </a:lnTo>
                <a:lnTo>
                  <a:pt x="76" y="88"/>
                </a:lnTo>
                <a:lnTo>
                  <a:pt x="77" y="87"/>
                </a:lnTo>
                <a:lnTo>
                  <a:pt x="77" y="87"/>
                </a:lnTo>
                <a:lnTo>
                  <a:pt x="77" y="86"/>
                </a:lnTo>
                <a:lnTo>
                  <a:pt x="78" y="86"/>
                </a:lnTo>
                <a:lnTo>
                  <a:pt x="78" y="86"/>
                </a:lnTo>
                <a:lnTo>
                  <a:pt x="78" y="85"/>
                </a:lnTo>
                <a:lnTo>
                  <a:pt x="80" y="85"/>
                </a:lnTo>
                <a:lnTo>
                  <a:pt x="80" y="85"/>
                </a:lnTo>
                <a:lnTo>
                  <a:pt x="82" y="84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5607668" y="2326308"/>
            <a:ext cx="1045319" cy="737495"/>
          </a:xfrm>
          <a:custGeom>
            <a:avLst/>
            <a:gdLst/>
            <a:ahLst/>
            <a:cxnLst/>
            <a:rect l="l" t="t" r="r" b="b"/>
            <a:pathLst>
              <a:path w="163" h="115">
                <a:moveTo>
                  <a:pt x="141" y="66"/>
                </a:moveTo>
                <a:lnTo>
                  <a:pt x="141" y="65"/>
                </a:lnTo>
                <a:lnTo>
                  <a:pt x="141" y="65"/>
                </a:lnTo>
                <a:lnTo>
                  <a:pt x="142" y="65"/>
                </a:lnTo>
                <a:lnTo>
                  <a:pt x="143" y="65"/>
                </a:lnTo>
                <a:lnTo>
                  <a:pt x="143" y="64"/>
                </a:lnTo>
                <a:lnTo>
                  <a:pt x="142" y="61"/>
                </a:lnTo>
                <a:lnTo>
                  <a:pt x="143" y="61"/>
                </a:lnTo>
                <a:lnTo>
                  <a:pt x="142" y="60"/>
                </a:lnTo>
                <a:lnTo>
                  <a:pt x="143" y="59"/>
                </a:lnTo>
                <a:lnTo>
                  <a:pt x="142" y="59"/>
                </a:lnTo>
                <a:lnTo>
                  <a:pt x="142" y="54"/>
                </a:lnTo>
                <a:lnTo>
                  <a:pt x="143" y="53"/>
                </a:lnTo>
                <a:lnTo>
                  <a:pt x="142" y="53"/>
                </a:lnTo>
                <a:lnTo>
                  <a:pt x="142" y="52"/>
                </a:lnTo>
                <a:lnTo>
                  <a:pt x="143" y="52"/>
                </a:lnTo>
                <a:lnTo>
                  <a:pt x="143" y="52"/>
                </a:lnTo>
                <a:lnTo>
                  <a:pt x="143" y="51"/>
                </a:lnTo>
                <a:lnTo>
                  <a:pt x="144" y="52"/>
                </a:lnTo>
                <a:lnTo>
                  <a:pt x="145" y="52"/>
                </a:lnTo>
                <a:lnTo>
                  <a:pt x="146" y="51"/>
                </a:lnTo>
                <a:lnTo>
                  <a:pt x="147" y="51"/>
                </a:lnTo>
                <a:lnTo>
                  <a:pt x="146" y="52"/>
                </a:lnTo>
                <a:lnTo>
                  <a:pt x="147" y="52"/>
                </a:lnTo>
                <a:lnTo>
                  <a:pt x="146" y="53"/>
                </a:lnTo>
                <a:lnTo>
                  <a:pt x="147" y="53"/>
                </a:lnTo>
                <a:lnTo>
                  <a:pt x="149" y="52"/>
                </a:lnTo>
                <a:lnTo>
                  <a:pt x="149" y="52"/>
                </a:lnTo>
                <a:lnTo>
                  <a:pt x="149" y="55"/>
                </a:lnTo>
                <a:lnTo>
                  <a:pt x="150" y="57"/>
                </a:lnTo>
                <a:lnTo>
                  <a:pt x="150" y="57"/>
                </a:lnTo>
                <a:lnTo>
                  <a:pt x="153" y="58"/>
                </a:lnTo>
                <a:lnTo>
                  <a:pt x="154" y="58"/>
                </a:lnTo>
                <a:lnTo>
                  <a:pt x="153" y="59"/>
                </a:lnTo>
                <a:lnTo>
                  <a:pt x="154" y="59"/>
                </a:lnTo>
                <a:lnTo>
                  <a:pt x="154" y="59"/>
                </a:lnTo>
                <a:lnTo>
                  <a:pt x="154" y="58"/>
                </a:lnTo>
                <a:lnTo>
                  <a:pt x="154" y="57"/>
                </a:lnTo>
                <a:lnTo>
                  <a:pt x="155" y="57"/>
                </a:lnTo>
                <a:lnTo>
                  <a:pt x="156" y="60"/>
                </a:lnTo>
                <a:lnTo>
                  <a:pt x="156" y="60"/>
                </a:lnTo>
                <a:lnTo>
                  <a:pt x="157" y="61"/>
                </a:lnTo>
                <a:lnTo>
                  <a:pt x="158" y="61"/>
                </a:lnTo>
                <a:lnTo>
                  <a:pt x="157" y="61"/>
                </a:lnTo>
                <a:lnTo>
                  <a:pt x="157" y="60"/>
                </a:lnTo>
                <a:lnTo>
                  <a:pt x="156" y="60"/>
                </a:lnTo>
                <a:lnTo>
                  <a:pt x="156" y="59"/>
                </a:lnTo>
                <a:lnTo>
                  <a:pt x="157" y="58"/>
                </a:lnTo>
                <a:lnTo>
                  <a:pt x="157" y="57"/>
                </a:lnTo>
                <a:lnTo>
                  <a:pt x="155" y="56"/>
                </a:lnTo>
                <a:lnTo>
                  <a:pt x="154" y="56"/>
                </a:lnTo>
                <a:lnTo>
                  <a:pt x="153" y="56"/>
                </a:lnTo>
                <a:lnTo>
                  <a:pt x="152" y="55"/>
                </a:lnTo>
                <a:lnTo>
                  <a:pt x="153" y="54"/>
                </a:lnTo>
                <a:lnTo>
                  <a:pt x="156" y="52"/>
                </a:lnTo>
                <a:lnTo>
                  <a:pt x="157" y="52"/>
                </a:lnTo>
                <a:lnTo>
                  <a:pt x="158" y="51"/>
                </a:lnTo>
                <a:lnTo>
                  <a:pt x="158" y="51"/>
                </a:lnTo>
                <a:lnTo>
                  <a:pt x="158" y="50"/>
                </a:lnTo>
                <a:lnTo>
                  <a:pt x="159" y="51"/>
                </a:lnTo>
                <a:lnTo>
                  <a:pt x="160" y="50"/>
                </a:lnTo>
                <a:lnTo>
                  <a:pt x="161" y="50"/>
                </a:lnTo>
                <a:lnTo>
                  <a:pt x="162" y="50"/>
                </a:lnTo>
                <a:lnTo>
                  <a:pt x="161" y="49"/>
                </a:lnTo>
                <a:lnTo>
                  <a:pt x="161" y="48"/>
                </a:lnTo>
                <a:lnTo>
                  <a:pt x="162" y="48"/>
                </a:lnTo>
                <a:lnTo>
                  <a:pt x="163" y="48"/>
                </a:lnTo>
                <a:lnTo>
                  <a:pt x="163" y="47"/>
                </a:lnTo>
                <a:lnTo>
                  <a:pt x="162" y="47"/>
                </a:lnTo>
                <a:lnTo>
                  <a:pt x="162" y="46"/>
                </a:lnTo>
                <a:lnTo>
                  <a:pt x="162" y="45"/>
                </a:lnTo>
                <a:lnTo>
                  <a:pt x="162" y="45"/>
                </a:lnTo>
                <a:lnTo>
                  <a:pt x="162" y="44"/>
                </a:lnTo>
                <a:lnTo>
                  <a:pt x="163" y="43"/>
                </a:lnTo>
                <a:lnTo>
                  <a:pt x="162" y="42"/>
                </a:lnTo>
                <a:lnTo>
                  <a:pt x="162" y="42"/>
                </a:lnTo>
                <a:lnTo>
                  <a:pt x="162" y="41"/>
                </a:lnTo>
                <a:lnTo>
                  <a:pt x="162" y="40"/>
                </a:lnTo>
                <a:lnTo>
                  <a:pt x="162" y="38"/>
                </a:lnTo>
                <a:lnTo>
                  <a:pt x="163" y="37"/>
                </a:lnTo>
                <a:lnTo>
                  <a:pt x="162" y="36"/>
                </a:lnTo>
                <a:lnTo>
                  <a:pt x="162" y="35"/>
                </a:lnTo>
                <a:lnTo>
                  <a:pt x="162" y="35"/>
                </a:lnTo>
                <a:lnTo>
                  <a:pt x="162" y="36"/>
                </a:lnTo>
                <a:lnTo>
                  <a:pt x="161" y="36"/>
                </a:lnTo>
                <a:lnTo>
                  <a:pt x="161" y="37"/>
                </a:lnTo>
                <a:lnTo>
                  <a:pt x="160" y="37"/>
                </a:lnTo>
                <a:lnTo>
                  <a:pt x="157" y="36"/>
                </a:lnTo>
                <a:lnTo>
                  <a:pt x="157" y="37"/>
                </a:lnTo>
                <a:lnTo>
                  <a:pt x="156" y="38"/>
                </a:lnTo>
                <a:lnTo>
                  <a:pt x="155" y="38"/>
                </a:lnTo>
                <a:lnTo>
                  <a:pt x="154" y="37"/>
                </a:lnTo>
                <a:lnTo>
                  <a:pt x="152" y="36"/>
                </a:lnTo>
                <a:lnTo>
                  <a:pt x="151" y="36"/>
                </a:lnTo>
                <a:lnTo>
                  <a:pt x="151" y="35"/>
                </a:lnTo>
                <a:lnTo>
                  <a:pt x="148" y="35"/>
                </a:lnTo>
                <a:lnTo>
                  <a:pt x="148" y="35"/>
                </a:lnTo>
                <a:lnTo>
                  <a:pt x="147" y="35"/>
                </a:lnTo>
                <a:lnTo>
                  <a:pt x="146" y="34"/>
                </a:lnTo>
                <a:lnTo>
                  <a:pt x="147" y="33"/>
                </a:lnTo>
                <a:lnTo>
                  <a:pt x="146" y="33"/>
                </a:lnTo>
                <a:lnTo>
                  <a:pt x="145" y="31"/>
                </a:lnTo>
                <a:lnTo>
                  <a:pt x="145" y="31"/>
                </a:lnTo>
                <a:lnTo>
                  <a:pt x="145" y="30"/>
                </a:lnTo>
                <a:lnTo>
                  <a:pt x="145" y="30"/>
                </a:lnTo>
                <a:lnTo>
                  <a:pt x="144" y="29"/>
                </a:lnTo>
                <a:lnTo>
                  <a:pt x="144" y="28"/>
                </a:lnTo>
                <a:lnTo>
                  <a:pt x="144" y="27"/>
                </a:lnTo>
                <a:lnTo>
                  <a:pt x="143" y="27"/>
                </a:lnTo>
                <a:lnTo>
                  <a:pt x="143" y="29"/>
                </a:lnTo>
                <a:lnTo>
                  <a:pt x="142" y="30"/>
                </a:lnTo>
                <a:lnTo>
                  <a:pt x="141" y="31"/>
                </a:lnTo>
                <a:lnTo>
                  <a:pt x="141" y="31"/>
                </a:lnTo>
                <a:lnTo>
                  <a:pt x="141" y="32"/>
                </a:lnTo>
                <a:lnTo>
                  <a:pt x="141" y="32"/>
                </a:lnTo>
                <a:lnTo>
                  <a:pt x="141" y="33"/>
                </a:lnTo>
                <a:lnTo>
                  <a:pt x="140" y="32"/>
                </a:lnTo>
                <a:lnTo>
                  <a:pt x="139" y="32"/>
                </a:lnTo>
                <a:lnTo>
                  <a:pt x="139" y="30"/>
                </a:lnTo>
                <a:lnTo>
                  <a:pt x="138" y="29"/>
                </a:lnTo>
                <a:lnTo>
                  <a:pt x="137" y="29"/>
                </a:lnTo>
                <a:lnTo>
                  <a:pt x="137" y="30"/>
                </a:lnTo>
                <a:lnTo>
                  <a:pt x="136" y="30"/>
                </a:lnTo>
                <a:lnTo>
                  <a:pt x="136" y="31"/>
                </a:lnTo>
                <a:lnTo>
                  <a:pt x="136" y="33"/>
                </a:lnTo>
                <a:lnTo>
                  <a:pt x="135" y="33"/>
                </a:lnTo>
                <a:lnTo>
                  <a:pt x="135" y="33"/>
                </a:lnTo>
                <a:lnTo>
                  <a:pt x="131" y="34"/>
                </a:lnTo>
                <a:lnTo>
                  <a:pt x="130" y="36"/>
                </a:lnTo>
                <a:lnTo>
                  <a:pt x="129" y="36"/>
                </a:lnTo>
                <a:lnTo>
                  <a:pt x="129" y="36"/>
                </a:lnTo>
                <a:lnTo>
                  <a:pt x="128" y="37"/>
                </a:lnTo>
                <a:lnTo>
                  <a:pt x="128" y="36"/>
                </a:lnTo>
                <a:lnTo>
                  <a:pt x="127" y="37"/>
                </a:lnTo>
                <a:lnTo>
                  <a:pt x="128" y="39"/>
                </a:lnTo>
                <a:lnTo>
                  <a:pt x="128" y="39"/>
                </a:lnTo>
                <a:lnTo>
                  <a:pt x="129" y="41"/>
                </a:lnTo>
                <a:lnTo>
                  <a:pt x="126" y="44"/>
                </a:lnTo>
                <a:lnTo>
                  <a:pt x="124" y="43"/>
                </a:lnTo>
                <a:lnTo>
                  <a:pt x="123" y="44"/>
                </a:lnTo>
                <a:lnTo>
                  <a:pt x="122" y="43"/>
                </a:lnTo>
                <a:lnTo>
                  <a:pt x="121" y="40"/>
                </a:lnTo>
                <a:lnTo>
                  <a:pt x="120" y="40"/>
                </a:lnTo>
                <a:lnTo>
                  <a:pt x="120" y="40"/>
                </a:lnTo>
                <a:lnTo>
                  <a:pt x="119" y="38"/>
                </a:lnTo>
                <a:lnTo>
                  <a:pt x="120" y="37"/>
                </a:lnTo>
                <a:lnTo>
                  <a:pt x="119" y="37"/>
                </a:lnTo>
                <a:lnTo>
                  <a:pt x="118" y="37"/>
                </a:lnTo>
                <a:lnTo>
                  <a:pt x="117" y="36"/>
                </a:lnTo>
                <a:lnTo>
                  <a:pt x="116" y="35"/>
                </a:lnTo>
                <a:lnTo>
                  <a:pt x="116" y="34"/>
                </a:lnTo>
                <a:lnTo>
                  <a:pt x="114" y="32"/>
                </a:lnTo>
                <a:lnTo>
                  <a:pt x="113" y="31"/>
                </a:lnTo>
                <a:lnTo>
                  <a:pt x="113" y="30"/>
                </a:lnTo>
                <a:lnTo>
                  <a:pt x="113" y="30"/>
                </a:lnTo>
                <a:lnTo>
                  <a:pt x="113" y="28"/>
                </a:lnTo>
                <a:lnTo>
                  <a:pt x="112" y="28"/>
                </a:lnTo>
                <a:lnTo>
                  <a:pt x="113" y="28"/>
                </a:lnTo>
                <a:lnTo>
                  <a:pt x="113" y="27"/>
                </a:lnTo>
                <a:lnTo>
                  <a:pt x="112" y="26"/>
                </a:lnTo>
                <a:lnTo>
                  <a:pt x="112" y="26"/>
                </a:lnTo>
                <a:lnTo>
                  <a:pt x="110" y="24"/>
                </a:lnTo>
                <a:lnTo>
                  <a:pt x="108" y="27"/>
                </a:lnTo>
                <a:lnTo>
                  <a:pt x="108" y="29"/>
                </a:lnTo>
                <a:lnTo>
                  <a:pt x="106" y="29"/>
                </a:lnTo>
                <a:lnTo>
                  <a:pt x="106" y="29"/>
                </a:lnTo>
                <a:lnTo>
                  <a:pt x="107" y="30"/>
                </a:lnTo>
                <a:lnTo>
                  <a:pt x="107" y="30"/>
                </a:lnTo>
                <a:lnTo>
                  <a:pt x="107" y="31"/>
                </a:lnTo>
                <a:lnTo>
                  <a:pt x="108" y="32"/>
                </a:lnTo>
                <a:lnTo>
                  <a:pt x="108" y="33"/>
                </a:lnTo>
                <a:lnTo>
                  <a:pt x="107" y="33"/>
                </a:lnTo>
                <a:lnTo>
                  <a:pt x="108" y="33"/>
                </a:lnTo>
                <a:lnTo>
                  <a:pt x="108" y="34"/>
                </a:lnTo>
                <a:lnTo>
                  <a:pt x="105" y="36"/>
                </a:lnTo>
                <a:lnTo>
                  <a:pt x="104" y="36"/>
                </a:lnTo>
                <a:lnTo>
                  <a:pt x="103" y="36"/>
                </a:lnTo>
                <a:lnTo>
                  <a:pt x="102" y="36"/>
                </a:lnTo>
                <a:lnTo>
                  <a:pt x="102" y="34"/>
                </a:lnTo>
                <a:lnTo>
                  <a:pt x="101" y="35"/>
                </a:lnTo>
                <a:lnTo>
                  <a:pt x="100" y="34"/>
                </a:lnTo>
                <a:lnTo>
                  <a:pt x="99" y="34"/>
                </a:lnTo>
                <a:lnTo>
                  <a:pt x="100" y="32"/>
                </a:lnTo>
                <a:lnTo>
                  <a:pt x="97" y="30"/>
                </a:lnTo>
                <a:lnTo>
                  <a:pt x="97" y="29"/>
                </a:lnTo>
                <a:lnTo>
                  <a:pt x="96" y="28"/>
                </a:lnTo>
                <a:lnTo>
                  <a:pt x="96" y="28"/>
                </a:lnTo>
                <a:lnTo>
                  <a:pt x="97" y="27"/>
                </a:lnTo>
                <a:lnTo>
                  <a:pt x="97" y="27"/>
                </a:lnTo>
                <a:lnTo>
                  <a:pt x="97" y="26"/>
                </a:lnTo>
                <a:lnTo>
                  <a:pt x="94" y="25"/>
                </a:lnTo>
                <a:lnTo>
                  <a:pt x="92" y="26"/>
                </a:lnTo>
                <a:lnTo>
                  <a:pt x="92" y="26"/>
                </a:lnTo>
                <a:lnTo>
                  <a:pt x="92" y="26"/>
                </a:lnTo>
                <a:lnTo>
                  <a:pt x="92" y="26"/>
                </a:lnTo>
                <a:lnTo>
                  <a:pt x="91" y="26"/>
                </a:lnTo>
                <a:lnTo>
                  <a:pt x="90" y="27"/>
                </a:lnTo>
                <a:lnTo>
                  <a:pt x="90" y="27"/>
                </a:lnTo>
                <a:lnTo>
                  <a:pt x="89" y="28"/>
                </a:lnTo>
                <a:lnTo>
                  <a:pt x="88" y="26"/>
                </a:lnTo>
                <a:lnTo>
                  <a:pt x="88" y="25"/>
                </a:lnTo>
                <a:lnTo>
                  <a:pt x="87" y="24"/>
                </a:lnTo>
                <a:lnTo>
                  <a:pt x="87" y="23"/>
                </a:lnTo>
                <a:lnTo>
                  <a:pt x="87" y="22"/>
                </a:lnTo>
                <a:lnTo>
                  <a:pt x="87" y="21"/>
                </a:lnTo>
                <a:lnTo>
                  <a:pt x="88" y="21"/>
                </a:lnTo>
                <a:lnTo>
                  <a:pt x="88" y="20"/>
                </a:lnTo>
                <a:lnTo>
                  <a:pt x="86" y="17"/>
                </a:lnTo>
                <a:lnTo>
                  <a:pt x="85" y="16"/>
                </a:lnTo>
                <a:lnTo>
                  <a:pt x="82" y="16"/>
                </a:lnTo>
                <a:lnTo>
                  <a:pt x="82" y="16"/>
                </a:lnTo>
                <a:lnTo>
                  <a:pt x="81" y="16"/>
                </a:lnTo>
                <a:lnTo>
                  <a:pt x="81" y="16"/>
                </a:lnTo>
                <a:lnTo>
                  <a:pt x="80" y="15"/>
                </a:lnTo>
                <a:lnTo>
                  <a:pt x="78" y="15"/>
                </a:lnTo>
                <a:lnTo>
                  <a:pt x="76" y="16"/>
                </a:lnTo>
                <a:lnTo>
                  <a:pt x="75" y="17"/>
                </a:lnTo>
                <a:lnTo>
                  <a:pt x="74" y="17"/>
                </a:lnTo>
                <a:lnTo>
                  <a:pt x="74" y="18"/>
                </a:lnTo>
                <a:lnTo>
                  <a:pt x="74" y="18"/>
                </a:lnTo>
                <a:lnTo>
                  <a:pt x="73" y="19"/>
                </a:lnTo>
                <a:lnTo>
                  <a:pt x="71" y="18"/>
                </a:lnTo>
                <a:lnTo>
                  <a:pt x="70" y="19"/>
                </a:lnTo>
                <a:lnTo>
                  <a:pt x="70" y="18"/>
                </a:lnTo>
                <a:lnTo>
                  <a:pt x="69" y="18"/>
                </a:lnTo>
                <a:lnTo>
                  <a:pt x="67" y="18"/>
                </a:lnTo>
                <a:lnTo>
                  <a:pt x="67" y="17"/>
                </a:lnTo>
                <a:lnTo>
                  <a:pt x="64" y="15"/>
                </a:lnTo>
                <a:lnTo>
                  <a:pt x="64" y="15"/>
                </a:lnTo>
                <a:lnTo>
                  <a:pt x="64" y="13"/>
                </a:lnTo>
                <a:lnTo>
                  <a:pt x="63" y="12"/>
                </a:lnTo>
                <a:lnTo>
                  <a:pt x="62" y="12"/>
                </a:lnTo>
                <a:lnTo>
                  <a:pt x="61" y="14"/>
                </a:lnTo>
                <a:lnTo>
                  <a:pt x="60" y="13"/>
                </a:lnTo>
                <a:lnTo>
                  <a:pt x="60" y="13"/>
                </a:lnTo>
                <a:lnTo>
                  <a:pt x="60" y="14"/>
                </a:lnTo>
                <a:lnTo>
                  <a:pt x="59" y="16"/>
                </a:lnTo>
                <a:lnTo>
                  <a:pt x="58" y="15"/>
                </a:lnTo>
                <a:lnTo>
                  <a:pt x="58" y="16"/>
                </a:lnTo>
                <a:lnTo>
                  <a:pt x="57" y="15"/>
                </a:lnTo>
                <a:lnTo>
                  <a:pt x="56" y="16"/>
                </a:lnTo>
                <a:lnTo>
                  <a:pt x="55" y="16"/>
                </a:lnTo>
                <a:lnTo>
                  <a:pt x="55" y="17"/>
                </a:lnTo>
                <a:lnTo>
                  <a:pt x="54" y="16"/>
                </a:lnTo>
                <a:lnTo>
                  <a:pt x="55" y="16"/>
                </a:lnTo>
                <a:lnTo>
                  <a:pt x="54" y="16"/>
                </a:lnTo>
                <a:lnTo>
                  <a:pt x="53" y="15"/>
                </a:lnTo>
                <a:lnTo>
                  <a:pt x="52" y="15"/>
                </a:lnTo>
                <a:lnTo>
                  <a:pt x="52" y="14"/>
                </a:lnTo>
                <a:lnTo>
                  <a:pt x="51" y="14"/>
                </a:lnTo>
                <a:lnTo>
                  <a:pt x="51" y="15"/>
                </a:lnTo>
                <a:lnTo>
                  <a:pt x="51" y="16"/>
                </a:lnTo>
                <a:lnTo>
                  <a:pt x="51" y="16"/>
                </a:lnTo>
                <a:lnTo>
                  <a:pt x="50" y="16"/>
                </a:lnTo>
                <a:lnTo>
                  <a:pt x="50" y="16"/>
                </a:lnTo>
                <a:lnTo>
                  <a:pt x="49" y="17"/>
                </a:lnTo>
                <a:lnTo>
                  <a:pt x="47" y="17"/>
                </a:lnTo>
                <a:lnTo>
                  <a:pt x="47" y="17"/>
                </a:lnTo>
                <a:lnTo>
                  <a:pt x="46" y="18"/>
                </a:lnTo>
                <a:lnTo>
                  <a:pt x="45" y="17"/>
                </a:lnTo>
                <a:lnTo>
                  <a:pt x="44" y="18"/>
                </a:lnTo>
                <a:lnTo>
                  <a:pt x="43" y="17"/>
                </a:lnTo>
                <a:lnTo>
                  <a:pt x="43" y="16"/>
                </a:lnTo>
                <a:lnTo>
                  <a:pt x="43" y="15"/>
                </a:lnTo>
                <a:lnTo>
                  <a:pt x="42" y="16"/>
                </a:lnTo>
                <a:lnTo>
                  <a:pt x="41" y="16"/>
                </a:lnTo>
                <a:lnTo>
                  <a:pt x="41" y="15"/>
                </a:lnTo>
                <a:lnTo>
                  <a:pt x="41" y="15"/>
                </a:lnTo>
                <a:lnTo>
                  <a:pt x="40" y="14"/>
                </a:lnTo>
                <a:lnTo>
                  <a:pt x="39" y="14"/>
                </a:lnTo>
                <a:lnTo>
                  <a:pt x="39" y="14"/>
                </a:lnTo>
                <a:lnTo>
                  <a:pt x="39" y="13"/>
                </a:lnTo>
                <a:lnTo>
                  <a:pt x="39" y="13"/>
                </a:lnTo>
                <a:lnTo>
                  <a:pt x="39" y="13"/>
                </a:lnTo>
                <a:lnTo>
                  <a:pt x="36" y="12"/>
                </a:lnTo>
                <a:lnTo>
                  <a:pt x="37" y="11"/>
                </a:lnTo>
                <a:lnTo>
                  <a:pt x="36" y="10"/>
                </a:lnTo>
                <a:lnTo>
                  <a:pt x="37" y="10"/>
                </a:lnTo>
                <a:lnTo>
                  <a:pt x="37" y="9"/>
                </a:lnTo>
                <a:lnTo>
                  <a:pt x="36" y="9"/>
                </a:lnTo>
                <a:lnTo>
                  <a:pt x="35" y="8"/>
                </a:lnTo>
                <a:lnTo>
                  <a:pt x="35" y="7"/>
                </a:lnTo>
                <a:lnTo>
                  <a:pt x="35" y="7"/>
                </a:lnTo>
                <a:lnTo>
                  <a:pt x="35" y="6"/>
                </a:lnTo>
                <a:lnTo>
                  <a:pt x="36" y="6"/>
                </a:lnTo>
                <a:lnTo>
                  <a:pt x="35" y="5"/>
                </a:lnTo>
                <a:lnTo>
                  <a:pt x="35" y="5"/>
                </a:lnTo>
                <a:lnTo>
                  <a:pt x="35" y="4"/>
                </a:lnTo>
                <a:lnTo>
                  <a:pt x="35" y="4"/>
                </a:lnTo>
                <a:lnTo>
                  <a:pt x="34" y="3"/>
                </a:lnTo>
                <a:lnTo>
                  <a:pt x="35" y="3"/>
                </a:lnTo>
                <a:lnTo>
                  <a:pt x="34" y="3"/>
                </a:lnTo>
                <a:lnTo>
                  <a:pt x="34" y="2"/>
                </a:lnTo>
                <a:lnTo>
                  <a:pt x="34" y="2"/>
                </a:lnTo>
                <a:lnTo>
                  <a:pt x="33" y="1"/>
                </a:lnTo>
                <a:lnTo>
                  <a:pt x="33" y="0"/>
                </a:lnTo>
                <a:lnTo>
                  <a:pt x="33" y="0"/>
                </a:lnTo>
                <a:lnTo>
                  <a:pt x="33" y="1"/>
                </a:lnTo>
                <a:lnTo>
                  <a:pt x="32" y="0"/>
                </a:lnTo>
                <a:lnTo>
                  <a:pt x="32" y="0"/>
                </a:lnTo>
                <a:lnTo>
                  <a:pt x="31" y="1"/>
                </a:lnTo>
                <a:lnTo>
                  <a:pt x="28" y="2"/>
                </a:lnTo>
                <a:lnTo>
                  <a:pt x="28" y="3"/>
                </a:lnTo>
                <a:lnTo>
                  <a:pt x="26" y="2"/>
                </a:lnTo>
                <a:lnTo>
                  <a:pt x="26" y="3"/>
                </a:lnTo>
                <a:lnTo>
                  <a:pt x="24" y="3"/>
                </a:lnTo>
                <a:lnTo>
                  <a:pt x="22" y="3"/>
                </a:lnTo>
                <a:lnTo>
                  <a:pt x="21" y="4"/>
                </a:lnTo>
                <a:lnTo>
                  <a:pt x="21" y="5"/>
                </a:lnTo>
                <a:lnTo>
                  <a:pt x="21" y="5"/>
                </a:lnTo>
                <a:lnTo>
                  <a:pt x="21" y="6"/>
                </a:lnTo>
                <a:lnTo>
                  <a:pt x="20" y="7"/>
                </a:lnTo>
                <a:lnTo>
                  <a:pt x="16" y="8"/>
                </a:lnTo>
                <a:lnTo>
                  <a:pt x="17" y="12"/>
                </a:lnTo>
                <a:lnTo>
                  <a:pt x="17" y="13"/>
                </a:lnTo>
                <a:lnTo>
                  <a:pt x="17" y="14"/>
                </a:lnTo>
                <a:lnTo>
                  <a:pt x="18" y="15"/>
                </a:lnTo>
                <a:lnTo>
                  <a:pt x="17" y="16"/>
                </a:lnTo>
                <a:lnTo>
                  <a:pt x="17" y="17"/>
                </a:lnTo>
                <a:lnTo>
                  <a:pt x="16" y="17"/>
                </a:lnTo>
                <a:lnTo>
                  <a:pt x="15" y="16"/>
                </a:lnTo>
                <a:lnTo>
                  <a:pt x="15" y="15"/>
                </a:lnTo>
                <a:lnTo>
                  <a:pt x="14" y="15"/>
                </a:lnTo>
                <a:lnTo>
                  <a:pt x="13" y="16"/>
                </a:lnTo>
                <a:lnTo>
                  <a:pt x="13" y="14"/>
                </a:lnTo>
                <a:lnTo>
                  <a:pt x="12" y="13"/>
                </a:lnTo>
                <a:lnTo>
                  <a:pt x="10" y="13"/>
                </a:lnTo>
                <a:lnTo>
                  <a:pt x="11" y="14"/>
                </a:lnTo>
                <a:lnTo>
                  <a:pt x="10" y="14"/>
                </a:lnTo>
                <a:lnTo>
                  <a:pt x="10" y="16"/>
                </a:lnTo>
                <a:lnTo>
                  <a:pt x="9" y="16"/>
                </a:lnTo>
                <a:lnTo>
                  <a:pt x="8" y="15"/>
                </a:lnTo>
                <a:lnTo>
                  <a:pt x="6" y="15"/>
                </a:lnTo>
                <a:lnTo>
                  <a:pt x="5" y="13"/>
                </a:lnTo>
                <a:lnTo>
                  <a:pt x="3" y="13"/>
                </a:lnTo>
                <a:lnTo>
                  <a:pt x="3" y="12"/>
                </a:lnTo>
                <a:lnTo>
                  <a:pt x="2" y="13"/>
                </a:lnTo>
                <a:lnTo>
                  <a:pt x="2" y="12"/>
                </a:lnTo>
                <a:lnTo>
                  <a:pt x="1" y="13"/>
                </a:lnTo>
                <a:lnTo>
                  <a:pt x="1" y="14"/>
                </a:lnTo>
                <a:lnTo>
                  <a:pt x="2" y="15"/>
                </a:lnTo>
                <a:lnTo>
                  <a:pt x="1" y="16"/>
                </a:lnTo>
                <a:lnTo>
                  <a:pt x="1" y="17"/>
                </a:lnTo>
                <a:lnTo>
                  <a:pt x="1" y="18"/>
                </a:lnTo>
                <a:lnTo>
                  <a:pt x="0" y="18"/>
                </a:lnTo>
                <a:lnTo>
                  <a:pt x="0" y="19"/>
                </a:lnTo>
                <a:lnTo>
                  <a:pt x="1" y="20"/>
                </a:lnTo>
                <a:lnTo>
                  <a:pt x="3" y="20"/>
                </a:lnTo>
                <a:lnTo>
                  <a:pt x="3" y="19"/>
                </a:lnTo>
                <a:lnTo>
                  <a:pt x="3" y="19"/>
                </a:lnTo>
                <a:lnTo>
                  <a:pt x="5" y="19"/>
                </a:lnTo>
                <a:lnTo>
                  <a:pt x="6" y="21"/>
                </a:lnTo>
                <a:lnTo>
                  <a:pt x="6" y="21"/>
                </a:lnTo>
                <a:lnTo>
                  <a:pt x="5" y="21"/>
                </a:lnTo>
                <a:lnTo>
                  <a:pt x="6" y="23"/>
                </a:lnTo>
                <a:lnTo>
                  <a:pt x="9" y="24"/>
                </a:lnTo>
                <a:lnTo>
                  <a:pt x="9" y="25"/>
                </a:lnTo>
                <a:lnTo>
                  <a:pt x="9" y="26"/>
                </a:lnTo>
                <a:lnTo>
                  <a:pt x="9" y="27"/>
                </a:lnTo>
                <a:lnTo>
                  <a:pt x="11" y="28"/>
                </a:lnTo>
                <a:lnTo>
                  <a:pt x="11" y="29"/>
                </a:lnTo>
                <a:lnTo>
                  <a:pt x="10" y="30"/>
                </a:lnTo>
                <a:lnTo>
                  <a:pt x="10" y="30"/>
                </a:lnTo>
                <a:lnTo>
                  <a:pt x="9" y="31"/>
                </a:lnTo>
                <a:lnTo>
                  <a:pt x="10" y="33"/>
                </a:lnTo>
                <a:lnTo>
                  <a:pt x="9" y="34"/>
                </a:lnTo>
                <a:lnTo>
                  <a:pt x="10" y="36"/>
                </a:lnTo>
                <a:lnTo>
                  <a:pt x="9" y="36"/>
                </a:lnTo>
                <a:lnTo>
                  <a:pt x="11" y="39"/>
                </a:lnTo>
                <a:lnTo>
                  <a:pt x="12" y="39"/>
                </a:lnTo>
                <a:lnTo>
                  <a:pt x="11" y="39"/>
                </a:lnTo>
                <a:lnTo>
                  <a:pt x="11" y="39"/>
                </a:lnTo>
                <a:lnTo>
                  <a:pt x="11" y="40"/>
                </a:lnTo>
                <a:lnTo>
                  <a:pt x="12" y="40"/>
                </a:lnTo>
                <a:lnTo>
                  <a:pt x="12" y="40"/>
                </a:lnTo>
                <a:lnTo>
                  <a:pt x="11" y="41"/>
                </a:lnTo>
                <a:lnTo>
                  <a:pt x="12" y="43"/>
                </a:lnTo>
                <a:lnTo>
                  <a:pt x="13" y="44"/>
                </a:lnTo>
                <a:lnTo>
                  <a:pt x="14" y="44"/>
                </a:lnTo>
                <a:lnTo>
                  <a:pt x="14" y="45"/>
                </a:lnTo>
                <a:lnTo>
                  <a:pt x="15" y="45"/>
                </a:lnTo>
                <a:lnTo>
                  <a:pt x="15" y="49"/>
                </a:lnTo>
                <a:lnTo>
                  <a:pt x="15" y="50"/>
                </a:lnTo>
                <a:lnTo>
                  <a:pt x="16" y="51"/>
                </a:lnTo>
                <a:lnTo>
                  <a:pt x="19" y="50"/>
                </a:lnTo>
                <a:lnTo>
                  <a:pt x="22" y="48"/>
                </a:lnTo>
                <a:lnTo>
                  <a:pt x="23" y="46"/>
                </a:lnTo>
                <a:lnTo>
                  <a:pt x="24" y="45"/>
                </a:lnTo>
                <a:lnTo>
                  <a:pt x="26" y="43"/>
                </a:lnTo>
                <a:lnTo>
                  <a:pt x="28" y="42"/>
                </a:lnTo>
                <a:lnTo>
                  <a:pt x="28" y="44"/>
                </a:lnTo>
                <a:lnTo>
                  <a:pt x="28" y="45"/>
                </a:lnTo>
                <a:lnTo>
                  <a:pt x="28" y="45"/>
                </a:lnTo>
                <a:lnTo>
                  <a:pt x="30" y="46"/>
                </a:lnTo>
                <a:lnTo>
                  <a:pt x="31" y="47"/>
                </a:lnTo>
                <a:lnTo>
                  <a:pt x="32" y="48"/>
                </a:lnTo>
                <a:lnTo>
                  <a:pt x="33" y="49"/>
                </a:lnTo>
                <a:lnTo>
                  <a:pt x="33" y="51"/>
                </a:lnTo>
                <a:lnTo>
                  <a:pt x="33" y="51"/>
                </a:lnTo>
                <a:lnTo>
                  <a:pt x="33" y="52"/>
                </a:lnTo>
                <a:lnTo>
                  <a:pt x="34" y="53"/>
                </a:lnTo>
                <a:lnTo>
                  <a:pt x="34" y="53"/>
                </a:lnTo>
                <a:lnTo>
                  <a:pt x="36" y="56"/>
                </a:lnTo>
                <a:lnTo>
                  <a:pt x="36" y="56"/>
                </a:lnTo>
                <a:lnTo>
                  <a:pt x="37" y="57"/>
                </a:lnTo>
                <a:lnTo>
                  <a:pt x="37" y="58"/>
                </a:lnTo>
                <a:lnTo>
                  <a:pt x="37" y="59"/>
                </a:lnTo>
                <a:lnTo>
                  <a:pt x="38" y="60"/>
                </a:lnTo>
                <a:lnTo>
                  <a:pt x="38" y="61"/>
                </a:lnTo>
                <a:lnTo>
                  <a:pt x="38" y="61"/>
                </a:lnTo>
                <a:lnTo>
                  <a:pt x="36" y="61"/>
                </a:lnTo>
                <a:lnTo>
                  <a:pt x="37" y="62"/>
                </a:lnTo>
                <a:lnTo>
                  <a:pt x="37" y="63"/>
                </a:lnTo>
                <a:lnTo>
                  <a:pt x="35" y="62"/>
                </a:lnTo>
                <a:lnTo>
                  <a:pt x="35" y="63"/>
                </a:lnTo>
                <a:lnTo>
                  <a:pt x="35" y="64"/>
                </a:lnTo>
                <a:lnTo>
                  <a:pt x="35" y="64"/>
                </a:lnTo>
                <a:lnTo>
                  <a:pt x="36" y="64"/>
                </a:lnTo>
                <a:lnTo>
                  <a:pt x="37" y="66"/>
                </a:lnTo>
                <a:lnTo>
                  <a:pt x="37" y="65"/>
                </a:lnTo>
                <a:lnTo>
                  <a:pt x="38" y="65"/>
                </a:lnTo>
                <a:lnTo>
                  <a:pt x="39" y="66"/>
                </a:lnTo>
                <a:lnTo>
                  <a:pt x="39" y="65"/>
                </a:lnTo>
                <a:lnTo>
                  <a:pt x="40" y="66"/>
                </a:lnTo>
                <a:lnTo>
                  <a:pt x="42" y="66"/>
                </a:lnTo>
                <a:lnTo>
                  <a:pt x="42" y="65"/>
                </a:lnTo>
                <a:lnTo>
                  <a:pt x="42" y="64"/>
                </a:lnTo>
                <a:lnTo>
                  <a:pt x="42" y="63"/>
                </a:lnTo>
                <a:lnTo>
                  <a:pt x="43" y="63"/>
                </a:lnTo>
                <a:lnTo>
                  <a:pt x="44" y="63"/>
                </a:lnTo>
                <a:lnTo>
                  <a:pt x="44" y="64"/>
                </a:lnTo>
                <a:lnTo>
                  <a:pt x="45" y="65"/>
                </a:lnTo>
                <a:lnTo>
                  <a:pt x="46" y="66"/>
                </a:lnTo>
                <a:lnTo>
                  <a:pt x="47" y="67"/>
                </a:lnTo>
                <a:lnTo>
                  <a:pt x="48" y="66"/>
                </a:lnTo>
                <a:lnTo>
                  <a:pt x="49" y="66"/>
                </a:lnTo>
                <a:lnTo>
                  <a:pt x="49" y="67"/>
                </a:lnTo>
                <a:lnTo>
                  <a:pt x="51" y="67"/>
                </a:lnTo>
                <a:lnTo>
                  <a:pt x="51" y="67"/>
                </a:lnTo>
                <a:lnTo>
                  <a:pt x="52" y="67"/>
                </a:lnTo>
                <a:lnTo>
                  <a:pt x="52" y="67"/>
                </a:lnTo>
                <a:lnTo>
                  <a:pt x="52" y="68"/>
                </a:lnTo>
                <a:lnTo>
                  <a:pt x="55" y="70"/>
                </a:lnTo>
                <a:lnTo>
                  <a:pt x="54" y="72"/>
                </a:lnTo>
                <a:lnTo>
                  <a:pt x="55" y="73"/>
                </a:lnTo>
                <a:lnTo>
                  <a:pt x="55" y="73"/>
                </a:lnTo>
                <a:lnTo>
                  <a:pt x="55" y="74"/>
                </a:lnTo>
                <a:lnTo>
                  <a:pt x="55" y="74"/>
                </a:lnTo>
                <a:lnTo>
                  <a:pt x="56" y="74"/>
                </a:lnTo>
                <a:lnTo>
                  <a:pt x="56" y="75"/>
                </a:lnTo>
                <a:lnTo>
                  <a:pt x="58" y="73"/>
                </a:lnTo>
                <a:lnTo>
                  <a:pt x="59" y="72"/>
                </a:lnTo>
                <a:lnTo>
                  <a:pt x="59" y="71"/>
                </a:lnTo>
                <a:lnTo>
                  <a:pt x="59" y="70"/>
                </a:lnTo>
                <a:lnTo>
                  <a:pt x="60" y="69"/>
                </a:lnTo>
                <a:lnTo>
                  <a:pt x="60" y="68"/>
                </a:lnTo>
                <a:lnTo>
                  <a:pt x="62" y="67"/>
                </a:lnTo>
                <a:lnTo>
                  <a:pt x="62" y="68"/>
                </a:lnTo>
                <a:lnTo>
                  <a:pt x="62" y="70"/>
                </a:lnTo>
                <a:lnTo>
                  <a:pt x="62" y="70"/>
                </a:lnTo>
                <a:lnTo>
                  <a:pt x="62" y="73"/>
                </a:lnTo>
                <a:lnTo>
                  <a:pt x="63" y="75"/>
                </a:lnTo>
                <a:lnTo>
                  <a:pt x="64" y="75"/>
                </a:lnTo>
                <a:lnTo>
                  <a:pt x="64" y="74"/>
                </a:lnTo>
                <a:lnTo>
                  <a:pt x="65" y="74"/>
                </a:lnTo>
                <a:lnTo>
                  <a:pt x="65" y="75"/>
                </a:lnTo>
                <a:lnTo>
                  <a:pt x="65" y="76"/>
                </a:lnTo>
                <a:lnTo>
                  <a:pt x="66" y="77"/>
                </a:lnTo>
                <a:lnTo>
                  <a:pt x="66" y="78"/>
                </a:lnTo>
                <a:lnTo>
                  <a:pt x="67" y="78"/>
                </a:lnTo>
                <a:lnTo>
                  <a:pt x="68" y="78"/>
                </a:lnTo>
                <a:lnTo>
                  <a:pt x="67" y="80"/>
                </a:lnTo>
                <a:lnTo>
                  <a:pt x="68" y="80"/>
                </a:lnTo>
                <a:lnTo>
                  <a:pt x="68" y="81"/>
                </a:lnTo>
                <a:lnTo>
                  <a:pt x="70" y="82"/>
                </a:lnTo>
                <a:lnTo>
                  <a:pt x="70" y="83"/>
                </a:lnTo>
                <a:lnTo>
                  <a:pt x="70" y="83"/>
                </a:lnTo>
                <a:lnTo>
                  <a:pt x="70" y="84"/>
                </a:lnTo>
                <a:lnTo>
                  <a:pt x="70" y="85"/>
                </a:lnTo>
                <a:lnTo>
                  <a:pt x="72" y="84"/>
                </a:lnTo>
                <a:lnTo>
                  <a:pt x="72" y="85"/>
                </a:lnTo>
                <a:lnTo>
                  <a:pt x="72" y="85"/>
                </a:lnTo>
                <a:lnTo>
                  <a:pt x="72" y="86"/>
                </a:lnTo>
                <a:lnTo>
                  <a:pt x="73" y="86"/>
                </a:lnTo>
                <a:lnTo>
                  <a:pt x="73" y="87"/>
                </a:lnTo>
                <a:lnTo>
                  <a:pt x="73" y="87"/>
                </a:lnTo>
                <a:lnTo>
                  <a:pt x="73" y="88"/>
                </a:lnTo>
                <a:lnTo>
                  <a:pt x="74" y="88"/>
                </a:lnTo>
                <a:lnTo>
                  <a:pt x="74" y="87"/>
                </a:lnTo>
                <a:lnTo>
                  <a:pt x="76" y="87"/>
                </a:lnTo>
                <a:lnTo>
                  <a:pt x="76" y="88"/>
                </a:lnTo>
                <a:lnTo>
                  <a:pt x="75" y="88"/>
                </a:lnTo>
                <a:lnTo>
                  <a:pt x="75" y="89"/>
                </a:lnTo>
                <a:lnTo>
                  <a:pt x="75" y="90"/>
                </a:lnTo>
                <a:lnTo>
                  <a:pt x="75" y="91"/>
                </a:lnTo>
                <a:lnTo>
                  <a:pt x="74" y="92"/>
                </a:lnTo>
                <a:lnTo>
                  <a:pt x="75" y="92"/>
                </a:lnTo>
                <a:lnTo>
                  <a:pt x="74" y="93"/>
                </a:lnTo>
                <a:lnTo>
                  <a:pt x="74" y="95"/>
                </a:lnTo>
                <a:lnTo>
                  <a:pt x="75" y="96"/>
                </a:lnTo>
                <a:lnTo>
                  <a:pt x="75" y="98"/>
                </a:lnTo>
                <a:lnTo>
                  <a:pt x="77" y="97"/>
                </a:lnTo>
                <a:lnTo>
                  <a:pt x="78" y="98"/>
                </a:lnTo>
                <a:lnTo>
                  <a:pt x="78" y="98"/>
                </a:lnTo>
                <a:lnTo>
                  <a:pt x="78" y="99"/>
                </a:lnTo>
                <a:lnTo>
                  <a:pt x="79" y="101"/>
                </a:lnTo>
                <a:lnTo>
                  <a:pt x="79" y="101"/>
                </a:lnTo>
                <a:lnTo>
                  <a:pt x="79" y="101"/>
                </a:lnTo>
                <a:lnTo>
                  <a:pt x="80" y="102"/>
                </a:lnTo>
                <a:lnTo>
                  <a:pt x="81" y="103"/>
                </a:lnTo>
                <a:lnTo>
                  <a:pt x="81" y="103"/>
                </a:lnTo>
                <a:lnTo>
                  <a:pt x="81" y="104"/>
                </a:lnTo>
                <a:lnTo>
                  <a:pt x="82" y="104"/>
                </a:lnTo>
                <a:lnTo>
                  <a:pt x="82" y="105"/>
                </a:lnTo>
                <a:lnTo>
                  <a:pt x="83" y="106"/>
                </a:lnTo>
                <a:lnTo>
                  <a:pt x="83" y="106"/>
                </a:lnTo>
                <a:lnTo>
                  <a:pt x="84" y="106"/>
                </a:lnTo>
                <a:lnTo>
                  <a:pt x="85" y="106"/>
                </a:lnTo>
                <a:lnTo>
                  <a:pt x="85" y="108"/>
                </a:lnTo>
                <a:lnTo>
                  <a:pt x="86" y="108"/>
                </a:lnTo>
                <a:lnTo>
                  <a:pt x="85" y="110"/>
                </a:lnTo>
                <a:lnTo>
                  <a:pt x="85" y="110"/>
                </a:lnTo>
                <a:lnTo>
                  <a:pt x="85" y="111"/>
                </a:lnTo>
                <a:lnTo>
                  <a:pt x="85" y="113"/>
                </a:lnTo>
                <a:lnTo>
                  <a:pt x="83" y="114"/>
                </a:lnTo>
                <a:lnTo>
                  <a:pt x="84" y="115"/>
                </a:lnTo>
                <a:lnTo>
                  <a:pt x="85" y="114"/>
                </a:lnTo>
                <a:lnTo>
                  <a:pt x="86" y="115"/>
                </a:lnTo>
                <a:lnTo>
                  <a:pt x="87" y="114"/>
                </a:lnTo>
                <a:lnTo>
                  <a:pt x="88" y="114"/>
                </a:lnTo>
                <a:lnTo>
                  <a:pt x="88" y="113"/>
                </a:lnTo>
                <a:lnTo>
                  <a:pt x="90" y="114"/>
                </a:lnTo>
                <a:lnTo>
                  <a:pt x="90" y="112"/>
                </a:lnTo>
                <a:lnTo>
                  <a:pt x="91" y="112"/>
                </a:lnTo>
                <a:lnTo>
                  <a:pt x="91" y="111"/>
                </a:lnTo>
                <a:lnTo>
                  <a:pt x="91" y="111"/>
                </a:lnTo>
                <a:lnTo>
                  <a:pt x="91" y="111"/>
                </a:lnTo>
                <a:lnTo>
                  <a:pt x="92" y="110"/>
                </a:lnTo>
                <a:lnTo>
                  <a:pt x="91" y="110"/>
                </a:lnTo>
                <a:lnTo>
                  <a:pt x="92" y="109"/>
                </a:lnTo>
                <a:lnTo>
                  <a:pt x="92" y="108"/>
                </a:lnTo>
                <a:lnTo>
                  <a:pt x="92" y="108"/>
                </a:lnTo>
                <a:lnTo>
                  <a:pt x="94" y="106"/>
                </a:lnTo>
                <a:lnTo>
                  <a:pt x="95" y="101"/>
                </a:lnTo>
                <a:lnTo>
                  <a:pt x="96" y="101"/>
                </a:lnTo>
                <a:lnTo>
                  <a:pt x="97" y="101"/>
                </a:lnTo>
                <a:lnTo>
                  <a:pt x="97" y="101"/>
                </a:lnTo>
                <a:lnTo>
                  <a:pt x="96" y="100"/>
                </a:lnTo>
                <a:lnTo>
                  <a:pt x="96" y="97"/>
                </a:lnTo>
                <a:lnTo>
                  <a:pt x="97" y="96"/>
                </a:lnTo>
                <a:lnTo>
                  <a:pt x="96" y="95"/>
                </a:lnTo>
                <a:lnTo>
                  <a:pt x="97" y="95"/>
                </a:lnTo>
                <a:lnTo>
                  <a:pt x="97" y="94"/>
                </a:lnTo>
                <a:lnTo>
                  <a:pt x="98" y="93"/>
                </a:lnTo>
                <a:lnTo>
                  <a:pt x="98" y="92"/>
                </a:lnTo>
                <a:lnTo>
                  <a:pt x="98" y="92"/>
                </a:lnTo>
                <a:lnTo>
                  <a:pt x="98" y="92"/>
                </a:lnTo>
                <a:lnTo>
                  <a:pt x="98" y="91"/>
                </a:lnTo>
                <a:lnTo>
                  <a:pt x="100" y="92"/>
                </a:lnTo>
                <a:lnTo>
                  <a:pt x="100" y="91"/>
                </a:lnTo>
                <a:lnTo>
                  <a:pt x="100" y="91"/>
                </a:lnTo>
                <a:lnTo>
                  <a:pt x="101" y="90"/>
                </a:lnTo>
                <a:lnTo>
                  <a:pt x="101" y="89"/>
                </a:lnTo>
                <a:lnTo>
                  <a:pt x="102" y="89"/>
                </a:lnTo>
                <a:lnTo>
                  <a:pt x="102" y="90"/>
                </a:lnTo>
                <a:lnTo>
                  <a:pt x="102" y="90"/>
                </a:lnTo>
                <a:lnTo>
                  <a:pt x="103" y="91"/>
                </a:lnTo>
                <a:lnTo>
                  <a:pt x="103" y="90"/>
                </a:lnTo>
                <a:lnTo>
                  <a:pt x="104" y="91"/>
                </a:lnTo>
                <a:lnTo>
                  <a:pt x="104" y="92"/>
                </a:lnTo>
                <a:lnTo>
                  <a:pt x="105" y="92"/>
                </a:lnTo>
                <a:lnTo>
                  <a:pt x="105" y="93"/>
                </a:lnTo>
                <a:lnTo>
                  <a:pt x="105" y="93"/>
                </a:lnTo>
                <a:lnTo>
                  <a:pt x="106" y="93"/>
                </a:lnTo>
                <a:lnTo>
                  <a:pt x="106" y="93"/>
                </a:lnTo>
                <a:lnTo>
                  <a:pt x="106" y="94"/>
                </a:lnTo>
                <a:lnTo>
                  <a:pt x="106" y="95"/>
                </a:lnTo>
                <a:lnTo>
                  <a:pt x="108" y="95"/>
                </a:lnTo>
                <a:lnTo>
                  <a:pt x="109" y="95"/>
                </a:lnTo>
                <a:lnTo>
                  <a:pt x="108" y="95"/>
                </a:lnTo>
                <a:lnTo>
                  <a:pt x="110" y="95"/>
                </a:lnTo>
                <a:lnTo>
                  <a:pt x="110" y="95"/>
                </a:lnTo>
                <a:lnTo>
                  <a:pt x="111" y="95"/>
                </a:lnTo>
                <a:lnTo>
                  <a:pt x="111" y="95"/>
                </a:lnTo>
                <a:lnTo>
                  <a:pt x="112" y="95"/>
                </a:lnTo>
                <a:lnTo>
                  <a:pt x="112" y="95"/>
                </a:lnTo>
                <a:lnTo>
                  <a:pt x="113" y="95"/>
                </a:lnTo>
                <a:lnTo>
                  <a:pt x="113" y="95"/>
                </a:lnTo>
                <a:lnTo>
                  <a:pt x="114" y="95"/>
                </a:lnTo>
                <a:lnTo>
                  <a:pt x="115" y="96"/>
                </a:lnTo>
                <a:lnTo>
                  <a:pt x="117" y="95"/>
                </a:lnTo>
                <a:lnTo>
                  <a:pt x="118" y="95"/>
                </a:lnTo>
                <a:lnTo>
                  <a:pt x="119" y="95"/>
                </a:lnTo>
                <a:lnTo>
                  <a:pt x="119" y="94"/>
                </a:lnTo>
                <a:lnTo>
                  <a:pt x="120" y="94"/>
                </a:lnTo>
                <a:lnTo>
                  <a:pt x="120" y="94"/>
                </a:lnTo>
                <a:lnTo>
                  <a:pt x="121" y="94"/>
                </a:lnTo>
                <a:lnTo>
                  <a:pt x="123" y="94"/>
                </a:lnTo>
                <a:lnTo>
                  <a:pt x="122" y="95"/>
                </a:lnTo>
                <a:lnTo>
                  <a:pt x="123" y="95"/>
                </a:lnTo>
                <a:lnTo>
                  <a:pt x="124" y="93"/>
                </a:lnTo>
                <a:lnTo>
                  <a:pt x="124" y="92"/>
                </a:lnTo>
                <a:lnTo>
                  <a:pt x="124" y="91"/>
                </a:lnTo>
                <a:lnTo>
                  <a:pt x="125" y="90"/>
                </a:lnTo>
                <a:lnTo>
                  <a:pt x="125" y="89"/>
                </a:lnTo>
                <a:lnTo>
                  <a:pt x="124" y="88"/>
                </a:lnTo>
                <a:lnTo>
                  <a:pt x="123" y="87"/>
                </a:lnTo>
                <a:lnTo>
                  <a:pt x="122" y="87"/>
                </a:lnTo>
                <a:lnTo>
                  <a:pt x="121" y="85"/>
                </a:lnTo>
                <a:lnTo>
                  <a:pt x="120" y="85"/>
                </a:lnTo>
                <a:lnTo>
                  <a:pt x="120" y="82"/>
                </a:lnTo>
                <a:lnTo>
                  <a:pt x="118" y="81"/>
                </a:lnTo>
                <a:lnTo>
                  <a:pt x="119" y="80"/>
                </a:lnTo>
                <a:lnTo>
                  <a:pt x="122" y="80"/>
                </a:lnTo>
                <a:lnTo>
                  <a:pt x="125" y="79"/>
                </a:lnTo>
                <a:lnTo>
                  <a:pt x="126" y="79"/>
                </a:lnTo>
                <a:lnTo>
                  <a:pt x="127" y="79"/>
                </a:lnTo>
                <a:lnTo>
                  <a:pt x="127" y="78"/>
                </a:lnTo>
                <a:lnTo>
                  <a:pt x="129" y="78"/>
                </a:lnTo>
                <a:lnTo>
                  <a:pt x="129" y="77"/>
                </a:lnTo>
                <a:lnTo>
                  <a:pt x="132" y="77"/>
                </a:lnTo>
                <a:lnTo>
                  <a:pt x="133" y="77"/>
                </a:lnTo>
                <a:lnTo>
                  <a:pt x="133" y="76"/>
                </a:lnTo>
                <a:lnTo>
                  <a:pt x="133" y="75"/>
                </a:lnTo>
                <a:lnTo>
                  <a:pt x="133" y="75"/>
                </a:lnTo>
                <a:lnTo>
                  <a:pt x="134" y="75"/>
                </a:lnTo>
                <a:lnTo>
                  <a:pt x="134" y="74"/>
                </a:lnTo>
                <a:lnTo>
                  <a:pt x="135" y="74"/>
                </a:lnTo>
                <a:lnTo>
                  <a:pt x="136" y="72"/>
                </a:lnTo>
                <a:lnTo>
                  <a:pt x="135" y="71"/>
                </a:lnTo>
                <a:lnTo>
                  <a:pt x="136" y="71"/>
                </a:lnTo>
                <a:lnTo>
                  <a:pt x="136" y="70"/>
                </a:lnTo>
                <a:lnTo>
                  <a:pt x="135" y="70"/>
                </a:lnTo>
                <a:lnTo>
                  <a:pt x="136" y="69"/>
                </a:lnTo>
                <a:lnTo>
                  <a:pt x="135" y="69"/>
                </a:lnTo>
                <a:lnTo>
                  <a:pt x="136" y="68"/>
                </a:lnTo>
                <a:lnTo>
                  <a:pt x="137" y="67"/>
                </a:lnTo>
                <a:lnTo>
                  <a:pt x="136" y="67"/>
                </a:lnTo>
                <a:lnTo>
                  <a:pt x="137" y="67"/>
                </a:lnTo>
                <a:lnTo>
                  <a:pt x="137" y="66"/>
                </a:lnTo>
                <a:lnTo>
                  <a:pt x="137" y="66"/>
                </a:lnTo>
                <a:lnTo>
                  <a:pt x="137" y="66"/>
                </a:lnTo>
                <a:lnTo>
                  <a:pt x="137" y="66"/>
                </a:lnTo>
                <a:lnTo>
                  <a:pt x="138" y="66"/>
                </a:lnTo>
                <a:lnTo>
                  <a:pt x="138" y="66"/>
                </a:lnTo>
                <a:lnTo>
                  <a:pt x="139" y="66"/>
                </a:lnTo>
                <a:lnTo>
                  <a:pt x="141" y="67"/>
                </a:lnTo>
                <a:lnTo>
                  <a:pt x="141" y="67"/>
                </a:lnTo>
                <a:lnTo>
                  <a:pt x="141" y="66"/>
                </a:lnTo>
                <a:close/>
              </a:path>
            </a:pathLst>
          </a:custGeom>
          <a:solidFill>
            <a:srgbClr val="AECBE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5402452" y="1325880"/>
            <a:ext cx="1410860" cy="1282600"/>
          </a:xfrm>
          <a:custGeom>
            <a:avLst/>
            <a:gdLst/>
            <a:ahLst/>
            <a:cxnLst/>
            <a:rect l="l" t="t" r="r" b="b"/>
            <a:pathLst>
              <a:path w="220" h="200">
                <a:moveTo>
                  <a:pt x="60" y="159"/>
                </a:moveTo>
                <a:lnTo>
                  <a:pt x="60" y="158"/>
                </a:lnTo>
                <a:lnTo>
                  <a:pt x="63" y="157"/>
                </a:lnTo>
                <a:lnTo>
                  <a:pt x="64" y="156"/>
                </a:lnTo>
                <a:lnTo>
                  <a:pt x="64" y="156"/>
                </a:lnTo>
                <a:lnTo>
                  <a:pt x="65" y="157"/>
                </a:lnTo>
                <a:lnTo>
                  <a:pt x="65" y="156"/>
                </a:lnTo>
                <a:lnTo>
                  <a:pt x="65" y="156"/>
                </a:lnTo>
                <a:lnTo>
                  <a:pt x="65" y="157"/>
                </a:lnTo>
                <a:lnTo>
                  <a:pt x="66" y="158"/>
                </a:lnTo>
                <a:lnTo>
                  <a:pt x="66" y="158"/>
                </a:lnTo>
                <a:lnTo>
                  <a:pt x="66" y="159"/>
                </a:lnTo>
                <a:lnTo>
                  <a:pt x="67" y="159"/>
                </a:lnTo>
                <a:lnTo>
                  <a:pt x="66" y="159"/>
                </a:lnTo>
                <a:lnTo>
                  <a:pt x="67" y="160"/>
                </a:lnTo>
                <a:lnTo>
                  <a:pt x="67" y="160"/>
                </a:lnTo>
                <a:lnTo>
                  <a:pt x="67" y="161"/>
                </a:lnTo>
                <a:lnTo>
                  <a:pt x="67" y="161"/>
                </a:lnTo>
                <a:lnTo>
                  <a:pt x="68" y="162"/>
                </a:lnTo>
                <a:lnTo>
                  <a:pt x="67" y="162"/>
                </a:lnTo>
                <a:lnTo>
                  <a:pt x="67" y="163"/>
                </a:lnTo>
                <a:lnTo>
                  <a:pt x="67" y="163"/>
                </a:lnTo>
                <a:lnTo>
                  <a:pt x="67" y="164"/>
                </a:lnTo>
                <a:lnTo>
                  <a:pt x="68" y="165"/>
                </a:lnTo>
                <a:lnTo>
                  <a:pt x="69" y="165"/>
                </a:lnTo>
                <a:lnTo>
                  <a:pt x="69" y="166"/>
                </a:lnTo>
                <a:lnTo>
                  <a:pt x="68" y="166"/>
                </a:lnTo>
                <a:lnTo>
                  <a:pt x="69" y="167"/>
                </a:lnTo>
                <a:lnTo>
                  <a:pt x="68" y="168"/>
                </a:lnTo>
                <a:lnTo>
                  <a:pt x="71" y="169"/>
                </a:lnTo>
                <a:lnTo>
                  <a:pt x="71" y="169"/>
                </a:lnTo>
                <a:lnTo>
                  <a:pt x="71" y="169"/>
                </a:lnTo>
                <a:lnTo>
                  <a:pt x="71" y="170"/>
                </a:lnTo>
                <a:lnTo>
                  <a:pt x="71" y="170"/>
                </a:lnTo>
                <a:lnTo>
                  <a:pt x="72" y="170"/>
                </a:lnTo>
                <a:lnTo>
                  <a:pt x="73" y="171"/>
                </a:lnTo>
                <a:lnTo>
                  <a:pt x="73" y="171"/>
                </a:lnTo>
                <a:lnTo>
                  <a:pt x="73" y="172"/>
                </a:lnTo>
                <a:lnTo>
                  <a:pt x="74" y="172"/>
                </a:lnTo>
                <a:lnTo>
                  <a:pt x="75" y="171"/>
                </a:lnTo>
                <a:lnTo>
                  <a:pt x="75" y="172"/>
                </a:lnTo>
                <a:lnTo>
                  <a:pt x="75" y="173"/>
                </a:lnTo>
                <a:lnTo>
                  <a:pt x="76" y="174"/>
                </a:lnTo>
                <a:lnTo>
                  <a:pt x="77" y="173"/>
                </a:lnTo>
                <a:lnTo>
                  <a:pt x="78" y="174"/>
                </a:lnTo>
                <a:lnTo>
                  <a:pt x="79" y="173"/>
                </a:lnTo>
                <a:lnTo>
                  <a:pt x="79" y="173"/>
                </a:lnTo>
                <a:lnTo>
                  <a:pt x="81" y="173"/>
                </a:lnTo>
                <a:lnTo>
                  <a:pt x="82" y="172"/>
                </a:lnTo>
                <a:lnTo>
                  <a:pt x="82" y="172"/>
                </a:lnTo>
                <a:lnTo>
                  <a:pt x="83" y="172"/>
                </a:lnTo>
                <a:lnTo>
                  <a:pt x="83" y="172"/>
                </a:lnTo>
                <a:lnTo>
                  <a:pt x="83" y="171"/>
                </a:lnTo>
                <a:lnTo>
                  <a:pt x="83" y="170"/>
                </a:lnTo>
                <a:lnTo>
                  <a:pt x="84" y="170"/>
                </a:lnTo>
                <a:lnTo>
                  <a:pt x="84" y="171"/>
                </a:lnTo>
                <a:lnTo>
                  <a:pt x="85" y="171"/>
                </a:lnTo>
                <a:lnTo>
                  <a:pt x="86" y="172"/>
                </a:lnTo>
                <a:lnTo>
                  <a:pt x="87" y="172"/>
                </a:lnTo>
                <a:lnTo>
                  <a:pt x="86" y="172"/>
                </a:lnTo>
                <a:lnTo>
                  <a:pt x="87" y="173"/>
                </a:lnTo>
                <a:lnTo>
                  <a:pt x="87" y="172"/>
                </a:lnTo>
                <a:lnTo>
                  <a:pt x="88" y="172"/>
                </a:lnTo>
                <a:lnTo>
                  <a:pt x="89" y="171"/>
                </a:lnTo>
                <a:lnTo>
                  <a:pt x="90" y="172"/>
                </a:lnTo>
                <a:lnTo>
                  <a:pt x="90" y="171"/>
                </a:lnTo>
                <a:lnTo>
                  <a:pt x="91" y="172"/>
                </a:lnTo>
                <a:lnTo>
                  <a:pt x="92" y="170"/>
                </a:lnTo>
                <a:lnTo>
                  <a:pt x="92" y="169"/>
                </a:lnTo>
                <a:lnTo>
                  <a:pt x="92" y="169"/>
                </a:lnTo>
                <a:lnTo>
                  <a:pt x="93" y="170"/>
                </a:lnTo>
                <a:lnTo>
                  <a:pt x="94" y="168"/>
                </a:lnTo>
                <a:lnTo>
                  <a:pt x="95" y="168"/>
                </a:lnTo>
                <a:lnTo>
                  <a:pt x="96" y="169"/>
                </a:lnTo>
                <a:lnTo>
                  <a:pt x="96" y="171"/>
                </a:lnTo>
                <a:lnTo>
                  <a:pt x="96" y="171"/>
                </a:lnTo>
                <a:lnTo>
                  <a:pt x="99" y="173"/>
                </a:lnTo>
                <a:lnTo>
                  <a:pt x="99" y="174"/>
                </a:lnTo>
                <a:lnTo>
                  <a:pt x="101" y="174"/>
                </a:lnTo>
                <a:lnTo>
                  <a:pt x="102" y="174"/>
                </a:lnTo>
                <a:lnTo>
                  <a:pt x="102" y="175"/>
                </a:lnTo>
                <a:lnTo>
                  <a:pt x="103" y="174"/>
                </a:lnTo>
                <a:lnTo>
                  <a:pt x="105" y="175"/>
                </a:lnTo>
                <a:lnTo>
                  <a:pt x="106" y="174"/>
                </a:lnTo>
                <a:lnTo>
                  <a:pt x="106" y="174"/>
                </a:lnTo>
                <a:lnTo>
                  <a:pt x="106" y="173"/>
                </a:lnTo>
                <a:lnTo>
                  <a:pt x="107" y="173"/>
                </a:lnTo>
                <a:lnTo>
                  <a:pt x="108" y="172"/>
                </a:lnTo>
                <a:lnTo>
                  <a:pt x="110" y="171"/>
                </a:lnTo>
                <a:lnTo>
                  <a:pt x="112" y="171"/>
                </a:lnTo>
                <a:lnTo>
                  <a:pt x="113" y="172"/>
                </a:lnTo>
                <a:lnTo>
                  <a:pt x="113" y="172"/>
                </a:lnTo>
                <a:lnTo>
                  <a:pt x="114" y="172"/>
                </a:lnTo>
                <a:lnTo>
                  <a:pt x="114" y="172"/>
                </a:lnTo>
                <a:lnTo>
                  <a:pt x="117" y="172"/>
                </a:lnTo>
                <a:lnTo>
                  <a:pt x="118" y="173"/>
                </a:lnTo>
                <a:lnTo>
                  <a:pt x="120" y="176"/>
                </a:lnTo>
                <a:lnTo>
                  <a:pt x="120" y="177"/>
                </a:lnTo>
                <a:lnTo>
                  <a:pt x="119" y="177"/>
                </a:lnTo>
                <a:lnTo>
                  <a:pt x="119" y="178"/>
                </a:lnTo>
                <a:lnTo>
                  <a:pt x="119" y="179"/>
                </a:lnTo>
                <a:lnTo>
                  <a:pt x="119" y="180"/>
                </a:lnTo>
                <a:lnTo>
                  <a:pt x="120" y="181"/>
                </a:lnTo>
                <a:lnTo>
                  <a:pt x="120" y="182"/>
                </a:lnTo>
                <a:lnTo>
                  <a:pt x="121" y="184"/>
                </a:lnTo>
                <a:lnTo>
                  <a:pt x="122" y="183"/>
                </a:lnTo>
                <a:lnTo>
                  <a:pt x="122" y="183"/>
                </a:lnTo>
                <a:lnTo>
                  <a:pt x="123" y="182"/>
                </a:lnTo>
                <a:lnTo>
                  <a:pt x="124" y="182"/>
                </a:lnTo>
                <a:lnTo>
                  <a:pt x="124" y="182"/>
                </a:lnTo>
                <a:lnTo>
                  <a:pt x="124" y="182"/>
                </a:lnTo>
                <a:lnTo>
                  <a:pt x="124" y="182"/>
                </a:lnTo>
                <a:lnTo>
                  <a:pt x="126" y="181"/>
                </a:lnTo>
                <a:lnTo>
                  <a:pt x="129" y="182"/>
                </a:lnTo>
                <a:lnTo>
                  <a:pt x="129" y="183"/>
                </a:lnTo>
                <a:lnTo>
                  <a:pt x="129" y="183"/>
                </a:lnTo>
                <a:lnTo>
                  <a:pt x="128" y="184"/>
                </a:lnTo>
                <a:lnTo>
                  <a:pt x="128" y="184"/>
                </a:lnTo>
                <a:lnTo>
                  <a:pt x="129" y="185"/>
                </a:lnTo>
                <a:lnTo>
                  <a:pt x="129" y="186"/>
                </a:lnTo>
                <a:lnTo>
                  <a:pt x="132" y="188"/>
                </a:lnTo>
                <a:lnTo>
                  <a:pt x="131" y="190"/>
                </a:lnTo>
                <a:lnTo>
                  <a:pt x="132" y="190"/>
                </a:lnTo>
                <a:lnTo>
                  <a:pt x="133" y="191"/>
                </a:lnTo>
                <a:lnTo>
                  <a:pt x="134" y="190"/>
                </a:lnTo>
                <a:lnTo>
                  <a:pt x="134" y="192"/>
                </a:lnTo>
                <a:lnTo>
                  <a:pt x="135" y="192"/>
                </a:lnTo>
                <a:lnTo>
                  <a:pt x="136" y="192"/>
                </a:lnTo>
                <a:lnTo>
                  <a:pt x="137" y="192"/>
                </a:lnTo>
                <a:lnTo>
                  <a:pt x="140" y="190"/>
                </a:lnTo>
                <a:lnTo>
                  <a:pt x="140" y="189"/>
                </a:lnTo>
                <a:lnTo>
                  <a:pt x="139" y="189"/>
                </a:lnTo>
                <a:lnTo>
                  <a:pt x="140" y="189"/>
                </a:lnTo>
                <a:lnTo>
                  <a:pt x="140" y="188"/>
                </a:lnTo>
                <a:lnTo>
                  <a:pt x="139" y="187"/>
                </a:lnTo>
                <a:lnTo>
                  <a:pt x="139" y="186"/>
                </a:lnTo>
                <a:lnTo>
                  <a:pt x="139" y="186"/>
                </a:lnTo>
                <a:lnTo>
                  <a:pt x="138" y="185"/>
                </a:lnTo>
                <a:lnTo>
                  <a:pt x="138" y="185"/>
                </a:lnTo>
                <a:lnTo>
                  <a:pt x="140" y="185"/>
                </a:lnTo>
                <a:lnTo>
                  <a:pt x="140" y="183"/>
                </a:lnTo>
                <a:lnTo>
                  <a:pt x="142" y="180"/>
                </a:lnTo>
                <a:lnTo>
                  <a:pt x="144" y="182"/>
                </a:lnTo>
                <a:lnTo>
                  <a:pt x="144" y="182"/>
                </a:lnTo>
                <a:lnTo>
                  <a:pt x="145" y="183"/>
                </a:lnTo>
                <a:lnTo>
                  <a:pt x="145" y="184"/>
                </a:lnTo>
                <a:lnTo>
                  <a:pt x="144" y="184"/>
                </a:lnTo>
                <a:lnTo>
                  <a:pt x="145" y="184"/>
                </a:lnTo>
                <a:lnTo>
                  <a:pt x="145" y="186"/>
                </a:lnTo>
                <a:lnTo>
                  <a:pt x="145" y="186"/>
                </a:lnTo>
                <a:lnTo>
                  <a:pt x="145" y="187"/>
                </a:lnTo>
                <a:lnTo>
                  <a:pt x="146" y="188"/>
                </a:lnTo>
                <a:lnTo>
                  <a:pt x="148" y="190"/>
                </a:lnTo>
                <a:lnTo>
                  <a:pt x="148" y="191"/>
                </a:lnTo>
                <a:lnTo>
                  <a:pt x="149" y="192"/>
                </a:lnTo>
                <a:lnTo>
                  <a:pt x="150" y="193"/>
                </a:lnTo>
                <a:lnTo>
                  <a:pt x="151" y="193"/>
                </a:lnTo>
                <a:lnTo>
                  <a:pt x="152" y="193"/>
                </a:lnTo>
                <a:lnTo>
                  <a:pt x="151" y="194"/>
                </a:lnTo>
                <a:lnTo>
                  <a:pt x="152" y="196"/>
                </a:lnTo>
                <a:lnTo>
                  <a:pt x="152" y="196"/>
                </a:lnTo>
                <a:lnTo>
                  <a:pt x="153" y="196"/>
                </a:lnTo>
                <a:lnTo>
                  <a:pt x="154" y="199"/>
                </a:lnTo>
                <a:lnTo>
                  <a:pt x="155" y="200"/>
                </a:lnTo>
                <a:lnTo>
                  <a:pt x="156" y="199"/>
                </a:lnTo>
                <a:lnTo>
                  <a:pt x="158" y="200"/>
                </a:lnTo>
                <a:lnTo>
                  <a:pt x="161" y="197"/>
                </a:lnTo>
                <a:lnTo>
                  <a:pt x="160" y="195"/>
                </a:lnTo>
                <a:lnTo>
                  <a:pt x="160" y="195"/>
                </a:lnTo>
                <a:lnTo>
                  <a:pt x="159" y="193"/>
                </a:lnTo>
                <a:lnTo>
                  <a:pt x="160" y="192"/>
                </a:lnTo>
                <a:lnTo>
                  <a:pt x="160" y="193"/>
                </a:lnTo>
                <a:lnTo>
                  <a:pt x="161" y="192"/>
                </a:lnTo>
                <a:lnTo>
                  <a:pt x="161" y="192"/>
                </a:lnTo>
                <a:lnTo>
                  <a:pt x="162" y="192"/>
                </a:lnTo>
                <a:lnTo>
                  <a:pt x="163" y="190"/>
                </a:lnTo>
                <a:lnTo>
                  <a:pt x="167" y="189"/>
                </a:lnTo>
                <a:lnTo>
                  <a:pt x="167" y="189"/>
                </a:lnTo>
                <a:lnTo>
                  <a:pt x="168" y="189"/>
                </a:lnTo>
                <a:lnTo>
                  <a:pt x="168" y="187"/>
                </a:lnTo>
                <a:lnTo>
                  <a:pt x="168" y="186"/>
                </a:lnTo>
                <a:lnTo>
                  <a:pt x="169" y="186"/>
                </a:lnTo>
                <a:lnTo>
                  <a:pt x="169" y="185"/>
                </a:lnTo>
                <a:lnTo>
                  <a:pt x="170" y="185"/>
                </a:lnTo>
                <a:lnTo>
                  <a:pt x="171" y="186"/>
                </a:lnTo>
                <a:lnTo>
                  <a:pt x="171" y="188"/>
                </a:lnTo>
                <a:lnTo>
                  <a:pt x="172" y="188"/>
                </a:lnTo>
                <a:lnTo>
                  <a:pt x="173" y="189"/>
                </a:lnTo>
                <a:lnTo>
                  <a:pt x="173" y="188"/>
                </a:lnTo>
                <a:lnTo>
                  <a:pt x="173" y="188"/>
                </a:lnTo>
                <a:lnTo>
                  <a:pt x="173" y="187"/>
                </a:lnTo>
                <a:lnTo>
                  <a:pt x="173" y="187"/>
                </a:lnTo>
                <a:lnTo>
                  <a:pt x="174" y="186"/>
                </a:lnTo>
                <a:lnTo>
                  <a:pt x="175" y="185"/>
                </a:lnTo>
                <a:lnTo>
                  <a:pt x="175" y="183"/>
                </a:lnTo>
                <a:lnTo>
                  <a:pt x="176" y="183"/>
                </a:lnTo>
                <a:lnTo>
                  <a:pt x="176" y="184"/>
                </a:lnTo>
                <a:lnTo>
                  <a:pt x="176" y="185"/>
                </a:lnTo>
                <a:lnTo>
                  <a:pt x="177" y="186"/>
                </a:lnTo>
                <a:lnTo>
                  <a:pt x="177" y="186"/>
                </a:lnTo>
                <a:lnTo>
                  <a:pt x="177" y="187"/>
                </a:lnTo>
                <a:lnTo>
                  <a:pt x="177" y="187"/>
                </a:lnTo>
                <a:lnTo>
                  <a:pt x="178" y="189"/>
                </a:lnTo>
                <a:lnTo>
                  <a:pt x="179" y="189"/>
                </a:lnTo>
                <a:lnTo>
                  <a:pt x="178" y="190"/>
                </a:lnTo>
                <a:lnTo>
                  <a:pt x="179" y="191"/>
                </a:lnTo>
                <a:lnTo>
                  <a:pt x="180" y="191"/>
                </a:lnTo>
                <a:lnTo>
                  <a:pt x="180" y="191"/>
                </a:lnTo>
                <a:lnTo>
                  <a:pt x="183" y="191"/>
                </a:lnTo>
                <a:lnTo>
                  <a:pt x="183" y="192"/>
                </a:lnTo>
                <a:lnTo>
                  <a:pt x="184" y="192"/>
                </a:lnTo>
                <a:lnTo>
                  <a:pt x="186" y="193"/>
                </a:lnTo>
                <a:lnTo>
                  <a:pt x="187" y="194"/>
                </a:lnTo>
                <a:lnTo>
                  <a:pt x="188" y="194"/>
                </a:lnTo>
                <a:lnTo>
                  <a:pt x="189" y="193"/>
                </a:lnTo>
                <a:lnTo>
                  <a:pt x="189" y="192"/>
                </a:lnTo>
                <a:lnTo>
                  <a:pt x="192" y="193"/>
                </a:lnTo>
                <a:lnTo>
                  <a:pt x="193" y="193"/>
                </a:lnTo>
                <a:lnTo>
                  <a:pt x="193" y="192"/>
                </a:lnTo>
                <a:lnTo>
                  <a:pt x="194" y="192"/>
                </a:lnTo>
                <a:lnTo>
                  <a:pt x="194" y="191"/>
                </a:lnTo>
                <a:lnTo>
                  <a:pt x="193" y="191"/>
                </a:lnTo>
                <a:lnTo>
                  <a:pt x="192" y="191"/>
                </a:lnTo>
                <a:lnTo>
                  <a:pt x="192" y="187"/>
                </a:lnTo>
                <a:lnTo>
                  <a:pt x="191" y="187"/>
                </a:lnTo>
                <a:lnTo>
                  <a:pt x="191" y="186"/>
                </a:lnTo>
                <a:lnTo>
                  <a:pt x="191" y="186"/>
                </a:lnTo>
                <a:lnTo>
                  <a:pt x="190" y="184"/>
                </a:lnTo>
                <a:lnTo>
                  <a:pt x="191" y="182"/>
                </a:lnTo>
                <a:lnTo>
                  <a:pt x="191" y="181"/>
                </a:lnTo>
                <a:lnTo>
                  <a:pt x="190" y="181"/>
                </a:lnTo>
                <a:lnTo>
                  <a:pt x="190" y="179"/>
                </a:lnTo>
                <a:lnTo>
                  <a:pt x="191" y="179"/>
                </a:lnTo>
                <a:lnTo>
                  <a:pt x="184" y="165"/>
                </a:lnTo>
                <a:lnTo>
                  <a:pt x="183" y="165"/>
                </a:lnTo>
                <a:lnTo>
                  <a:pt x="183" y="165"/>
                </a:lnTo>
                <a:lnTo>
                  <a:pt x="182" y="164"/>
                </a:lnTo>
                <a:lnTo>
                  <a:pt x="182" y="164"/>
                </a:lnTo>
                <a:lnTo>
                  <a:pt x="182" y="163"/>
                </a:lnTo>
                <a:lnTo>
                  <a:pt x="181" y="163"/>
                </a:lnTo>
                <a:lnTo>
                  <a:pt x="181" y="163"/>
                </a:lnTo>
                <a:lnTo>
                  <a:pt x="182" y="162"/>
                </a:lnTo>
                <a:lnTo>
                  <a:pt x="182" y="161"/>
                </a:lnTo>
                <a:lnTo>
                  <a:pt x="182" y="161"/>
                </a:lnTo>
                <a:lnTo>
                  <a:pt x="183" y="160"/>
                </a:lnTo>
                <a:lnTo>
                  <a:pt x="184" y="160"/>
                </a:lnTo>
                <a:lnTo>
                  <a:pt x="184" y="160"/>
                </a:lnTo>
                <a:lnTo>
                  <a:pt x="185" y="160"/>
                </a:lnTo>
                <a:lnTo>
                  <a:pt x="186" y="158"/>
                </a:lnTo>
                <a:lnTo>
                  <a:pt x="188" y="158"/>
                </a:lnTo>
                <a:lnTo>
                  <a:pt x="188" y="158"/>
                </a:lnTo>
                <a:lnTo>
                  <a:pt x="188" y="157"/>
                </a:lnTo>
                <a:lnTo>
                  <a:pt x="190" y="155"/>
                </a:lnTo>
                <a:lnTo>
                  <a:pt x="190" y="154"/>
                </a:lnTo>
                <a:lnTo>
                  <a:pt x="189" y="153"/>
                </a:lnTo>
                <a:lnTo>
                  <a:pt x="189" y="152"/>
                </a:lnTo>
                <a:lnTo>
                  <a:pt x="190" y="151"/>
                </a:lnTo>
                <a:lnTo>
                  <a:pt x="191" y="151"/>
                </a:lnTo>
                <a:lnTo>
                  <a:pt x="191" y="151"/>
                </a:lnTo>
                <a:lnTo>
                  <a:pt x="191" y="149"/>
                </a:lnTo>
                <a:lnTo>
                  <a:pt x="192" y="148"/>
                </a:lnTo>
                <a:lnTo>
                  <a:pt x="192" y="148"/>
                </a:lnTo>
                <a:lnTo>
                  <a:pt x="193" y="149"/>
                </a:lnTo>
                <a:lnTo>
                  <a:pt x="194" y="150"/>
                </a:lnTo>
                <a:lnTo>
                  <a:pt x="209" y="150"/>
                </a:lnTo>
                <a:lnTo>
                  <a:pt x="210" y="150"/>
                </a:lnTo>
                <a:lnTo>
                  <a:pt x="211" y="149"/>
                </a:lnTo>
                <a:lnTo>
                  <a:pt x="212" y="148"/>
                </a:lnTo>
                <a:lnTo>
                  <a:pt x="212" y="147"/>
                </a:lnTo>
                <a:lnTo>
                  <a:pt x="212" y="146"/>
                </a:lnTo>
                <a:lnTo>
                  <a:pt x="211" y="145"/>
                </a:lnTo>
                <a:lnTo>
                  <a:pt x="211" y="143"/>
                </a:lnTo>
                <a:lnTo>
                  <a:pt x="211" y="143"/>
                </a:lnTo>
                <a:lnTo>
                  <a:pt x="211" y="142"/>
                </a:lnTo>
                <a:lnTo>
                  <a:pt x="210" y="141"/>
                </a:lnTo>
                <a:lnTo>
                  <a:pt x="211" y="141"/>
                </a:lnTo>
                <a:lnTo>
                  <a:pt x="211" y="139"/>
                </a:lnTo>
                <a:lnTo>
                  <a:pt x="214" y="136"/>
                </a:lnTo>
                <a:lnTo>
                  <a:pt x="213" y="136"/>
                </a:lnTo>
                <a:lnTo>
                  <a:pt x="214" y="135"/>
                </a:lnTo>
                <a:lnTo>
                  <a:pt x="214" y="135"/>
                </a:lnTo>
                <a:lnTo>
                  <a:pt x="214" y="134"/>
                </a:lnTo>
                <a:lnTo>
                  <a:pt x="214" y="134"/>
                </a:lnTo>
                <a:lnTo>
                  <a:pt x="213" y="134"/>
                </a:lnTo>
                <a:lnTo>
                  <a:pt x="213" y="133"/>
                </a:lnTo>
                <a:lnTo>
                  <a:pt x="214" y="133"/>
                </a:lnTo>
                <a:lnTo>
                  <a:pt x="213" y="132"/>
                </a:lnTo>
                <a:lnTo>
                  <a:pt x="214" y="132"/>
                </a:lnTo>
                <a:lnTo>
                  <a:pt x="213" y="131"/>
                </a:lnTo>
                <a:lnTo>
                  <a:pt x="213" y="131"/>
                </a:lnTo>
                <a:lnTo>
                  <a:pt x="213" y="130"/>
                </a:lnTo>
                <a:lnTo>
                  <a:pt x="213" y="129"/>
                </a:lnTo>
                <a:lnTo>
                  <a:pt x="214" y="129"/>
                </a:lnTo>
                <a:lnTo>
                  <a:pt x="214" y="129"/>
                </a:lnTo>
                <a:lnTo>
                  <a:pt x="215" y="128"/>
                </a:lnTo>
                <a:lnTo>
                  <a:pt x="214" y="128"/>
                </a:lnTo>
                <a:lnTo>
                  <a:pt x="215" y="127"/>
                </a:lnTo>
                <a:lnTo>
                  <a:pt x="215" y="126"/>
                </a:lnTo>
                <a:lnTo>
                  <a:pt x="215" y="124"/>
                </a:lnTo>
                <a:lnTo>
                  <a:pt x="214" y="123"/>
                </a:lnTo>
                <a:lnTo>
                  <a:pt x="214" y="122"/>
                </a:lnTo>
                <a:lnTo>
                  <a:pt x="215" y="122"/>
                </a:lnTo>
                <a:lnTo>
                  <a:pt x="215" y="121"/>
                </a:lnTo>
                <a:lnTo>
                  <a:pt x="216" y="121"/>
                </a:lnTo>
                <a:lnTo>
                  <a:pt x="216" y="120"/>
                </a:lnTo>
                <a:lnTo>
                  <a:pt x="216" y="120"/>
                </a:lnTo>
                <a:lnTo>
                  <a:pt x="217" y="120"/>
                </a:lnTo>
                <a:lnTo>
                  <a:pt x="216" y="118"/>
                </a:lnTo>
                <a:lnTo>
                  <a:pt x="216" y="118"/>
                </a:lnTo>
                <a:lnTo>
                  <a:pt x="216" y="117"/>
                </a:lnTo>
                <a:lnTo>
                  <a:pt x="216" y="117"/>
                </a:lnTo>
                <a:lnTo>
                  <a:pt x="216" y="116"/>
                </a:lnTo>
                <a:lnTo>
                  <a:pt x="215" y="116"/>
                </a:lnTo>
                <a:lnTo>
                  <a:pt x="215" y="116"/>
                </a:lnTo>
                <a:lnTo>
                  <a:pt x="214" y="115"/>
                </a:lnTo>
                <a:lnTo>
                  <a:pt x="215" y="112"/>
                </a:lnTo>
                <a:lnTo>
                  <a:pt x="216" y="111"/>
                </a:lnTo>
                <a:lnTo>
                  <a:pt x="215" y="108"/>
                </a:lnTo>
                <a:lnTo>
                  <a:pt x="215" y="108"/>
                </a:lnTo>
                <a:lnTo>
                  <a:pt x="215" y="107"/>
                </a:lnTo>
                <a:lnTo>
                  <a:pt x="215" y="105"/>
                </a:lnTo>
                <a:lnTo>
                  <a:pt x="215" y="104"/>
                </a:lnTo>
                <a:lnTo>
                  <a:pt x="214" y="103"/>
                </a:lnTo>
                <a:lnTo>
                  <a:pt x="215" y="103"/>
                </a:lnTo>
                <a:lnTo>
                  <a:pt x="215" y="101"/>
                </a:lnTo>
                <a:lnTo>
                  <a:pt x="216" y="100"/>
                </a:lnTo>
                <a:lnTo>
                  <a:pt x="215" y="98"/>
                </a:lnTo>
                <a:lnTo>
                  <a:pt x="214" y="97"/>
                </a:lnTo>
                <a:lnTo>
                  <a:pt x="214" y="95"/>
                </a:lnTo>
                <a:lnTo>
                  <a:pt x="215" y="94"/>
                </a:lnTo>
                <a:lnTo>
                  <a:pt x="215" y="93"/>
                </a:lnTo>
                <a:lnTo>
                  <a:pt x="218" y="91"/>
                </a:lnTo>
                <a:lnTo>
                  <a:pt x="218" y="90"/>
                </a:lnTo>
                <a:lnTo>
                  <a:pt x="218" y="89"/>
                </a:lnTo>
                <a:lnTo>
                  <a:pt x="219" y="88"/>
                </a:lnTo>
                <a:lnTo>
                  <a:pt x="219" y="86"/>
                </a:lnTo>
                <a:lnTo>
                  <a:pt x="220" y="84"/>
                </a:lnTo>
                <a:lnTo>
                  <a:pt x="220" y="83"/>
                </a:lnTo>
                <a:lnTo>
                  <a:pt x="218" y="83"/>
                </a:lnTo>
                <a:lnTo>
                  <a:pt x="217" y="81"/>
                </a:lnTo>
                <a:lnTo>
                  <a:pt x="216" y="81"/>
                </a:lnTo>
                <a:lnTo>
                  <a:pt x="216" y="80"/>
                </a:lnTo>
                <a:lnTo>
                  <a:pt x="215" y="80"/>
                </a:lnTo>
                <a:lnTo>
                  <a:pt x="215" y="79"/>
                </a:lnTo>
                <a:lnTo>
                  <a:pt x="215" y="77"/>
                </a:lnTo>
                <a:lnTo>
                  <a:pt x="215" y="75"/>
                </a:lnTo>
                <a:lnTo>
                  <a:pt x="215" y="73"/>
                </a:lnTo>
                <a:lnTo>
                  <a:pt x="220" y="68"/>
                </a:lnTo>
                <a:lnTo>
                  <a:pt x="220" y="68"/>
                </a:lnTo>
                <a:lnTo>
                  <a:pt x="219" y="67"/>
                </a:lnTo>
                <a:lnTo>
                  <a:pt x="219" y="68"/>
                </a:lnTo>
                <a:lnTo>
                  <a:pt x="217" y="68"/>
                </a:lnTo>
                <a:lnTo>
                  <a:pt x="217" y="69"/>
                </a:lnTo>
                <a:lnTo>
                  <a:pt x="216" y="70"/>
                </a:lnTo>
                <a:lnTo>
                  <a:pt x="215" y="71"/>
                </a:lnTo>
                <a:lnTo>
                  <a:pt x="214" y="70"/>
                </a:lnTo>
                <a:lnTo>
                  <a:pt x="211" y="71"/>
                </a:lnTo>
                <a:lnTo>
                  <a:pt x="210" y="72"/>
                </a:lnTo>
                <a:lnTo>
                  <a:pt x="207" y="73"/>
                </a:lnTo>
                <a:lnTo>
                  <a:pt x="206" y="74"/>
                </a:lnTo>
                <a:lnTo>
                  <a:pt x="206" y="74"/>
                </a:lnTo>
                <a:lnTo>
                  <a:pt x="205" y="75"/>
                </a:lnTo>
                <a:lnTo>
                  <a:pt x="201" y="78"/>
                </a:lnTo>
                <a:lnTo>
                  <a:pt x="201" y="79"/>
                </a:lnTo>
                <a:lnTo>
                  <a:pt x="199" y="80"/>
                </a:lnTo>
                <a:lnTo>
                  <a:pt x="199" y="81"/>
                </a:lnTo>
                <a:lnTo>
                  <a:pt x="197" y="82"/>
                </a:lnTo>
                <a:lnTo>
                  <a:pt x="196" y="83"/>
                </a:lnTo>
                <a:lnTo>
                  <a:pt x="193" y="83"/>
                </a:lnTo>
                <a:lnTo>
                  <a:pt x="192" y="84"/>
                </a:lnTo>
                <a:lnTo>
                  <a:pt x="192" y="85"/>
                </a:lnTo>
                <a:lnTo>
                  <a:pt x="190" y="87"/>
                </a:lnTo>
                <a:lnTo>
                  <a:pt x="190" y="88"/>
                </a:lnTo>
                <a:lnTo>
                  <a:pt x="188" y="88"/>
                </a:lnTo>
                <a:lnTo>
                  <a:pt x="187" y="89"/>
                </a:lnTo>
                <a:lnTo>
                  <a:pt x="188" y="90"/>
                </a:lnTo>
                <a:lnTo>
                  <a:pt x="188" y="92"/>
                </a:lnTo>
                <a:lnTo>
                  <a:pt x="188" y="93"/>
                </a:lnTo>
                <a:lnTo>
                  <a:pt x="187" y="94"/>
                </a:lnTo>
                <a:lnTo>
                  <a:pt x="186" y="94"/>
                </a:lnTo>
                <a:lnTo>
                  <a:pt x="184" y="94"/>
                </a:lnTo>
                <a:lnTo>
                  <a:pt x="184" y="94"/>
                </a:lnTo>
                <a:lnTo>
                  <a:pt x="183" y="96"/>
                </a:lnTo>
                <a:lnTo>
                  <a:pt x="179" y="97"/>
                </a:lnTo>
                <a:lnTo>
                  <a:pt x="179" y="97"/>
                </a:lnTo>
                <a:lnTo>
                  <a:pt x="177" y="98"/>
                </a:lnTo>
                <a:lnTo>
                  <a:pt x="175" y="98"/>
                </a:lnTo>
                <a:lnTo>
                  <a:pt x="174" y="99"/>
                </a:lnTo>
                <a:lnTo>
                  <a:pt x="173" y="99"/>
                </a:lnTo>
                <a:lnTo>
                  <a:pt x="172" y="98"/>
                </a:lnTo>
                <a:lnTo>
                  <a:pt x="171" y="98"/>
                </a:lnTo>
                <a:lnTo>
                  <a:pt x="168" y="99"/>
                </a:lnTo>
                <a:lnTo>
                  <a:pt x="166" y="101"/>
                </a:lnTo>
                <a:lnTo>
                  <a:pt x="165" y="101"/>
                </a:lnTo>
                <a:lnTo>
                  <a:pt x="164" y="100"/>
                </a:lnTo>
                <a:lnTo>
                  <a:pt x="163" y="98"/>
                </a:lnTo>
                <a:lnTo>
                  <a:pt x="162" y="96"/>
                </a:lnTo>
                <a:lnTo>
                  <a:pt x="158" y="95"/>
                </a:lnTo>
                <a:lnTo>
                  <a:pt x="157" y="93"/>
                </a:lnTo>
                <a:lnTo>
                  <a:pt x="157" y="93"/>
                </a:lnTo>
                <a:lnTo>
                  <a:pt x="158" y="91"/>
                </a:lnTo>
                <a:lnTo>
                  <a:pt x="158" y="90"/>
                </a:lnTo>
                <a:lnTo>
                  <a:pt x="159" y="89"/>
                </a:lnTo>
                <a:lnTo>
                  <a:pt x="157" y="87"/>
                </a:lnTo>
                <a:lnTo>
                  <a:pt x="156" y="86"/>
                </a:lnTo>
                <a:lnTo>
                  <a:pt x="157" y="85"/>
                </a:lnTo>
                <a:lnTo>
                  <a:pt x="156" y="84"/>
                </a:lnTo>
                <a:lnTo>
                  <a:pt x="156" y="85"/>
                </a:lnTo>
                <a:lnTo>
                  <a:pt x="155" y="85"/>
                </a:lnTo>
                <a:lnTo>
                  <a:pt x="154" y="85"/>
                </a:lnTo>
                <a:lnTo>
                  <a:pt x="154" y="83"/>
                </a:lnTo>
                <a:lnTo>
                  <a:pt x="152" y="83"/>
                </a:lnTo>
                <a:lnTo>
                  <a:pt x="153" y="79"/>
                </a:lnTo>
                <a:lnTo>
                  <a:pt x="153" y="77"/>
                </a:lnTo>
                <a:lnTo>
                  <a:pt x="153" y="77"/>
                </a:lnTo>
                <a:lnTo>
                  <a:pt x="150" y="78"/>
                </a:lnTo>
                <a:lnTo>
                  <a:pt x="150" y="77"/>
                </a:lnTo>
                <a:lnTo>
                  <a:pt x="149" y="77"/>
                </a:lnTo>
                <a:lnTo>
                  <a:pt x="147" y="79"/>
                </a:lnTo>
                <a:lnTo>
                  <a:pt x="146" y="78"/>
                </a:lnTo>
                <a:lnTo>
                  <a:pt x="143" y="77"/>
                </a:lnTo>
                <a:lnTo>
                  <a:pt x="143" y="76"/>
                </a:lnTo>
                <a:lnTo>
                  <a:pt x="141" y="76"/>
                </a:lnTo>
                <a:lnTo>
                  <a:pt x="141" y="75"/>
                </a:lnTo>
                <a:lnTo>
                  <a:pt x="140" y="75"/>
                </a:lnTo>
                <a:lnTo>
                  <a:pt x="139" y="73"/>
                </a:lnTo>
                <a:lnTo>
                  <a:pt x="138" y="74"/>
                </a:lnTo>
                <a:lnTo>
                  <a:pt x="138" y="73"/>
                </a:lnTo>
                <a:lnTo>
                  <a:pt x="137" y="72"/>
                </a:lnTo>
                <a:lnTo>
                  <a:pt x="137" y="72"/>
                </a:lnTo>
                <a:lnTo>
                  <a:pt x="136" y="72"/>
                </a:lnTo>
                <a:lnTo>
                  <a:pt x="135" y="72"/>
                </a:lnTo>
                <a:lnTo>
                  <a:pt x="134" y="72"/>
                </a:lnTo>
                <a:lnTo>
                  <a:pt x="134" y="70"/>
                </a:lnTo>
                <a:lnTo>
                  <a:pt x="133" y="69"/>
                </a:lnTo>
                <a:lnTo>
                  <a:pt x="132" y="69"/>
                </a:lnTo>
                <a:lnTo>
                  <a:pt x="131" y="70"/>
                </a:lnTo>
                <a:lnTo>
                  <a:pt x="131" y="70"/>
                </a:lnTo>
                <a:lnTo>
                  <a:pt x="131" y="71"/>
                </a:lnTo>
                <a:lnTo>
                  <a:pt x="131" y="72"/>
                </a:lnTo>
                <a:lnTo>
                  <a:pt x="129" y="71"/>
                </a:lnTo>
                <a:lnTo>
                  <a:pt x="128" y="72"/>
                </a:lnTo>
                <a:lnTo>
                  <a:pt x="127" y="72"/>
                </a:lnTo>
                <a:lnTo>
                  <a:pt x="126" y="71"/>
                </a:lnTo>
                <a:lnTo>
                  <a:pt x="123" y="70"/>
                </a:lnTo>
                <a:lnTo>
                  <a:pt x="122" y="71"/>
                </a:lnTo>
                <a:lnTo>
                  <a:pt x="122" y="70"/>
                </a:lnTo>
                <a:lnTo>
                  <a:pt x="122" y="69"/>
                </a:lnTo>
                <a:lnTo>
                  <a:pt x="122" y="69"/>
                </a:lnTo>
                <a:lnTo>
                  <a:pt x="121" y="69"/>
                </a:lnTo>
                <a:lnTo>
                  <a:pt x="121" y="69"/>
                </a:lnTo>
                <a:lnTo>
                  <a:pt x="118" y="69"/>
                </a:lnTo>
                <a:lnTo>
                  <a:pt x="116" y="70"/>
                </a:lnTo>
                <a:lnTo>
                  <a:pt x="115" y="71"/>
                </a:lnTo>
                <a:lnTo>
                  <a:pt x="114" y="71"/>
                </a:lnTo>
                <a:lnTo>
                  <a:pt x="113" y="72"/>
                </a:lnTo>
                <a:lnTo>
                  <a:pt x="111" y="72"/>
                </a:lnTo>
                <a:lnTo>
                  <a:pt x="110" y="71"/>
                </a:lnTo>
                <a:lnTo>
                  <a:pt x="109" y="72"/>
                </a:lnTo>
                <a:lnTo>
                  <a:pt x="107" y="72"/>
                </a:lnTo>
                <a:lnTo>
                  <a:pt x="105" y="70"/>
                </a:lnTo>
                <a:lnTo>
                  <a:pt x="105" y="69"/>
                </a:lnTo>
                <a:lnTo>
                  <a:pt x="103" y="69"/>
                </a:lnTo>
                <a:lnTo>
                  <a:pt x="102" y="68"/>
                </a:lnTo>
                <a:lnTo>
                  <a:pt x="102" y="66"/>
                </a:lnTo>
                <a:lnTo>
                  <a:pt x="101" y="64"/>
                </a:lnTo>
                <a:lnTo>
                  <a:pt x="101" y="63"/>
                </a:lnTo>
                <a:lnTo>
                  <a:pt x="101" y="61"/>
                </a:lnTo>
                <a:lnTo>
                  <a:pt x="102" y="60"/>
                </a:lnTo>
                <a:lnTo>
                  <a:pt x="101" y="59"/>
                </a:lnTo>
                <a:lnTo>
                  <a:pt x="98" y="58"/>
                </a:lnTo>
                <a:lnTo>
                  <a:pt x="97" y="57"/>
                </a:lnTo>
                <a:lnTo>
                  <a:pt x="97" y="56"/>
                </a:lnTo>
                <a:lnTo>
                  <a:pt x="97" y="55"/>
                </a:lnTo>
                <a:lnTo>
                  <a:pt x="96" y="55"/>
                </a:lnTo>
                <a:lnTo>
                  <a:pt x="96" y="52"/>
                </a:lnTo>
                <a:lnTo>
                  <a:pt x="95" y="51"/>
                </a:lnTo>
                <a:lnTo>
                  <a:pt x="94" y="49"/>
                </a:lnTo>
                <a:lnTo>
                  <a:pt x="93" y="48"/>
                </a:lnTo>
                <a:lnTo>
                  <a:pt x="91" y="45"/>
                </a:lnTo>
                <a:lnTo>
                  <a:pt x="90" y="45"/>
                </a:lnTo>
                <a:lnTo>
                  <a:pt x="88" y="44"/>
                </a:lnTo>
                <a:lnTo>
                  <a:pt x="87" y="43"/>
                </a:lnTo>
                <a:lnTo>
                  <a:pt x="86" y="40"/>
                </a:lnTo>
                <a:lnTo>
                  <a:pt x="87" y="38"/>
                </a:lnTo>
                <a:lnTo>
                  <a:pt x="87" y="37"/>
                </a:lnTo>
                <a:lnTo>
                  <a:pt x="86" y="38"/>
                </a:lnTo>
                <a:lnTo>
                  <a:pt x="86" y="38"/>
                </a:lnTo>
                <a:lnTo>
                  <a:pt x="86" y="39"/>
                </a:lnTo>
                <a:lnTo>
                  <a:pt x="86" y="39"/>
                </a:lnTo>
                <a:lnTo>
                  <a:pt x="86" y="40"/>
                </a:lnTo>
                <a:lnTo>
                  <a:pt x="85" y="39"/>
                </a:lnTo>
                <a:lnTo>
                  <a:pt x="85" y="38"/>
                </a:lnTo>
                <a:lnTo>
                  <a:pt x="85" y="38"/>
                </a:lnTo>
                <a:lnTo>
                  <a:pt x="86" y="37"/>
                </a:lnTo>
                <a:lnTo>
                  <a:pt x="86" y="37"/>
                </a:lnTo>
                <a:lnTo>
                  <a:pt x="86" y="36"/>
                </a:lnTo>
                <a:lnTo>
                  <a:pt x="84" y="36"/>
                </a:lnTo>
                <a:lnTo>
                  <a:pt x="84" y="36"/>
                </a:lnTo>
                <a:lnTo>
                  <a:pt x="84" y="34"/>
                </a:lnTo>
                <a:lnTo>
                  <a:pt x="84" y="33"/>
                </a:lnTo>
                <a:lnTo>
                  <a:pt x="82" y="33"/>
                </a:lnTo>
                <a:lnTo>
                  <a:pt x="81" y="33"/>
                </a:lnTo>
                <a:lnTo>
                  <a:pt x="82" y="31"/>
                </a:lnTo>
                <a:lnTo>
                  <a:pt x="82" y="31"/>
                </a:lnTo>
                <a:lnTo>
                  <a:pt x="82" y="30"/>
                </a:lnTo>
                <a:lnTo>
                  <a:pt x="81" y="30"/>
                </a:lnTo>
                <a:lnTo>
                  <a:pt x="77" y="26"/>
                </a:lnTo>
                <a:lnTo>
                  <a:pt x="77" y="26"/>
                </a:lnTo>
                <a:lnTo>
                  <a:pt x="76" y="24"/>
                </a:lnTo>
                <a:lnTo>
                  <a:pt x="77" y="24"/>
                </a:lnTo>
                <a:lnTo>
                  <a:pt x="77" y="22"/>
                </a:lnTo>
                <a:lnTo>
                  <a:pt x="77" y="22"/>
                </a:lnTo>
                <a:lnTo>
                  <a:pt x="73" y="21"/>
                </a:lnTo>
                <a:lnTo>
                  <a:pt x="73" y="20"/>
                </a:lnTo>
                <a:lnTo>
                  <a:pt x="74" y="19"/>
                </a:lnTo>
                <a:lnTo>
                  <a:pt x="75" y="19"/>
                </a:lnTo>
                <a:lnTo>
                  <a:pt x="75" y="18"/>
                </a:lnTo>
                <a:lnTo>
                  <a:pt x="73" y="19"/>
                </a:lnTo>
                <a:lnTo>
                  <a:pt x="73" y="18"/>
                </a:lnTo>
                <a:lnTo>
                  <a:pt x="73" y="17"/>
                </a:lnTo>
                <a:lnTo>
                  <a:pt x="73" y="17"/>
                </a:lnTo>
                <a:lnTo>
                  <a:pt x="71" y="15"/>
                </a:lnTo>
                <a:lnTo>
                  <a:pt x="71" y="16"/>
                </a:lnTo>
                <a:lnTo>
                  <a:pt x="70" y="15"/>
                </a:lnTo>
                <a:lnTo>
                  <a:pt x="70" y="14"/>
                </a:lnTo>
                <a:lnTo>
                  <a:pt x="69" y="14"/>
                </a:lnTo>
                <a:lnTo>
                  <a:pt x="68" y="13"/>
                </a:lnTo>
                <a:lnTo>
                  <a:pt x="68" y="14"/>
                </a:lnTo>
                <a:lnTo>
                  <a:pt x="67" y="13"/>
                </a:lnTo>
                <a:lnTo>
                  <a:pt x="67" y="12"/>
                </a:lnTo>
                <a:lnTo>
                  <a:pt x="68" y="12"/>
                </a:lnTo>
                <a:lnTo>
                  <a:pt x="68" y="11"/>
                </a:lnTo>
                <a:lnTo>
                  <a:pt x="67" y="10"/>
                </a:lnTo>
                <a:lnTo>
                  <a:pt x="68" y="10"/>
                </a:lnTo>
                <a:lnTo>
                  <a:pt x="67" y="9"/>
                </a:lnTo>
                <a:lnTo>
                  <a:pt x="66" y="10"/>
                </a:lnTo>
                <a:lnTo>
                  <a:pt x="64" y="8"/>
                </a:lnTo>
                <a:lnTo>
                  <a:pt x="64" y="8"/>
                </a:lnTo>
                <a:lnTo>
                  <a:pt x="63" y="8"/>
                </a:lnTo>
                <a:lnTo>
                  <a:pt x="63" y="8"/>
                </a:lnTo>
                <a:lnTo>
                  <a:pt x="62" y="9"/>
                </a:lnTo>
                <a:lnTo>
                  <a:pt x="61" y="8"/>
                </a:lnTo>
                <a:lnTo>
                  <a:pt x="62" y="7"/>
                </a:lnTo>
                <a:lnTo>
                  <a:pt x="62" y="6"/>
                </a:lnTo>
                <a:lnTo>
                  <a:pt x="61" y="6"/>
                </a:lnTo>
                <a:lnTo>
                  <a:pt x="60" y="4"/>
                </a:lnTo>
                <a:lnTo>
                  <a:pt x="59" y="5"/>
                </a:lnTo>
                <a:lnTo>
                  <a:pt x="58" y="5"/>
                </a:lnTo>
                <a:lnTo>
                  <a:pt x="58" y="4"/>
                </a:lnTo>
                <a:lnTo>
                  <a:pt x="53" y="3"/>
                </a:lnTo>
                <a:lnTo>
                  <a:pt x="50" y="4"/>
                </a:lnTo>
                <a:lnTo>
                  <a:pt x="49" y="5"/>
                </a:lnTo>
                <a:lnTo>
                  <a:pt x="50" y="6"/>
                </a:lnTo>
                <a:lnTo>
                  <a:pt x="49" y="6"/>
                </a:lnTo>
                <a:lnTo>
                  <a:pt x="49" y="5"/>
                </a:lnTo>
                <a:lnTo>
                  <a:pt x="47" y="6"/>
                </a:lnTo>
                <a:lnTo>
                  <a:pt x="47" y="5"/>
                </a:lnTo>
                <a:lnTo>
                  <a:pt x="47" y="5"/>
                </a:lnTo>
                <a:lnTo>
                  <a:pt x="46" y="4"/>
                </a:lnTo>
                <a:lnTo>
                  <a:pt x="45" y="5"/>
                </a:lnTo>
                <a:lnTo>
                  <a:pt x="43" y="5"/>
                </a:lnTo>
                <a:lnTo>
                  <a:pt x="42" y="4"/>
                </a:lnTo>
                <a:lnTo>
                  <a:pt x="41" y="3"/>
                </a:lnTo>
                <a:lnTo>
                  <a:pt x="39" y="2"/>
                </a:lnTo>
                <a:lnTo>
                  <a:pt x="38" y="3"/>
                </a:lnTo>
                <a:lnTo>
                  <a:pt x="37" y="2"/>
                </a:lnTo>
                <a:lnTo>
                  <a:pt x="36" y="2"/>
                </a:lnTo>
                <a:lnTo>
                  <a:pt x="36" y="1"/>
                </a:lnTo>
                <a:lnTo>
                  <a:pt x="34" y="1"/>
                </a:lnTo>
                <a:lnTo>
                  <a:pt x="31" y="1"/>
                </a:lnTo>
                <a:lnTo>
                  <a:pt x="31" y="0"/>
                </a:lnTo>
                <a:lnTo>
                  <a:pt x="30" y="0"/>
                </a:lnTo>
                <a:lnTo>
                  <a:pt x="30" y="0"/>
                </a:lnTo>
                <a:lnTo>
                  <a:pt x="30" y="1"/>
                </a:lnTo>
                <a:lnTo>
                  <a:pt x="29" y="1"/>
                </a:lnTo>
                <a:lnTo>
                  <a:pt x="29" y="1"/>
                </a:lnTo>
                <a:lnTo>
                  <a:pt x="29" y="0"/>
                </a:lnTo>
                <a:lnTo>
                  <a:pt x="28" y="0"/>
                </a:lnTo>
                <a:lnTo>
                  <a:pt x="29" y="1"/>
                </a:lnTo>
                <a:lnTo>
                  <a:pt x="29" y="1"/>
                </a:lnTo>
                <a:lnTo>
                  <a:pt x="28" y="1"/>
                </a:lnTo>
                <a:lnTo>
                  <a:pt x="25" y="1"/>
                </a:lnTo>
                <a:lnTo>
                  <a:pt x="24" y="2"/>
                </a:lnTo>
                <a:lnTo>
                  <a:pt x="22" y="2"/>
                </a:lnTo>
                <a:lnTo>
                  <a:pt x="20" y="4"/>
                </a:lnTo>
                <a:lnTo>
                  <a:pt x="16" y="4"/>
                </a:lnTo>
                <a:lnTo>
                  <a:pt x="14" y="5"/>
                </a:lnTo>
                <a:lnTo>
                  <a:pt x="13" y="4"/>
                </a:lnTo>
                <a:lnTo>
                  <a:pt x="11" y="5"/>
                </a:lnTo>
                <a:lnTo>
                  <a:pt x="10" y="5"/>
                </a:lnTo>
                <a:lnTo>
                  <a:pt x="10" y="6"/>
                </a:lnTo>
                <a:lnTo>
                  <a:pt x="6" y="7"/>
                </a:lnTo>
                <a:lnTo>
                  <a:pt x="2" y="10"/>
                </a:lnTo>
                <a:lnTo>
                  <a:pt x="3" y="11"/>
                </a:lnTo>
                <a:lnTo>
                  <a:pt x="4" y="11"/>
                </a:lnTo>
                <a:lnTo>
                  <a:pt x="4" y="13"/>
                </a:lnTo>
                <a:lnTo>
                  <a:pt x="6" y="13"/>
                </a:lnTo>
                <a:lnTo>
                  <a:pt x="6" y="14"/>
                </a:lnTo>
                <a:lnTo>
                  <a:pt x="6" y="14"/>
                </a:lnTo>
                <a:lnTo>
                  <a:pt x="7" y="15"/>
                </a:lnTo>
                <a:lnTo>
                  <a:pt x="7" y="16"/>
                </a:lnTo>
                <a:lnTo>
                  <a:pt x="6" y="17"/>
                </a:lnTo>
                <a:lnTo>
                  <a:pt x="5" y="18"/>
                </a:lnTo>
                <a:lnTo>
                  <a:pt x="5" y="19"/>
                </a:lnTo>
                <a:lnTo>
                  <a:pt x="5" y="20"/>
                </a:lnTo>
                <a:lnTo>
                  <a:pt x="5" y="20"/>
                </a:lnTo>
                <a:lnTo>
                  <a:pt x="3" y="22"/>
                </a:lnTo>
                <a:lnTo>
                  <a:pt x="3" y="23"/>
                </a:lnTo>
                <a:lnTo>
                  <a:pt x="2" y="24"/>
                </a:lnTo>
                <a:lnTo>
                  <a:pt x="1" y="24"/>
                </a:lnTo>
                <a:lnTo>
                  <a:pt x="0" y="26"/>
                </a:lnTo>
                <a:lnTo>
                  <a:pt x="0" y="27"/>
                </a:lnTo>
                <a:lnTo>
                  <a:pt x="2" y="26"/>
                </a:lnTo>
                <a:lnTo>
                  <a:pt x="2" y="27"/>
                </a:lnTo>
                <a:lnTo>
                  <a:pt x="3" y="27"/>
                </a:lnTo>
                <a:lnTo>
                  <a:pt x="3" y="28"/>
                </a:lnTo>
                <a:lnTo>
                  <a:pt x="5" y="28"/>
                </a:lnTo>
                <a:lnTo>
                  <a:pt x="5" y="29"/>
                </a:lnTo>
                <a:lnTo>
                  <a:pt x="7" y="29"/>
                </a:lnTo>
                <a:lnTo>
                  <a:pt x="7" y="29"/>
                </a:lnTo>
                <a:lnTo>
                  <a:pt x="7" y="30"/>
                </a:lnTo>
                <a:lnTo>
                  <a:pt x="8" y="31"/>
                </a:lnTo>
                <a:lnTo>
                  <a:pt x="8" y="31"/>
                </a:lnTo>
                <a:lnTo>
                  <a:pt x="10" y="31"/>
                </a:lnTo>
                <a:lnTo>
                  <a:pt x="12" y="31"/>
                </a:lnTo>
                <a:lnTo>
                  <a:pt x="12" y="30"/>
                </a:lnTo>
                <a:lnTo>
                  <a:pt x="13" y="29"/>
                </a:lnTo>
                <a:lnTo>
                  <a:pt x="13" y="28"/>
                </a:lnTo>
                <a:lnTo>
                  <a:pt x="13" y="28"/>
                </a:lnTo>
                <a:lnTo>
                  <a:pt x="13" y="28"/>
                </a:lnTo>
                <a:lnTo>
                  <a:pt x="13" y="27"/>
                </a:lnTo>
                <a:lnTo>
                  <a:pt x="14" y="26"/>
                </a:lnTo>
                <a:lnTo>
                  <a:pt x="14" y="26"/>
                </a:lnTo>
                <a:lnTo>
                  <a:pt x="15" y="27"/>
                </a:lnTo>
                <a:lnTo>
                  <a:pt x="16" y="26"/>
                </a:lnTo>
                <a:lnTo>
                  <a:pt x="17" y="27"/>
                </a:lnTo>
                <a:lnTo>
                  <a:pt x="18" y="28"/>
                </a:lnTo>
                <a:lnTo>
                  <a:pt x="18" y="28"/>
                </a:lnTo>
                <a:lnTo>
                  <a:pt x="19" y="29"/>
                </a:lnTo>
                <a:lnTo>
                  <a:pt x="19" y="30"/>
                </a:lnTo>
                <a:lnTo>
                  <a:pt x="21" y="30"/>
                </a:lnTo>
                <a:lnTo>
                  <a:pt x="22" y="30"/>
                </a:lnTo>
                <a:lnTo>
                  <a:pt x="23" y="30"/>
                </a:lnTo>
                <a:lnTo>
                  <a:pt x="23" y="30"/>
                </a:lnTo>
                <a:lnTo>
                  <a:pt x="24" y="30"/>
                </a:lnTo>
                <a:lnTo>
                  <a:pt x="23" y="30"/>
                </a:lnTo>
                <a:lnTo>
                  <a:pt x="24" y="31"/>
                </a:lnTo>
                <a:lnTo>
                  <a:pt x="23" y="32"/>
                </a:lnTo>
                <a:lnTo>
                  <a:pt x="22" y="33"/>
                </a:lnTo>
                <a:lnTo>
                  <a:pt x="22" y="33"/>
                </a:lnTo>
                <a:lnTo>
                  <a:pt x="22" y="34"/>
                </a:lnTo>
                <a:lnTo>
                  <a:pt x="22" y="34"/>
                </a:lnTo>
                <a:lnTo>
                  <a:pt x="23" y="36"/>
                </a:lnTo>
                <a:lnTo>
                  <a:pt x="24" y="36"/>
                </a:lnTo>
                <a:lnTo>
                  <a:pt x="24" y="37"/>
                </a:lnTo>
                <a:lnTo>
                  <a:pt x="24" y="38"/>
                </a:lnTo>
                <a:lnTo>
                  <a:pt x="25" y="40"/>
                </a:lnTo>
                <a:lnTo>
                  <a:pt x="25" y="41"/>
                </a:lnTo>
                <a:lnTo>
                  <a:pt x="27" y="43"/>
                </a:lnTo>
                <a:lnTo>
                  <a:pt x="27" y="43"/>
                </a:lnTo>
                <a:lnTo>
                  <a:pt x="27" y="44"/>
                </a:lnTo>
                <a:lnTo>
                  <a:pt x="28" y="44"/>
                </a:lnTo>
                <a:lnTo>
                  <a:pt x="28" y="45"/>
                </a:lnTo>
                <a:lnTo>
                  <a:pt x="28" y="45"/>
                </a:lnTo>
                <a:lnTo>
                  <a:pt x="28" y="45"/>
                </a:lnTo>
                <a:lnTo>
                  <a:pt x="28" y="46"/>
                </a:lnTo>
                <a:lnTo>
                  <a:pt x="28" y="47"/>
                </a:lnTo>
                <a:lnTo>
                  <a:pt x="29" y="47"/>
                </a:lnTo>
                <a:lnTo>
                  <a:pt x="30" y="48"/>
                </a:lnTo>
                <a:lnTo>
                  <a:pt x="30" y="49"/>
                </a:lnTo>
                <a:lnTo>
                  <a:pt x="30" y="49"/>
                </a:lnTo>
                <a:lnTo>
                  <a:pt x="31" y="49"/>
                </a:lnTo>
                <a:lnTo>
                  <a:pt x="35" y="50"/>
                </a:lnTo>
                <a:lnTo>
                  <a:pt x="35" y="49"/>
                </a:lnTo>
                <a:lnTo>
                  <a:pt x="37" y="49"/>
                </a:lnTo>
                <a:lnTo>
                  <a:pt x="40" y="47"/>
                </a:lnTo>
                <a:lnTo>
                  <a:pt x="40" y="47"/>
                </a:lnTo>
                <a:lnTo>
                  <a:pt x="40" y="46"/>
                </a:lnTo>
                <a:lnTo>
                  <a:pt x="42" y="46"/>
                </a:lnTo>
                <a:lnTo>
                  <a:pt x="42" y="46"/>
                </a:lnTo>
                <a:lnTo>
                  <a:pt x="44" y="47"/>
                </a:lnTo>
                <a:lnTo>
                  <a:pt x="45" y="46"/>
                </a:lnTo>
                <a:lnTo>
                  <a:pt x="46" y="46"/>
                </a:lnTo>
                <a:lnTo>
                  <a:pt x="46" y="46"/>
                </a:lnTo>
                <a:lnTo>
                  <a:pt x="48" y="45"/>
                </a:lnTo>
                <a:lnTo>
                  <a:pt x="49" y="46"/>
                </a:lnTo>
                <a:lnTo>
                  <a:pt x="51" y="46"/>
                </a:lnTo>
                <a:lnTo>
                  <a:pt x="51" y="44"/>
                </a:lnTo>
                <a:lnTo>
                  <a:pt x="51" y="44"/>
                </a:lnTo>
                <a:lnTo>
                  <a:pt x="53" y="44"/>
                </a:lnTo>
                <a:lnTo>
                  <a:pt x="54" y="45"/>
                </a:lnTo>
                <a:lnTo>
                  <a:pt x="54" y="44"/>
                </a:lnTo>
                <a:lnTo>
                  <a:pt x="55" y="43"/>
                </a:lnTo>
                <a:lnTo>
                  <a:pt x="57" y="43"/>
                </a:lnTo>
                <a:lnTo>
                  <a:pt x="57" y="41"/>
                </a:lnTo>
                <a:lnTo>
                  <a:pt x="57" y="41"/>
                </a:lnTo>
                <a:lnTo>
                  <a:pt x="57" y="40"/>
                </a:lnTo>
                <a:lnTo>
                  <a:pt x="59" y="39"/>
                </a:lnTo>
                <a:lnTo>
                  <a:pt x="59" y="38"/>
                </a:lnTo>
                <a:lnTo>
                  <a:pt x="58" y="38"/>
                </a:lnTo>
                <a:lnTo>
                  <a:pt x="59" y="36"/>
                </a:lnTo>
                <a:lnTo>
                  <a:pt x="59" y="36"/>
                </a:lnTo>
                <a:lnTo>
                  <a:pt x="59" y="37"/>
                </a:lnTo>
                <a:lnTo>
                  <a:pt x="62" y="36"/>
                </a:lnTo>
                <a:lnTo>
                  <a:pt x="62" y="37"/>
                </a:lnTo>
                <a:lnTo>
                  <a:pt x="62" y="36"/>
                </a:lnTo>
                <a:lnTo>
                  <a:pt x="69" y="41"/>
                </a:lnTo>
                <a:lnTo>
                  <a:pt x="70" y="43"/>
                </a:lnTo>
                <a:lnTo>
                  <a:pt x="70" y="43"/>
                </a:lnTo>
                <a:lnTo>
                  <a:pt x="71" y="43"/>
                </a:lnTo>
                <a:lnTo>
                  <a:pt x="72" y="45"/>
                </a:lnTo>
                <a:lnTo>
                  <a:pt x="73" y="45"/>
                </a:lnTo>
                <a:lnTo>
                  <a:pt x="73" y="45"/>
                </a:lnTo>
                <a:lnTo>
                  <a:pt x="74" y="45"/>
                </a:lnTo>
                <a:lnTo>
                  <a:pt x="74" y="46"/>
                </a:lnTo>
                <a:lnTo>
                  <a:pt x="75" y="46"/>
                </a:lnTo>
                <a:lnTo>
                  <a:pt x="75" y="47"/>
                </a:lnTo>
                <a:lnTo>
                  <a:pt x="76" y="48"/>
                </a:lnTo>
                <a:lnTo>
                  <a:pt x="75" y="49"/>
                </a:lnTo>
                <a:lnTo>
                  <a:pt x="75" y="50"/>
                </a:lnTo>
                <a:lnTo>
                  <a:pt x="75" y="50"/>
                </a:lnTo>
                <a:lnTo>
                  <a:pt x="74" y="50"/>
                </a:lnTo>
                <a:lnTo>
                  <a:pt x="74" y="52"/>
                </a:lnTo>
                <a:lnTo>
                  <a:pt x="74" y="52"/>
                </a:lnTo>
                <a:lnTo>
                  <a:pt x="74" y="52"/>
                </a:lnTo>
                <a:lnTo>
                  <a:pt x="73" y="52"/>
                </a:lnTo>
                <a:lnTo>
                  <a:pt x="73" y="53"/>
                </a:lnTo>
                <a:lnTo>
                  <a:pt x="73" y="53"/>
                </a:lnTo>
                <a:lnTo>
                  <a:pt x="73" y="53"/>
                </a:lnTo>
                <a:lnTo>
                  <a:pt x="72" y="54"/>
                </a:lnTo>
                <a:lnTo>
                  <a:pt x="73" y="54"/>
                </a:lnTo>
                <a:lnTo>
                  <a:pt x="73" y="54"/>
                </a:lnTo>
                <a:lnTo>
                  <a:pt x="73" y="54"/>
                </a:lnTo>
                <a:lnTo>
                  <a:pt x="73" y="55"/>
                </a:lnTo>
                <a:lnTo>
                  <a:pt x="74" y="57"/>
                </a:lnTo>
                <a:lnTo>
                  <a:pt x="72" y="61"/>
                </a:lnTo>
                <a:lnTo>
                  <a:pt x="71" y="61"/>
                </a:lnTo>
                <a:lnTo>
                  <a:pt x="71" y="61"/>
                </a:lnTo>
                <a:lnTo>
                  <a:pt x="71" y="62"/>
                </a:lnTo>
                <a:lnTo>
                  <a:pt x="71" y="61"/>
                </a:lnTo>
                <a:lnTo>
                  <a:pt x="70" y="62"/>
                </a:lnTo>
                <a:lnTo>
                  <a:pt x="71" y="63"/>
                </a:lnTo>
                <a:lnTo>
                  <a:pt x="71" y="63"/>
                </a:lnTo>
                <a:lnTo>
                  <a:pt x="71" y="63"/>
                </a:lnTo>
                <a:lnTo>
                  <a:pt x="70" y="64"/>
                </a:lnTo>
                <a:lnTo>
                  <a:pt x="70" y="65"/>
                </a:lnTo>
                <a:lnTo>
                  <a:pt x="70" y="65"/>
                </a:lnTo>
                <a:lnTo>
                  <a:pt x="70" y="66"/>
                </a:lnTo>
                <a:lnTo>
                  <a:pt x="69" y="68"/>
                </a:lnTo>
                <a:lnTo>
                  <a:pt x="70" y="68"/>
                </a:lnTo>
                <a:lnTo>
                  <a:pt x="69" y="68"/>
                </a:lnTo>
                <a:lnTo>
                  <a:pt x="68" y="69"/>
                </a:lnTo>
                <a:lnTo>
                  <a:pt x="68" y="69"/>
                </a:lnTo>
                <a:lnTo>
                  <a:pt x="68" y="70"/>
                </a:lnTo>
                <a:lnTo>
                  <a:pt x="69" y="70"/>
                </a:lnTo>
                <a:lnTo>
                  <a:pt x="69" y="70"/>
                </a:lnTo>
                <a:lnTo>
                  <a:pt x="69" y="70"/>
                </a:lnTo>
                <a:lnTo>
                  <a:pt x="68" y="70"/>
                </a:lnTo>
                <a:lnTo>
                  <a:pt x="69" y="71"/>
                </a:lnTo>
                <a:lnTo>
                  <a:pt x="68" y="72"/>
                </a:lnTo>
                <a:lnTo>
                  <a:pt x="68" y="72"/>
                </a:lnTo>
                <a:lnTo>
                  <a:pt x="68" y="72"/>
                </a:lnTo>
                <a:lnTo>
                  <a:pt x="69" y="74"/>
                </a:lnTo>
                <a:lnTo>
                  <a:pt x="69" y="74"/>
                </a:lnTo>
                <a:lnTo>
                  <a:pt x="69" y="75"/>
                </a:lnTo>
                <a:lnTo>
                  <a:pt x="68" y="75"/>
                </a:lnTo>
                <a:lnTo>
                  <a:pt x="69" y="76"/>
                </a:lnTo>
                <a:lnTo>
                  <a:pt x="69" y="77"/>
                </a:lnTo>
                <a:lnTo>
                  <a:pt x="69" y="77"/>
                </a:lnTo>
                <a:lnTo>
                  <a:pt x="69" y="79"/>
                </a:lnTo>
                <a:lnTo>
                  <a:pt x="69" y="79"/>
                </a:lnTo>
                <a:lnTo>
                  <a:pt x="69" y="79"/>
                </a:lnTo>
                <a:lnTo>
                  <a:pt x="69" y="79"/>
                </a:lnTo>
                <a:lnTo>
                  <a:pt x="68" y="79"/>
                </a:lnTo>
                <a:lnTo>
                  <a:pt x="68" y="79"/>
                </a:lnTo>
                <a:lnTo>
                  <a:pt x="69" y="80"/>
                </a:lnTo>
                <a:lnTo>
                  <a:pt x="69" y="80"/>
                </a:lnTo>
                <a:lnTo>
                  <a:pt x="69" y="80"/>
                </a:lnTo>
                <a:lnTo>
                  <a:pt x="70" y="80"/>
                </a:lnTo>
                <a:lnTo>
                  <a:pt x="70" y="81"/>
                </a:lnTo>
                <a:lnTo>
                  <a:pt x="70" y="81"/>
                </a:lnTo>
                <a:lnTo>
                  <a:pt x="70" y="83"/>
                </a:lnTo>
                <a:lnTo>
                  <a:pt x="71" y="83"/>
                </a:lnTo>
                <a:lnTo>
                  <a:pt x="71" y="84"/>
                </a:lnTo>
                <a:lnTo>
                  <a:pt x="71" y="84"/>
                </a:lnTo>
                <a:lnTo>
                  <a:pt x="72" y="85"/>
                </a:lnTo>
                <a:lnTo>
                  <a:pt x="71" y="85"/>
                </a:lnTo>
                <a:lnTo>
                  <a:pt x="72" y="86"/>
                </a:lnTo>
                <a:lnTo>
                  <a:pt x="71" y="87"/>
                </a:lnTo>
                <a:lnTo>
                  <a:pt x="72" y="89"/>
                </a:lnTo>
                <a:lnTo>
                  <a:pt x="71" y="89"/>
                </a:lnTo>
                <a:lnTo>
                  <a:pt x="71" y="90"/>
                </a:lnTo>
                <a:lnTo>
                  <a:pt x="70" y="91"/>
                </a:lnTo>
                <a:lnTo>
                  <a:pt x="69" y="90"/>
                </a:lnTo>
                <a:lnTo>
                  <a:pt x="69" y="90"/>
                </a:lnTo>
                <a:lnTo>
                  <a:pt x="68" y="90"/>
                </a:lnTo>
                <a:lnTo>
                  <a:pt x="67" y="90"/>
                </a:lnTo>
                <a:lnTo>
                  <a:pt x="66" y="91"/>
                </a:lnTo>
                <a:lnTo>
                  <a:pt x="66" y="91"/>
                </a:lnTo>
                <a:lnTo>
                  <a:pt x="66" y="92"/>
                </a:lnTo>
                <a:lnTo>
                  <a:pt x="66" y="93"/>
                </a:lnTo>
                <a:lnTo>
                  <a:pt x="66" y="94"/>
                </a:lnTo>
                <a:lnTo>
                  <a:pt x="66" y="95"/>
                </a:lnTo>
                <a:lnTo>
                  <a:pt x="66" y="96"/>
                </a:lnTo>
                <a:lnTo>
                  <a:pt x="65" y="96"/>
                </a:lnTo>
                <a:lnTo>
                  <a:pt x="65" y="98"/>
                </a:lnTo>
                <a:lnTo>
                  <a:pt x="65" y="98"/>
                </a:lnTo>
                <a:lnTo>
                  <a:pt x="65" y="100"/>
                </a:lnTo>
                <a:lnTo>
                  <a:pt x="65" y="100"/>
                </a:lnTo>
                <a:lnTo>
                  <a:pt x="65" y="101"/>
                </a:lnTo>
                <a:lnTo>
                  <a:pt x="65" y="103"/>
                </a:lnTo>
                <a:lnTo>
                  <a:pt x="64" y="105"/>
                </a:lnTo>
                <a:lnTo>
                  <a:pt x="65" y="105"/>
                </a:lnTo>
                <a:lnTo>
                  <a:pt x="64" y="106"/>
                </a:lnTo>
                <a:lnTo>
                  <a:pt x="65" y="107"/>
                </a:lnTo>
                <a:lnTo>
                  <a:pt x="64" y="107"/>
                </a:lnTo>
                <a:lnTo>
                  <a:pt x="65" y="108"/>
                </a:lnTo>
                <a:lnTo>
                  <a:pt x="65" y="109"/>
                </a:lnTo>
                <a:lnTo>
                  <a:pt x="66" y="110"/>
                </a:lnTo>
                <a:lnTo>
                  <a:pt x="66" y="111"/>
                </a:lnTo>
                <a:lnTo>
                  <a:pt x="66" y="111"/>
                </a:lnTo>
                <a:lnTo>
                  <a:pt x="66" y="113"/>
                </a:lnTo>
                <a:lnTo>
                  <a:pt x="66" y="114"/>
                </a:lnTo>
                <a:lnTo>
                  <a:pt x="65" y="114"/>
                </a:lnTo>
                <a:lnTo>
                  <a:pt x="65" y="115"/>
                </a:lnTo>
                <a:lnTo>
                  <a:pt x="64" y="115"/>
                </a:lnTo>
                <a:lnTo>
                  <a:pt x="65" y="115"/>
                </a:lnTo>
                <a:lnTo>
                  <a:pt x="65" y="114"/>
                </a:lnTo>
                <a:lnTo>
                  <a:pt x="65" y="113"/>
                </a:lnTo>
                <a:lnTo>
                  <a:pt x="64" y="113"/>
                </a:lnTo>
                <a:lnTo>
                  <a:pt x="64" y="112"/>
                </a:lnTo>
                <a:lnTo>
                  <a:pt x="63" y="111"/>
                </a:lnTo>
                <a:lnTo>
                  <a:pt x="62" y="110"/>
                </a:lnTo>
                <a:lnTo>
                  <a:pt x="62" y="109"/>
                </a:lnTo>
                <a:lnTo>
                  <a:pt x="62" y="109"/>
                </a:lnTo>
                <a:lnTo>
                  <a:pt x="62" y="108"/>
                </a:lnTo>
                <a:lnTo>
                  <a:pt x="61" y="108"/>
                </a:lnTo>
                <a:lnTo>
                  <a:pt x="61" y="107"/>
                </a:lnTo>
                <a:lnTo>
                  <a:pt x="60" y="106"/>
                </a:lnTo>
                <a:lnTo>
                  <a:pt x="58" y="109"/>
                </a:lnTo>
                <a:lnTo>
                  <a:pt x="54" y="115"/>
                </a:lnTo>
                <a:lnTo>
                  <a:pt x="52" y="119"/>
                </a:lnTo>
                <a:lnTo>
                  <a:pt x="48" y="122"/>
                </a:lnTo>
                <a:lnTo>
                  <a:pt x="48" y="125"/>
                </a:lnTo>
                <a:lnTo>
                  <a:pt x="47" y="126"/>
                </a:lnTo>
                <a:lnTo>
                  <a:pt x="43" y="129"/>
                </a:lnTo>
                <a:lnTo>
                  <a:pt x="42" y="131"/>
                </a:lnTo>
                <a:lnTo>
                  <a:pt x="39" y="132"/>
                </a:lnTo>
                <a:lnTo>
                  <a:pt x="39" y="134"/>
                </a:lnTo>
                <a:lnTo>
                  <a:pt x="39" y="136"/>
                </a:lnTo>
                <a:lnTo>
                  <a:pt x="37" y="137"/>
                </a:lnTo>
                <a:lnTo>
                  <a:pt x="40" y="140"/>
                </a:lnTo>
                <a:lnTo>
                  <a:pt x="41" y="142"/>
                </a:lnTo>
                <a:lnTo>
                  <a:pt x="42" y="142"/>
                </a:lnTo>
                <a:lnTo>
                  <a:pt x="45" y="142"/>
                </a:lnTo>
                <a:lnTo>
                  <a:pt x="45" y="143"/>
                </a:lnTo>
                <a:lnTo>
                  <a:pt x="44" y="144"/>
                </a:lnTo>
                <a:lnTo>
                  <a:pt x="44" y="145"/>
                </a:lnTo>
                <a:lnTo>
                  <a:pt x="45" y="145"/>
                </a:lnTo>
                <a:lnTo>
                  <a:pt x="45" y="145"/>
                </a:lnTo>
                <a:lnTo>
                  <a:pt x="46" y="145"/>
                </a:lnTo>
                <a:lnTo>
                  <a:pt x="46" y="145"/>
                </a:lnTo>
                <a:lnTo>
                  <a:pt x="47" y="148"/>
                </a:lnTo>
                <a:lnTo>
                  <a:pt x="49" y="149"/>
                </a:lnTo>
                <a:lnTo>
                  <a:pt x="49" y="149"/>
                </a:lnTo>
                <a:lnTo>
                  <a:pt x="50" y="149"/>
                </a:lnTo>
                <a:lnTo>
                  <a:pt x="51" y="149"/>
                </a:lnTo>
                <a:lnTo>
                  <a:pt x="52" y="147"/>
                </a:lnTo>
                <a:lnTo>
                  <a:pt x="52" y="146"/>
                </a:lnTo>
                <a:lnTo>
                  <a:pt x="53" y="146"/>
                </a:lnTo>
                <a:lnTo>
                  <a:pt x="54" y="146"/>
                </a:lnTo>
                <a:lnTo>
                  <a:pt x="54" y="146"/>
                </a:lnTo>
                <a:lnTo>
                  <a:pt x="54" y="144"/>
                </a:lnTo>
                <a:lnTo>
                  <a:pt x="53" y="143"/>
                </a:lnTo>
                <a:lnTo>
                  <a:pt x="52" y="143"/>
                </a:lnTo>
                <a:lnTo>
                  <a:pt x="52" y="143"/>
                </a:lnTo>
                <a:lnTo>
                  <a:pt x="54" y="144"/>
                </a:lnTo>
                <a:lnTo>
                  <a:pt x="55" y="143"/>
                </a:lnTo>
                <a:lnTo>
                  <a:pt x="56" y="143"/>
                </a:lnTo>
                <a:lnTo>
                  <a:pt x="56" y="145"/>
                </a:lnTo>
                <a:lnTo>
                  <a:pt x="56" y="146"/>
                </a:lnTo>
                <a:lnTo>
                  <a:pt x="57" y="146"/>
                </a:lnTo>
                <a:lnTo>
                  <a:pt x="57" y="144"/>
                </a:lnTo>
                <a:lnTo>
                  <a:pt x="57" y="144"/>
                </a:lnTo>
                <a:lnTo>
                  <a:pt x="57" y="145"/>
                </a:lnTo>
                <a:lnTo>
                  <a:pt x="58" y="145"/>
                </a:lnTo>
                <a:lnTo>
                  <a:pt x="57" y="146"/>
                </a:lnTo>
                <a:lnTo>
                  <a:pt x="58" y="146"/>
                </a:lnTo>
                <a:lnTo>
                  <a:pt x="58" y="148"/>
                </a:lnTo>
                <a:lnTo>
                  <a:pt x="58" y="148"/>
                </a:lnTo>
                <a:lnTo>
                  <a:pt x="53" y="150"/>
                </a:lnTo>
                <a:lnTo>
                  <a:pt x="54" y="151"/>
                </a:lnTo>
                <a:lnTo>
                  <a:pt x="53" y="152"/>
                </a:lnTo>
                <a:lnTo>
                  <a:pt x="52" y="151"/>
                </a:lnTo>
                <a:lnTo>
                  <a:pt x="51" y="152"/>
                </a:lnTo>
                <a:lnTo>
                  <a:pt x="50" y="151"/>
                </a:lnTo>
                <a:lnTo>
                  <a:pt x="50" y="152"/>
                </a:lnTo>
                <a:lnTo>
                  <a:pt x="50" y="152"/>
                </a:lnTo>
                <a:lnTo>
                  <a:pt x="49" y="153"/>
                </a:lnTo>
                <a:lnTo>
                  <a:pt x="50" y="156"/>
                </a:lnTo>
                <a:lnTo>
                  <a:pt x="54" y="159"/>
                </a:lnTo>
                <a:lnTo>
                  <a:pt x="54" y="159"/>
                </a:lnTo>
                <a:lnTo>
                  <a:pt x="56" y="159"/>
                </a:lnTo>
                <a:lnTo>
                  <a:pt x="58" y="159"/>
                </a:lnTo>
                <a:lnTo>
                  <a:pt x="58" y="158"/>
                </a:lnTo>
                <a:close/>
              </a:path>
            </a:pathLst>
          </a:custGeom>
          <a:solidFill>
            <a:srgbClr val="D9E6F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5870601" y="4500315"/>
            <a:ext cx="141086" cy="121847"/>
          </a:xfrm>
          <a:custGeom>
            <a:avLst/>
            <a:gdLst/>
            <a:ahLst/>
            <a:cxnLst/>
            <a:rect l="l" t="t" r="r" b="b"/>
            <a:pathLst>
              <a:path w="22" h="19">
                <a:moveTo>
                  <a:pt x="1" y="12"/>
                </a:moveTo>
                <a:lnTo>
                  <a:pt x="2" y="13"/>
                </a:lnTo>
                <a:lnTo>
                  <a:pt x="2" y="12"/>
                </a:lnTo>
                <a:lnTo>
                  <a:pt x="3" y="12"/>
                </a:lnTo>
                <a:lnTo>
                  <a:pt x="3" y="15"/>
                </a:lnTo>
                <a:lnTo>
                  <a:pt x="4" y="15"/>
                </a:lnTo>
                <a:lnTo>
                  <a:pt x="3" y="16"/>
                </a:lnTo>
                <a:lnTo>
                  <a:pt x="4" y="17"/>
                </a:lnTo>
                <a:lnTo>
                  <a:pt x="5" y="16"/>
                </a:lnTo>
                <a:lnTo>
                  <a:pt x="5" y="15"/>
                </a:lnTo>
                <a:lnTo>
                  <a:pt x="6" y="16"/>
                </a:lnTo>
                <a:lnTo>
                  <a:pt x="6" y="17"/>
                </a:lnTo>
                <a:lnTo>
                  <a:pt x="8" y="17"/>
                </a:lnTo>
                <a:lnTo>
                  <a:pt x="9" y="18"/>
                </a:lnTo>
                <a:lnTo>
                  <a:pt x="9" y="19"/>
                </a:lnTo>
                <a:lnTo>
                  <a:pt x="11" y="19"/>
                </a:lnTo>
                <a:lnTo>
                  <a:pt x="14" y="16"/>
                </a:lnTo>
                <a:lnTo>
                  <a:pt x="16" y="14"/>
                </a:lnTo>
                <a:lnTo>
                  <a:pt x="21" y="14"/>
                </a:lnTo>
                <a:lnTo>
                  <a:pt x="22" y="15"/>
                </a:lnTo>
                <a:lnTo>
                  <a:pt x="22" y="14"/>
                </a:lnTo>
                <a:lnTo>
                  <a:pt x="22" y="13"/>
                </a:lnTo>
                <a:lnTo>
                  <a:pt x="22" y="12"/>
                </a:lnTo>
                <a:lnTo>
                  <a:pt x="22" y="10"/>
                </a:lnTo>
                <a:lnTo>
                  <a:pt x="21" y="8"/>
                </a:lnTo>
                <a:lnTo>
                  <a:pt x="15" y="3"/>
                </a:lnTo>
                <a:lnTo>
                  <a:pt x="13" y="2"/>
                </a:lnTo>
                <a:lnTo>
                  <a:pt x="11" y="2"/>
                </a:lnTo>
                <a:lnTo>
                  <a:pt x="7" y="0"/>
                </a:lnTo>
                <a:lnTo>
                  <a:pt x="6" y="1"/>
                </a:lnTo>
                <a:lnTo>
                  <a:pt x="6" y="1"/>
                </a:lnTo>
                <a:lnTo>
                  <a:pt x="5" y="2"/>
                </a:lnTo>
                <a:lnTo>
                  <a:pt x="4" y="4"/>
                </a:lnTo>
                <a:lnTo>
                  <a:pt x="5" y="6"/>
                </a:lnTo>
                <a:lnTo>
                  <a:pt x="4" y="6"/>
                </a:lnTo>
                <a:lnTo>
                  <a:pt x="3" y="7"/>
                </a:lnTo>
                <a:lnTo>
                  <a:pt x="4" y="9"/>
                </a:lnTo>
                <a:lnTo>
                  <a:pt x="3" y="9"/>
                </a:lnTo>
                <a:lnTo>
                  <a:pt x="0" y="10"/>
                </a:lnTo>
                <a:lnTo>
                  <a:pt x="0" y="11"/>
                </a:lnTo>
                <a:lnTo>
                  <a:pt x="0" y="11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5883427" y="4449011"/>
            <a:ext cx="115434" cy="51304"/>
          </a:xfrm>
          <a:custGeom>
            <a:avLst/>
            <a:gdLst/>
            <a:ahLst/>
            <a:cxnLst/>
            <a:rect l="l" t="t" r="r" b="b"/>
            <a:pathLst>
              <a:path w="18" h="8">
                <a:moveTo>
                  <a:pt x="17" y="4"/>
                </a:moveTo>
                <a:lnTo>
                  <a:pt x="10" y="3"/>
                </a:lnTo>
                <a:lnTo>
                  <a:pt x="6" y="2"/>
                </a:lnTo>
                <a:lnTo>
                  <a:pt x="5" y="1"/>
                </a:lnTo>
                <a:lnTo>
                  <a:pt x="4" y="0"/>
                </a:lnTo>
                <a:lnTo>
                  <a:pt x="2" y="1"/>
                </a:lnTo>
                <a:lnTo>
                  <a:pt x="0" y="3"/>
                </a:lnTo>
                <a:lnTo>
                  <a:pt x="1" y="3"/>
                </a:lnTo>
                <a:lnTo>
                  <a:pt x="6" y="7"/>
                </a:lnTo>
                <a:lnTo>
                  <a:pt x="6" y="6"/>
                </a:lnTo>
                <a:lnTo>
                  <a:pt x="7" y="6"/>
                </a:lnTo>
                <a:lnTo>
                  <a:pt x="11" y="7"/>
                </a:lnTo>
                <a:lnTo>
                  <a:pt x="16" y="8"/>
                </a:lnTo>
                <a:lnTo>
                  <a:pt x="18" y="7"/>
                </a:lnTo>
                <a:lnTo>
                  <a:pt x="18" y="6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5941144" y="4500315"/>
            <a:ext cx="38478" cy="19239"/>
          </a:xfrm>
          <a:custGeom>
            <a:avLst/>
            <a:gdLst/>
            <a:ahLst/>
            <a:cxnLst/>
            <a:rect l="l" t="t" r="r" b="b"/>
            <a:pathLst>
              <a:path w="6" h="3">
                <a:moveTo>
                  <a:pt x="6" y="3"/>
                </a:moveTo>
                <a:lnTo>
                  <a:pt x="5" y="2"/>
                </a:lnTo>
                <a:lnTo>
                  <a:pt x="4" y="1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6" y="3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5973209" y="4513141"/>
            <a:ext cx="44891" cy="6413"/>
          </a:xfrm>
          <a:custGeom>
            <a:avLst/>
            <a:gdLst/>
            <a:ahLst/>
            <a:cxnLst/>
            <a:rect l="l" t="t" r="r" b="b"/>
            <a:pathLst>
              <a:path w="7" h="1">
                <a:moveTo>
                  <a:pt x="1" y="0"/>
                </a:moveTo>
                <a:lnTo>
                  <a:pt x="1" y="1"/>
                </a:lnTo>
                <a:lnTo>
                  <a:pt x="2" y="1"/>
                </a:lnTo>
                <a:lnTo>
                  <a:pt x="5" y="1"/>
                </a:lnTo>
                <a:lnTo>
                  <a:pt x="7" y="1"/>
                </a:lnTo>
                <a:lnTo>
                  <a:pt x="7" y="0"/>
                </a:lnTo>
                <a:lnTo>
                  <a:pt x="7" y="0"/>
                </a:lnTo>
                <a:lnTo>
                  <a:pt x="4" y="0"/>
                </a:lnTo>
                <a:lnTo>
                  <a:pt x="0" y="0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5261366" y="4019340"/>
            <a:ext cx="731082" cy="609235"/>
          </a:xfrm>
          <a:custGeom>
            <a:avLst/>
            <a:gdLst/>
            <a:ahLst/>
            <a:cxnLst/>
            <a:rect l="l" t="t" r="r" b="b"/>
            <a:pathLst>
              <a:path w="114" h="95">
                <a:moveTo>
                  <a:pt x="18" y="17"/>
                </a:moveTo>
                <a:lnTo>
                  <a:pt x="17" y="17"/>
                </a:lnTo>
                <a:lnTo>
                  <a:pt x="18" y="18"/>
                </a:lnTo>
                <a:lnTo>
                  <a:pt x="17" y="18"/>
                </a:lnTo>
                <a:lnTo>
                  <a:pt x="17" y="19"/>
                </a:lnTo>
                <a:lnTo>
                  <a:pt x="17" y="19"/>
                </a:lnTo>
                <a:lnTo>
                  <a:pt x="17" y="20"/>
                </a:lnTo>
                <a:lnTo>
                  <a:pt x="15" y="20"/>
                </a:lnTo>
                <a:lnTo>
                  <a:pt x="15" y="18"/>
                </a:lnTo>
                <a:lnTo>
                  <a:pt x="15" y="18"/>
                </a:lnTo>
                <a:lnTo>
                  <a:pt x="14" y="16"/>
                </a:lnTo>
                <a:lnTo>
                  <a:pt x="13" y="16"/>
                </a:lnTo>
                <a:lnTo>
                  <a:pt x="13" y="14"/>
                </a:lnTo>
                <a:lnTo>
                  <a:pt x="12" y="13"/>
                </a:lnTo>
                <a:lnTo>
                  <a:pt x="11" y="13"/>
                </a:lnTo>
                <a:lnTo>
                  <a:pt x="11" y="12"/>
                </a:lnTo>
                <a:lnTo>
                  <a:pt x="11" y="12"/>
                </a:lnTo>
                <a:lnTo>
                  <a:pt x="11" y="12"/>
                </a:lnTo>
                <a:lnTo>
                  <a:pt x="10" y="12"/>
                </a:lnTo>
                <a:lnTo>
                  <a:pt x="10" y="10"/>
                </a:lnTo>
                <a:lnTo>
                  <a:pt x="8" y="10"/>
                </a:lnTo>
                <a:lnTo>
                  <a:pt x="8" y="9"/>
                </a:lnTo>
                <a:lnTo>
                  <a:pt x="7" y="9"/>
                </a:lnTo>
                <a:lnTo>
                  <a:pt x="7" y="10"/>
                </a:lnTo>
                <a:lnTo>
                  <a:pt x="4" y="10"/>
                </a:lnTo>
                <a:lnTo>
                  <a:pt x="4" y="11"/>
                </a:lnTo>
                <a:lnTo>
                  <a:pt x="1" y="11"/>
                </a:lnTo>
                <a:lnTo>
                  <a:pt x="1" y="13"/>
                </a:lnTo>
                <a:lnTo>
                  <a:pt x="1" y="15"/>
                </a:lnTo>
                <a:lnTo>
                  <a:pt x="0" y="15"/>
                </a:lnTo>
                <a:lnTo>
                  <a:pt x="0" y="16"/>
                </a:lnTo>
                <a:lnTo>
                  <a:pt x="1" y="16"/>
                </a:lnTo>
                <a:lnTo>
                  <a:pt x="0" y="17"/>
                </a:lnTo>
                <a:lnTo>
                  <a:pt x="1" y="17"/>
                </a:lnTo>
                <a:lnTo>
                  <a:pt x="2" y="18"/>
                </a:lnTo>
                <a:lnTo>
                  <a:pt x="2" y="18"/>
                </a:lnTo>
                <a:lnTo>
                  <a:pt x="3" y="19"/>
                </a:lnTo>
                <a:lnTo>
                  <a:pt x="5" y="20"/>
                </a:lnTo>
                <a:lnTo>
                  <a:pt x="5" y="20"/>
                </a:lnTo>
                <a:lnTo>
                  <a:pt x="8" y="21"/>
                </a:lnTo>
                <a:lnTo>
                  <a:pt x="9" y="22"/>
                </a:lnTo>
                <a:lnTo>
                  <a:pt x="11" y="22"/>
                </a:lnTo>
                <a:lnTo>
                  <a:pt x="12" y="22"/>
                </a:lnTo>
                <a:lnTo>
                  <a:pt x="12" y="22"/>
                </a:lnTo>
                <a:lnTo>
                  <a:pt x="12" y="23"/>
                </a:lnTo>
                <a:lnTo>
                  <a:pt x="12" y="24"/>
                </a:lnTo>
                <a:lnTo>
                  <a:pt x="14" y="25"/>
                </a:lnTo>
                <a:lnTo>
                  <a:pt x="14" y="27"/>
                </a:lnTo>
                <a:lnTo>
                  <a:pt x="16" y="27"/>
                </a:lnTo>
                <a:lnTo>
                  <a:pt x="16" y="28"/>
                </a:lnTo>
                <a:lnTo>
                  <a:pt x="17" y="29"/>
                </a:lnTo>
                <a:lnTo>
                  <a:pt x="19" y="28"/>
                </a:lnTo>
                <a:lnTo>
                  <a:pt x="20" y="28"/>
                </a:lnTo>
                <a:lnTo>
                  <a:pt x="21" y="29"/>
                </a:lnTo>
                <a:lnTo>
                  <a:pt x="22" y="29"/>
                </a:lnTo>
                <a:lnTo>
                  <a:pt x="23" y="28"/>
                </a:lnTo>
                <a:lnTo>
                  <a:pt x="24" y="30"/>
                </a:lnTo>
                <a:lnTo>
                  <a:pt x="25" y="29"/>
                </a:lnTo>
                <a:lnTo>
                  <a:pt x="25" y="28"/>
                </a:lnTo>
                <a:lnTo>
                  <a:pt x="26" y="29"/>
                </a:lnTo>
                <a:lnTo>
                  <a:pt x="26" y="31"/>
                </a:lnTo>
                <a:lnTo>
                  <a:pt x="27" y="32"/>
                </a:lnTo>
                <a:lnTo>
                  <a:pt x="28" y="31"/>
                </a:lnTo>
                <a:lnTo>
                  <a:pt x="28" y="34"/>
                </a:lnTo>
                <a:lnTo>
                  <a:pt x="28" y="35"/>
                </a:lnTo>
                <a:lnTo>
                  <a:pt x="28" y="35"/>
                </a:lnTo>
                <a:lnTo>
                  <a:pt x="29" y="35"/>
                </a:lnTo>
                <a:lnTo>
                  <a:pt x="31" y="35"/>
                </a:lnTo>
                <a:lnTo>
                  <a:pt x="32" y="34"/>
                </a:lnTo>
                <a:lnTo>
                  <a:pt x="33" y="34"/>
                </a:lnTo>
                <a:lnTo>
                  <a:pt x="34" y="33"/>
                </a:lnTo>
                <a:lnTo>
                  <a:pt x="35" y="33"/>
                </a:lnTo>
                <a:lnTo>
                  <a:pt x="36" y="34"/>
                </a:lnTo>
                <a:lnTo>
                  <a:pt x="36" y="35"/>
                </a:lnTo>
                <a:lnTo>
                  <a:pt x="35" y="37"/>
                </a:lnTo>
                <a:lnTo>
                  <a:pt x="36" y="40"/>
                </a:lnTo>
                <a:lnTo>
                  <a:pt x="34" y="40"/>
                </a:lnTo>
                <a:lnTo>
                  <a:pt x="34" y="42"/>
                </a:lnTo>
                <a:lnTo>
                  <a:pt x="34" y="42"/>
                </a:lnTo>
                <a:lnTo>
                  <a:pt x="34" y="45"/>
                </a:lnTo>
                <a:lnTo>
                  <a:pt x="33" y="45"/>
                </a:lnTo>
                <a:lnTo>
                  <a:pt x="33" y="46"/>
                </a:lnTo>
                <a:lnTo>
                  <a:pt x="34" y="46"/>
                </a:lnTo>
                <a:lnTo>
                  <a:pt x="34" y="47"/>
                </a:lnTo>
                <a:lnTo>
                  <a:pt x="35" y="47"/>
                </a:lnTo>
                <a:lnTo>
                  <a:pt x="35" y="48"/>
                </a:lnTo>
                <a:lnTo>
                  <a:pt x="37" y="47"/>
                </a:lnTo>
                <a:lnTo>
                  <a:pt x="38" y="45"/>
                </a:lnTo>
                <a:lnTo>
                  <a:pt x="38" y="46"/>
                </a:lnTo>
                <a:lnTo>
                  <a:pt x="40" y="50"/>
                </a:lnTo>
                <a:lnTo>
                  <a:pt x="40" y="51"/>
                </a:lnTo>
                <a:lnTo>
                  <a:pt x="41" y="51"/>
                </a:lnTo>
                <a:lnTo>
                  <a:pt x="40" y="52"/>
                </a:lnTo>
                <a:lnTo>
                  <a:pt x="40" y="54"/>
                </a:lnTo>
                <a:lnTo>
                  <a:pt x="41" y="54"/>
                </a:lnTo>
                <a:lnTo>
                  <a:pt x="41" y="55"/>
                </a:lnTo>
                <a:lnTo>
                  <a:pt x="42" y="55"/>
                </a:lnTo>
                <a:lnTo>
                  <a:pt x="42" y="55"/>
                </a:lnTo>
                <a:lnTo>
                  <a:pt x="43" y="56"/>
                </a:lnTo>
                <a:lnTo>
                  <a:pt x="43" y="56"/>
                </a:lnTo>
                <a:lnTo>
                  <a:pt x="44" y="56"/>
                </a:lnTo>
                <a:lnTo>
                  <a:pt x="45" y="56"/>
                </a:lnTo>
                <a:lnTo>
                  <a:pt x="46" y="56"/>
                </a:lnTo>
                <a:lnTo>
                  <a:pt x="48" y="55"/>
                </a:lnTo>
                <a:lnTo>
                  <a:pt x="49" y="55"/>
                </a:lnTo>
                <a:lnTo>
                  <a:pt x="50" y="55"/>
                </a:lnTo>
                <a:lnTo>
                  <a:pt x="49" y="54"/>
                </a:lnTo>
                <a:lnTo>
                  <a:pt x="49" y="52"/>
                </a:lnTo>
                <a:lnTo>
                  <a:pt x="50" y="52"/>
                </a:lnTo>
                <a:lnTo>
                  <a:pt x="50" y="51"/>
                </a:lnTo>
                <a:lnTo>
                  <a:pt x="51" y="50"/>
                </a:lnTo>
                <a:lnTo>
                  <a:pt x="51" y="50"/>
                </a:lnTo>
                <a:lnTo>
                  <a:pt x="53" y="50"/>
                </a:lnTo>
                <a:lnTo>
                  <a:pt x="54" y="49"/>
                </a:lnTo>
                <a:lnTo>
                  <a:pt x="55" y="51"/>
                </a:lnTo>
                <a:lnTo>
                  <a:pt x="56" y="52"/>
                </a:lnTo>
                <a:lnTo>
                  <a:pt x="58" y="52"/>
                </a:lnTo>
                <a:lnTo>
                  <a:pt x="59" y="56"/>
                </a:lnTo>
                <a:lnTo>
                  <a:pt x="59" y="57"/>
                </a:lnTo>
                <a:lnTo>
                  <a:pt x="59" y="57"/>
                </a:lnTo>
                <a:lnTo>
                  <a:pt x="58" y="58"/>
                </a:lnTo>
                <a:lnTo>
                  <a:pt x="58" y="58"/>
                </a:lnTo>
                <a:lnTo>
                  <a:pt x="57" y="60"/>
                </a:lnTo>
                <a:lnTo>
                  <a:pt x="56" y="59"/>
                </a:lnTo>
                <a:lnTo>
                  <a:pt x="55" y="60"/>
                </a:lnTo>
                <a:lnTo>
                  <a:pt x="54" y="58"/>
                </a:lnTo>
                <a:lnTo>
                  <a:pt x="53" y="59"/>
                </a:lnTo>
                <a:lnTo>
                  <a:pt x="53" y="58"/>
                </a:lnTo>
                <a:lnTo>
                  <a:pt x="52" y="58"/>
                </a:lnTo>
                <a:lnTo>
                  <a:pt x="51" y="58"/>
                </a:lnTo>
                <a:lnTo>
                  <a:pt x="51" y="58"/>
                </a:lnTo>
                <a:lnTo>
                  <a:pt x="50" y="58"/>
                </a:lnTo>
                <a:lnTo>
                  <a:pt x="50" y="58"/>
                </a:lnTo>
                <a:lnTo>
                  <a:pt x="50" y="58"/>
                </a:lnTo>
                <a:lnTo>
                  <a:pt x="49" y="58"/>
                </a:lnTo>
                <a:lnTo>
                  <a:pt x="48" y="59"/>
                </a:lnTo>
                <a:lnTo>
                  <a:pt x="47" y="58"/>
                </a:lnTo>
                <a:lnTo>
                  <a:pt x="47" y="59"/>
                </a:lnTo>
                <a:lnTo>
                  <a:pt x="47" y="59"/>
                </a:lnTo>
                <a:lnTo>
                  <a:pt x="48" y="60"/>
                </a:lnTo>
                <a:lnTo>
                  <a:pt x="48" y="61"/>
                </a:lnTo>
                <a:lnTo>
                  <a:pt x="49" y="61"/>
                </a:lnTo>
                <a:lnTo>
                  <a:pt x="50" y="64"/>
                </a:lnTo>
                <a:lnTo>
                  <a:pt x="49" y="65"/>
                </a:lnTo>
                <a:lnTo>
                  <a:pt x="50" y="66"/>
                </a:lnTo>
                <a:lnTo>
                  <a:pt x="49" y="67"/>
                </a:lnTo>
                <a:lnTo>
                  <a:pt x="47" y="68"/>
                </a:lnTo>
                <a:lnTo>
                  <a:pt x="47" y="69"/>
                </a:lnTo>
                <a:lnTo>
                  <a:pt x="45" y="71"/>
                </a:lnTo>
                <a:lnTo>
                  <a:pt x="45" y="73"/>
                </a:lnTo>
                <a:lnTo>
                  <a:pt x="45" y="74"/>
                </a:lnTo>
                <a:lnTo>
                  <a:pt x="47" y="75"/>
                </a:lnTo>
                <a:lnTo>
                  <a:pt x="47" y="75"/>
                </a:lnTo>
                <a:lnTo>
                  <a:pt x="48" y="76"/>
                </a:lnTo>
                <a:lnTo>
                  <a:pt x="48" y="77"/>
                </a:lnTo>
                <a:lnTo>
                  <a:pt x="49" y="77"/>
                </a:lnTo>
                <a:lnTo>
                  <a:pt x="49" y="78"/>
                </a:lnTo>
                <a:lnTo>
                  <a:pt x="49" y="78"/>
                </a:lnTo>
                <a:lnTo>
                  <a:pt x="51" y="77"/>
                </a:lnTo>
                <a:lnTo>
                  <a:pt x="51" y="78"/>
                </a:lnTo>
                <a:lnTo>
                  <a:pt x="52" y="78"/>
                </a:lnTo>
                <a:lnTo>
                  <a:pt x="51" y="79"/>
                </a:lnTo>
                <a:lnTo>
                  <a:pt x="51" y="80"/>
                </a:lnTo>
                <a:lnTo>
                  <a:pt x="53" y="80"/>
                </a:lnTo>
                <a:lnTo>
                  <a:pt x="53" y="79"/>
                </a:lnTo>
                <a:lnTo>
                  <a:pt x="54" y="79"/>
                </a:lnTo>
                <a:lnTo>
                  <a:pt x="54" y="80"/>
                </a:lnTo>
                <a:lnTo>
                  <a:pt x="55" y="80"/>
                </a:lnTo>
                <a:lnTo>
                  <a:pt x="56" y="82"/>
                </a:lnTo>
                <a:lnTo>
                  <a:pt x="56" y="85"/>
                </a:lnTo>
                <a:lnTo>
                  <a:pt x="54" y="86"/>
                </a:lnTo>
                <a:lnTo>
                  <a:pt x="54" y="86"/>
                </a:lnTo>
                <a:lnTo>
                  <a:pt x="54" y="87"/>
                </a:lnTo>
                <a:lnTo>
                  <a:pt x="54" y="88"/>
                </a:lnTo>
                <a:lnTo>
                  <a:pt x="54" y="88"/>
                </a:lnTo>
                <a:lnTo>
                  <a:pt x="55" y="89"/>
                </a:lnTo>
                <a:lnTo>
                  <a:pt x="61" y="88"/>
                </a:lnTo>
                <a:lnTo>
                  <a:pt x="62" y="86"/>
                </a:lnTo>
                <a:lnTo>
                  <a:pt x="63" y="86"/>
                </a:lnTo>
                <a:lnTo>
                  <a:pt x="63" y="87"/>
                </a:lnTo>
                <a:lnTo>
                  <a:pt x="64" y="87"/>
                </a:lnTo>
                <a:lnTo>
                  <a:pt x="66" y="87"/>
                </a:lnTo>
                <a:lnTo>
                  <a:pt x="66" y="86"/>
                </a:lnTo>
                <a:lnTo>
                  <a:pt x="66" y="87"/>
                </a:lnTo>
                <a:lnTo>
                  <a:pt x="66" y="88"/>
                </a:lnTo>
                <a:lnTo>
                  <a:pt x="67" y="88"/>
                </a:lnTo>
                <a:lnTo>
                  <a:pt x="70" y="88"/>
                </a:lnTo>
                <a:lnTo>
                  <a:pt x="71" y="89"/>
                </a:lnTo>
                <a:lnTo>
                  <a:pt x="72" y="88"/>
                </a:lnTo>
                <a:lnTo>
                  <a:pt x="73" y="88"/>
                </a:lnTo>
                <a:lnTo>
                  <a:pt x="73" y="88"/>
                </a:lnTo>
                <a:lnTo>
                  <a:pt x="74" y="87"/>
                </a:lnTo>
                <a:lnTo>
                  <a:pt x="75" y="88"/>
                </a:lnTo>
                <a:lnTo>
                  <a:pt x="75" y="87"/>
                </a:lnTo>
                <a:lnTo>
                  <a:pt x="77" y="87"/>
                </a:lnTo>
                <a:lnTo>
                  <a:pt x="79" y="90"/>
                </a:lnTo>
                <a:lnTo>
                  <a:pt x="81" y="91"/>
                </a:lnTo>
                <a:lnTo>
                  <a:pt x="83" y="92"/>
                </a:lnTo>
                <a:lnTo>
                  <a:pt x="86" y="91"/>
                </a:lnTo>
                <a:lnTo>
                  <a:pt x="86" y="92"/>
                </a:lnTo>
                <a:lnTo>
                  <a:pt x="87" y="91"/>
                </a:lnTo>
                <a:lnTo>
                  <a:pt x="88" y="92"/>
                </a:lnTo>
                <a:lnTo>
                  <a:pt x="89" y="95"/>
                </a:lnTo>
                <a:lnTo>
                  <a:pt x="91" y="92"/>
                </a:lnTo>
                <a:lnTo>
                  <a:pt x="92" y="92"/>
                </a:lnTo>
                <a:lnTo>
                  <a:pt x="92" y="91"/>
                </a:lnTo>
                <a:lnTo>
                  <a:pt x="93" y="91"/>
                </a:lnTo>
                <a:lnTo>
                  <a:pt x="93" y="90"/>
                </a:lnTo>
                <a:lnTo>
                  <a:pt x="92" y="90"/>
                </a:lnTo>
                <a:lnTo>
                  <a:pt x="92" y="89"/>
                </a:lnTo>
                <a:lnTo>
                  <a:pt x="93" y="89"/>
                </a:lnTo>
                <a:lnTo>
                  <a:pt x="94" y="88"/>
                </a:lnTo>
                <a:lnTo>
                  <a:pt x="94" y="88"/>
                </a:lnTo>
                <a:lnTo>
                  <a:pt x="95" y="88"/>
                </a:lnTo>
                <a:lnTo>
                  <a:pt x="96" y="87"/>
                </a:lnTo>
                <a:lnTo>
                  <a:pt x="95" y="86"/>
                </a:lnTo>
                <a:lnTo>
                  <a:pt x="95" y="86"/>
                </a:lnTo>
                <a:lnTo>
                  <a:pt x="95" y="85"/>
                </a:lnTo>
                <a:lnTo>
                  <a:pt x="98" y="84"/>
                </a:lnTo>
                <a:lnTo>
                  <a:pt x="99" y="84"/>
                </a:lnTo>
                <a:lnTo>
                  <a:pt x="98" y="82"/>
                </a:lnTo>
                <a:lnTo>
                  <a:pt x="99" y="81"/>
                </a:lnTo>
                <a:lnTo>
                  <a:pt x="100" y="81"/>
                </a:lnTo>
                <a:lnTo>
                  <a:pt x="99" y="79"/>
                </a:lnTo>
                <a:lnTo>
                  <a:pt x="100" y="77"/>
                </a:lnTo>
                <a:lnTo>
                  <a:pt x="101" y="76"/>
                </a:lnTo>
                <a:lnTo>
                  <a:pt x="101" y="76"/>
                </a:lnTo>
                <a:lnTo>
                  <a:pt x="102" y="75"/>
                </a:lnTo>
                <a:lnTo>
                  <a:pt x="103" y="74"/>
                </a:lnTo>
                <a:lnTo>
                  <a:pt x="98" y="70"/>
                </a:lnTo>
                <a:lnTo>
                  <a:pt x="97" y="70"/>
                </a:lnTo>
                <a:lnTo>
                  <a:pt x="99" y="68"/>
                </a:lnTo>
                <a:lnTo>
                  <a:pt x="101" y="67"/>
                </a:lnTo>
                <a:lnTo>
                  <a:pt x="102" y="68"/>
                </a:lnTo>
                <a:lnTo>
                  <a:pt x="103" y="69"/>
                </a:lnTo>
                <a:lnTo>
                  <a:pt x="107" y="70"/>
                </a:lnTo>
                <a:lnTo>
                  <a:pt x="114" y="71"/>
                </a:lnTo>
                <a:lnTo>
                  <a:pt x="113" y="68"/>
                </a:lnTo>
                <a:lnTo>
                  <a:pt x="110" y="63"/>
                </a:lnTo>
                <a:lnTo>
                  <a:pt x="108" y="61"/>
                </a:lnTo>
                <a:lnTo>
                  <a:pt x="104" y="60"/>
                </a:lnTo>
                <a:lnTo>
                  <a:pt x="104" y="60"/>
                </a:lnTo>
                <a:lnTo>
                  <a:pt x="102" y="60"/>
                </a:lnTo>
                <a:lnTo>
                  <a:pt x="103" y="59"/>
                </a:lnTo>
                <a:lnTo>
                  <a:pt x="102" y="58"/>
                </a:lnTo>
                <a:lnTo>
                  <a:pt x="102" y="57"/>
                </a:lnTo>
                <a:lnTo>
                  <a:pt x="101" y="54"/>
                </a:lnTo>
                <a:lnTo>
                  <a:pt x="100" y="54"/>
                </a:lnTo>
                <a:lnTo>
                  <a:pt x="95" y="53"/>
                </a:lnTo>
                <a:lnTo>
                  <a:pt x="94" y="52"/>
                </a:lnTo>
                <a:lnTo>
                  <a:pt x="91" y="51"/>
                </a:lnTo>
                <a:lnTo>
                  <a:pt x="91" y="51"/>
                </a:lnTo>
                <a:lnTo>
                  <a:pt x="91" y="50"/>
                </a:lnTo>
                <a:lnTo>
                  <a:pt x="90" y="50"/>
                </a:lnTo>
                <a:lnTo>
                  <a:pt x="91" y="49"/>
                </a:lnTo>
                <a:lnTo>
                  <a:pt x="91" y="46"/>
                </a:lnTo>
                <a:lnTo>
                  <a:pt x="90" y="45"/>
                </a:lnTo>
                <a:lnTo>
                  <a:pt x="89" y="43"/>
                </a:lnTo>
                <a:lnTo>
                  <a:pt x="88" y="42"/>
                </a:lnTo>
                <a:lnTo>
                  <a:pt x="87" y="38"/>
                </a:lnTo>
                <a:lnTo>
                  <a:pt x="86" y="38"/>
                </a:lnTo>
                <a:lnTo>
                  <a:pt x="86" y="37"/>
                </a:lnTo>
                <a:lnTo>
                  <a:pt x="86" y="36"/>
                </a:lnTo>
                <a:lnTo>
                  <a:pt x="85" y="36"/>
                </a:lnTo>
                <a:lnTo>
                  <a:pt x="85" y="36"/>
                </a:lnTo>
                <a:lnTo>
                  <a:pt x="83" y="32"/>
                </a:lnTo>
                <a:lnTo>
                  <a:pt x="80" y="29"/>
                </a:lnTo>
                <a:lnTo>
                  <a:pt x="75" y="20"/>
                </a:lnTo>
                <a:lnTo>
                  <a:pt x="73" y="15"/>
                </a:lnTo>
                <a:lnTo>
                  <a:pt x="66" y="13"/>
                </a:lnTo>
                <a:lnTo>
                  <a:pt x="63" y="13"/>
                </a:lnTo>
                <a:lnTo>
                  <a:pt x="63" y="12"/>
                </a:lnTo>
                <a:lnTo>
                  <a:pt x="60" y="11"/>
                </a:lnTo>
                <a:lnTo>
                  <a:pt x="57" y="9"/>
                </a:lnTo>
                <a:lnTo>
                  <a:pt x="57" y="8"/>
                </a:lnTo>
                <a:lnTo>
                  <a:pt x="55" y="8"/>
                </a:lnTo>
                <a:lnTo>
                  <a:pt x="57" y="7"/>
                </a:lnTo>
                <a:lnTo>
                  <a:pt x="56" y="7"/>
                </a:lnTo>
                <a:lnTo>
                  <a:pt x="56" y="7"/>
                </a:lnTo>
                <a:lnTo>
                  <a:pt x="55" y="7"/>
                </a:lnTo>
                <a:lnTo>
                  <a:pt x="52" y="7"/>
                </a:lnTo>
                <a:lnTo>
                  <a:pt x="51" y="5"/>
                </a:lnTo>
                <a:lnTo>
                  <a:pt x="51" y="3"/>
                </a:lnTo>
                <a:lnTo>
                  <a:pt x="51" y="1"/>
                </a:lnTo>
                <a:lnTo>
                  <a:pt x="52" y="1"/>
                </a:lnTo>
                <a:lnTo>
                  <a:pt x="52" y="2"/>
                </a:lnTo>
                <a:lnTo>
                  <a:pt x="53" y="2"/>
                </a:lnTo>
                <a:lnTo>
                  <a:pt x="52" y="0"/>
                </a:lnTo>
                <a:lnTo>
                  <a:pt x="51" y="0"/>
                </a:lnTo>
                <a:lnTo>
                  <a:pt x="49" y="1"/>
                </a:lnTo>
                <a:lnTo>
                  <a:pt x="49" y="2"/>
                </a:lnTo>
                <a:lnTo>
                  <a:pt x="46" y="2"/>
                </a:lnTo>
                <a:lnTo>
                  <a:pt x="45" y="3"/>
                </a:lnTo>
                <a:lnTo>
                  <a:pt x="45" y="5"/>
                </a:lnTo>
                <a:lnTo>
                  <a:pt x="44" y="8"/>
                </a:lnTo>
                <a:lnTo>
                  <a:pt x="43" y="8"/>
                </a:lnTo>
                <a:lnTo>
                  <a:pt x="43" y="10"/>
                </a:lnTo>
                <a:lnTo>
                  <a:pt x="44" y="10"/>
                </a:lnTo>
                <a:lnTo>
                  <a:pt x="42" y="11"/>
                </a:lnTo>
                <a:lnTo>
                  <a:pt x="41" y="11"/>
                </a:lnTo>
                <a:lnTo>
                  <a:pt x="41" y="11"/>
                </a:lnTo>
                <a:lnTo>
                  <a:pt x="40" y="11"/>
                </a:lnTo>
                <a:lnTo>
                  <a:pt x="38" y="12"/>
                </a:lnTo>
                <a:lnTo>
                  <a:pt x="39" y="13"/>
                </a:lnTo>
                <a:lnTo>
                  <a:pt x="38" y="13"/>
                </a:lnTo>
                <a:lnTo>
                  <a:pt x="38" y="14"/>
                </a:lnTo>
                <a:lnTo>
                  <a:pt x="38" y="16"/>
                </a:lnTo>
                <a:lnTo>
                  <a:pt x="38" y="18"/>
                </a:lnTo>
                <a:lnTo>
                  <a:pt x="38" y="18"/>
                </a:lnTo>
                <a:lnTo>
                  <a:pt x="36" y="18"/>
                </a:lnTo>
                <a:lnTo>
                  <a:pt x="36" y="18"/>
                </a:lnTo>
                <a:lnTo>
                  <a:pt x="35" y="19"/>
                </a:lnTo>
                <a:lnTo>
                  <a:pt x="35" y="19"/>
                </a:lnTo>
                <a:lnTo>
                  <a:pt x="34" y="19"/>
                </a:lnTo>
                <a:lnTo>
                  <a:pt x="34" y="18"/>
                </a:lnTo>
                <a:lnTo>
                  <a:pt x="33" y="17"/>
                </a:lnTo>
                <a:lnTo>
                  <a:pt x="34" y="15"/>
                </a:lnTo>
                <a:lnTo>
                  <a:pt x="32" y="15"/>
                </a:lnTo>
                <a:lnTo>
                  <a:pt x="32" y="14"/>
                </a:lnTo>
                <a:lnTo>
                  <a:pt x="32" y="13"/>
                </a:lnTo>
                <a:lnTo>
                  <a:pt x="29" y="13"/>
                </a:lnTo>
                <a:lnTo>
                  <a:pt x="28" y="13"/>
                </a:lnTo>
                <a:lnTo>
                  <a:pt x="28" y="14"/>
                </a:lnTo>
                <a:lnTo>
                  <a:pt x="26" y="14"/>
                </a:lnTo>
                <a:lnTo>
                  <a:pt x="27" y="17"/>
                </a:lnTo>
                <a:lnTo>
                  <a:pt x="25" y="17"/>
                </a:lnTo>
                <a:lnTo>
                  <a:pt x="24" y="18"/>
                </a:lnTo>
                <a:lnTo>
                  <a:pt x="23" y="18"/>
                </a:lnTo>
                <a:lnTo>
                  <a:pt x="23" y="19"/>
                </a:lnTo>
                <a:lnTo>
                  <a:pt x="21" y="19"/>
                </a:lnTo>
                <a:lnTo>
                  <a:pt x="19" y="17"/>
                </a:lnTo>
                <a:lnTo>
                  <a:pt x="19" y="16"/>
                </a:lnTo>
                <a:lnTo>
                  <a:pt x="18" y="17"/>
                </a:lnTo>
                <a:close/>
              </a:path>
            </a:pathLst>
          </a:custGeom>
          <a:solidFill>
            <a:srgbClr val="7FA8D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5562777" y="4577271"/>
            <a:ext cx="493801" cy="570757"/>
          </a:xfrm>
          <a:custGeom>
            <a:avLst/>
            <a:gdLst/>
            <a:ahLst/>
            <a:cxnLst/>
            <a:rect l="l" t="t" r="r" b="b"/>
            <a:pathLst>
              <a:path w="77" h="89">
                <a:moveTo>
                  <a:pt x="11" y="69"/>
                </a:moveTo>
                <a:lnTo>
                  <a:pt x="11" y="70"/>
                </a:lnTo>
                <a:lnTo>
                  <a:pt x="12" y="70"/>
                </a:lnTo>
                <a:lnTo>
                  <a:pt x="12" y="69"/>
                </a:lnTo>
                <a:lnTo>
                  <a:pt x="14" y="69"/>
                </a:lnTo>
                <a:lnTo>
                  <a:pt x="14" y="69"/>
                </a:lnTo>
                <a:lnTo>
                  <a:pt x="15" y="69"/>
                </a:lnTo>
                <a:lnTo>
                  <a:pt x="16" y="68"/>
                </a:lnTo>
                <a:lnTo>
                  <a:pt x="16" y="67"/>
                </a:lnTo>
                <a:lnTo>
                  <a:pt x="17" y="69"/>
                </a:lnTo>
                <a:lnTo>
                  <a:pt x="18" y="69"/>
                </a:lnTo>
                <a:lnTo>
                  <a:pt x="18" y="70"/>
                </a:lnTo>
                <a:lnTo>
                  <a:pt x="17" y="70"/>
                </a:lnTo>
                <a:lnTo>
                  <a:pt x="18" y="71"/>
                </a:lnTo>
                <a:lnTo>
                  <a:pt x="18" y="72"/>
                </a:lnTo>
                <a:lnTo>
                  <a:pt x="17" y="73"/>
                </a:lnTo>
                <a:lnTo>
                  <a:pt x="17" y="75"/>
                </a:lnTo>
                <a:lnTo>
                  <a:pt x="19" y="76"/>
                </a:lnTo>
                <a:lnTo>
                  <a:pt x="21" y="81"/>
                </a:lnTo>
                <a:lnTo>
                  <a:pt x="22" y="82"/>
                </a:lnTo>
                <a:lnTo>
                  <a:pt x="22" y="84"/>
                </a:lnTo>
                <a:lnTo>
                  <a:pt x="21" y="84"/>
                </a:lnTo>
                <a:lnTo>
                  <a:pt x="22" y="86"/>
                </a:lnTo>
                <a:lnTo>
                  <a:pt x="23" y="86"/>
                </a:lnTo>
                <a:lnTo>
                  <a:pt x="24" y="85"/>
                </a:lnTo>
                <a:lnTo>
                  <a:pt x="24" y="85"/>
                </a:lnTo>
                <a:lnTo>
                  <a:pt x="25" y="85"/>
                </a:lnTo>
                <a:lnTo>
                  <a:pt x="26" y="85"/>
                </a:lnTo>
                <a:lnTo>
                  <a:pt x="27" y="85"/>
                </a:lnTo>
                <a:lnTo>
                  <a:pt x="27" y="86"/>
                </a:lnTo>
                <a:lnTo>
                  <a:pt x="27" y="86"/>
                </a:lnTo>
                <a:lnTo>
                  <a:pt x="30" y="86"/>
                </a:lnTo>
                <a:lnTo>
                  <a:pt x="31" y="83"/>
                </a:lnTo>
                <a:lnTo>
                  <a:pt x="32" y="83"/>
                </a:lnTo>
                <a:lnTo>
                  <a:pt x="33" y="83"/>
                </a:lnTo>
                <a:lnTo>
                  <a:pt x="33" y="83"/>
                </a:lnTo>
                <a:lnTo>
                  <a:pt x="34" y="80"/>
                </a:lnTo>
                <a:lnTo>
                  <a:pt x="36" y="79"/>
                </a:lnTo>
                <a:lnTo>
                  <a:pt x="36" y="79"/>
                </a:lnTo>
                <a:lnTo>
                  <a:pt x="36" y="81"/>
                </a:lnTo>
                <a:lnTo>
                  <a:pt x="37" y="81"/>
                </a:lnTo>
                <a:lnTo>
                  <a:pt x="37" y="82"/>
                </a:lnTo>
                <a:lnTo>
                  <a:pt x="38" y="83"/>
                </a:lnTo>
                <a:lnTo>
                  <a:pt x="38" y="84"/>
                </a:lnTo>
                <a:lnTo>
                  <a:pt x="38" y="84"/>
                </a:lnTo>
                <a:lnTo>
                  <a:pt x="40" y="86"/>
                </a:lnTo>
                <a:lnTo>
                  <a:pt x="40" y="87"/>
                </a:lnTo>
                <a:lnTo>
                  <a:pt x="42" y="87"/>
                </a:lnTo>
                <a:lnTo>
                  <a:pt x="43" y="86"/>
                </a:lnTo>
                <a:lnTo>
                  <a:pt x="44" y="85"/>
                </a:lnTo>
                <a:lnTo>
                  <a:pt x="45" y="85"/>
                </a:lnTo>
                <a:lnTo>
                  <a:pt x="45" y="85"/>
                </a:lnTo>
                <a:lnTo>
                  <a:pt x="46" y="85"/>
                </a:lnTo>
                <a:lnTo>
                  <a:pt x="46" y="84"/>
                </a:lnTo>
                <a:lnTo>
                  <a:pt x="47" y="84"/>
                </a:lnTo>
                <a:lnTo>
                  <a:pt x="47" y="83"/>
                </a:lnTo>
                <a:lnTo>
                  <a:pt x="49" y="83"/>
                </a:lnTo>
                <a:lnTo>
                  <a:pt x="50" y="84"/>
                </a:lnTo>
                <a:lnTo>
                  <a:pt x="51" y="83"/>
                </a:lnTo>
                <a:lnTo>
                  <a:pt x="51" y="84"/>
                </a:lnTo>
                <a:lnTo>
                  <a:pt x="53" y="86"/>
                </a:lnTo>
                <a:lnTo>
                  <a:pt x="53" y="86"/>
                </a:lnTo>
                <a:lnTo>
                  <a:pt x="53" y="87"/>
                </a:lnTo>
                <a:lnTo>
                  <a:pt x="54" y="89"/>
                </a:lnTo>
                <a:lnTo>
                  <a:pt x="56" y="88"/>
                </a:lnTo>
                <a:lnTo>
                  <a:pt x="56" y="86"/>
                </a:lnTo>
                <a:lnTo>
                  <a:pt x="56" y="86"/>
                </a:lnTo>
                <a:lnTo>
                  <a:pt x="56" y="84"/>
                </a:lnTo>
                <a:lnTo>
                  <a:pt x="58" y="83"/>
                </a:lnTo>
                <a:lnTo>
                  <a:pt x="58" y="80"/>
                </a:lnTo>
                <a:lnTo>
                  <a:pt x="56" y="78"/>
                </a:lnTo>
                <a:lnTo>
                  <a:pt x="57" y="77"/>
                </a:lnTo>
                <a:lnTo>
                  <a:pt x="57" y="76"/>
                </a:lnTo>
                <a:lnTo>
                  <a:pt x="58" y="74"/>
                </a:lnTo>
                <a:lnTo>
                  <a:pt x="58" y="73"/>
                </a:lnTo>
                <a:lnTo>
                  <a:pt x="60" y="74"/>
                </a:lnTo>
                <a:lnTo>
                  <a:pt x="61" y="70"/>
                </a:lnTo>
                <a:lnTo>
                  <a:pt x="63" y="71"/>
                </a:lnTo>
                <a:lnTo>
                  <a:pt x="66" y="71"/>
                </a:lnTo>
                <a:lnTo>
                  <a:pt x="65" y="72"/>
                </a:lnTo>
                <a:lnTo>
                  <a:pt x="66" y="71"/>
                </a:lnTo>
                <a:lnTo>
                  <a:pt x="66" y="70"/>
                </a:lnTo>
                <a:lnTo>
                  <a:pt x="65" y="70"/>
                </a:lnTo>
                <a:lnTo>
                  <a:pt x="65" y="69"/>
                </a:lnTo>
                <a:lnTo>
                  <a:pt x="63" y="70"/>
                </a:lnTo>
                <a:lnTo>
                  <a:pt x="62" y="69"/>
                </a:lnTo>
                <a:lnTo>
                  <a:pt x="63" y="65"/>
                </a:lnTo>
                <a:lnTo>
                  <a:pt x="63" y="64"/>
                </a:lnTo>
                <a:lnTo>
                  <a:pt x="65" y="67"/>
                </a:lnTo>
                <a:lnTo>
                  <a:pt x="67" y="66"/>
                </a:lnTo>
                <a:lnTo>
                  <a:pt x="67" y="65"/>
                </a:lnTo>
                <a:lnTo>
                  <a:pt x="68" y="64"/>
                </a:lnTo>
                <a:lnTo>
                  <a:pt x="69" y="64"/>
                </a:lnTo>
                <a:lnTo>
                  <a:pt x="69" y="62"/>
                </a:lnTo>
                <a:lnTo>
                  <a:pt x="70" y="59"/>
                </a:lnTo>
                <a:lnTo>
                  <a:pt x="72" y="60"/>
                </a:lnTo>
                <a:lnTo>
                  <a:pt x="72" y="60"/>
                </a:lnTo>
                <a:lnTo>
                  <a:pt x="73" y="60"/>
                </a:lnTo>
                <a:lnTo>
                  <a:pt x="74" y="58"/>
                </a:lnTo>
                <a:lnTo>
                  <a:pt x="73" y="58"/>
                </a:lnTo>
                <a:lnTo>
                  <a:pt x="73" y="58"/>
                </a:lnTo>
                <a:lnTo>
                  <a:pt x="73" y="57"/>
                </a:lnTo>
                <a:lnTo>
                  <a:pt x="74" y="56"/>
                </a:lnTo>
                <a:lnTo>
                  <a:pt x="72" y="53"/>
                </a:lnTo>
                <a:lnTo>
                  <a:pt x="71" y="53"/>
                </a:lnTo>
                <a:lnTo>
                  <a:pt x="70" y="51"/>
                </a:lnTo>
                <a:lnTo>
                  <a:pt x="72" y="50"/>
                </a:lnTo>
                <a:lnTo>
                  <a:pt x="73" y="49"/>
                </a:lnTo>
                <a:lnTo>
                  <a:pt x="73" y="47"/>
                </a:lnTo>
                <a:lnTo>
                  <a:pt x="72" y="46"/>
                </a:lnTo>
                <a:lnTo>
                  <a:pt x="74" y="46"/>
                </a:lnTo>
                <a:lnTo>
                  <a:pt x="73" y="44"/>
                </a:lnTo>
                <a:lnTo>
                  <a:pt x="72" y="43"/>
                </a:lnTo>
                <a:lnTo>
                  <a:pt x="72" y="42"/>
                </a:lnTo>
                <a:lnTo>
                  <a:pt x="71" y="42"/>
                </a:lnTo>
                <a:lnTo>
                  <a:pt x="71" y="41"/>
                </a:lnTo>
                <a:lnTo>
                  <a:pt x="70" y="40"/>
                </a:lnTo>
                <a:lnTo>
                  <a:pt x="69" y="40"/>
                </a:lnTo>
                <a:lnTo>
                  <a:pt x="72" y="40"/>
                </a:lnTo>
                <a:lnTo>
                  <a:pt x="72" y="40"/>
                </a:lnTo>
                <a:lnTo>
                  <a:pt x="72" y="39"/>
                </a:lnTo>
                <a:lnTo>
                  <a:pt x="73" y="40"/>
                </a:lnTo>
                <a:lnTo>
                  <a:pt x="75" y="41"/>
                </a:lnTo>
                <a:lnTo>
                  <a:pt x="75" y="40"/>
                </a:lnTo>
                <a:lnTo>
                  <a:pt x="77" y="41"/>
                </a:lnTo>
                <a:lnTo>
                  <a:pt x="77" y="39"/>
                </a:lnTo>
                <a:lnTo>
                  <a:pt x="76" y="38"/>
                </a:lnTo>
                <a:lnTo>
                  <a:pt x="76" y="38"/>
                </a:lnTo>
                <a:lnTo>
                  <a:pt x="76" y="37"/>
                </a:lnTo>
                <a:lnTo>
                  <a:pt x="77" y="36"/>
                </a:lnTo>
                <a:lnTo>
                  <a:pt x="76" y="36"/>
                </a:lnTo>
                <a:lnTo>
                  <a:pt x="75" y="36"/>
                </a:lnTo>
                <a:lnTo>
                  <a:pt x="75" y="35"/>
                </a:lnTo>
                <a:lnTo>
                  <a:pt x="75" y="35"/>
                </a:lnTo>
                <a:lnTo>
                  <a:pt x="75" y="34"/>
                </a:lnTo>
                <a:lnTo>
                  <a:pt x="75" y="33"/>
                </a:lnTo>
                <a:lnTo>
                  <a:pt x="76" y="32"/>
                </a:lnTo>
                <a:lnTo>
                  <a:pt x="75" y="31"/>
                </a:lnTo>
                <a:lnTo>
                  <a:pt x="75" y="29"/>
                </a:lnTo>
                <a:lnTo>
                  <a:pt x="74" y="28"/>
                </a:lnTo>
                <a:lnTo>
                  <a:pt x="73" y="28"/>
                </a:lnTo>
                <a:lnTo>
                  <a:pt x="73" y="28"/>
                </a:lnTo>
                <a:lnTo>
                  <a:pt x="72" y="28"/>
                </a:lnTo>
                <a:lnTo>
                  <a:pt x="73" y="26"/>
                </a:lnTo>
                <a:lnTo>
                  <a:pt x="75" y="25"/>
                </a:lnTo>
                <a:lnTo>
                  <a:pt x="75" y="24"/>
                </a:lnTo>
                <a:lnTo>
                  <a:pt x="77" y="22"/>
                </a:lnTo>
                <a:lnTo>
                  <a:pt x="77" y="21"/>
                </a:lnTo>
                <a:lnTo>
                  <a:pt x="74" y="22"/>
                </a:lnTo>
                <a:lnTo>
                  <a:pt x="73" y="21"/>
                </a:lnTo>
                <a:lnTo>
                  <a:pt x="72" y="22"/>
                </a:lnTo>
                <a:lnTo>
                  <a:pt x="70" y="21"/>
                </a:lnTo>
                <a:lnTo>
                  <a:pt x="68" y="21"/>
                </a:lnTo>
                <a:lnTo>
                  <a:pt x="67" y="19"/>
                </a:lnTo>
                <a:lnTo>
                  <a:pt x="66" y="19"/>
                </a:lnTo>
                <a:lnTo>
                  <a:pt x="63" y="16"/>
                </a:lnTo>
                <a:lnTo>
                  <a:pt x="60" y="13"/>
                </a:lnTo>
                <a:lnTo>
                  <a:pt x="59" y="13"/>
                </a:lnTo>
                <a:lnTo>
                  <a:pt x="57" y="13"/>
                </a:lnTo>
                <a:lnTo>
                  <a:pt x="54" y="11"/>
                </a:lnTo>
                <a:lnTo>
                  <a:pt x="54" y="10"/>
                </a:lnTo>
                <a:lnTo>
                  <a:pt x="57" y="8"/>
                </a:lnTo>
                <a:lnTo>
                  <a:pt x="57" y="7"/>
                </a:lnTo>
                <a:lnTo>
                  <a:pt x="57" y="6"/>
                </a:lnTo>
                <a:lnTo>
                  <a:pt x="56" y="5"/>
                </a:lnTo>
                <a:lnTo>
                  <a:pt x="54" y="5"/>
                </a:lnTo>
                <a:lnTo>
                  <a:pt x="54" y="4"/>
                </a:lnTo>
                <a:lnTo>
                  <a:pt x="53" y="3"/>
                </a:lnTo>
                <a:lnTo>
                  <a:pt x="53" y="4"/>
                </a:lnTo>
                <a:lnTo>
                  <a:pt x="52" y="5"/>
                </a:lnTo>
                <a:lnTo>
                  <a:pt x="51" y="4"/>
                </a:lnTo>
                <a:lnTo>
                  <a:pt x="52" y="3"/>
                </a:lnTo>
                <a:lnTo>
                  <a:pt x="51" y="3"/>
                </a:lnTo>
                <a:lnTo>
                  <a:pt x="51" y="0"/>
                </a:lnTo>
                <a:lnTo>
                  <a:pt x="50" y="0"/>
                </a:lnTo>
                <a:lnTo>
                  <a:pt x="50" y="1"/>
                </a:lnTo>
                <a:lnTo>
                  <a:pt x="49" y="0"/>
                </a:lnTo>
                <a:lnTo>
                  <a:pt x="48" y="1"/>
                </a:lnTo>
                <a:lnTo>
                  <a:pt x="47" y="1"/>
                </a:lnTo>
                <a:lnTo>
                  <a:pt x="47" y="1"/>
                </a:lnTo>
                <a:lnTo>
                  <a:pt x="46" y="2"/>
                </a:lnTo>
                <a:lnTo>
                  <a:pt x="45" y="2"/>
                </a:lnTo>
                <a:lnTo>
                  <a:pt x="45" y="3"/>
                </a:lnTo>
                <a:lnTo>
                  <a:pt x="46" y="3"/>
                </a:lnTo>
                <a:lnTo>
                  <a:pt x="46" y="4"/>
                </a:lnTo>
                <a:lnTo>
                  <a:pt x="45" y="4"/>
                </a:lnTo>
                <a:lnTo>
                  <a:pt x="45" y="5"/>
                </a:lnTo>
                <a:lnTo>
                  <a:pt x="44" y="5"/>
                </a:lnTo>
                <a:lnTo>
                  <a:pt x="42" y="8"/>
                </a:lnTo>
                <a:lnTo>
                  <a:pt x="41" y="5"/>
                </a:lnTo>
                <a:lnTo>
                  <a:pt x="40" y="4"/>
                </a:lnTo>
                <a:lnTo>
                  <a:pt x="39" y="5"/>
                </a:lnTo>
                <a:lnTo>
                  <a:pt x="39" y="4"/>
                </a:lnTo>
                <a:lnTo>
                  <a:pt x="36" y="5"/>
                </a:lnTo>
                <a:lnTo>
                  <a:pt x="34" y="4"/>
                </a:lnTo>
                <a:lnTo>
                  <a:pt x="32" y="3"/>
                </a:lnTo>
                <a:lnTo>
                  <a:pt x="30" y="0"/>
                </a:lnTo>
                <a:lnTo>
                  <a:pt x="28" y="0"/>
                </a:lnTo>
                <a:lnTo>
                  <a:pt x="28" y="1"/>
                </a:lnTo>
                <a:lnTo>
                  <a:pt x="27" y="0"/>
                </a:lnTo>
                <a:lnTo>
                  <a:pt x="26" y="1"/>
                </a:lnTo>
                <a:lnTo>
                  <a:pt x="26" y="1"/>
                </a:lnTo>
                <a:lnTo>
                  <a:pt x="25" y="1"/>
                </a:lnTo>
                <a:lnTo>
                  <a:pt x="24" y="2"/>
                </a:lnTo>
                <a:lnTo>
                  <a:pt x="25" y="2"/>
                </a:lnTo>
                <a:lnTo>
                  <a:pt x="25" y="3"/>
                </a:lnTo>
                <a:lnTo>
                  <a:pt x="25" y="4"/>
                </a:lnTo>
                <a:lnTo>
                  <a:pt x="24" y="6"/>
                </a:lnTo>
                <a:lnTo>
                  <a:pt x="24" y="6"/>
                </a:lnTo>
                <a:lnTo>
                  <a:pt x="24" y="7"/>
                </a:lnTo>
                <a:lnTo>
                  <a:pt x="24" y="8"/>
                </a:lnTo>
                <a:lnTo>
                  <a:pt x="24" y="9"/>
                </a:lnTo>
                <a:lnTo>
                  <a:pt x="24" y="9"/>
                </a:lnTo>
                <a:lnTo>
                  <a:pt x="24" y="10"/>
                </a:lnTo>
                <a:lnTo>
                  <a:pt x="23" y="10"/>
                </a:lnTo>
                <a:lnTo>
                  <a:pt x="23" y="12"/>
                </a:lnTo>
                <a:lnTo>
                  <a:pt x="23" y="13"/>
                </a:lnTo>
                <a:lnTo>
                  <a:pt x="22" y="13"/>
                </a:lnTo>
                <a:lnTo>
                  <a:pt x="21" y="12"/>
                </a:lnTo>
                <a:lnTo>
                  <a:pt x="21" y="13"/>
                </a:lnTo>
                <a:lnTo>
                  <a:pt x="20" y="14"/>
                </a:lnTo>
                <a:lnTo>
                  <a:pt x="19" y="15"/>
                </a:lnTo>
                <a:lnTo>
                  <a:pt x="19" y="15"/>
                </a:lnTo>
                <a:lnTo>
                  <a:pt x="19" y="16"/>
                </a:lnTo>
                <a:lnTo>
                  <a:pt x="20" y="17"/>
                </a:lnTo>
                <a:lnTo>
                  <a:pt x="21" y="16"/>
                </a:lnTo>
                <a:lnTo>
                  <a:pt x="21" y="18"/>
                </a:lnTo>
                <a:lnTo>
                  <a:pt x="22" y="19"/>
                </a:lnTo>
                <a:lnTo>
                  <a:pt x="23" y="19"/>
                </a:lnTo>
                <a:lnTo>
                  <a:pt x="22" y="20"/>
                </a:lnTo>
                <a:lnTo>
                  <a:pt x="21" y="20"/>
                </a:lnTo>
                <a:lnTo>
                  <a:pt x="20" y="21"/>
                </a:lnTo>
                <a:lnTo>
                  <a:pt x="20" y="22"/>
                </a:lnTo>
                <a:lnTo>
                  <a:pt x="19" y="22"/>
                </a:lnTo>
                <a:lnTo>
                  <a:pt x="17" y="21"/>
                </a:lnTo>
                <a:lnTo>
                  <a:pt x="16" y="22"/>
                </a:lnTo>
                <a:lnTo>
                  <a:pt x="14" y="21"/>
                </a:lnTo>
                <a:lnTo>
                  <a:pt x="13" y="22"/>
                </a:lnTo>
                <a:lnTo>
                  <a:pt x="14" y="24"/>
                </a:lnTo>
                <a:lnTo>
                  <a:pt x="14" y="24"/>
                </a:lnTo>
                <a:lnTo>
                  <a:pt x="13" y="26"/>
                </a:lnTo>
                <a:lnTo>
                  <a:pt x="13" y="26"/>
                </a:lnTo>
                <a:lnTo>
                  <a:pt x="14" y="26"/>
                </a:lnTo>
                <a:lnTo>
                  <a:pt x="13" y="27"/>
                </a:lnTo>
                <a:lnTo>
                  <a:pt x="14" y="28"/>
                </a:lnTo>
                <a:lnTo>
                  <a:pt x="14" y="31"/>
                </a:lnTo>
                <a:lnTo>
                  <a:pt x="13" y="31"/>
                </a:lnTo>
                <a:lnTo>
                  <a:pt x="13" y="32"/>
                </a:lnTo>
                <a:lnTo>
                  <a:pt x="12" y="34"/>
                </a:lnTo>
                <a:lnTo>
                  <a:pt x="12" y="35"/>
                </a:lnTo>
                <a:lnTo>
                  <a:pt x="11" y="38"/>
                </a:lnTo>
                <a:lnTo>
                  <a:pt x="10" y="38"/>
                </a:lnTo>
                <a:lnTo>
                  <a:pt x="9" y="38"/>
                </a:lnTo>
                <a:lnTo>
                  <a:pt x="8" y="40"/>
                </a:lnTo>
                <a:lnTo>
                  <a:pt x="8" y="41"/>
                </a:lnTo>
                <a:lnTo>
                  <a:pt x="6" y="42"/>
                </a:lnTo>
                <a:lnTo>
                  <a:pt x="5" y="42"/>
                </a:lnTo>
                <a:lnTo>
                  <a:pt x="5" y="42"/>
                </a:lnTo>
                <a:lnTo>
                  <a:pt x="4" y="42"/>
                </a:lnTo>
                <a:lnTo>
                  <a:pt x="5" y="44"/>
                </a:lnTo>
                <a:lnTo>
                  <a:pt x="3" y="44"/>
                </a:lnTo>
                <a:lnTo>
                  <a:pt x="2" y="45"/>
                </a:lnTo>
                <a:lnTo>
                  <a:pt x="3" y="46"/>
                </a:lnTo>
                <a:lnTo>
                  <a:pt x="2" y="46"/>
                </a:lnTo>
                <a:lnTo>
                  <a:pt x="3" y="47"/>
                </a:lnTo>
                <a:lnTo>
                  <a:pt x="1" y="47"/>
                </a:lnTo>
                <a:lnTo>
                  <a:pt x="1" y="49"/>
                </a:lnTo>
                <a:lnTo>
                  <a:pt x="0" y="49"/>
                </a:lnTo>
                <a:lnTo>
                  <a:pt x="0" y="50"/>
                </a:lnTo>
                <a:lnTo>
                  <a:pt x="0" y="51"/>
                </a:lnTo>
                <a:lnTo>
                  <a:pt x="0" y="52"/>
                </a:lnTo>
                <a:lnTo>
                  <a:pt x="1" y="52"/>
                </a:lnTo>
                <a:lnTo>
                  <a:pt x="1" y="53"/>
                </a:lnTo>
                <a:lnTo>
                  <a:pt x="2" y="54"/>
                </a:lnTo>
                <a:lnTo>
                  <a:pt x="2" y="53"/>
                </a:lnTo>
                <a:lnTo>
                  <a:pt x="3" y="54"/>
                </a:lnTo>
                <a:lnTo>
                  <a:pt x="3" y="54"/>
                </a:lnTo>
                <a:lnTo>
                  <a:pt x="5" y="55"/>
                </a:lnTo>
                <a:lnTo>
                  <a:pt x="4" y="56"/>
                </a:lnTo>
                <a:lnTo>
                  <a:pt x="5" y="55"/>
                </a:lnTo>
                <a:lnTo>
                  <a:pt x="6" y="57"/>
                </a:lnTo>
                <a:lnTo>
                  <a:pt x="8" y="57"/>
                </a:lnTo>
                <a:lnTo>
                  <a:pt x="9" y="60"/>
                </a:lnTo>
                <a:lnTo>
                  <a:pt x="9" y="60"/>
                </a:lnTo>
                <a:lnTo>
                  <a:pt x="9" y="63"/>
                </a:lnTo>
                <a:lnTo>
                  <a:pt x="10" y="64"/>
                </a:lnTo>
                <a:lnTo>
                  <a:pt x="10" y="64"/>
                </a:lnTo>
                <a:lnTo>
                  <a:pt x="11" y="64"/>
                </a:lnTo>
                <a:lnTo>
                  <a:pt x="10" y="66"/>
                </a:lnTo>
                <a:lnTo>
                  <a:pt x="11" y="68"/>
                </a:lnTo>
                <a:close/>
              </a:path>
            </a:pathLst>
          </a:custGeom>
          <a:solidFill>
            <a:srgbClr val="4A80C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6024513" y="4679879"/>
            <a:ext cx="51304" cy="25652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5" y="3"/>
                </a:moveTo>
                <a:lnTo>
                  <a:pt x="7" y="4"/>
                </a:lnTo>
                <a:lnTo>
                  <a:pt x="8" y="4"/>
                </a:lnTo>
                <a:lnTo>
                  <a:pt x="8" y="2"/>
                </a:lnTo>
                <a:lnTo>
                  <a:pt x="7" y="2"/>
                </a:lnTo>
                <a:lnTo>
                  <a:pt x="7" y="1"/>
                </a:lnTo>
                <a:lnTo>
                  <a:pt x="4" y="1"/>
                </a:ln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0" y="0"/>
                </a:lnTo>
                <a:lnTo>
                  <a:pt x="1" y="2"/>
                </a:lnTo>
                <a:lnTo>
                  <a:pt x="1" y="3"/>
                </a:lnTo>
                <a:lnTo>
                  <a:pt x="2" y="4"/>
                </a:lnTo>
                <a:lnTo>
                  <a:pt x="4" y="3"/>
                </a:lnTo>
                <a:lnTo>
                  <a:pt x="4" y="4"/>
                </a:lnTo>
                <a:close/>
              </a:path>
            </a:pathLst>
          </a:custGeom>
          <a:solidFill>
            <a:srgbClr val="4A80C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6011687" y="4590097"/>
            <a:ext cx="25652" cy="25652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0" y="1"/>
                </a:moveTo>
                <a:lnTo>
                  <a:pt x="0" y="2"/>
                </a:lnTo>
                <a:lnTo>
                  <a:pt x="1" y="3"/>
                </a:lnTo>
                <a:lnTo>
                  <a:pt x="3" y="4"/>
                </a:lnTo>
                <a:lnTo>
                  <a:pt x="4" y="4"/>
                </a:lnTo>
                <a:lnTo>
                  <a:pt x="3" y="3"/>
                </a:lnTo>
                <a:lnTo>
                  <a:pt x="1" y="3"/>
                </a:lnTo>
                <a:lnTo>
                  <a:pt x="0" y="0"/>
                </a:lnTo>
                <a:close/>
              </a:path>
            </a:pathLst>
          </a:custGeom>
          <a:solidFill>
            <a:srgbClr val="4A80C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5113867" y="4128361"/>
            <a:ext cx="609235" cy="737495"/>
          </a:xfrm>
          <a:custGeom>
            <a:avLst/>
            <a:gdLst/>
            <a:ahLst/>
            <a:cxnLst/>
            <a:rect l="l" t="t" r="r" b="b"/>
            <a:pathLst>
              <a:path w="95" h="115">
                <a:moveTo>
                  <a:pt x="29" y="14"/>
                </a:moveTo>
                <a:lnTo>
                  <a:pt x="30" y="15"/>
                </a:lnTo>
                <a:lnTo>
                  <a:pt x="30" y="17"/>
                </a:lnTo>
                <a:lnTo>
                  <a:pt x="29" y="17"/>
                </a:lnTo>
                <a:lnTo>
                  <a:pt x="29" y="17"/>
                </a:lnTo>
                <a:lnTo>
                  <a:pt x="27" y="18"/>
                </a:lnTo>
                <a:lnTo>
                  <a:pt x="27" y="19"/>
                </a:lnTo>
                <a:lnTo>
                  <a:pt x="25" y="20"/>
                </a:lnTo>
                <a:lnTo>
                  <a:pt x="24" y="21"/>
                </a:lnTo>
                <a:lnTo>
                  <a:pt x="22" y="22"/>
                </a:lnTo>
                <a:lnTo>
                  <a:pt x="21" y="20"/>
                </a:lnTo>
                <a:lnTo>
                  <a:pt x="20" y="21"/>
                </a:lnTo>
                <a:lnTo>
                  <a:pt x="20" y="20"/>
                </a:lnTo>
                <a:lnTo>
                  <a:pt x="20" y="19"/>
                </a:lnTo>
                <a:lnTo>
                  <a:pt x="18" y="18"/>
                </a:lnTo>
                <a:lnTo>
                  <a:pt x="18" y="17"/>
                </a:lnTo>
                <a:lnTo>
                  <a:pt x="18" y="16"/>
                </a:lnTo>
                <a:lnTo>
                  <a:pt x="16" y="15"/>
                </a:lnTo>
                <a:lnTo>
                  <a:pt x="16" y="16"/>
                </a:lnTo>
                <a:lnTo>
                  <a:pt x="16" y="16"/>
                </a:lnTo>
                <a:lnTo>
                  <a:pt x="15" y="15"/>
                </a:lnTo>
                <a:lnTo>
                  <a:pt x="13" y="15"/>
                </a:lnTo>
                <a:lnTo>
                  <a:pt x="12" y="15"/>
                </a:lnTo>
                <a:lnTo>
                  <a:pt x="12" y="16"/>
                </a:lnTo>
                <a:lnTo>
                  <a:pt x="11" y="16"/>
                </a:lnTo>
                <a:lnTo>
                  <a:pt x="10" y="19"/>
                </a:lnTo>
                <a:lnTo>
                  <a:pt x="12" y="19"/>
                </a:lnTo>
                <a:lnTo>
                  <a:pt x="12" y="22"/>
                </a:lnTo>
                <a:lnTo>
                  <a:pt x="11" y="21"/>
                </a:lnTo>
                <a:lnTo>
                  <a:pt x="11" y="22"/>
                </a:lnTo>
                <a:lnTo>
                  <a:pt x="12" y="23"/>
                </a:lnTo>
                <a:lnTo>
                  <a:pt x="12" y="24"/>
                </a:lnTo>
                <a:lnTo>
                  <a:pt x="13" y="26"/>
                </a:lnTo>
                <a:lnTo>
                  <a:pt x="10" y="27"/>
                </a:lnTo>
                <a:lnTo>
                  <a:pt x="9" y="27"/>
                </a:lnTo>
                <a:lnTo>
                  <a:pt x="8" y="28"/>
                </a:lnTo>
                <a:lnTo>
                  <a:pt x="8" y="28"/>
                </a:lnTo>
                <a:lnTo>
                  <a:pt x="7" y="28"/>
                </a:lnTo>
                <a:lnTo>
                  <a:pt x="8" y="30"/>
                </a:lnTo>
                <a:lnTo>
                  <a:pt x="7" y="29"/>
                </a:lnTo>
                <a:lnTo>
                  <a:pt x="7" y="31"/>
                </a:lnTo>
                <a:lnTo>
                  <a:pt x="8" y="31"/>
                </a:lnTo>
                <a:lnTo>
                  <a:pt x="8" y="32"/>
                </a:lnTo>
                <a:lnTo>
                  <a:pt x="8" y="33"/>
                </a:lnTo>
                <a:lnTo>
                  <a:pt x="8" y="33"/>
                </a:lnTo>
                <a:lnTo>
                  <a:pt x="8" y="34"/>
                </a:lnTo>
                <a:lnTo>
                  <a:pt x="7" y="35"/>
                </a:lnTo>
                <a:lnTo>
                  <a:pt x="7" y="37"/>
                </a:lnTo>
                <a:lnTo>
                  <a:pt x="6" y="37"/>
                </a:lnTo>
                <a:lnTo>
                  <a:pt x="5" y="38"/>
                </a:lnTo>
                <a:lnTo>
                  <a:pt x="3" y="38"/>
                </a:lnTo>
                <a:lnTo>
                  <a:pt x="2" y="38"/>
                </a:lnTo>
                <a:lnTo>
                  <a:pt x="1" y="37"/>
                </a:lnTo>
                <a:lnTo>
                  <a:pt x="1" y="37"/>
                </a:lnTo>
                <a:lnTo>
                  <a:pt x="0" y="38"/>
                </a:lnTo>
                <a:lnTo>
                  <a:pt x="0" y="39"/>
                </a:lnTo>
                <a:lnTo>
                  <a:pt x="0" y="39"/>
                </a:lnTo>
                <a:lnTo>
                  <a:pt x="1" y="40"/>
                </a:lnTo>
                <a:lnTo>
                  <a:pt x="0" y="40"/>
                </a:lnTo>
                <a:lnTo>
                  <a:pt x="0" y="41"/>
                </a:lnTo>
                <a:lnTo>
                  <a:pt x="1" y="42"/>
                </a:lnTo>
                <a:lnTo>
                  <a:pt x="3" y="42"/>
                </a:lnTo>
                <a:lnTo>
                  <a:pt x="3" y="42"/>
                </a:lnTo>
                <a:lnTo>
                  <a:pt x="5" y="42"/>
                </a:lnTo>
                <a:lnTo>
                  <a:pt x="5" y="43"/>
                </a:lnTo>
                <a:lnTo>
                  <a:pt x="6" y="43"/>
                </a:lnTo>
                <a:lnTo>
                  <a:pt x="6" y="44"/>
                </a:lnTo>
                <a:lnTo>
                  <a:pt x="7" y="45"/>
                </a:lnTo>
                <a:lnTo>
                  <a:pt x="6" y="46"/>
                </a:lnTo>
                <a:lnTo>
                  <a:pt x="7" y="49"/>
                </a:lnTo>
                <a:lnTo>
                  <a:pt x="9" y="49"/>
                </a:lnTo>
                <a:lnTo>
                  <a:pt x="9" y="50"/>
                </a:lnTo>
                <a:lnTo>
                  <a:pt x="11" y="49"/>
                </a:lnTo>
                <a:lnTo>
                  <a:pt x="11" y="50"/>
                </a:lnTo>
                <a:lnTo>
                  <a:pt x="13" y="51"/>
                </a:lnTo>
                <a:lnTo>
                  <a:pt x="13" y="52"/>
                </a:lnTo>
                <a:lnTo>
                  <a:pt x="14" y="52"/>
                </a:lnTo>
                <a:lnTo>
                  <a:pt x="15" y="52"/>
                </a:lnTo>
                <a:lnTo>
                  <a:pt x="15" y="53"/>
                </a:lnTo>
                <a:lnTo>
                  <a:pt x="16" y="52"/>
                </a:lnTo>
                <a:lnTo>
                  <a:pt x="16" y="52"/>
                </a:lnTo>
                <a:lnTo>
                  <a:pt x="17" y="50"/>
                </a:lnTo>
                <a:lnTo>
                  <a:pt x="17" y="51"/>
                </a:lnTo>
                <a:lnTo>
                  <a:pt x="18" y="50"/>
                </a:lnTo>
                <a:lnTo>
                  <a:pt x="18" y="51"/>
                </a:lnTo>
                <a:lnTo>
                  <a:pt x="20" y="48"/>
                </a:lnTo>
                <a:lnTo>
                  <a:pt x="20" y="48"/>
                </a:lnTo>
                <a:lnTo>
                  <a:pt x="19" y="50"/>
                </a:lnTo>
                <a:lnTo>
                  <a:pt x="20" y="50"/>
                </a:lnTo>
                <a:lnTo>
                  <a:pt x="20" y="51"/>
                </a:lnTo>
                <a:lnTo>
                  <a:pt x="20" y="52"/>
                </a:lnTo>
                <a:lnTo>
                  <a:pt x="21" y="56"/>
                </a:lnTo>
                <a:lnTo>
                  <a:pt x="22" y="57"/>
                </a:lnTo>
                <a:lnTo>
                  <a:pt x="22" y="63"/>
                </a:lnTo>
                <a:lnTo>
                  <a:pt x="22" y="63"/>
                </a:lnTo>
                <a:lnTo>
                  <a:pt x="22" y="64"/>
                </a:lnTo>
                <a:lnTo>
                  <a:pt x="22" y="65"/>
                </a:lnTo>
                <a:lnTo>
                  <a:pt x="22" y="65"/>
                </a:lnTo>
                <a:lnTo>
                  <a:pt x="22" y="66"/>
                </a:lnTo>
                <a:lnTo>
                  <a:pt x="18" y="67"/>
                </a:lnTo>
                <a:lnTo>
                  <a:pt x="15" y="69"/>
                </a:lnTo>
                <a:lnTo>
                  <a:pt x="14" y="70"/>
                </a:lnTo>
                <a:lnTo>
                  <a:pt x="15" y="71"/>
                </a:lnTo>
                <a:lnTo>
                  <a:pt x="14" y="71"/>
                </a:lnTo>
                <a:lnTo>
                  <a:pt x="14" y="73"/>
                </a:lnTo>
                <a:lnTo>
                  <a:pt x="13" y="74"/>
                </a:lnTo>
                <a:lnTo>
                  <a:pt x="13" y="75"/>
                </a:lnTo>
                <a:lnTo>
                  <a:pt x="13" y="76"/>
                </a:lnTo>
                <a:lnTo>
                  <a:pt x="13" y="76"/>
                </a:lnTo>
                <a:lnTo>
                  <a:pt x="13" y="77"/>
                </a:lnTo>
                <a:lnTo>
                  <a:pt x="14" y="77"/>
                </a:lnTo>
                <a:lnTo>
                  <a:pt x="15" y="79"/>
                </a:lnTo>
                <a:lnTo>
                  <a:pt x="16" y="79"/>
                </a:lnTo>
                <a:lnTo>
                  <a:pt x="18" y="81"/>
                </a:lnTo>
                <a:lnTo>
                  <a:pt x="19" y="80"/>
                </a:lnTo>
                <a:lnTo>
                  <a:pt x="20" y="80"/>
                </a:lnTo>
                <a:lnTo>
                  <a:pt x="21" y="82"/>
                </a:lnTo>
                <a:lnTo>
                  <a:pt x="23" y="81"/>
                </a:lnTo>
                <a:lnTo>
                  <a:pt x="25" y="82"/>
                </a:lnTo>
                <a:lnTo>
                  <a:pt x="25" y="83"/>
                </a:lnTo>
                <a:lnTo>
                  <a:pt x="26" y="83"/>
                </a:lnTo>
                <a:lnTo>
                  <a:pt x="26" y="83"/>
                </a:lnTo>
                <a:lnTo>
                  <a:pt x="27" y="83"/>
                </a:lnTo>
                <a:lnTo>
                  <a:pt x="27" y="84"/>
                </a:lnTo>
                <a:lnTo>
                  <a:pt x="26" y="85"/>
                </a:lnTo>
                <a:lnTo>
                  <a:pt x="25" y="86"/>
                </a:lnTo>
                <a:lnTo>
                  <a:pt x="24" y="87"/>
                </a:lnTo>
                <a:lnTo>
                  <a:pt x="24" y="89"/>
                </a:lnTo>
                <a:lnTo>
                  <a:pt x="22" y="90"/>
                </a:lnTo>
                <a:lnTo>
                  <a:pt x="22" y="91"/>
                </a:lnTo>
                <a:lnTo>
                  <a:pt x="23" y="92"/>
                </a:lnTo>
                <a:lnTo>
                  <a:pt x="23" y="93"/>
                </a:lnTo>
                <a:lnTo>
                  <a:pt x="25" y="93"/>
                </a:lnTo>
                <a:lnTo>
                  <a:pt x="25" y="95"/>
                </a:lnTo>
                <a:lnTo>
                  <a:pt x="25" y="96"/>
                </a:lnTo>
                <a:lnTo>
                  <a:pt x="26" y="97"/>
                </a:lnTo>
                <a:lnTo>
                  <a:pt x="25" y="98"/>
                </a:lnTo>
                <a:lnTo>
                  <a:pt x="26" y="99"/>
                </a:lnTo>
                <a:lnTo>
                  <a:pt x="26" y="99"/>
                </a:lnTo>
                <a:lnTo>
                  <a:pt x="27" y="100"/>
                </a:lnTo>
                <a:lnTo>
                  <a:pt x="28" y="101"/>
                </a:lnTo>
                <a:lnTo>
                  <a:pt x="29" y="101"/>
                </a:lnTo>
                <a:lnTo>
                  <a:pt x="29" y="102"/>
                </a:lnTo>
                <a:lnTo>
                  <a:pt x="30" y="104"/>
                </a:lnTo>
                <a:lnTo>
                  <a:pt x="30" y="105"/>
                </a:lnTo>
                <a:lnTo>
                  <a:pt x="30" y="107"/>
                </a:lnTo>
                <a:lnTo>
                  <a:pt x="31" y="108"/>
                </a:lnTo>
                <a:lnTo>
                  <a:pt x="32" y="110"/>
                </a:lnTo>
                <a:lnTo>
                  <a:pt x="33" y="110"/>
                </a:lnTo>
                <a:lnTo>
                  <a:pt x="34" y="110"/>
                </a:lnTo>
                <a:lnTo>
                  <a:pt x="34" y="110"/>
                </a:lnTo>
                <a:lnTo>
                  <a:pt x="38" y="108"/>
                </a:lnTo>
                <a:lnTo>
                  <a:pt x="39" y="107"/>
                </a:lnTo>
                <a:lnTo>
                  <a:pt x="40" y="104"/>
                </a:lnTo>
                <a:lnTo>
                  <a:pt x="40" y="103"/>
                </a:lnTo>
                <a:lnTo>
                  <a:pt x="43" y="103"/>
                </a:lnTo>
                <a:lnTo>
                  <a:pt x="44" y="104"/>
                </a:lnTo>
                <a:lnTo>
                  <a:pt x="44" y="104"/>
                </a:lnTo>
                <a:lnTo>
                  <a:pt x="45" y="105"/>
                </a:lnTo>
                <a:lnTo>
                  <a:pt x="45" y="105"/>
                </a:lnTo>
                <a:lnTo>
                  <a:pt x="46" y="105"/>
                </a:lnTo>
                <a:lnTo>
                  <a:pt x="46" y="107"/>
                </a:lnTo>
                <a:lnTo>
                  <a:pt x="42" y="111"/>
                </a:lnTo>
                <a:lnTo>
                  <a:pt x="43" y="111"/>
                </a:lnTo>
                <a:lnTo>
                  <a:pt x="43" y="112"/>
                </a:lnTo>
                <a:lnTo>
                  <a:pt x="42" y="113"/>
                </a:lnTo>
                <a:lnTo>
                  <a:pt x="43" y="114"/>
                </a:lnTo>
                <a:lnTo>
                  <a:pt x="44" y="114"/>
                </a:lnTo>
                <a:lnTo>
                  <a:pt x="44" y="114"/>
                </a:lnTo>
                <a:lnTo>
                  <a:pt x="45" y="114"/>
                </a:lnTo>
                <a:lnTo>
                  <a:pt x="46" y="114"/>
                </a:lnTo>
                <a:lnTo>
                  <a:pt x="46" y="113"/>
                </a:lnTo>
                <a:lnTo>
                  <a:pt x="49" y="111"/>
                </a:lnTo>
                <a:lnTo>
                  <a:pt x="49" y="111"/>
                </a:lnTo>
                <a:lnTo>
                  <a:pt x="51" y="110"/>
                </a:lnTo>
                <a:lnTo>
                  <a:pt x="50" y="109"/>
                </a:lnTo>
                <a:lnTo>
                  <a:pt x="51" y="109"/>
                </a:lnTo>
                <a:lnTo>
                  <a:pt x="50" y="108"/>
                </a:lnTo>
                <a:lnTo>
                  <a:pt x="51" y="107"/>
                </a:lnTo>
                <a:lnTo>
                  <a:pt x="50" y="106"/>
                </a:lnTo>
                <a:lnTo>
                  <a:pt x="52" y="105"/>
                </a:lnTo>
                <a:lnTo>
                  <a:pt x="53" y="105"/>
                </a:lnTo>
                <a:lnTo>
                  <a:pt x="53" y="106"/>
                </a:lnTo>
                <a:lnTo>
                  <a:pt x="53" y="107"/>
                </a:lnTo>
                <a:lnTo>
                  <a:pt x="54" y="107"/>
                </a:lnTo>
                <a:lnTo>
                  <a:pt x="55" y="107"/>
                </a:lnTo>
                <a:lnTo>
                  <a:pt x="55" y="107"/>
                </a:lnTo>
                <a:lnTo>
                  <a:pt x="56" y="106"/>
                </a:lnTo>
                <a:lnTo>
                  <a:pt x="56" y="107"/>
                </a:lnTo>
                <a:lnTo>
                  <a:pt x="57" y="109"/>
                </a:lnTo>
                <a:lnTo>
                  <a:pt x="57" y="110"/>
                </a:lnTo>
                <a:lnTo>
                  <a:pt x="59" y="110"/>
                </a:lnTo>
                <a:lnTo>
                  <a:pt x="59" y="112"/>
                </a:lnTo>
                <a:lnTo>
                  <a:pt x="61" y="112"/>
                </a:lnTo>
                <a:lnTo>
                  <a:pt x="61" y="111"/>
                </a:lnTo>
                <a:lnTo>
                  <a:pt x="62" y="111"/>
                </a:lnTo>
                <a:lnTo>
                  <a:pt x="62" y="112"/>
                </a:lnTo>
                <a:lnTo>
                  <a:pt x="63" y="112"/>
                </a:lnTo>
                <a:lnTo>
                  <a:pt x="64" y="112"/>
                </a:lnTo>
                <a:lnTo>
                  <a:pt x="67" y="112"/>
                </a:lnTo>
                <a:lnTo>
                  <a:pt x="68" y="111"/>
                </a:lnTo>
                <a:lnTo>
                  <a:pt x="71" y="113"/>
                </a:lnTo>
                <a:lnTo>
                  <a:pt x="71" y="113"/>
                </a:lnTo>
                <a:lnTo>
                  <a:pt x="71" y="114"/>
                </a:lnTo>
                <a:lnTo>
                  <a:pt x="72" y="115"/>
                </a:lnTo>
                <a:lnTo>
                  <a:pt x="73" y="114"/>
                </a:lnTo>
                <a:lnTo>
                  <a:pt x="75" y="114"/>
                </a:lnTo>
                <a:lnTo>
                  <a:pt x="74" y="112"/>
                </a:lnTo>
                <a:lnTo>
                  <a:pt x="75" y="112"/>
                </a:lnTo>
                <a:lnTo>
                  <a:pt x="75" y="112"/>
                </a:lnTo>
                <a:lnTo>
                  <a:pt x="76" y="112"/>
                </a:lnTo>
                <a:lnTo>
                  <a:pt x="78" y="111"/>
                </a:lnTo>
                <a:lnTo>
                  <a:pt x="78" y="110"/>
                </a:lnTo>
                <a:lnTo>
                  <a:pt x="79" y="108"/>
                </a:lnTo>
                <a:lnTo>
                  <a:pt x="80" y="108"/>
                </a:lnTo>
                <a:lnTo>
                  <a:pt x="81" y="108"/>
                </a:lnTo>
                <a:lnTo>
                  <a:pt x="82" y="105"/>
                </a:lnTo>
                <a:lnTo>
                  <a:pt x="82" y="104"/>
                </a:lnTo>
                <a:lnTo>
                  <a:pt x="83" y="102"/>
                </a:lnTo>
                <a:lnTo>
                  <a:pt x="83" y="101"/>
                </a:lnTo>
                <a:lnTo>
                  <a:pt x="84" y="101"/>
                </a:lnTo>
                <a:lnTo>
                  <a:pt x="84" y="98"/>
                </a:lnTo>
                <a:lnTo>
                  <a:pt x="83" y="97"/>
                </a:lnTo>
                <a:lnTo>
                  <a:pt x="84" y="96"/>
                </a:lnTo>
                <a:lnTo>
                  <a:pt x="83" y="96"/>
                </a:lnTo>
                <a:lnTo>
                  <a:pt x="83" y="96"/>
                </a:lnTo>
                <a:lnTo>
                  <a:pt x="84" y="94"/>
                </a:lnTo>
                <a:lnTo>
                  <a:pt x="84" y="94"/>
                </a:lnTo>
                <a:lnTo>
                  <a:pt x="83" y="92"/>
                </a:lnTo>
                <a:lnTo>
                  <a:pt x="84" y="91"/>
                </a:lnTo>
                <a:lnTo>
                  <a:pt x="86" y="92"/>
                </a:lnTo>
                <a:lnTo>
                  <a:pt x="87" y="91"/>
                </a:lnTo>
                <a:lnTo>
                  <a:pt x="89" y="92"/>
                </a:lnTo>
                <a:lnTo>
                  <a:pt x="90" y="92"/>
                </a:lnTo>
                <a:lnTo>
                  <a:pt x="90" y="91"/>
                </a:lnTo>
                <a:lnTo>
                  <a:pt x="91" y="90"/>
                </a:lnTo>
                <a:lnTo>
                  <a:pt x="92" y="90"/>
                </a:lnTo>
                <a:lnTo>
                  <a:pt x="93" y="89"/>
                </a:lnTo>
                <a:lnTo>
                  <a:pt x="92" y="89"/>
                </a:lnTo>
                <a:lnTo>
                  <a:pt x="91" y="88"/>
                </a:lnTo>
                <a:lnTo>
                  <a:pt x="91" y="86"/>
                </a:lnTo>
                <a:lnTo>
                  <a:pt x="90" y="87"/>
                </a:lnTo>
                <a:lnTo>
                  <a:pt x="89" y="86"/>
                </a:lnTo>
                <a:lnTo>
                  <a:pt x="89" y="85"/>
                </a:lnTo>
                <a:lnTo>
                  <a:pt x="89" y="85"/>
                </a:lnTo>
                <a:lnTo>
                  <a:pt x="90" y="84"/>
                </a:lnTo>
                <a:lnTo>
                  <a:pt x="91" y="83"/>
                </a:lnTo>
                <a:lnTo>
                  <a:pt x="91" y="82"/>
                </a:lnTo>
                <a:lnTo>
                  <a:pt x="92" y="83"/>
                </a:lnTo>
                <a:lnTo>
                  <a:pt x="93" y="83"/>
                </a:lnTo>
                <a:lnTo>
                  <a:pt x="93" y="82"/>
                </a:lnTo>
                <a:lnTo>
                  <a:pt x="93" y="80"/>
                </a:lnTo>
                <a:lnTo>
                  <a:pt x="94" y="80"/>
                </a:lnTo>
                <a:lnTo>
                  <a:pt x="94" y="79"/>
                </a:lnTo>
                <a:lnTo>
                  <a:pt x="94" y="79"/>
                </a:lnTo>
                <a:lnTo>
                  <a:pt x="94" y="78"/>
                </a:lnTo>
                <a:lnTo>
                  <a:pt x="94" y="77"/>
                </a:lnTo>
                <a:lnTo>
                  <a:pt x="94" y="76"/>
                </a:lnTo>
                <a:lnTo>
                  <a:pt x="94" y="76"/>
                </a:lnTo>
                <a:lnTo>
                  <a:pt x="95" y="74"/>
                </a:lnTo>
                <a:lnTo>
                  <a:pt x="95" y="73"/>
                </a:lnTo>
                <a:lnTo>
                  <a:pt x="95" y="72"/>
                </a:lnTo>
                <a:lnTo>
                  <a:pt x="94" y="72"/>
                </a:lnTo>
                <a:lnTo>
                  <a:pt x="94" y="72"/>
                </a:lnTo>
                <a:lnTo>
                  <a:pt x="93" y="71"/>
                </a:lnTo>
                <a:lnTo>
                  <a:pt x="90" y="71"/>
                </a:lnTo>
                <a:lnTo>
                  <a:pt x="89" y="71"/>
                </a:lnTo>
                <a:lnTo>
                  <a:pt x="89" y="70"/>
                </a:lnTo>
                <a:lnTo>
                  <a:pt x="89" y="69"/>
                </a:lnTo>
                <a:lnTo>
                  <a:pt x="89" y="70"/>
                </a:lnTo>
                <a:lnTo>
                  <a:pt x="87" y="70"/>
                </a:lnTo>
                <a:lnTo>
                  <a:pt x="86" y="70"/>
                </a:lnTo>
                <a:lnTo>
                  <a:pt x="86" y="69"/>
                </a:lnTo>
                <a:lnTo>
                  <a:pt x="85" y="69"/>
                </a:lnTo>
                <a:lnTo>
                  <a:pt x="84" y="71"/>
                </a:lnTo>
                <a:lnTo>
                  <a:pt x="78" y="72"/>
                </a:lnTo>
                <a:lnTo>
                  <a:pt x="77" y="71"/>
                </a:lnTo>
                <a:lnTo>
                  <a:pt x="77" y="71"/>
                </a:lnTo>
                <a:lnTo>
                  <a:pt x="77" y="70"/>
                </a:lnTo>
                <a:lnTo>
                  <a:pt x="77" y="69"/>
                </a:lnTo>
                <a:lnTo>
                  <a:pt x="77" y="69"/>
                </a:lnTo>
                <a:lnTo>
                  <a:pt x="79" y="68"/>
                </a:lnTo>
                <a:lnTo>
                  <a:pt x="79" y="65"/>
                </a:lnTo>
                <a:lnTo>
                  <a:pt x="79" y="65"/>
                </a:lnTo>
                <a:lnTo>
                  <a:pt x="79" y="65"/>
                </a:lnTo>
                <a:lnTo>
                  <a:pt x="78" y="63"/>
                </a:lnTo>
                <a:lnTo>
                  <a:pt x="77" y="63"/>
                </a:lnTo>
                <a:lnTo>
                  <a:pt x="77" y="62"/>
                </a:lnTo>
                <a:lnTo>
                  <a:pt x="76" y="62"/>
                </a:lnTo>
                <a:lnTo>
                  <a:pt x="76" y="63"/>
                </a:lnTo>
                <a:lnTo>
                  <a:pt x="74" y="63"/>
                </a:lnTo>
                <a:lnTo>
                  <a:pt x="74" y="62"/>
                </a:lnTo>
                <a:lnTo>
                  <a:pt x="75" y="61"/>
                </a:lnTo>
                <a:lnTo>
                  <a:pt x="74" y="61"/>
                </a:lnTo>
                <a:lnTo>
                  <a:pt x="74" y="60"/>
                </a:lnTo>
                <a:lnTo>
                  <a:pt x="72" y="61"/>
                </a:lnTo>
                <a:lnTo>
                  <a:pt x="72" y="61"/>
                </a:lnTo>
                <a:lnTo>
                  <a:pt x="72" y="60"/>
                </a:lnTo>
                <a:lnTo>
                  <a:pt x="71" y="60"/>
                </a:lnTo>
                <a:lnTo>
                  <a:pt x="71" y="59"/>
                </a:lnTo>
                <a:lnTo>
                  <a:pt x="70" y="58"/>
                </a:lnTo>
                <a:lnTo>
                  <a:pt x="70" y="58"/>
                </a:lnTo>
                <a:lnTo>
                  <a:pt x="68" y="57"/>
                </a:lnTo>
                <a:lnTo>
                  <a:pt x="68" y="56"/>
                </a:lnTo>
                <a:lnTo>
                  <a:pt x="68" y="54"/>
                </a:lnTo>
                <a:lnTo>
                  <a:pt x="70" y="52"/>
                </a:lnTo>
                <a:lnTo>
                  <a:pt x="70" y="51"/>
                </a:lnTo>
                <a:lnTo>
                  <a:pt x="72" y="50"/>
                </a:lnTo>
                <a:lnTo>
                  <a:pt x="73" y="49"/>
                </a:lnTo>
                <a:lnTo>
                  <a:pt x="72" y="48"/>
                </a:lnTo>
                <a:lnTo>
                  <a:pt x="73" y="47"/>
                </a:lnTo>
                <a:lnTo>
                  <a:pt x="72" y="44"/>
                </a:lnTo>
                <a:lnTo>
                  <a:pt x="71" y="44"/>
                </a:lnTo>
                <a:lnTo>
                  <a:pt x="71" y="43"/>
                </a:lnTo>
                <a:lnTo>
                  <a:pt x="70" y="42"/>
                </a:lnTo>
                <a:lnTo>
                  <a:pt x="70" y="42"/>
                </a:lnTo>
                <a:lnTo>
                  <a:pt x="70" y="41"/>
                </a:lnTo>
                <a:lnTo>
                  <a:pt x="71" y="42"/>
                </a:lnTo>
                <a:lnTo>
                  <a:pt x="72" y="41"/>
                </a:lnTo>
                <a:lnTo>
                  <a:pt x="73" y="41"/>
                </a:lnTo>
                <a:lnTo>
                  <a:pt x="73" y="41"/>
                </a:lnTo>
                <a:lnTo>
                  <a:pt x="73" y="41"/>
                </a:lnTo>
                <a:lnTo>
                  <a:pt x="74" y="41"/>
                </a:lnTo>
                <a:lnTo>
                  <a:pt x="74" y="41"/>
                </a:lnTo>
                <a:lnTo>
                  <a:pt x="75" y="41"/>
                </a:lnTo>
                <a:lnTo>
                  <a:pt x="76" y="41"/>
                </a:lnTo>
                <a:lnTo>
                  <a:pt x="76" y="42"/>
                </a:lnTo>
                <a:lnTo>
                  <a:pt x="77" y="41"/>
                </a:lnTo>
                <a:lnTo>
                  <a:pt x="78" y="43"/>
                </a:lnTo>
                <a:lnTo>
                  <a:pt x="79" y="42"/>
                </a:lnTo>
                <a:lnTo>
                  <a:pt x="80" y="43"/>
                </a:lnTo>
                <a:lnTo>
                  <a:pt x="81" y="41"/>
                </a:lnTo>
                <a:lnTo>
                  <a:pt x="81" y="41"/>
                </a:lnTo>
                <a:lnTo>
                  <a:pt x="82" y="40"/>
                </a:lnTo>
                <a:lnTo>
                  <a:pt x="82" y="40"/>
                </a:lnTo>
                <a:lnTo>
                  <a:pt x="82" y="39"/>
                </a:lnTo>
                <a:lnTo>
                  <a:pt x="81" y="35"/>
                </a:lnTo>
                <a:lnTo>
                  <a:pt x="79" y="35"/>
                </a:lnTo>
                <a:lnTo>
                  <a:pt x="78" y="34"/>
                </a:lnTo>
                <a:lnTo>
                  <a:pt x="77" y="32"/>
                </a:lnTo>
                <a:lnTo>
                  <a:pt x="76" y="33"/>
                </a:lnTo>
                <a:lnTo>
                  <a:pt x="74" y="33"/>
                </a:lnTo>
                <a:lnTo>
                  <a:pt x="74" y="33"/>
                </a:lnTo>
                <a:lnTo>
                  <a:pt x="73" y="34"/>
                </a:lnTo>
                <a:lnTo>
                  <a:pt x="73" y="35"/>
                </a:lnTo>
                <a:lnTo>
                  <a:pt x="72" y="35"/>
                </a:lnTo>
                <a:lnTo>
                  <a:pt x="72" y="37"/>
                </a:lnTo>
                <a:lnTo>
                  <a:pt x="73" y="38"/>
                </a:lnTo>
                <a:lnTo>
                  <a:pt x="72" y="38"/>
                </a:lnTo>
                <a:lnTo>
                  <a:pt x="71" y="38"/>
                </a:lnTo>
                <a:lnTo>
                  <a:pt x="69" y="39"/>
                </a:lnTo>
                <a:lnTo>
                  <a:pt x="68" y="39"/>
                </a:lnTo>
                <a:lnTo>
                  <a:pt x="67" y="39"/>
                </a:lnTo>
                <a:lnTo>
                  <a:pt x="66" y="39"/>
                </a:lnTo>
                <a:lnTo>
                  <a:pt x="66" y="39"/>
                </a:lnTo>
                <a:lnTo>
                  <a:pt x="65" y="38"/>
                </a:lnTo>
                <a:lnTo>
                  <a:pt x="65" y="38"/>
                </a:lnTo>
                <a:lnTo>
                  <a:pt x="64" y="38"/>
                </a:lnTo>
                <a:lnTo>
                  <a:pt x="64" y="37"/>
                </a:lnTo>
                <a:lnTo>
                  <a:pt x="63" y="37"/>
                </a:lnTo>
                <a:lnTo>
                  <a:pt x="63" y="35"/>
                </a:lnTo>
                <a:lnTo>
                  <a:pt x="64" y="34"/>
                </a:lnTo>
                <a:lnTo>
                  <a:pt x="63" y="34"/>
                </a:lnTo>
                <a:lnTo>
                  <a:pt x="63" y="33"/>
                </a:lnTo>
                <a:lnTo>
                  <a:pt x="61" y="29"/>
                </a:lnTo>
                <a:lnTo>
                  <a:pt x="61" y="28"/>
                </a:lnTo>
                <a:lnTo>
                  <a:pt x="60" y="30"/>
                </a:lnTo>
                <a:lnTo>
                  <a:pt x="58" y="31"/>
                </a:lnTo>
                <a:lnTo>
                  <a:pt x="58" y="30"/>
                </a:lnTo>
                <a:lnTo>
                  <a:pt x="57" y="30"/>
                </a:lnTo>
                <a:lnTo>
                  <a:pt x="57" y="29"/>
                </a:lnTo>
                <a:lnTo>
                  <a:pt x="56" y="29"/>
                </a:lnTo>
                <a:lnTo>
                  <a:pt x="56" y="28"/>
                </a:lnTo>
                <a:lnTo>
                  <a:pt x="57" y="28"/>
                </a:lnTo>
                <a:lnTo>
                  <a:pt x="57" y="25"/>
                </a:lnTo>
                <a:lnTo>
                  <a:pt x="57" y="25"/>
                </a:lnTo>
                <a:lnTo>
                  <a:pt x="57" y="23"/>
                </a:lnTo>
                <a:lnTo>
                  <a:pt x="59" y="23"/>
                </a:lnTo>
                <a:lnTo>
                  <a:pt x="58" y="20"/>
                </a:lnTo>
                <a:lnTo>
                  <a:pt x="59" y="18"/>
                </a:lnTo>
                <a:lnTo>
                  <a:pt x="59" y="17"/>
                </a:lnTo>
                <a:lnTo>
                  <a:pt x="58" y="16"/>
                </a:lnTo>
                <a:lnTo>
                  <a:pt x="57" y="16"/>
                </a:lnTo>
                <a:lnTo>
                  <a:pt x="56" y="17"/>
                </a:lnTo>
                <a:lnTo>
                  <a:pt x="55" y="17"/>
                </a:lnTo>
                <a:lnTo>
                  <a:pt x="54" y="18"/>
                </a:lnTo>
                <a:lnTo>
                  <a:pt x="52" y="18"/>
                </a:lnTo>
                <a:lnTo>
                  <a:pt x="51" y="18"/>
                </a:lnTo>
                <a:lnTo>
                  <a:pt x="51" y="18"/>
                </a:lnTo>
                <a:lnTo>
                  <a:pt x="51" y="17"/>
                </a:lnTo>
                <a:lnTo>
                  <a:pt x="51" y="14"/>
                </a:lnTo>
                <a:lnTo>
                  <a:pt x="50" y="15"/>
                </a:lnTo>
                <a:lnTo>
                  <a:pt x="49" y="14"/>
                </a:lnTo>
                <a:lnTo>
                  <a:pt x="49" y="12"/>
                </a:lnTo>
                <a:lnTo>
                  <a:pt x="48" y="11"/>
                </a:lnTo>
                <a:lnTo>
                  <a:pt x="48" y="12"/>
                </a:lnTo>
                <a:lnTo>
                  <a:pt x="47" y="13"/>
                </a:lnTo>
                <a:lnTo>
                  <a:pt x="46" y="11"/>
                </a:lnTo>
                <a:lnTo>
                  <a:pt x="45" y="12"/>
                </a:lnTo>
                <a:lnTo>
                  <a:pt x="44" y="12"/>
                </a:lnTo>
                <a:lnTo>
                  <a:pt x="43" y="11"/>
                </a:lnTo>
                <a:lnTo>
                  <a:pt x="42" y="11"/>
                </a:lnTo>
                <a:lnTo>
                  <a:pt x="40" y="12"/>
                </a:lnTo>
                <a:lnTo>
                  <a:pt x="39" y="11"/>
                </a:lnTo>
                <a:lnTo>
                  <a:pt x="39" y="10"/>
                </a:lnTo>
                <a:lnTo>
                  <a:pt x="37" y="10"/>
                </a:lnTo>
                <a:lnTo>
                  <a:pt x="37" y="8"/>
                </a:lnTo>
                <a:lnTo>
                  <a:pt x="35" y="7"/>
                </a:lnTo>
                <a:lnTo>
                  <a:pt x="35" y="6"/>
                </a:lnTo>
                <a:lnTo>
                  <a:pt x="35" y="5"/>
                </a:lnTo>
                <a:lnTo>
                  <a:pt x="35" y="5"/>
                </a:lnTo>
                <a:lnTo>
                  <a:pt x="34" y="5"/>
                </a:lnTo>
                <a:lnTo>
                  <a:pt x="32" y="5"/>
                </a:lnTo>
                <a:lnTo>
                  <a:pt x="31" y="4"/>
                </a:lnTo>
                <a:lnTo>
                  <a:pt x="28" y="3"/>
                </a:lnTo>
                <a:lnTo>
                  <a:pt x="28" y="3"/>
                </a:lnTo>
                <a:lnTo>
                  <a:pt x="26" y="2"/>
                </a:lnTo>
                <a:lnTo>
                  <a:pt x="25" y="1"/>
                </a:lnTo>
                <a:lnTo>
                  <a:pt x="25" y="1"/>
                </a:lnTo>
                <a:lnTo>
                  <a:pt x="24" y="0"/>
                </a:lnTo>
                <a:lnTo>
                  <a:pt x="23" y="0"/>
                </a:lnTo>
                <a:lnTo>
                  <a:pt x="23" y="1"/>
                </a:lnTo>
                <a:lnTo>
                  <a:pt x="22" y="1"/>
                </a:lnTo>
                <a:lnTo>
                  <a:pt x="21" y="3"/>
                </a:lnTo>
                <a:lnTo>
                  <a:pt x="20" y="2"/>
                </a:lnTo>
                <a:lnTo>
                  <a:pt x="21" y="4"/>
                </a:lnTo>
                <a:lnTo>
                  <a:pt x="20" y="5"/>
                </a:lnTo>
                <a:lnTo>
                  <a:pt x="21" y="6"/>
                </a:lnTo>
                <a:lnTo>
                  <a:pt x="21" y="7"/>
                </a:lnTo>
                <a:lnTo>
                  <a:pt x="24" y="8"/>
                </a:lnTo>
                <a:lnTo>
                  <a:pt x="24" y="9"/>
                </a:lnTo>
                <a:lnTo>
                  <a:pt x="26" y="9"/>
                </a:lnTo>
                <a:lnTo>
                  <a:pt x="27" y="8"/>
                </a:lnTo>
                <a:lnTo>
                  <a:pt x="28" y="8"/>
                </a:lnTo>
                <a:lnTo>
                  <a:pt x="28" y="8"/>
                </a:lnTo>
                <a:lnTo>
                  <a:pt x="28" y="9"/>
                </a:lnTo>
                <a:lnTo>
                  <a:pt x="28" y="10"/>
                </a:lnTo>
                <a:lnTo>
                  <a:pt x="28" y="11"/>
                </a:lnTo>
                <a:lnTo>
                  <a:pt x="28" y="12"/>
                </a:lnTo>
                <a:lnTo>
                  <a:pt x="29" y="13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5357561" y="5006942"/>
            <a:ext cx="551518" cy="705430"/>
          </a:xfrm>
          <a:custGeom>
            <a:avLst/>
            <a:gdLst/>
            <a:ahLst/>
            <a:cxnLst/>
            <a:rect l="l" t="t" r="r" b="b"/>
            <a:pathLst>
              <a:path w="86" h="110">
                <a:moveTo>
                  <a:pt x="64" y="74"/>
                </a:moveTo>
                <a:lnTo>
                  <a:pt x="64" y="74"/>
                </a:lnTo>
                <a:lnTo>
                  <a:pt x="64" y="72"/>
                </a:lnTo>
                <a:lnTo>
                  <a:pt x="64" y="73"/>
                </a:lnTo>
                <a:lnTo>
                  <a:pt x="63" y="73"/>
                </a:lnTo>
                <a:lnTo>
                  <a:pt x="62" y="72"/>
                </a:lnTo>
                <a:lnTo>
                  <a:pt x="63" y="71"/>
                </a:lnTo>
                <a:lnTo>
                  <a:pt x="63" y="70"/>
                </a:lnTo>
                <a:lnTo>
                  <a:pt x="63" y="70"/>
                </a:lnTo>
                <a:lnTo>
                  <a:pt x="63" y="69"/>
                </a:lnTo>
                <a:lnTo>
                  <a:pt x="61" y="68"/>
                </a:lnTo>
                <a:lnTo>
                  <a:pt x="62" y="68"/>
                </a:lnTo>
                <a:lnTo>
                  <a:pt x="63" y="68"/>
                </a:lnTo>
                <a:lnTo>
                  <a:pt x="63" y="68"/>
                </a:lnTo>
                <a:lnTo>
                  <a:pt x="63" y="69"/>
                </a:lnTo>
                <a:lnTo>
                  <a:pt x="65" y="69"/>
                </a:lnTo>
                <a:lnTo>
                  <a:pt x="65" y="70"/>
                </a:lnTo>
                <a:lnTo>
                  <a:pt x="64" y="70"/>
                </a:lnTo>
                <a:lnTo>
                  <a:pt x="64" y="70"/>
                </a:lnTo>
                <a:lnTo>
                  <a:pt x="65" y="71"/>
                </a:lnTo>
                <a:lnTo>
                  <a:pt x="67" y="71"/>
                </a:lnTo>
                <a:lnTo>
                  <a:pt x="66" y="72"/>
                </a:lnTo>
                <a:lnTo>
                  <a:pt x="67" y="73"/>
                </a:lnTo>
                <a:lnTo>
                  <a:pt x="67" y="70"/>
                </a:lnTo>
                <a:lnTo>
                  <a:pt x="66" y="69"/>
                </a:lnTo>
                <a:lnTo>
                  <a:pt x="66" y="68"/>
                </a:lnTo>
                <a:lnTo>
                  <a:pt x="67" y="69"/>
                </a:lnTo>
                <a:lnTo>
                  <a:pt x="68" y="69"/>
                </a:lnTo>
                <a:lnTo>
                  <a:pt x="69" y="69"/>
                </a:lnTo>
                <a:lnTo>
                  <a:pt x="70" y="68"/>
                </a:lnTo>
                <a:lnTo>
                  <a:pt x="69" y="67"/>
                </a:lnTo>
                <a:lnTo>
                  <a:pt x="71" y="67"/>
                </a:lnTo>
                <a:lnTo>
                  <a:pt x="69" y="65"/>
                </a:lnTo>
                <a:lnTo>
                  <a:pt x="68" y="65"/>
                </a:lnTo>
                <a:lnTo>
                  <a:pt x="68" y="66"/>
                </a:lnTo>
                <a:lnTo>
                  <a:pt x="67" y="65"/>
                </a:lnTo>
                <a:lnTo>
                  <a:pt x="66" y="65"/>
                </a:lnTo>
                <a:lnTo>
                  <a:pt x="66" y="64"/>
                </a:lnTo>
                <a:lnTo>
                  <a:pt x="67" y="63"/>
                </a:lnTo>
                <a:lnTo>
                  <a:pt x="67" y="63"/>
                </a:lnTo>
                <a:lnTo>
                  <a:pt x="68" y="62"/>
                </a:lnTo>
                <a:lnTo>
                  <a:pt x="68" y="62"/>
                </a:lnTo>
                <a:lnTo>
                  <a:pt x="68" y="63"/>
                </a:lnTo>
                <a:lnTo>
                  <a:pt x="69" y="64"/>
                </a:lnTo>
                <a:lnTo>
                  <a:pt x="70" y="63"/>
                </a:lnTo>
                <a:lnTo>
                  <a:pt x="70" y="62"/>
                </a:lnTo>
                <a:lnTo>
                  <a:pt x="70" y="61"/>
                </a:lnTo>
                <a:lnTo>
                  <a:pt x="71" y="61"/>
                </a:lnTo>
                <a:lnTo>
                  <a:pt x="72" y="61"/>
                </a:lnTo>
                <a:lnTo>
                  <a:pt x="72" y="63"/>
                </a:lnTo>
                <a:lnTo>
                  <a:pt x="72" y="62"/>
                </a:lnTo>
                <a:lnTo>
                  <a:pt x="73" y="62"/>
                </a:lnTo>
                <a:lnTo>
                  <a:pt x="73" y="63"/>
                </a:lnTo>
                <a:lnTo>
                  <a:pt x="73" y="63"/>
                </a:lnTo>
                <a:lnTo>
                  <a:pt x="73" y="64"/>
                </a:lnTo>
                <a:lnTo>
                  <a:pt x="74" y="64"/>
                </a:lnTo>
                <a:lnTo>
                  <a:pt x="75" y="63"/>
                </a:lnTo>
                <a:lnTo>
                  <a:pt x="74" y="62"/>
                </a:lnTo>
                <a:lnTo>
                  <a:pt x="74" y="62"/>
                </a:lnTo>
                <a:lnTo>
                  <a:pt x="75" y="64"/>
                </a:lnTo>
                <a:lnTo>
                  <a:pt x="76" y="64"/>
                </a:lnTo>
                <a:lnTo>
                  <a:pt x="76" y="62"/>
                </a:lnTo>
                <a:lnTo>
                  <a:pt x="75" y="62"/>
                </a:lnTo>
                <a:lnTo>
                  <a:pt x="76" y="61"/>
                </a:lnTo>
                <a:lnTo>
                  <a:pt x="77" y="62"/>
                </a:lnTo>
                <a:lnTo>
                  <a:pt x="79" y="63"/>
                </a:lnTo>
                <a:lnTo>
                  <a:pt x="78" y="62"/>
                </a:lnTo>
                <a:lnTo>
                  <a:pt x="79" y="61"/>
                </a:lnTo>
                <a:lnTo>
                  <a:pt x="80" y="61"/>
                </a:lnTo>
                <a:lnTo>
                  <a:pt x="79" y="60"/>
                </a:lnTo>
                <a:lnTo>
                  <a:pt x="79" y="59"/>
                </a:lnTo>
                <a:lnTo>
                  <a:pt x="80" y="59"/>
                </a:lnTo>
                <a:lnTo>
                  <a:pt x="79" y="58"/>
                </a:lnTo>
                <a:lnTo>
                  <a:pt x="79" y="58"/>
                </a:lnTo>
                <a:lnTo>
                  <a:pt x="78" y="58"/>
                </a:lnTo>
                <a:lnTo>
                  <a:pt x="78" y="56"/>
                </a:lnTo>
                <a:lnTo>
                  <a:pt x="76" y="58"/>
                </a:lnTo>
                <a:lnTo>
                  <a:pt x="77" y="59"/>
                </a:lnTo>
                <a:lnTo>
                  <a:pt x="77" y="60"/>
                </a:lnTo>
                <a:lnTo>
                  <a:pt x="76" y="61"/>
                </a:lnTo>
                <a:lnTo>
                  <a:pt x="76" y="61"/>
                </a:lnTo>
                <a:lnTo>
                  <a:pt x="75" y="61"/>
                </a:lnTo>
                <a:lnTo>
                  <a:pt x="75" y="60"/>
                </a:lnTo>
                <a:lnTo>
                  <a:pt x="75" y="59"/>
                </a:lnTo>
                <a:lnTo>
                  <a:pt x="74" y="59"/>
                </a:lnTo>
                <a:lnTo>
                  <a:pt x="73" y="59"/>
                </a:lnTo>
                <a:lnTo>
                  <a:pt x="73" y="58"/>
                </a:lnTo>
                <a:lnTo>
                  <a:pt x="72" y="58"/>
                </a:lnTo>
                <a:lnTo>
                  <a:pt x="72" y="57"/>
                </a:lnTo>
                <a:lnTo>
                  <a:pt x="74" y="57"/>
                </a:lnTo>
                <a:lnTo>
                  <a:pt x="74" y="56"/>
                </a:lnTo>
                <a:lnTo>
                  <a:pt x="74" y="56"/>
                </a:lnTo>
                <a:lnTo>
                  <a:pt x="74" y="52"/>
                </a:lnTo>
                <a:lnTo>
                  <a:pt x="75" y="51"/>
                </a:lnTo>
                <a:lnTo>
                  <a:pt x="75" y="49"/>
                </a:lnTo>
                <a:lnTo>
                  <a:pt x="75" y="49"/>
                </a:lnTo>
                <a:lnTo>
                  <a:pt x="74" y="49"/>
                </a:lnTo>
                <a:lnTo>
                  <a:pt x="74" y="47"/>
                </a:lnTo>
                <a:lnTo>
                  <a:pt x="73" y="47"/>
                </a:lnTo>
                <a:lnTo>
                  <a:pt x="73" y="46"/>
                </a:lnTo>
                <a:lnTo>
                  <a:pt x="74" y="45"/>
                </a:lnTo>
                <a:lnTo>
                  <a:pt x="74" y="44"/>
                </a:lnTo>
                <a:lnTo>
                  <a:pt x="76" y="43"/>
                </a:lnTo>
                <a:lnTo>
                  <a:pt x="76" y="43"/>
                </a:lnTo>
                <a:lnTo>
                  <a:pt x="76" y="42"/>
                </a:lnTo>
                <a:lnTo>
                  <a:pt x="77" y="42"/>
                </a:lnTo>
                <a:lnTo>
                  <a:pt x="78" y="42"/>
                </a:lnTo>
                <a:lnTo>
                  <a:pt x="79" y="41"/>
                </a:lnTo>
                <a:lnTo>
                  <a:pt x="79" y="40"/>
                </a:lnTo>
                <a:lnTo>
                  <a:pt x="78" y="41"/>
                </a:lnTo>
                <a:lnTo>
                  <a:pt x="76" y="39"/>
                </a:lnTo>
                <a:lnTo>
                  <a:pt x="75" y="36"/>
                </a:lnTo>
                <a:lnTo>
                  <a:pt x="74" y="36"/>
                </a:lnTo>
                <a:lnTo>
                  <a:pt x="72" y="36"/>
                </a:lnTo>
                <a:lnTo>
                  <a:pt x="71" y="36"/>
                </a:lnTo>
                <a:lnTo>
                  <a:pt x="71" y="36"/>
                </a:lnTo>
                <a:lnTo>
                  <a:pt x="71" y="35"/>
                </a:lnTo>
                <a:lnTo>
                  <a:pt x="72" y="33"/>
                </a:lnTo>
                <a:lnTo>
                  <a:pt x="73" y="34"/>
                </a:lnTo>
                <a:lnTo>
                  <a:pt x="75" y="34"/>
                </a:lnTo>
                <a:lnTo>
                  <a:pt x="76" y="34"/>
                </a:lnTo>
                <a:lnTo>
                  <a:pt x="77" y="34"/>
                </a:lnTo>
                <a:lnTo>
                  <a:pt x="77" y="33"/>
                </a:lnTo>
                <a:lnTo>
                  <a:pt x="77" y="32"/>
                </a:lnTo>
                <a:lnTo>
                  <a:pt x="77" y="31"/>
                </a:lnTo>
                <a:lnTo>
                  <a:pt x="79" y="31"/>
                </a:lnTo>
                <a:lnTo>
                  <a:pt x="80" y="31"/>
                </a:lnTo>
                <a:lnTo>
                  <a:pt x="78" y="32"/>
                </a:lnTo>
                <a:lnTo>
                  <a:pt x="78" y="35"/>
                </a:lnTo>
                <a:lnTo>
                  <a:pt x="77" y="35"/>
                </a:lnTo>
                <a:lnTo>
                  <a:pt x="76" y="36"/>
                </a:lnTo>
                <a:lnTo>
                  <a:pt x="76" y="37"/>
                </a:lnTo>
                <a:lnTo>
                  <a:pt x="77" y="37"/>
                </a:lnTo>
                <a:lnTo>
                  <a:pt x="78" y="36"/>
                </a:lnTo>
                <a:lnTo>
                  <a:pt x="78" y="36"/>
                </a:lnTo>
                <a:lnTo>
                  <a:pt x="78" y="35"/>
                </a:lnTo>
                <a:lnTo>
                  <a:pt x="79" y="35"/>
                </a:lnTo>
                <a:lnTo>
                  <a:pt x="80" y="34"/>
                </a:lnTo>
                <a:lnTo>
                  <a:pt x="81" y="34"/>
                </a:lnTo>
                <a:lnTo>
                  <a:pt x="82" y="34"/>
                </a:lnTo>
                <a:lnTo>
                  <a:pt x="81" y="33"/>
                </a:lnTo>
                <a:lnTo>
                  <a:pt x="82" y="32"/>
                </a:lnTo>
                <a:lnTo>
                  <a:pt x="82" y="31"/>
                </a:lnTo>
                <a:lnTo>
                  <a:pt x="81" y="31"/>
                </a:lnTo>
                <a:lnTo>
                  <a:pt x="81" y="30"/>
                </a:lnTo>
                <a:lnTo>
                  <a:pt x="80" y="30"/>
                </a:lnTo>
                <a:lnTo>
                  <a:pt x="80" y="30"/>
                </a:lnTo>
                <a:lnTo>
                  <a:pt x="80" y="30"/>
                </a:lnTo>
                <a:lnTo>
                  <a:pt x="79" y="29"/>
                </a:lnTo>
                <a:lnTo>
                  <a:pt x="80" y="28"/>
                </a:lnTo>
                <a:lnTo>
                  <a:pt x="80" y="27"/>
                </a:lnTo>
                <a:lnTo>
                  <a:pt x="83" y="27"/>
                </a:lnTo>
                <a:lnTo>
                  <a:pt x="83" y="26"/>
                </a:lnTo>
                <a:lnTo>
                  <a:pt x="83" y="26"/>
                </a:lnTo>
                <a:lnTo>
                  <a:pt x="83" y="25"/>
                </a:lnTo>
                <a:lnTo>
                  <a:pt x="83" y="24"/>
                </a:lnTo>
                <a:lnTo>
                  <a:pt x="83" y="23"/>
                </a:lnTo>
                <a:lnTo>
                  <a:pt x="85" y="23"/>
                </a:lnTo>
                <a:lnTo>
                  <a:pt x="86" y="22"/>
                </a:lnTo>
                <a:lnTo>
                  <a:pt x="85" y="20"/>
                </a:lnTo>
                <a:lnTo>
                  <a:pt x="85" y="19"/>
                </a:lnTo>
                <a:lnTo>
                  <a:pt x="85" y="19"/>
                </a:lnTo>
                <a:lnTo>
                  <a:pt x="83" y="17"/>
                </a:lnTo>
                <a:lnTo>
                  <a:pt x="83" y="16"/>
                </a:lnTo>
                <a:lnTo>
                  <a:pt x="82" y="17"/>
                </a:lnTo>
                <a:lnTo>
                  <a:pt x="81" y="16"/>
                </a:lnTo>
                <a:lnTo>
                  <a:pt x="79" y="16"/>
                </a:lnTo>
                <a:lnTo>
                  <a:pt x="79" y="17"/>
                </a:lnTo>
                <a:lnTo>
                  <a:pt x="78" y="17"/>
                </a:lnTo>
                <a:lnTo>
                  <a:pt x="78" y="18"/>
                </a:lnTo>
                <a:lnTo>
                  <a:pt x="77" y="18"/>
                </a:lnTo>
                <a:lnTo>
                  <a:pt x="77" y="18"/>
                </a:lnTo>
                <a:lnTo>
                  <a:pt x="76" y="18"/>
                </a:lnTo>
                <a:lnTo>
                  <a:pt x="75" y="19"/>
                </a:lnTo>
                <a:lnTo>
                  <a:pt x="74" y="20"/>
                </a:lnTo>
                <a:lnTo>
                  <a:pt x="72" y="20"/>
                </a:lnTo>
                <a:lnTo>
                  <a:pt x="72" y="19"/>
                </a:lnTo>
                <a:lnTo>
                  <a:pt x="70" y="17"/>
                </a:lnTo>
                <a:lnTo>
                  <a:pt x="70" y="17"/>
                </a:lnTo>
                <a:lnTo>
                  <a:pt x="70" y="16"/>
                </a:lnTo>
                <a:lnTo>
                  <a:pt x="69" y="15"/>
                </a:lnTo>
                <a:lnTo>
                  <a:pt x="69" y="14"/>
                </a:lnTo>
                <a:lnTo>
                  <a:pt x="68" y="14"/>
                </a:lnTo>
                <a:lnTo>
                  <a:pt x="68" y="12"/>
                </a:lnTo>
                <a:lnTo>
                  <a:pt x="68" y="12"/>
                </a:lnTo>
                <a:lnTo>
                  <a:pt x="66" y="13"/>
                </a:lnTo>
                <a:lnTo>
                  <a:pt x="65" y="16"/>
                </a:lnTo>
                <a:lnTo>
                  <a:pt x="65" y="16"/>
                </a:lnTo>
                <a:lnTo>
                  <a:pt x="64" y="16"/>
                </a:lnTo>
                <a:lnTo>
                  <a:pt x="63" y="16"/>
                </a:lnTo>
                <a:lnTo>
                  <a:pt x="62" y="19"/>
                </a:lnTo>
                <a:lnTo>
                  <a:pt x="59" y="19"/>
                </a:lnTo>
                <a:lnTo>
                  <a:pt x="59" y="19"/>
                </a:lnTo>
                <a:lnTo>
                  <a:pt x="59" y="18"/>
                </a:lnTo>
                <a:lnTo>
                  <a:pt x="58" y="18"/>
                </a:lnTo>
                <a:lnTo>
                  <a:pt x="57" y="18"/>
                </a:lnTo>
                <a:lnTo>
                  <a:pt x="56" y="18"/>
                </a:lnTo>
                <a:lnTo>
                  <a:pt x="56" y="18"/>
                </a:lnTo>
                <a:lnTo>
                  <a:pt x="55" y="19"/>
                </a:lnTo>
                <a:lnTo>
                  <a:pt x="54" y="19"/>
                </a:lnTo>
                <a:lnTo>
                  <a:pt x="53" y="17"/>
                </a:lnTo>
                <a:lnTo>
                  <a:pt x="54" y="17"/>
                </a:lnTo>
                <a:lnTo>
                  <a:pt x="54" y="15"/>
                </a:lnTo>
                <a:lnTo>
                  <a:pt x="53" y="14"/>
                </a:lnTo>
                <a:lnTo>
                  <a:pt x="51" y="9"/>
                </a:lnTo>
                <a:lnTo>
                  <a:pt x="49" y="8"/>
                </a:lnTo>
                <a:lnTo>
                  <a:pt x="49" y="6"/>
                </a:lnTo>
                <a:lnTo>
                  <a:pt x="50" y="5"/>
                </a:lnTo>
                <a:lnTo>
                  <a:pt x="50" y="4"/>
                </a:lnTo>
                <a:lnTo>
                  <a:pt x="49" y="3"/>
                </a:lnTo>
                <a:lnTo>
                  <a:pt x="50" y="3"/>
                </a:lnTo>
                <a:lnTo>
                  <a:pt x="50" y="2"/>
                </a:lnTo>
                <a:lnTo>
                  <a:pt x="49" y="2"/>
                </a:lnTo>
                <a:lnTo>
                  <a:pt x="48" y="0"/>
                </a:lnTo>
                <a:lnTo>
                  <a:pt x="48" y="1"/>
                </a:lnTo>
                <a:lnTo>
                  <a:pt x="47" y="2"/>
                </a:lnTo>
                <a:lnTo>
                  <a:pt x="46" y="2"/>
                </a:lnTo>
                <a:lnTo>
                  <a:pt x="46" y="2"/>
                </a:lnTo>
                <a:lnTo>
                  <a:pt x="44" y="2"/>
                </a:lnTo>
                <a:lnTo>
                  <a:pt x="44" y="3"/>
                </a:lnTo>
                <a:lnTo>
                  <a:pt x="43" y="3"/>
                </a:lnTo>
                <a:lnTo>
                  <a:pt x="42" y="2"/>
                </a:lnTo>
                <a:lnTo>
                  <a:pt x="40" y="4"/>
                </a:lnTo>
                <a:lnTo>
                  <a:pt x="42" y="4"/>
                </a:lnTo>
                <a:lnTo>
                  <a:pt x="42" y="6"/>
                </a:lnTo>
                <a:lnTo>
                  <a:pt x="39" y="7"/>
                </a:lnTo>
                <a:lnTo>
                  <a:pt x="39" y="8"/>
                </a:lnTo>
                <a:lnTo>
                  <a:pt x="38" y="8"/>
                </a:lnTo>
                <a:lnTo>
                  <a:pt x="37" y="8"/>
                </a:lnTo>
                <a:lnTo>
                  <a:pt x="37" y="9"/>
                </a:lnTo>
                <a:lnTo>
                  <a:pt x="37" y="9"/>
                </a:lnTo>
                <a:lnTo>
                  <a:pt x="37" y="10"/>
                </a:lnTo>
                <a:lnTo>
                  <a:pt x="35" y="10"/>
                </a:lnTo>
                <a:lnTo>
                  <a:pt x="34" y="10"/>
                </a:lnTo>
                <a:lnTo>
                  <a:pt x="34" y="10"/>
                </a:lnTo>
                <a:lnTo>
                  <a:pt x="33" y="11"/>
                </a:lnTo>
                <a:lnTo>
                  <a:pt x="32" y="11"/>
                </a:lnTo>
                <a:lnTo>
                  <a:pt x="31" y="12"/>
                </a:lnTo>
                <a:lnTo>
                  <a:pt x="31" y="13"/>
                </a:lnTo>
                <a:lnTo>
                  <a:pt x="30" y="15"/>
                </a:lnTo>
                <a:lnTo>
                  <a:pt x="30" y="14"/>
                </a:lnTo>
                <a:lnTo>
                  <a:pt x="29" y="14"/>
                </a:lnTo>
                <a:lnTo>
                  <a:pt x="28" y="13"/>
                </a:lnTo>
                <a:lnTo>
                  <a:pt x="26" y="11"/>
                </a:lnTo>
                <a:lnTo>
                  <a:pt x="26" y="11"/>
                </a:lnTo>
                <a:lnTo>
                  <a:pt x="25" y="12"/>
                </a:lnTo>
                <a:lnTo>
                  <a:pt x="24" y="12"/>
                </a:lnTo>
                <a:lnTo>
                  <a:pt x="22" y="14"/>
                </a:lnTo>
                <a:lnTo>
                  <a:pt x="22" y="14"/>
                </a:lnTo>
                <a:lnTo>
                  <a:pt x="21" y="14"/>
                </a:lnTo>
                <a:lnTo>
                  <a:pt x="21" y="15"/>
                </a:lnTo>
                <a:lnTo>
                  <a:pt x="22" y="15"/>
                </a:lnTo>
                <a:lnTo>
                  <a:pt x="22" y="16"/>
                </a:lnTo>
                <a:lnTo>
                  <a:pt x="21" y="18"/>
                </a:lnTo>
                <a:lnTo>
                  <a:pt x="20" y="18"/>
                </a:lnTo>
                <a:lnTo>
                  <a:pt x="20" y="19"/>
                </a:lnTo>
                <a:lnTo>
                  <a:pt x="18" y="19"/>
                </a:lnTo>
                <a:lnTo>
                  <a:pt x="18" y="20"/>
                </a:lnTo>
                <a:lnTo>
                  <a:pt x="17" y="19"/>
                </a:lnTo>
                <a:lnTo>
                  <a:pt x="16" y="20"/>
                </a:lnTo>
                <a:lnTo>
                  <a:pt x="17" y="21"/>
                </a:lnTo>
                <a:lnTo>
                  <a:pt x="17" y="22"/>
                </a:lnTo>
                <a:lnTo>
                  <a:pt x="18" y="22"/>
                </a:lnTo>
                <a:lnTo>
                  <a:pt x="18" y="21"/>
                </a:lnTo>
                <a:lnTo>
                  <a:pt x="19" y="22"/>
                </a:lnTo>
                <a:lnTo>
                  <a:pt x="19" y="24"/>
                </a:lnTo>
                <a:lnTo>
                  <a:pt x="19" y="25"/>
                </a:lnTo>
                <a:lnTo>
                  <a:pt x="19" y="25"/>
                </a:lnTo>
                <a:lnTo>
                  <a:pt x="19" y="27"/>
                </a:lnTo>
                <a:lnTo>
                  <a:pt x="21" y="27"/>
                </a:lnTo>
                <a:lnTo>
                  <a:pt x="20" y="29"/>
                </a:lnTo>
                <a:lnTo>
                  <a:pt x="18" y="31"/>
                </a:lnTo>
                <a:lnTo>
                  <a:pt x="19" y="32"/>
                </a:lnTo>
                <a:lnTo>
                  <a:pt x="17" y="33"/>
                </a:lnTo>
                <a:lnTo>
                  <a:pt x="17" y="34"/>
                </a:lnTo>
                <a:lnTo>
                  <a:pt x="16" y="34"/>
                </a:lnTo>
                <a:lnTo>
                  <a:pt x="12" y="36"/>
                </a:lnTo>
                <a:lnTo>
                  <a:pt x="9" y="39"/>
                </a:lnTo>
                <a:lnTo>
                  <a:pt x="10" y="40"/>
                </a:lnTo>
                <a:lnTo>
                  <a:pt x="9" y="42"/>
                </a:lnTo>
                <a:lnTo>
                  <a:pt x="9" y="43"/>
                </a:lnTo>
                <a:lnTo>
                  <a:pt x="10" y="43"/>
                </a:lnTo>
                <a:lnTo>
                  <a:pt x="10" y="45"/>
                </a:lnTo>
                <a:lnTo>
                  <a:pt x="11" y="46"/>
                </a:lnTo>
                <a:lnTo>
                  <a:pt x="12" y="47"/>
                </a:lnTo>
                <a:lnTo>
                  <a:pt x="12" y="47"/>
                </a:lnTo>
                <a:lnTo>
                  <a:pt x="12" y="48"/>
                </a:lnTo>
                <a:lnTo>
                  <a:pt x="12" y="49"/>
                </a:lnTo>
                <a:lnTo>
                  <a:pt x="11" y="50"/>
                </a:lnTo>
                <a:lnTo>
                  <a:pt x="11" y="49"/>
                </a:lnTo>
                <a:lnTo>
                  <a:pt x="10" y="49"/>
                </a:lnTo>
                <a:lnTo>
                  <a:pt x="10" y="50"/>
                </a:lnTo>
                <a:lnTo>
                  <a:pt x="8" y="51"/>
                </a:lnTo>
                <a:lnTo>
                  <a:pt x="8" y="53"/>
                </a:lnTo>
                <a:lnTo>
                  <a:pt x="8" y="54"/>
                </a:lnTo>
                <a:lnTo>
                  <a:pt x="9" y="54"/>
                </a:lnTo>
                <a:lnTo>
                  <a:pt x="10" y="54"/>
                </a:lnTo>
                <a:lnTo>
                  <a:pt x="10" y="55"/>
                </a:lnTo>
                <a:lnTo>
                  <a:pt x="8" y="57"/>
                </a:lnTo>
                <a:lnTo>
                  <a:pt x="8" y="58"/>
                </a:lnTo>
                <a:lnTo>
                  <a:pt x="8" y="59"/>
                </a:lnTo>
                <a:lnTo>
                  <a:pt x="7" y="59"/>
                </a:lnTo>
                <a:lnTo>
                  <a:pt x="6" y="61"/>
                </a:lnTo>
                <a:lnTo>
                  <a:pt x="4" y="61"/>
                </a:lnTo>
                <a:lnTo>
                  <a:pt x="4" y="62"/>
                </a:lnTo>
                <a:lnTo>
                  <a:pt x="4" y="63"/>
                </a:lnTo>
                <a:lnTo>
                  <a:pt x="5" y="64"/>
                </a:lnTo>
                <a:lnTo>
                  <a:pt x="4" y="64"/>
                </a:lnTo>
                <a:lnTo>
                  <a:pt x="3" y="65"/>
                </a:lnTo>
                <a:lnTo>
                  <a:pt x="3" y="66"/>
                </a:lnTo>
                <a:lnTo>
                  <a:pt x="3" y="67"/>
                </a:lnTo>
                <a:lnTo>
                  <a:pt x="2" y="67"/>
                </a:lnTo>
                <a:lnTo>
                  <a:pt x="3" y="69"/>
                </a:lnTo>
                <a:lnTo>
                  <a:pt x="2" y="70"/>
                </a:lnTo>
                <a:lnTo>
                  <a:pt x="2" y="72"/>
                </a:lnTo>
                <a:lnTo>
                  <a:pt x="2" y="73"/>
                </a:lnTo>
                <a:lnTo>
                  <a:pt x="2" y="74"/>
                </a:lnTo>
                <a:lnTo>
                  <a:pt x="2" y="75"/>
                </a:lnTo>
                <a:lnTo>
                  <a:pt x="1" y="75"/>
                </a:lnTo>
                <a:lnTo>
                  <a:pt x="1" y="76"/>
                </a:lnTo>
                <a:lnTo>
                  <a:pt x="0" y="77"/>
                </a:lnTo>
                <a:lnTo>
                  <a:pt x="0" y="79"/>
                </a:lnTo>
                <a:lnTo>
                  <a:pt x="0" y="80"/>
                </a:lnTo>
                <a:lnTo>
                  <a:pt x="1" y="80"/>
                </a:lnTo>
                <a:lnTo>
                  <a:pt x="1" y="80"/>
                </a:lnTo>
                <a:lnTo>
                  <a:pt x="0" y="81"/>
                </a:lnTo>
                <a:lnTo>
                  <a:pt x="2" y="82"/>
                </a:lnTo>
                <a:lnTo>
                  <a:pt x="0" y="83"/>
                </a:lnTo>
                <a:lnTo>
                  <a:pt x="1" y="83"/>
                </a:lnTo>
                <a:lnTo>
                  <a:pt x="4" y="83"/>
                </a:lnTo>
                <a:lnTo>
                  <a:pt x="5" y="85"/>
                </a:lnTo>
                <a:lnTo>
                  <a:pt x="6" y="84"/>
                </a:lnTo>
                <a:lnTo>
                  <a:pt x="7" y="84"/>
                </a:lnTo>
                <a:lnTo>
                  <a:pt x="8" y="85"/>
                </a:lnTo>
                <a:lnTo>
                  <a:pt x="9" y="85"/>
                </a:lnTo>
                <a:lnTo>
                  <a:pt x="8" y="85"/>
                </a:lnTo>
                <a:lnTo>
                  <a:pt x="10" y="85"/>
                </a:lnTo>
                <a:lnTo>
                  <a:pt x="10" y="84"/>
                </a:lnTo>
                <a:lnTo>
                  <a:pt x="11" y="83"/>
                </a:lnTo>
                <a:lnTo>
                  <a:pt x="11" y="83"/>
                </a:lnTo>
                <a:lnTo>
                  <a:pt x="12" y="84"/>
                </a:lnTo>
                <a:lnTo>
                  <a:pt x="11" y="85"/>
                </a:lnTo>
                <a:lnTo>
                  <a:pt x="13" y="87"/>
                </a:lnTo>
                <a:lnTo>
                  <a:pt x="14" y="86"/>
                </a:lnTo>
                <a:lnTo>
                  <a:pt x="14" y="88"/>
                </a:lnTo>
                <a:lnTo>
                  <a:pt x="14" y="89"/>
                </a:lnTo>
                <a:lnTo>
                  <a:pt x="15" y="89"/>
                </a:lnTo>
                <a:lnTo>
                  <a:pt x="16" y="88"/>
                </a:lnTo>
                <a:lnTo>
                  <a:pt x="17" y="88"/>
                </a:lnTo>
                <a:lnTo>
                  <a:pt x="20" y="87"/>
                </a:lnTo>
                <a:lnTo>
                  <a:pt x="21" y="87"/>
                </a:lnTo>
                <a:lnTo>
                  <a:pt x="20" y="89"/>
                </a:lnTo>
                <a:lnTo>
                  <a:pt x="20" y="90"/>
                </a:lnTo>
                <a:lnTo>
                  <a:pt x="22" y="91"/>
                </a:lnTo>
                <a:lnTo>
                  <a:pt x="22" y="92"/>
                </a:lnTo>
                <a:lnTo>
                  <a:pt x="23" y="93"/>
                </a:lnTo>
                <a:lnTo>
                  <a:pt x="24" y="95"/>
                </a:lnTo>
                <a:lnTo>
                  <a:pt x="24" y="95"/>
                </a:lnTo>
                <a:lnTo>
                  <a:pt x="24" y="96"/>
                </a:lnTo>
                <a:lnTo>
                  <a:pt x="26" y="97"/>
                </a:lnTo>
                <a:lnTo>
                  <a:pt x="24" y="99"/>
                </a:lnTo>
                <a:lnTo>
                  <a:pt x="25" y="100"/>
                </a:lnTo>
                <a:lnTo>
                  <a:pt x="25" y="101"/>
                </a:lnTo>
                <a:lnTo>
                  <a:pt x="26" y="101"/>
                </a:lnTo>
                <a:lnTo>
                  <a:pt x="26" y="103"/>
                </a:lnTo>
                <a:lnTo>
                  <a:pt x="25" y="103"/>
                </a:lnTo>
                <a:lnTo>
                  <a:pt x="26" y="104"/>
                </a:lnTo>
                <a:lnTo>
                  <a:pt x="27" y="104"/>
                </a:lnTo>
                <a:lnTo>
                  <a:pt x="28" y="108"/>
                </a:lnTo>
                <a:lnTo>
                  <a:pt x="30" y="109"/>
                </a:lnTo>
                <a:lnTo>
                  <a:pt x="30" y="109"/>
                </a:lnTo>
                <a:lnTo>
                  <a:pt x="31" y="109"/>
                </a:lnTo>
                <a:lnTo>
                  <a:pt x="31" y="110"/>
                </a:lnTo>
                <a:lnTo>
                  <a:pt x="33" y="110"/>
                </a:lnTo>
                <a:lnTo>
                  <a:pt x="34" y="110"/>
                </a:lnTo>
                <a:lnTo>
                  <a:pt x="35" y="110"/>
                </a:lnTo>
                <a:lnTo>
                  <a:pt x="37" y="109"/>
                </a:lnTo>
                <a:lnTo>
                  <a:pt x="37" y="108"/>
                </a:lnTo>
                <a:lnTo>
                  <a:pt x="37" y="108"/>
                </a:lnTo>
                <a:lnTo>
                  <a:pt x="37" y="106"/>
                </a:lnTo>
                <a:lnTo>
                  <a:pt x="38" y="106"/>
                </a:lnTo>
                <a:lnTo>
                  <a:pt x="39" y="106"/>
                </a:lnTo>
                <a:lnTo>
                  <a:pt x="40" y="104"/>
                </a:lnTo>
                <a:lnTo>
                  <a:pt x="40" y="102"/>
                </a:lnTo>
                <a:lnTo>
                  <a:pt x="42" y="102"/>
                </a:lnTo>
                <a:lnTo>
                  <a:pt x="43" y="101"/>
                </a:lnTo>
                <a:lnTo>
                  <a:pt x="43" y="100"/>
                </a:lnTo>
                <a:lnTo>
                  <a:pt x="44" y="99"/>
                </a:lnTo>
                <a:lnTo>
                  <a:pt x="45" y="99"/>
                </a:lnTo>
                <a:lnTo>
                  <a:pt x="45" y="97"/>
                </a:lnTo>
                <a:lnTo>
                  <a:pt x="46" y="95"/>
                </a:lnTo>
                <a:lnTo>
                  <a:pt x="47" y="94"/>
                </a:lnTo>
                <a:lnTo>
                  <a:pt x="48" y="93"/>
                </a:lnTo>
                <a:lnTo>
                  <a:pt x="49" y="92"/>
                </a:lnTo>
                <a:lnTo>
                  <a:pt x="48" y="90"/>
                </a:lnTo>
                <a:lnTo>
                  <a:pt x="47" y="90"/>
                </a:lnTo>
                <a:lnTo>
                  <a:pt x="47" y="89"/>
                </a:lnTo>
                <a:lnTo>
                  <a:pt x="46" y="89"/>
                </a:lnTo>
                <a:lnTo>
                  <a:pt x="47" y="87"/>
                </a:lnTo>
                <a:lnTo>
                  <a:pt x="48" y="86"/>
                </a:lnTo>
                <a:lnTo>
                  <a:pt x="48" y="85"/>
                </a:lnTo>
                <a:lnTo>
                  <a:pt x="50" y="87"/>
                </a:lnTo>
                <a:lnTo>
                  <a:pt x="53" y="86"/>
                </a:lnTo>
                <a:lnTo>
                  <a:pt x="52" y="85"/>
                </a:lnTo>
                <a:lnTo>
                  <a:pt x="54" y="84"/>
                </a:lnTo>
                <a:lnTo>
                  <a:pt x="55" y="84"/>
                </a:lnTo>
                <a:lnTo>
                  <a:pt x="56" y="84"/>
                </a:lnTo>
                <a:lnTo>
                  <a:pt x="57" y="86"/>
                </a:lnTo>
                <a:lnTo>
                  <a:pt x="58" y="85"/>
                </a:lnTo>
                <a:lnTo>
                  <a:pt x="59" y="84"/>
                </a:lnTo>
                <a:lnTo>
                  <a:pt x="59" y="83"/>
                </a:lnTo>
                <a:lnTo>
                  <a:pt x="58" y="83"/>
                </a:lnTo>
                <a:lnTo>
                  <a:pt x="58" y="82"/>
                </a:lnTo>
                <a:lnTo>
                  <a:pt x="58" y="82"/>
                </a:lnTo>
                <a:lnTo>
                  <a:pt x="59" y="82"/>
                </a:lnTo>
                <a:lnTo>
                  <a:pt x="60" y="80"/>
                </a:lnTo>
                <a:lnTo>
                  <a:pt x="60" y="79"/>
                </a:lnTo>
                <a:lnTo>
                  <a:pt x="58" y="79"/>
                </a:lnTo>
                <a:lnTo>
                  <a:pt x="57" y="78"/>
                </a:lnTo>
                <a:lnTo>
                  <a:pt x="59" y="77"/>
                </a:lnTo>
                <a:lnTo>
                  <a:pt x="58" y="78"/>
                </a:lnTo>
                <a:lnTo>
                  <a:pt x="60" y="78"/>
                </a:lnTo>
                <a:lnTo>
                  <a:pt x="61" y="77"/>
                </a:lnTo>
                <a:lnTo>
                  <a:pt x="61" y="77"/>
                </a:lnTo>
                <a:lnTo>
                  <a:pt x="62" y="76"/>
                </a:lnTo>
                <a:lnTo>
                  <a:pt x="64" y="76"/>
                </a:lnTo>
                <a:lnTo>
                  <a:pt x="64" y="76"/>
                </a:lnTo>
                <a:lnTo>
                  <a:pt x="63" y="76"/>
                </a:lnTo>
                <a:lnTo>
                  <a:pt x="63" y="75"/>
                </a:lnTo>
                <a:lnTo>
                  <a:pt x="63" y="75"/>
                </a:lnTo>
                <a:lnTo>
                  <a:pt x="65" y="75"/>
                </a:lnTo>
                <a:lnTo>
                  <a:pt x="65" y="74"/>
                </a:lnTo>
                <a:lnTo>
                  <a:pt x="64" y="74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5030498" y="4788900"/>
            <a:ext cx="602822" cy="833690"/>
          </a:xfrm>
          <a:custGeom>
            <a:avLst/>
            <a:gdLst/>
            <a:ahLst/>
            <a:cxnLst/>
            <a:rect l="l" t="t" r="r" b="b"/>
            <a:pathLst>
              <a:path w="94" h="130">
                <a:moveTo>
                  <a:pt x="85" y="12"/>
                </a:moveTo>
                <a:lnTo>
                  <a:pt x="84" y="11"/>
                </a:lnTo>
                <a:lnTo>
                  <a:pt x="84" y="10"/>
                </a:lnTo>
                <a:lnTo>
                  <a:pt x="84" y="10"/>
                </a:lnTo>
                <a:lnTo>
                  <a:pt x="81" y="8"/>
                </a:lnTo>
                <a:lnTo>
                  <a:pt x="80" y="9"/>
                </a:lnTo>
                <a:lnTo>
                  <a:pt x="77" y="9"/>
                </a:lnTo>
                <a:lnTo>
                  <a:pt x="76" y="9"/>
                </a:lnTo>
                <a:lnTo>
                  <a:pt x="75" y="9"/>
                </a:lnTo>
                <a:lnTo>
                  <a:pt x="75" y="8"/>
                </a:lnTo>
                <a:lnTo>
                  <a:pt x="74" y="8"/>
                </a:lnTo>
                <a:lnTo>
                  <a:pt x="74" y="9"/>
                </a:lnTo>
                <a:lnTo>
                  <a:pt x="72" y="9"/>
                </a:lnTo>
                <a:lnTo>
                  <a:pt x="72" y="7"/>
                </a:lnTo>
                <a:lnTo>
                  <a:pt x="70" y="7"/>
                </a:lnTo>
                <a:lnTo>
                  <a:pt x="70" y="6"/>
                </a:lnTo>
                <a:lnTo>
                  <a:pt x="69" y="4"/>
                </a:lnTo>
                <a:lnTo>
                  <a:pt x="69" y="3"/>
                </a:lnTo>
                <a:lnTo>
                  <a:pt x="68" y="4"/>
                </a:lnTo>
                <a:lnTo>
                  <a:pt x="68" y="4"/>
                </a:lnTo>
                <a:lnTo>
                  <a:pt x="67" y="4"/>
                </a:lnTo>
                <a:lnTo>
                  <a:pt x="66" y="4"/>
                </a:lnTo>
                <a:lnTo>
                  <a:pt x="66" y="3"/>
                </a:lnTo>
                <a:lnTo>
                  <a:pt x="66" y="2"/>
                </a:lnTo>
                <a:lnTo>
                  <a:pt x="65" y="2"/>
                </a:lnTo>
                <a:lnTo>
                  <a:pt x="63" y="3"/>
                </a:lnTo>
                <a:lnTo>
                  <a:pt x="64" y="4"/>
                </a:lnTo>
                <a:lnTo>
                  <a:pt x="63" y="5"/>
                </a:lnTo>
                <a:lnTo>
                  <a:pt x="64" y="6"/>
                </a:lnTo>
                <a:lnTo>
                  <a:pt x="63" y="6"/>
                </a:lnTo>
                <a:lnTo>
                  <a:pt x="64" y="7"/>
                </a:lnTo>
                <a:lnTo>
                  <a:pt x="62" y="8"/>
                </a:lnTo>
                <a:lnTo>
                  <a:pt x="62" y="8"/>
                </a:lnTo>
                <a:lnTo>
                  <a:pt x="59" y="10"/>
                </a:lnTo>
                <a:lnTo>
                  <a:pt x="59" y="11"/>
                </a:lnTo>
                <a:lnTo>
                  <a:pt x="58" y="11"/>
                </a:lnTo>
                <a:lnTo>
                  <a:pt x="57" y="11"/>
                </a:lnTo>
                <a:lnTo>
                  <a:pt x="57" y="11"/>
                </a:lnTo>
                <a:lnTo>
                  <a:pt x="56" y="11"/>
                </a:lnTo>
                <a:lnTo>
                  <a:pt x="55" y="10"/>
                </a:lnTo>
                <a:lnTo>
                  <a:pt x="55" y="9"/>
                </a:lnTo>
                <a:lnTo>
                  <a:pt x="55" y="9"/>
                </a:lnTo>
                <a:lnTo>
                  <a:pt x="59" y="4"/>
                </a:lnTo>
                <a:lnTo>
                  <a:pt x="59" y="2"/>
                </a:lnTo>
                <a:lnTo>
                  <a:pt x="58" y="2"/>
                </a:lnTo>
                <a:lnTo>
                  <a:pt x="58" y="2"/>
                </a:lnTo>
                <a:lnTo>
                  <a:pt x="57" y="1"/>
                </a:lnTo>
                <a:lnTo>
                  <a:pt x="57" y="1"/>
                </a:lnTo>
                <a:lnTo>
                  <a:pt x="56" y="0"/>
                </a:lnTo>
                <a:lnTo>
                  <a:pt x="54" y="0"/>
                </a:lnTo>
                <a:lnTo>
                  <a:pt x="53" y="0"/>
                </a:lnTo>
                <a:lnTo>
                  <a:pt x="53" y="1"/>
                </a:lnTo>
                <a:lnTo>
                  <a:pt x="52" y="4"/>
                </a:lnTo>
                <a:lnTo>
                  <a:pt x="51" y="5"/>
                </a:lnTo>
                <a:lnTo>
                  <a:pt x="47" y="7"/>
                </a:lnTo>
                <a:lnTo>
                  <a:pt x="47" y="7"/>
                </a:lnTo>
                <a:lnTo>
                  <a:pt x="46" y="7"/>
                </a:lnTo>
                <a:lnTo>
                  <a:pt x="45" y="7"/>
                </a:lnTo>
                <a:lnTo>
                  <a:pt x="41" y="9"/>
                </a:lnTo>
                <a:lnTo>
                  <a:pt x="40" y="10"/>
                </a:lnTo>
                <a:lnTo>
                  <a:pt x="35" y="7"/>
                </a:lnTo>
                <a:lnTo>
                  <a:pt x="32" y="8"/>
                </a:lnTo>
                <a:lnTo>
                  <a:pt x="32" y="9"/>
                </a:lnTo>
                <a:lnTo>
                  <a:pt x="32" y="10"/>
                </a:lnTo>
                <a:lnTo>
                  <a:pt x="30" y="12"/>
                </a:lnTo>
                <a:lnTo>
                  <a:pt x="29" y="13"/>
                </a:lnTo>
                <a:lnTo>
                  <a:pt x="28" y="12"/>
                </a:lnTo>
                <a:lnTo>
                  <a:pt x="26" y="13"/>
                </a:lnTo>
                <a:lnTo>
                  <a:pt x="25" y="12"/>
                </a:lnTo>
                <a:lnTo>
                  <a:pt x="25" y="13"/>
                </a:lnTo>
                <a:lnTo>
                  <a:pt x="26" y="13"/>
                </a:lnTo>
                <a:lnTo>
                  <a:pt x="25" y="14"/>
                </a:lnTo>
                <a:lnTo>
                  <a:pt x="26" y="14"/>
                </a:lnTo>
                <a:lnTo>
                  <a:pt x="26" y="16"/>
                </a:lnTo>
                <a:lnTo>
                  <a:pt x="25" y="16"/>
                </a:lnTo>
                <a:lnTo>
                  <a:pt x="25" y="15"/>
                </a:lnTo>
                <a:lnTo>
                  <a:pt x="24" y="15"/>
                </a:lnTo>
                <a:lnTo>
                  <a:pt x="23" y="15"/>
                </a:lnTo>
                <a:lnTo>
                  <a:pt x="22" y="16"/>
                </a:lnTo>
                <a:lnTo>
                  <a:pt x="23" y="16"/>
                </a:lnTo>
                <a:lnTo>
                  <a:pt x="22" y="17"/>
                </a:lnTo>
                <a:lnTo>
                  <a:pt x="21" y="17"/>
                </a:lnTo>
                <a:lnTo>
                  <a:pt x="21" y="17"/>
                </a:lnTo>
                <a:lnTo>
                  <a:pt x="21" y="18"/>
                </a:lnTo>
                <a:lnTo>
                  <a:pt x="22" y="18"/>
                </a:lnTo>
                <a:lnTo>
                  <a:pt x="22" y="17"/>
                </a:lnTo>
                <a:lnTo>
                  <a:pt x="22" y="17"/>
                </a:lnTo>
                <a:lnTo>
                  <a:pt x="22" y="17"/>
                </a:lnTo>
                <a:lnTo>
                  <a:pt x="22" y="18"/>
                </a:lnTo>
                <a:lnTo>
                  <a:pt x="21" y="19"/>
                </a:lnTo>
                <a:lnTo>
                  <a:pt x="19" y="20"/>
                </a:lnTo>
                <a:lnTo>
                  <a:pt x="19" y="20"/>
                </a:lnTo>
                <a:lnTo>
                  <a:pt x="19" y="20"/>
                </a:lnTo>
                <a:lnTo>
                  <a:pt x="17" y="20"/>
                </a:lnTo>
                <a:lnTo>
                  <a:pt x="14" y="21"/>
                </a:lnTo>
                <a:lnTo>
                  <a:pt x="13" y="22"/>
                </a:lnTo>
                <a:lnTo>
                  <a:pt x="13" y="21"/>
                </a:lnTo>
                <a:lnTo>
                  <a:pt x="11" y="22"/>
                </a:lnTo>
                <a:lnTo>
                  <a:pt x="10" y="21"/>
                </a:lnTo>
                <a:lnTo>
                  <a:pt x="9" y="21"/>
                </a:lnTo>
                <a:lnTo>
                  <a:pt x="9" y="24"/>
                </a:lnTo>
                <a:lnTo>
                  <a:pt x="6" y="25"/>
                </a:lnTo>
                <a:lnTo>
                  <a:pt x="5" y="26"/>
                </a:lnTo>
                <a:lnTo>
                  <a:pt x="4" y="28"/>
                </a:lnTo>
                <a:lnTo>
                  <a:pt x="4" y="30"/>
                </a:lnTo>
                <a:lnTo>
                  <a:pt x="5" y="31"/>
                </a:lnTo>
                <a:lnTo>
                  <a:pt x="5" y="31"/>
                </a:lnTo>
                <a:lnTo>
                  <a:pt x="5" y="32"/>
                </a:lnTo>
                <a:lnTo>
                  <a:pt x="6" y="32"/>
                </a:lnTo>
                <a:lnTo>
                  <a:pt x="6" y="32"/>
                </a:lnTo>
                <a:lnTo>
                  <a:pt x="7" y="33"/>
                </a:lnTo>
                <a:lnTo>
                  <a:pt x="8" y="33"/>
                </a:lnTo>
                <a:lnTo>
                  <a:pt x="8" y="33"/>
                </a:lnTo>
                <a:lnTo>
                  <a:pt x="8" y="38"/>
                </a:lnTo>
                <a:lnTo>
                  <a:pt x="7" y="40"/>
                </a:lnTo>
                <a:lnTo>
                  <a:pt x="10" y="41"/>
                </a:lnTo>
                <a:lnTo>
                  <a:pt x="9" y="42"/>
                </a:lnTo>
                <a:lnTo>
                  <a:pt x="11" y="43"/>
                </a:lnTo>
                <a:lnTo>
                  <a:pt x="11" y="45"/>
                </a:lnTo>
                <a:lnTo>
                  <a:pt x="10" y="45"/>
                </a:lnTo>
                <a:lnTo>
                  <a:pt x="10" y="46"/>
                </a:lnTo>
                <a:lnTo>
                  <a:pt x="9" y="46"/>
                </a:lnTo>
                <a:lnTo>
                  <a:pt x="9" y="48"/>
                </a:lnTo>
                <a:lnTo>
                  <a:pt x="6" y="49"/>
                </a:lnTo>
                <a:lnTo>
                  <a:pt x="8" y="51"/>
                </a:lnTo>
                <a:lnTo>
                  <a:pt x="7" y="51"/>
                </a:lnTo>
                <a:lnTo>
                  <a:pt x="6" y="51"/>
                </a:lnTo>
                <a:lnTo>
                  <a:pt x="6" y="52"/>
                </a:lnTo>
                <a:lnTo>
                  <a:pt x="6" y="52"/>
                </a:lnTo>
                <a:lnTo>
                  <a:pt x="5" y="53"/>
                </a:lnTo>
                <a:lnTo>
                  <a:pt x="4" y="52"/>
                </a:lnTo>
                <a:lnTo>
                  <a:pt x="4" y="53"/>
                </a:lnTo>
                <a:lnTo>
                  <a:pt x="3" y="53"/>
                </a:lnTo>
                <a:lnTo>
                  <a:pt x="2" y="54"/>
                </a:lnTo>
                <a:lnTo>
                  <a:pt x="2" y="56"/>
                </a:lnTo>
                <a:lnTo>
                  <a:pt x="2" y="56"/>
                </a:lnTo>
                <a:lnTo>
                  <a:pt x="3" y="57"/>
                </a:lnTo>
                <a:lnTo>
                  <a:pt x="0" y="61"/>
                </a:lnTo>
                <a:lnTo>
                  <a:pt x="0" y="62"/>
                </a:lnTo>
                <a:lnTo>
                  <a:pt x="0" y="63"/>
                </a:lnTo>
                <a:lnTo>
                  <a:pt x="0" y="64"/>
                </a:lnTo>
                <a:lnTo>
                  <a:pt x="1" y="64"/>
                </a:lnTo>
                <a:lnTo>
                  <a:pt x="0" y="65"/>
                </a:lnTo>
                <a:lnTo>
                  <a:pt x="0" y="66"/>
                </a:lnTo>
                <a:lnTo>
                  <a:pt x="1" y="66"/>
                </a:lnTo>
                <a:lnTo>
                  <a:pt x="0" y="67"/>
                </a:lnTo>
                <a:lnTo>
                  <a:pt x="1" y="68"/>
                </a:lnTo>
                <a:lnTo>
                  <a:pt x="2" y="68"/>
                </a:lnTo>
                <a:lnTo>
                  <a:pt x="6" y="66"/>
                </a:lnTo>
                <a:lnTo>
                  <a:pt x="5" y="68"/>
                </a:lnTo>
                <a:lnTo>
                  <a:pt x="6" y="68"/>
                </a:lnTo>
                <a:lnTo>
                  <a:pt x="5" y="70"/>
                </a:lnTo>
                <a:lnTo>
                  <a:pt x="4" y="72"/>
                </a:lnTo>
                <a:lnTo>
                  <a:pt x="4" y="73"/>
                </a:lnTo>
                <a:lnTo>
                  <a:pt x="5" y="73"/>
                </a:lnTo>
                <a:lnTo>
                  <a:pt x="5" y="74"/>
                </a:lnTo>
                <a:lnTo>
                  <a:pt x="8" y="76"/>
                </a:lnTo>
                <a:lnTo>
                  <a:pt x="6" y="79"/>
                </a:lnTo>
                <a:lnTo>
                  <a:pt x="7" y="83"/>
                </a:lnTo>
                <a:lnTo>
                  <a:pt x="8" y="84"/>
                </a:lnTo>
                <a:lnTo>
                  <a:pt x="10" y="83"/>
                </a:lnTo>
                <a:lnTo>
                  <a:pt x="10" y="84"/>
                </a:lnTo>
                <a:lnTo>
                  <a:pt x="12" y="84"/>
                </a:lnTo>
                <a:lnTo>
                  <a:pt x="12" y="86"/>
                </a:lnTo>
                <a:lnTo>
                  <a:pt x="12" y="86"/>
                </a:lnTo>
                <a:lnTo>
                  <a:pt x="12" y="88"/>
                </a:lnTo>
                <a:lnTo>
                  <a:pt x="11" y="89"/>
                </a:lnTo>
                <a:lnTo>
                  <a:pt x="11" y="90"/>
                </a:lnTo>
                <a:lnTo>
                  <a:pt x="11" y="91"/>
                </a:lnTo>
                <a:lnTo>
                  <a:pt x="11" y="91"/>
                </a:lnTo>
                <a:lnTo>
                  <a:pt x="10" y="92"/>
                </a:lnTo>
                <a:lnTo>
                  <a:pt x="10" y="93"/>
                </a:lnTo>
                <a:lnTo>
                  <a:pt x="10" y="93"/>
                </a:lnTo>
                <a:lnTo>
                  <a:pt x="10" y="94"/>
                </a:lnTo>
                <a:lnTo>
                  <a:pt x="11" y="93"/>
                </a:lnTo>
                <a:lnTo>
                  <a:pt x="12" y="93"/>
                </a:lnTo>
                <a:lnTo>
                  <a:pt x="14" y="92"/>
                </a:lnTo>
                <a:lnTo>
                  <a:pt x="15" y="92"/>
                </a:lnTo>
                <a:lnTo>
                  <a:pt x="16" y="93"/>
                </a:lnTo>
                <a:lnTo>
                  <a:pt x="13" y="95"/>
                </a:lnTo>
                <a:lnTo>
                  <a:pt x="13" y="95"/>
                </a:lnTo>
                <a:lnTo>
                  <a:pt x="13" y="96"/>
                </a:lnTo>
                <a:lnTo>
                  <a:pt x="12" y="95"/>
                </a:lnTo>
                <a:lnTo>
                  <a:pt x="11" y="97"/>
                </a:lnTo>
                <a:lnTo>
                  <a:pt x="12" y="98"/>
                </a:lnTo>
                <a:lnTo>
                  <a:pt x="12" y="100"/>
                </a:lnTo>
                <a:lnTo>
                  <a:pt x="11" y="101"/>
                </a:lnTo>
                <a:lnTo>
                  <a:pt x="11" y="102"/>
                </a:lnTo>
                <a:lnTo>
                  <a:pt x="10" y="103"/>
                </a:lnTo>
                <a:lnTo>
                  <a:pt x="10" y="104"/>
                </a:lnTo>
                <a:lnTo>
                  <a:pt x="11" y="106"/>
                </a:lnTo>
                <a:lnTo>
                  <a:pt x="12" y="106"/>
                </a:lnTo>
                <a:lnTo>
                  <a:pt x="12" y="108"/>
                </a:lnTo>
                <a:lnTo>
                  <a:pt x="11" y="108"/>
                </a:lnTo>
                <a:lnTo>
                  <a:pt x="11" y="110"/>
                </a:lnTo>
                <a:lnTo>
                  <a:pt x="12" y="110"/>
                </a:lnTo>
                <a:lnTo>
                  <a:pt x="12" y="110"/>
                </a:lnTo>
                <a:lnTo>
                  <a:pt x="13" y="111"/>
                </a:lnTo>
                <a:lnTo>
                  <a:pt x="13" y="113"/>
                </a:lnTo>
                <a:lnTo>
                  <a:pt x="13" y="114"/>
                </a:lnTo>
                <a:lnTo>
                  <a:pt x="14" y="113"/>
                </a:lnTo>
                <a:lnTo>
                  <a:pt x="16" y="112"/>
                </a:lnTo>
                <a:lnTo>
                  <a:pt x="18" y="113"/>
                </a:lnTo>
                <a:lnTo>
                  <a:pt x="19" y="112"/>
                </a:lnTo>
                <a:lnTo>
                  <a:pt x="19" y="111"/>
                </a:lnTo>
                <a:lnTo>
                  <a:pt x="20" y="112"/>
                </a:lnTo>
                <a:lnTo>
                  <a:pt x="21" y="111"/>
                </a:lnTo>
                <a:lnTo>
                  <a:pt x="21" y="110"/>
                </a:lnTo>
                <a:lnTo>
                  <a:pt x="22" y="110"/>
                </a:lnTo>
                <a:lnTo>
                  <a:pt x="23" y="109"/>
                </a:lnTo>
                <a:lnTo>
                  <a:pt x="25" y="110"/>
                </a:lnTo>
                <a:lnTo>
                  <a:pt x="25" y="111"/>
                </a:lnTo>
                <a:lnTo>
                  <a:pt x="27" y="111"/>
                </a:lnTo>
                <a:lnTo>
                  <a:pt x="28" y="112"/>
                </a:lnTo>
                <a:lnTo>
                  <a:pt x="28" y="113"/>
                </a:lnTo>
                <a:lnTo>
                  <a:pt x="27" y="113"/>
                </a:lnTo>
                <a:lnTo>
                  <a:pt x="27" y="114"/>
                </a:lnTo>
                <a:lnTo>
                  <a:pt x="28" y="115"/>
                </a:lnTo>
                <a:lnTo>
                  <a:pt x="28" y="115"/>
                </a:lnTo>
                <a:lnTo>
                  <a:pt x="26" y="116"/>
                </a:lnTo>
                <a:lnTo>
                  <a:pt x="26" y="117"/>
                </a:lnTo>
                <a:lnTo>
                  <a:pt x="24" y="117"/>
                </a:lnTo>
                <a:lnTo>
                  <a:pt x="23" y="119"/>
                </a:lnTo>
                <a:lnTo>
                  <a:pt x="22" y="119"/>
                </a:lnTo>
                <a:lnTo>
                  <a:pt x="22" y="119"/>
                </a:lnTo>
                <a:lnTo>
                  <a:pt x="21" y="120"/>
                </a:lnTo>
                <a:lnTo>
                  <a:pt x="22" y="121"/>
                </a:lnTo>
                <a:lnTo>
                  <a:pt x="21" y="123"/>
                </a:lnTo>
                <a:lnTo>
                  <a:pt x="21" y="124"/>
                </a:lnTo>
                <a:lnTo>
                  <a:pt x="19" y="125"/>
                </a:lnTo>
                <a:lnTo>
                  <a:pt x="19" y="126"/>
                </a:lnTo>
                <a:lnTo>
                  <a:pt x="17" y="126"/>
                </a:lnTo>
                <a:lnTo>
                  <a:pt x="18" y="127"/>
                </a:lnTo>
                <a:lnTo>
                  <a:pt x="20" y="127"/>
                </a:lnTo>
                <a:lnTo>
                  <a:pt x="20" y="128"/>
                </a:lnTo>
                <a:lnTo>
                  <a:pt x="21" y="128"/>
                </a:lnTo>
                <a:lnTo>
                  <a:pt x="22" y="129"/>
                </a:lnTo>
                <a:lnTo>
                  <a:pt x="22" y="130"/>
                </a:lnTo>
                <a:lnTo>
                  <a:pt x="23" y="130"/>
                </a:lnTo>
                <a:lnTo>
                  <a:pt x="25" y="128"/>
                </a:lnTo>
                <a:lnTo>
                  <a:pt x="26" y="129"/>
                </a:lnTo>
                <a:lnTo>
                  <a:pt x="27" y="128"/>
                </a:lnTo>
                <a:lnTo>
                  <a:pt x="28" y="128"/>
                </a:lnTo>
                <a:lnTo>
                  <a:pt x="29" y="129"/>
                </a:lnTo>
                <a:lnTo>
                  <a:pt x="29" y="128"/>
                </a:lnTo>
                <a:lnTo>
                  <a:pt x="29" y="127"/>
                </a:lnTo>
                <a:lnTo>
                  <a:pt x="30" y="127"/>
                </a:lnTo>
                <a:lnTo>
                  <a:pt x="31" y="127"/>
                </a:lnTo>
                <a:lnTo>
                  <a:pt x="31" y="127"/>
                </a:lnTo>
                <a:lnTo>
                  <a:pt x="32" y="128"/>
                </a:lnTo>
                <a:lnTo>
                  <a:pt x="32" y="127"/>
                </a:lnTo>
                <a:lnTo>
                  <a:pt x="32" y="125"/>
                </a:lnTo>
                <a:lnTo>
                  <a:pt x="33" y="125"/>
                </a:lnTo>
                <a:lnTo>
                  <a:pt x="34" y="125"/>
                </a:lnTo>
                <a:lnTo>
                  <a:pt x="35" y="125"/>
                </a:lnTo>
                <a:lnTo>
                  <a:pt x="35" y="124"/>
                </a:lnTo>
                <a:lnTo>
                  <a:pt x="36" y="124"/>
                </a:lnTo>
                <a:lnTo>
                  <a:pt x="36" y="125"/>
                </a:lnTo>
                <a:lnTo>
                  <a:pt x="39" y="123"/>
                </a:lnTo>
                <a:lnTo>
                  <a:pt x="40" y="123"/>
                </a:lnTo>
                <a:lnTo>
                  <a:pt x="40" y="122"/>
                </a:lnTo>
                <a:lnTo>
                  <a:pt x="42" y="123"/>
                </a:lnTo>
                <a:lnTo>
                  <a:pt x="42" y="122"/>
                </a:lnTo>
                <a:lnTo>
                  <a:pt x="42" y="121"/>
                </a:lnTo>
                <a:lnTo>
                  <a:pt x="44" y="122"/>
                </a:lnTo>
                <a:lnTo>
                  <a:pt x="46" y="123"/>
                </a:lnTo>
                <a:lnTo>
                  <a:pt x="46" y="125"/>
                </a:lnTo>
                <a:lnTo>
                  <a:pt x="48" y="125"/>
                </a:lnTo>
                <a:lnTo>
                  <a:pt x="49" y="126"/>
                </a:lnTo>
                <a:lnTo>
                  <a:pt x="52" y="125"/>
                </a:lnTo>
                <a:lnTo>
                  <a:pt x="50" y="123"/>
                </a:lnTo>
                <a:lnTo>
                  <a:pt x="51" y="122"/>
                </a:lnTo>
                <a:lnTo>
                  <a:pt x="50" y="122"/>
                </a:lnTo>
                <a:lnTo>
                  <a:pt x="50" y="122"/>
                </a:lnTo>
                <a:lnTo>
                  <a:pt x="51" y="118"/>
                </a:lnTo>
                <a:lnTo>
                  <a:pt x="51" y="118"/>
                </a:lnTo>
                <a:lnTo>
                  <a:pt x="51" y="119"/>
                </a:lnTo>
                <a:lnTo>
                  <a:pt x="52" y="118"/>
                </a:lnTo>
                <a:lnTo>
                  <a:pt x="52" y="118"/>
                </a:lnTo>
                <a:lnTo>
                  <a:pt x="52" y="117"/>
                </a:lnTo>
                <a:lnTo>
                  <a:pt x="51" y="117"/>
                </a:lnTo>
                <a:lnTo>
                  <a:pt x="53" y="116"/>
                </a:lnTo>
                <a:lnTo>
                  <a:pt x="51" y="115"/>
                </a:lnTo>
                <a:lnTo>
                  <a:pt x="52" y="114"/>
                </a:lnTo>
                <a:lnTo>
                  <a:pt x="52" y="114"/>
                </a:lnTo>
                <a:lnTo>
                  <a:pt x="51" y="114"/>
                </a:lnTo>
                <a:lnTo>
                  <a:pt x="51" y="113"/>
                </a:lnTo>
                <a:lnTo>
                  <a:pt x="51" y="111"/>
                </a:lnTo>
                <a:lnTo>
                  <a:pt x="52" y="110"/>
                </a:lnTo>
                <a:lnTo>
                  <a:pt x="52" y="109"/>
                </a:lnTo>
                <a:lnTo>
                  <a:pt x="53" y="109"/>
                </a:lnTo>
                <a:lnTo>
                  <a:pt x="53" y="108"/>
                </a:lnTo>
                <a:lnTo>
                  <a:pt x="53" y="107"/>
                </a:lnTo>
                <a:lnTo>
                  <a:pt x="53" y="106"/>
                </a:lnTo>
                <a:lnTo>
                  <a:pt x="53" y="104"/>
                </a:lnTo>
                <a:lnTo>
                  <a:pt x="54" y="103"/>
                </a:lnTo>
                <a:lnTo>
                  <a:pt x="53" y="101"/>
                </a:lnTo>
                <a:lnTo>
                  <a:pt x="54" y="101"/>
                </a:lnTo>
                <a:lnTo>
                  <a:pt x="54" y="100"/>
                </a:lnTo>
                <a:lnTo>
                  <a:pt x="54" y="99"/>
                </a:lnTo>
                <a:lnTo>
                  <a:pt x="55" y="98"/>
                </a:lnTo>
                <a:lnTo>
                  <a:pt x="56" y="98"/>
                </a:lnTo>
                <a:lnTo>
                  <a:pt x="55" y="97"/>
                </a:lnTo>
                <a:lnTo>
                  <a:pt x="55" y="96"/>
                </a:lnTo>
                <a:lnTo>
                  <a:pt x="55" y="95"/>
                </a:lnTo>
                <a:lnTo>
                  <a:pt x="57" y="95"/>
                </a:lnTo>
                <a:lnTo>
                  <a:pt x="58" y="93"/>
                </a:lnTo>
                <a:lnTo>
                  <a:pt x="59" y="93"/>
                </a:lnTo>
                <a:lnTo>
                  <a:pt x="59" y="92"/>
                </a:lnTo>
                <a:lnTo>
                  <a:pt x="59" y="91"/>
                </a:lnTo>
                <a:lnTo>
                  <a:pt x="61" y="89"/>
                </a:lnTo>
                <a:lnTo>
                  <a:pt x="61" y="88"/>
                </a:lnTo>
                <a:lnTo>
                  <a:pt x="60" y="88"/>
                </a:lnTo>
                <a:lnTo>
                  <a:pt x="59" y="88"/>
                </a:lnTo>
                <a:lnTo>
                  <a:pt x="59" y="87"/>
                </a:lnTo>
                <a:lnTo>
                  <a:pt x="59" y="85"/>
                </a:lnTo>
                <a:lnTo>
                  <a:pt x="61" y="84"/>
                </a:lnTo>
                <a:lnTo>
                  <a:pt x="61" y="83"/>
                </a:lnTo>
                <a:lnTo>
                  <a:pt x="62" y="83"/>
                </a:lnTo>
                <a:lnTo>
                  <a:pt x="62" y="84"/>
                </a:lnTo>
                <a:lnTo>
                  <a:pt x="63" y="83"/>
                </a:lnTo>
                <a:lnTo>
                  <a:pt x="63" y="82"/>
                </a:lnTo>
                <a:lnTo>
                  <a:pt x="63" y="81"/>
                </a:lnTo>
                <a:lnTo>
                  <a:pt x="63" y="81"/>
                </a:lnTo>
                <a:lnTo>
                  <a:pt x="62" y="80"/>
                </a:lnTo>
                <a:lnTo>
                  <a:pt x="61" y="79"/>
                </a:lnTo>
                <a:lnTo>
                  <a:pt x="61" y="77"/>
                </a:lnTo>
                <a:lnTo>
                  <a:pt x="60" y="77"/>
                </a:lnTo>
                <a:lnTo>
                  <a:pt x="60" y="76"/>
                </a:lnTo>
                <a:lnTo>
                  <a:pt x="61" y="74"/>
                </a:lnTo>
                <a:lnTo>
                  <a:pt x="60" y="73"/>
                </a:lnTo>
                <a:lnTo>
                  <a:pt x="63" y="70"/>
                </a:lnTo>
                <a:lnTo>
                  <a:pt x="67" y="68"/>
                </a:lnTo>
                <a:lnTo>
                  <a:pt x="68" y="68"/>
                </a:lnTo>
                <a:lnTo>
                  <a:pt x="68" y="67"/>
                </a:lnTo>
                <a:lnTo>
                  <a:pt x="70" y="66"/>
                </a:lnTo>
                <a:lnTo>
                  <a:pt x="69" y="65"/>
                </a:lnTo>
                <a:lnTo>
                  <a:pt x="71" y="63"/>
                </a:lnTo>
                <a:lnTo>
                  <a:pt x="72" y="61"/>
                </a:lnTo>
                <a:lnTo>
                  <a:pt x="70" y="61"/>
                </a:lnTo>
                <a:lnTo>
                  <a:pt x="70" y="59"/>
                </a:lnTo>
                <a:lnTo>
                  <a:pt x="70" y="59"/>
                </a:lnTo>
                <a:lnTo>
                  <a:pt x="70" y="58"/>
                </a:lnTo>
                <a:lnTo>
                  <a:pt x="70" y="56"/>
                </a:lnTo>
                <a:lnTo>
                  <a:pt x="69" y="55"/>
                </a:lnTo>
                <a:lnTo>
                  <a:pt x="69" y="56"/>
                </a:lnTo>
                <a:lnTo>
                  <a:pt x="68" y="56"/>
                </a:lnTo>
                <a:lnTo>
                  <a:pt x="68" y="55"/>
                </a:lnTo>
                <a:lnTo>
                  <a:pt x="67" y="54"/>
                </a:lnTo>
                <a:lnTo>
                  <a:pt x="68" y="53"/>
                </a:lnTo>
                <a:lnTo>
                  <a:pt x="69" y="54"/>
                </a:lnTo>
                <a:lnTo>
                  <a:pt x="69" y="53"/>
                </a:lnTo>
                <a:lnTo>
                  <a:pt x="71" y="53"/>
                </a:lnTo>
                <a:lnTo>
                  <a:pt x="71" y="52"/>
                </a:lnTo>
                <a:lnTo>
                  <a:pt x="72" y="52"/>
                </a:lnTo>
                <a:lnTo>
                  <a:pt x="73" y="50"/>
                </a:lnTo>
                <a:lnTo>
                  <a:pt x="73" y="49"/>
                </a:lnTo>
                <a:lnTo>
                  <a:pt x="72" y="49"/>
                </a:lnTo>
                <a:lnTo>
                  <a:pt x="72" y="48"/>
                </a:lnTo>
                <a:lnTo>
                  <a:pt x="73" y="48"/>
                </a:lnTo>
                <a:lnTo>
                  <a:pt x="73" y="48"/>
                </a:lnTo>
                <a:lnTo>
                  <a:pt x="75" y="46"/>
                </a:lnTo>
                <a:lnTo>
                  <a:pt x="76" y="46"/>
                </a:lnTo>
                <a:lnTo>
                  <a:pt x="77" y="45"/>
                </a:lnTo>
                <a:lnTo>
                  <a:pt x="77" y="45"/>
                </a:lnTo>
                <a:lnTo>
                  <a:pt x="79" y="47"/>
                </a:lnTo>
                <a:lnTo>
                  <a:pt x="80" y="48"/>
                </a:lnTo>
                <a:lnTo>
                  <a:pt x="81" y="48"/>
                </a:lnTo>
                <a:lnTo>
                  <a:pt x="81" y="49"/>
                </a:lnTo>
                <a:lnTo>
                  <a:pt x="82" y="47"/>
                </a:lnTo>
                <a:lnTo>
                  <a:pt x="82" y="46"/>
                </a:lnTo>
                <a:lnTo>
                  <a:pt x="83" y="45"/>
                </a:lnTo>
                <a:lnTo>
                  <a:pt x="84" y="45"/>
                </a:lnTo>
                <a:lnTo>
                  <a:pt x="85" y="44"/>
                </a:lnTo>
                <a:lnTo>
                  <a:pt x="85" y="44"/>
                </a:lnTo>
                <a:lnTo>
                  <a:pt x="86" y="44"/>
                </a:lnTo>
                <a:lnTo>
                  <a:pt x="88" y="44"/>
                </a:lnTo>
                <a:lnTo>
                  <a:pt x="88" y="43"/>
                </a:lnTo>
                <a:lnTo>
                  <a:pt x="88" y="43"/>
                </a:lnTo>
                <a:lnTo>
                  <a:pt x="88" y="42"/>
                </a:lnTo>
                <a:lnTo>
                  <a:pt x="89" y="42"/>
                </a:lnTo>
                <a:lnTo>
                  <a:pt x="90" y="42"/>
                </a:lnTo>
                <a:lnTo>
                  <a:pt x="90" y="41"/>
                </a:lnTo>
                <a:lnTo>
                  <a:pt x="93" y="40"/>
                </a:lnTo>
                <a:lnTo>
                  <a:pt x="93" y="38"/>
                </a:lnTo>
                <a:lnTo>
                  <a:pt x="91" y="38"/>
                </a:lnTo>
                <a:lnTo>
                  <a:pt x="94" y="35"/>
                </a:lnTo>
                <a:lnTo>
                  <a:pt x="93" y="33"/>
                </a:lnTo>
                <a:lnTo>
                  <a:pt x="94" y="31"/>
                </a:lnTo>
                <a:lnTo>
                  <a:pt x="93" y="31"/>
                </a:lnTo>
                <a:lnTo>
                  <a:pt x="93" y="31"/>
                </a:lnTo>
                <a:lnTo>
                  <a:pt x="92" y="30"/>
                </a:lnTo>
                <a:lnTo>
                  <a:pt x="92" y="27"/>
                </a:lnTo>
                <a:lnTo>
                  <a:pt x="92" y="27"/>
                </a:lnTo>
                <a:lnTo>
                  <a:pt x="91" y="24"/>
                </a:lnTo>
                <a:lnTo>
                  <a:pt x="89" y="24"/>
                </a:lnTo>
                <a:lnTo>
                  <a:pt x="88" y="22"/>
                </a:lnTo>
                <a:lnTo>
                  <a:pt x="87" y="23"/>
                </a:lnTo>
                <a:lnTo>
                  <a:pt x="88" y="22"/>
                </a:lnTo>
                <a:lnTo>
                  <a:pt x="86" y="21"/>
                </a:lnTo>
                <a:lnTo>
                  <a:pt x="86" y="21"/>
                </a:lnTo>
                <a:lnTo>
                  <a:pt x="85" y="20"/>
                </a:lnTo>
                <a:lnTo>
                  <a:pt x="85" y="21"/>
                </a:lnTo>
                <a:lnTo>
                  <a:pt x="84" y="20"/>
                </a:lnTo>
                <a:lnTo>
                  <a:pt x="84" y="19"/>
                </a:lnTo>
                <a:lnTo>
                  <a:pt x="83" y="19"/>
                </a:lnTo>
                <a:lnTo>
                  <a:pt x="83" y="18"/>
                </a:lnTo>
                <a:lnTo>
                  <a:pt x="83" y="17"/>
                </a:lnTo>
                <a:lnTo>
                  <a:pt x="83" y="16"/>
                </a:lnTo>
                <a:lnTo>
                  <a:pt x="84" y="16"/>
                </a:lnTo>
                <a:lnTo>
                  <a:pt x="84" y="14"/>
                </a:lnTo>
                <a:lnTo>
                  <a:pt x="86" y="14"/>
                </a:lnTo>
                <a:lnTo>
                  <a:pt x="85" y="13"/>
                </a:lnTo>
                <a:lnTo>
                  <a:pt x="86" y="13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5075389" y="3576843"/>
            <a:ext cx="852929" cy="577170"/>
          </a:xfrm>
          <a:custGeom>
            <a:avLst/>
            <a:gdLst/>
            <a:ahLst/>
            <a:cxnLst/>
            <a:rect l="l" t="t" r="r" b="b"/>
            <a:pathLst>
              <a:path w="133" h="90">
                <a:moveTo>
                  <a:pt x="29" y="86"/>
                </a:moveTo>
                <a:lnTo>
                  <a:pt x="30" y="85"/>
                </a:lnTo>
                <a:lnTo>
                  <a:pt x="29" y="85"/>
                </a:lnTo>
                <a:lnTo>
                  <a:pt x="29" y="84"/>
                </a:lnTo>
                <a:lnTo>
                  <a:pt x="30" y="84"/>
                </a:lnTo>
                <a:lnTo>
                  <a:pt x="30" y="82"/>
                </a:lnTo>
                <a:lnTo>
                  <a:pt x="30" y="80"/>
                </a:lnTo>
                <a:lnTo>
                  <a:pt x="33" y="80"/>
                </a:lnTo>
                <a:lnTo>
                  <a:pt x="33" y="79"/>
                </a:lnTo>
                <a:lnTo>
                  <a:pt x="36" y="79"/>
                </a:lnTo>
                <a:lnTo>
                  <a:pt x="36" y="78"/>
                </a:lnTo>
                <a:lnTo>
                  <a:pt x="37" y="78"/>
                </a:lnTo>
                <a:lnTo>
                  <a:pt x="37" y="79"/>
                </a:lnTo>
                <a:lnTo>
                  <a:pt x="39" y="79"/>
                </a:lnTo>
                <a:lnTo>
                  <a:pt x="39" y="81"/>
                </a:lnTo>
                <a:lnTo>
                  <a:pt x="40" y="81"/>
                </a:lnTo>
                <a:lnTo>
                  <a:pt x="40" y="81"/>
                </a:lnTo>
                <a:lnTo>
                  <a:pt x="40" y="81"/>
                </a:lnTo>
                <a:lnTo>
                  <a:pt x="40" y="82"/>
                </a:lnTo>
                <a:lnTo>
                  <a:pt x="41" y="82"/>
                </a:lnTo>
                <a:lnTo>
                  <a:pt x="42" y="83"/>
                </a:lnTo>
                <a:lnTo>
                  <a:pt x="42" y="85"/>
                </a:lnTo>
                <a:lnTo>
                  <a:pt x="43" y="85"/>
                </a:lnTo>
                <a:lnTo>
                  <a:pt x="44" y="87"/>
                </a:lnTo>
                <a:lnTo>
                  <a:pt x="44" y="87"/>
                </a:lnTo>
                <a:lnTo>
                  <a:pt x="44" y="89"/>
                </a:lnTo>
                <a:lnTo>
                  <a:pt x="46" y="89"/>
                </a:lnTo>
                <a:lnTo>
                  <a:pt x="46" y="88"/>
                </a:lnTo>
                <a:lnTo>
                  <a:pt x="46" y="88"/>
                </a:lnTo>
                <a:lnTo>
                  <a:pt x="46" y="87"/>
                </a:lnTo>
                <a:lnTo>
                  <a:pt x="47" y="87"/>
                </a:lnTo>
                <a:lnTo>
                  <a:pt x="46" y="86"/>
                </a:lnTo>
                <a:lnTo>
                  <a:pt x="48" y="85"/>
                </a:lnTo>
                <a:lnTo>
                  <a:pt x="48" y="86"/>
                </a:lnTo>
                <a:lnTo>
                  <a:pt x="50" y="88"/>
                </a:lnTo>
                <a:lnTo>
                  <a:pt x="51" y="88"/>
                </a:lnTo>
                <a:lnTo>
                  <a:pt x="52" y="88"/>
                </a:lnTo>
                <a:lnTo>
                  <a:pt x="52" y="87"/>
                </a:lnTo>
                <a:lnTo>
                  <a:pt x="53" y="87"/>
                </a:lnTo>
                <a:lnTo>
                  <a:pt x="54" y="86"/>
                </a:lnTo>
                <a:lnTo>
                  <a:pt x="56" y="86"/>
                </a:lnTo>
                <a:lnTo>
                  <a:pt x="55" y="83"/>
                </a:lnTo>
                <a:lnTo>
                  <a:pt x="57" y="83"/>
                </a:lnTo>
                <a:lnTo>
                  <a:pt x="57" y="82"/>
                </a:lnTo>
                <a:lnTo>
                  <a:pt x="58" y="82"/>
                </a:lnTo>
                <a:lnTo>
                  <a:pt x="61" y="82"/>
                </a:lnTo>
                <a:lnTo>
                  <a:pt x="61" y="83"/>
                </a:lnTo>
                <a:lnTo>
                  <a:pt x="61" y="84"/>
                </a:lnTo>
                <a:lnTo>
                  <a:pt x="63" y="84"/>
                </a:lnTo>
                <a:lnTo>
                  <a:pt x="62" y="86"/>
                </a:lnTo>
                <a:lnTo>
                  <a:pt x="63" y="87"/>
                </a:lnTo>
                <a:lnTo>
                  <a:pt x="63" y="88"/>
                </a:lnTo>
                <a:lnTo>
                  <a:pt x="64" y="88"/>
                </a:lnTo>
                <a:lnTo>
                  <a:pt x="64" y="88"/>
                </a:lnTo>
                <a:lnTo>
                  <a:pt x="65" y="87"/>
                </a:lnTo>
                <a:lnTo>
                  <a:pt x="65" y="87"/>
                </a:lnTo>
                <a:lnTo>
                  <a:pt x="67" y="87"/>
                </a:lnTo>
                <a:lnTo>
                  <a:pt x="67" y="87"/>
                </a:lnTo>
                <a:lnTo>
                  <a:pt x="67" y="85"/>
                </a:lnTo>
                <a:lnTo>
                  <a:pt x="67" y="83"/>
                </a:lnTo>
                <a:lnTo>
                  <a:pt x="67" y="82"/>
                </a:lnTo>
                <a:lnTo>
                  <a:pt x="68" y="82"/>
                </a:lnTo>
                <a:lnTo>
                  <a:pt x="67" y="81"/>
                </a:lnTo>
                <a:lnTo>
                  <a:pt x="69" y="80"/>
                </a:lnTo>
                <a:lnTo>
                  <a:pt x="70" y="80"/>
                </a:lnTo>
                <a:lnTo>
                  <a:pt x="70" y="80"/>
                </a:lnTo>
                <a:lnTo>
                  <a:pt x="71" y="80"/>
                </a:lnTo>
                <a:lnTo>
                  <a:pt x="73" y="79"/>
                </a:lnTo>
                <a:lnTo>
                  <a:pt x="72" y="79"/>
                </a:lnTo>
                <a:lnTo>
                  <a:pt x="72" y="77"/>
                </a:lnTo>
                <a:lnTo>
                  <a:pt x="73" y="77"/>
                </a:lnTo>
                <a:lnTo>
                  <a:pt x="74" y="74"/>
                </a:lnTo>
                <a:lnTo>
                  <a:pt x="74" y="72"/>
                </a:lnTo>
                <a:lnTo>
                  <a:pt x="75" y="71"/>
                </a:lnTo>
                <a:lnTo>
                  <a:pt x="78" y="71"/>
                </a:lnTo>
                <a:lnTo>
                  <a:pt x="78" y="70"/>
                </a:lnTo>
                <a:lnTo>
                  <a:pt x="80" y="69"/>
                </a:lnTo>
                <a:lnTo>
                  <a:pt x="81" y="69"/>
                </a:lnTo>
                <a:lnTo>
                  <a:pt x="81" y="70"/>
                </a:lnTo>
                <a:lnTo>
                  <a:pt x="83" y="69"/>
                </a:lnTo>
                <a:lnTo>
                  <a:pt x="83" y="68"/>
                </a:lnTo>
                <a:lnTo>
                  <a:pt x="83" y="68"/>
                </a:lnTo>
                <a:lnTo>
                  <a:pt x="83" y="66"/>
                </a:lnTo>
                <a:lnTo>
                  <a:pt x="83" y="65"/>
                </a:lnTo>
                <a:lnTo>
                  <a:pt x="84" y="64"/>
                </a:lnTo>
                <a:lnTo>
                  <a:pt x="85" y="64"/>
                </a:lnTo>
                <a:lnTo>
                  <a:pt x="85" y="63"/>
                </a:lnTo>
                <a:lnTo>
                  <a:pt x="85" y="62"/>
                </a:lnTo>
                <a:lnTo>
                  <a:pt x="85" y="61"/>
                </a:lnTo>
                <a:lnTo>
                  <a:pt x="86" y="60"/>
                </a:lnTo>
                <a:lnTo>
                  <a:pt x="86" y="57"/>
                </a:lnTo>
                <a:lnTo>
                  <a:pt x="88" y="56"/>
                </a:lnTo>
                <a:lnTo>
                  <a:pt x="88" y="57"/>
                </a:lnTo>
                <a:lnTo>
                  <a:pt x="89" y="55"/>
                </a:lnTo>
                <a:lnTo>
                  <a:pt x="89" y="56"/>
                </a:lnTo>
                <a:lnTo>
                  <a:pt x="90" y="56"/>
                </a:lnTo>
                <a:lnTo>
                  <a:pt x="91" y="55"/>
                </a:lnTo>
                <a:lnTo>
                  <a:pt x="90" y="55"/>
                </a:lnTo>
                <a:lnTo>
                  <a:pt x="91" y="53"/>
                </a:lnTo>
                <a:lnTo>
                  <a:pt x="90" y="53"/>
                </a:lnTo>
                <a:lnTo>
                  <a:pt x="90" y="53"/>
                </a:lnTo>
                <a:lnTo>
                  <a:pt x="91" y="52"/>
                </a:lnTo>
                <a:lnTo>
                  <a:pt x="92" y="53"/>
                </a:lnTo>
                <a:lnTo>
                  <a:pt x="92" y="52"/>
                </a:lnTo>
                <a:lnTo>
                  <a:pt x="92" y="51"/>
                </a:lnTo>
                <a:lnTo>
                  <a:pt x="92" y="50"/>
                </a:lnTo>
                <a:lnTo>
                  <a:pt x="95" y="48"/>
                </a:lnTo>
                <a:lnTo>
                  <a:pt x="94" y="49"/>
                </a:lnTo>
                <a:lnTo>
                  <a:pt x="95" y="49"/>
                </a:lnTo>
                <a:lnTo>
                  <a:pt x="96" y="47"/>
                </a:lnTo>
                <a:lnTo>
                  <a:pt x="96" y="47"/>
                </a:lnTo>
                <a:lnTo>
                  <a:pt x="96" y="46"/>
                </a:lnTo>
                <a:lnTo>
                  <a:pt x="96" y="46"/>
                </a:lnTo>
                <a:lnTo>
                  <a:pt x="95" y="46"/>
                </a:lnTo>
                <a:lnTo>
                  <a:pt x="95" y="46"/>
                </a:lnTo>
                <a:lnTo>
                  <a:pt x="94" y="46"/>
                </a:lnTo>
                <a:lnTo>
                  <a:pt x="95" y="46"/>
                </a:lnTo>
                <a:lnTo>
                  <a:pt x="95" y="45"/>
                </a:lnTo>
                <a:lnTo>
                  <a:pt x="94" y="45"/>
                </a:lnTo>
                <a:lnTo>
                  <a:pt x="92" y="44"/>
                </a:lnTo>
                <a:lnTo>
                  <a:pt x="92" y="44"/>
                </a:lnTo>
                <a:lnTo>
                  <a:pt x="93" y="43"/>
                </a:lnTo>
                <a:lnTo>
                  <a:pt x="93" y="43"/>
                </a:lnTo>
                <a:lnTo>
                  <a:pt x="93" y="42"/>
                </a:lnTo>
                <a:lnTo>
                  <a:pt x="96" y="42"/>
                </a:lnTo>
                <a:lnTo>
                  <a:pt x="95" y="41"/>
                </a:lnTo>
                <a:lnTo>
                  <a:pt x="96" y="41"/>
                </a:lnTo>
                <a:lnTo>
                  <a:pt x="96" y="41"/>
                </a:lnTo>
                <a:lnTo>
                  <a:pt x="96" y="45"/>
                </a:lnTo>
                <a:lnTo>
                  <a:pt x="98" y="44"/>
                </a:lnTo>
                <a:lnTo>
                  <a:pt x="99" y="44"/>
                </a:lnTo>
                <a:lnTo>
                  <a:pt x="100" y="43"/>
                </a:lnTo>
                <a:lnTo>
                  <a:pt x="100" y="43"/>
                </a:lnTo>
                <a:lnTo>
                  <a:pt x="101" y="43"/>
                </a:lnTo>
                <a:lnTo>
                  <a:pt x="101" y="42"/>
                </a:lnTo>
                <a:lnTo>
                  <a:pt x="103" y="42"/>
                </a:lnTo>
                <a:lnTo>
                  <a:pt x="102" y="40"/>
                </a:lnTo>
                <a:lnTo>
                  <a:pt x="102" y="39"/>
                </a:lnTo>
                <a:lnTo>
                  <a:pt x="101" y="39"/>
                </a:lnTo>
                <a:lnTo>
                  <a:pt x="101" y="38"/>
                </a:lnTo>
                <a:lnTo>
                  <a:pt x="103" y="37"/>
                </a:lnTo>
                <a:lnTo>
                  <a:pt x="102" y="36"/>
                </a:lnTo>
                <a:lnTo>
                  <a:pt x="103" y="34"/>
                </a:lnTo>
                <a:lnTo>
                  <a:pt x="104" y="34"/>
                </a:lnTo>
                <a:lnTo>
                  <a:pt x="105" y="36"/>
                </a:lnTo>
                <a:lnTo>
                  <a:pt x="105" y="35"/>
                </a:lnTo>
                <a:lnTo>
                  <a:pt x="105" y="34"/>
                </a:lnTo>
                <a:lnTo>
                  <a:pt x="106" y="34"/>
                </a:lnTo>
                <a:lnTo>
                  <a:pt x="106" y="33"/>
                </a:lnTo>
                <a:lnTo>
                  <a:pt x="106" y="32"/>
                </a:lnTo>
                <a:lnTo>
                  <a:pt x="105" y="32"/>
                </a:lnTo>
                <a:lnTo>
                  <a:pt x="104" y="31"/>
                </a:lnTo>
                <a:lnTo>
                  <a:pt x="104" y="30"/>
                </a:lnTo>
                <a:lnTo>
                  <a:pt x="105" y="31"/>
                </a:lnTo>
                <a:lnTo>
                  <a:pt x="106" y="31"/>
                </a:lnTo>
                <a:lnTo>
                  <a:pt x="107" y="31"/>
                </a:lnTo>
                <a:lnTo>
                  <a:pt x="109" y="29"/>
                </a:lnTo>
                <a:lnTo>
                  <a:pt x="110" y="28"/>
                </a:lnTo>
                <a:lnTo>
                  <a:pt x="111" y="27"/>
                </a:lnTo>
                <a:lnTo>
                  <a:pt x="113" y="27"/>
                </a:lnTo>
                <a:lnTo>
                  <a:pt x="113" y="26"/>
                </a:lnTo>
                <a:lnTo>
                  <a:pt x="114" y="26"/>
                </a:lnTo>
                <a:lnTo>
                  <a:pt x="115" y="24"/>
                </a:lnTo>
                <a:lnTo>
                  <a:pt x="115" y="24"/>
                </a:lnTo>
                <a:lnTo>
                  <a:pt x="114" y="25"/>
                </a:lnTo>
                <a:lnTo>
                  <a:pt x="115" y="26"/>
                </a:lnTo>
                <a:lnTo>
                  <a:pt x="116" y="26"/>
                </a:lnTo>
                <a:lnTo>
                  <a:pt x="115" y="25"/>
                </a:lnTo>
                <a:lnTo>
                  <a:pt x="117" y="26"/>
                </a:lnTo>
                <a:lnTo>
                  <a:pt x="117" y="24"/>
                </a:lnTo>
                <a:lnTo>
                  <a:pt x="118" y="23"/>
                </a:lnTo>
                <a:lnTo>
                  <a:pt x="119" y="23"/>
                </a:lnTo>
                <a:lnTo>
                  <a:pt x="119" y="22"/>
                </a:lnTo>
                <a:lnTo>
                  <a:pt x="123" y="19"/>
                </a:lnTo>
                <a:lnTo>
                  <a:pt x="124" y="21"/>
                </a:lnTo>
                <a:lnTo>
                  <a:pt x="124" y="21"/>
                </a:lnTo>
                <a:lnTo>
                  <a:pt x="125" y="20"/>
                </a:lnTo>
                <a:lnTo>
                  <a:pt x="125" y="21"/>
                </a:lnTo>
                <a:lnTo>
                  <a:pt x="126" y="20"/>
                </a:lnTo>
                <a:lnTo>
                  <a:pt x="126" y="21"/>
                </a:lnTo>
                <a:lnTo>
                  <a:pt x="126" y="22"/>
                </a:lnTo>
                <a:lnTo>
                  <a:pt x="129" y="21"/>
                </a:lnTo>
                <a:lnTo>
                  <a:pt x="130" y="20"/>
                </a:lnTo>
                <a:lnTo>
                  <a:pt x="130" y="20"/>
                </a:lnTo>
                <a:lnTo>
                  <a:pt x="131" y="20"/>
                </a:lnTo>
                <a:lnTo>
                  <a:pt x="130" y="19"/>
                </a:lnTo>
                <a:lnTo>
                  <a:pt x="131" y="19"/>
                </a:lnTo>
                <a:lnTo>
                  <a:pt x="131" y="20"/>
                </a:lnTo>
                <a:lnTo>
                  <a:pt x="132" y="19"/>
                </a:lnTo>
                <a:lnTo>
                  <a:pt x="132" y="18"/>
                </a:lnTo>
                <a:lnTo>
                  <a:pt x="132" y="17"/>
                </a:lnTo>
                <a:lnTo>
                  <a:pt x="132" y="16"/>
                </a:lnTo>
                <a:lnTo>
                  <a:pt x="132" y="16"/>
                </a:lnTo>
                <a:lnTo>
                  <a:pt x="130" y="16"/>
                </a:lnTo>
                <a:lnTo>
                  <a:pt x="130" y="14"/>
                </a:lnTo>
                <a:lnTo>
                  <a:pt x="131" y="13"/>
                </a:lnTo>
                <a:lnTo>
                  <a:pt x="132" y="13"/>
                </a:lnTo>
                <a:lnTo>
                  <a:pt x="132" y="13"/>
                </a:lnTo>
                <a:lnTo>
                  <a:pt x="132" y="12"/>
                </a:lnTo>
                <a:lnTo>
                  <a:pt x="132" y="11"/>
                </a:lnTo>
                <a:lnTo>
                  <a:pt x="131" y="11"/>
                </a:lnTo>
                <a:lnTo>
                  <a:pt x="131" y="10"/>
                </a:lnTo>
                <a:lnTo>
                  <a:pt x="132" y="9"/>
                </a:lnTo>
                <a:lnTo>
                  <a:pt x="132" y="9"/>
                </a:lnTo>
                <a:lnTo>
                  <a:pt x="132" y="8"/>
                </a:lnTo>
                <a:lnTo>
                  <a:pt x="133" y="8"/>
                </a:lnTo>
                <a:lnTo>
                  <a:pt x="133" y="8"/>
                </a:lnTo>
                <a:lnTo>
                  <a:pt x="133" y="7"/>
                </a:lnTo>
                <a:lnTo>
                  <a:pt x="132" y="7"/>
                </a:lnTo>
                <a:lnTo>
                  <a:pt x="130" y="8"/>
                </a:lnTo>
                <a:lnTo>
                  <a:pt x="129" y="8"/>
                </a:lnTo>
                <a:lnTo>
                  <a:pt x="129" y="7"/>
                </a:lnTo>
                <a:lnTo>
                  <a:pt x="127" y="8"/>
                </a:lnTo>
                <a:lnTo>
                  <a:pt x="126" y="8"/>
                </a:lnTo>
                <a:lnTo>
                  <a:pt x="126" y="8"/>
                </a:lnTo>
                <a:lnTo>
                  <a:pt x="125" y="7"/>
                </a:lnTo>
                <a:lnTo>
                  <a:pt x="124" y="8"/>
                </a:lnTo>
                <a:lnTo>
                  <a:pt x="123" y="7"/>
                </a:lnTo>
                <a:lnTo>
                  <a:pt x="123" y="6"/>
                </a:lnTo>
                <a:lnTo>
                  <a:pt x="123" y="6"/>
                </a:lnTo>
                <a:lnTo>
                  <a:pt x="121" y="7"/>
                </a:lnTo>
                <a:lnTo>
                  <a:pt x="120" y="7"/>
                </a:lnTo>
                <a:lnTo>
                  <a:pt x="119" y="8"/>
                </a:lnTo>
                <a:lnTo>
                  <a:pt x="115" y="9"/>
                </a:lnTo>
                <a:lnTo>
                  <a:pt x="114" y="9"/>
                </a:lnTo>
                <a:lnTo>
                  <a:pt x="113" y="10"/>
                </a:lnTo>
                <a:lnTo>
                  <a:pt x="111" y="9"/>
                </a:lnTo>
                <a:lnTo>
                  <a:pt x="111" y="8"/>
                </a:lnTo>
                <a:lnTo>
                  <a:pt x="110" y="8"/>
                </a:lnTo>
                <a:lnTo>
                  <a:pt x="110" y="7"/>
                </a:lnTo>
                <a:lnTo>
                  <a:pt x="110" y="7"/>
                </a:lnTo>
                <a:lnTo>
                  <a:pt x="109" y="6"/>
                </a:lnTo>
                <a:lnTo>
                  <a:pt x="109" y="6"/>
                </a:lnTo>
                <a:lnTo>
                  <a:pt x="109" y="7"/>
                </a:lnTo>
                <a:lnTo>
                  <a:pt x="108" y="8"/>
                </a:lnTo>
                <a:lnTo>
                  <a:pt x="106" y="8"/>
                </a:lnTo>
                <a:lnTo>
                  <a:pt x="105" y="7"/>
                </a:lnTo>
                <a:lnTo>
                  <a:pt x="105" y="5"/>
                </a:lnTo>
                <a:lnTo>
                  <a:pt x="104" y="5"/>
                </a:lnTo>
                <a:lnTo>
                  <a:pt x="103" y="5"/>
                </a:lnTo>
                <a:lnTo>
                  <a:pt x="101" y="4"/>
                </a:lnTo>
                <a:lnTo>
                  <a:pt x="101" y="3"/>
                </a:lnTo>
                <a:lnTo>
                  <a:pt x="97" y="4"/>
                </a:lnTo>
                <a:lnTo>
                  <a:pt x="95" y="5"/>
                </a:lnTo>
                <a:lnTo>
                  <a:pt x="93" y="6"/>
                </a:lnTo>
                <a:lnTo>
                  <a:pt x="91" y="8"/>
                </a:lnTo>
                <a:lnTo>
                  <a:pt x="89" y="8"/>
                </a:lnTo>
                <a:lnTo>
                  <a:pt x="89" y="9"/>
                </a:lnTo>
                <a:lnTo>
                  <a:pt x="90" y="9"/>
                </a:lnTo>
                <a:lnTo>
                  <a:pt x="90" y="9"/>
                </a:lnTo>
                <a:lnTo>
                  <a:pt x="89" y="10"/>
                </a:lnTo>
                <a:lnTo>
                  <a:pt x="89" y="10"/>
                </a:lnTo>
                <a:lnTo>
                  <a:pt x="90" y="11"/>
                </a:lnTo>
                <a:lnTo>
                  <a:pt x="88" y="13"/>
                </a:lnTo>
                <a:lnTo>
                  <a:pt x="85" y="15"/>
                </a:lnTo>
                <a:lnTo>
                  <a:pt x="85" y="16"/>
                </a:lnTo>
                <a:lnTo>
                  <a:pt x="83" y="16"/>
                </a:lnTo>
                <a:lnTo>
                  <a:pt x="83" y="17"/>
                </a:lnTo>
                <a:lnTo>
                  <a:pt x="84" y="18"/>
                </a:lnTo>
                <a:lnTo>
                  <a:pt x="84" y="19"/>
                </a:lnTo>
                <a:lnTo>
                  <a:pt x="82" y="22"/>
                </a:lnTo>
                <a:lnTo>
                  <a:pt x="81" y="22"/>
                </a:lnTo>
                <a:lnTo>
                  <a:pt x="79" y="23"/>
                </a:lnTo>
                <a:lnTo>
                  <a:pt x="75" y="23"/>
                </a:lnTo>
                <a:lnTo>
                  <a:pt x="74" y="23"/>
                </a:lnTo>
                <a:lnTo>
                  <a:pt x="74" y="22"/>
                </a:lnTo>
                <a:lnTo>
                  <a:pt x="73" y="21"/>
                </a:lnTo>
                <a:lnTo>
                  <a:pt x="72" y="21"/>
                </a:lnTo>
                <a:lnTo>
                  <a:pt x="72" y="20"/>
                </a:lnTo>
                <a:lnTo>
                  <a:pt x="71" y="21"/>
                </a:lnTo>
                <a:lnTo>
                  <a:pt x="71" y="21"/>
                </a:lnTo>
                <a:lnTo>
                  <a:pt x="70" y="21"/>
                </a:lnTo>
                <a:lnTo>
                  <a:pt x="70" y="21"/>
                </a:lnTo>
                <a:lnTo>
                  <a:pt x="70" y="21"/>
                </a:lnTo>
                <a:lnTo>
                  <a:pt x="69" y="20"/>
                </a:lnTo>
                <a:lnTo>
                  <a:pt x="69" y="20"/>
                </a:lnTo>
                <a:lnTo>
                  <a:pt x="67" y="15"/>
                </a:lnTo>
                <a:lnTo>
                  <a:pt x="67" y="13"/>
                </a:lnTo>
                <a:lnTo>
                  <a:pt x="68" y="12"/>
                </a:lnTo>
                <a:lnTo>
                  <a:pt x="72" y="11"/>
                </a:lnTo>
                <a:lnTo>
                  <a:pt x="72" y="8"/>
                </a:lnTo>
                <a:lnTo>
                  <a:pt x="72" y="7"/>
                </a:lnTo>
                <a:lnTo>
                  <a:pt x="71" y="6"/>
                </a:lnTo>
                <a:lnTo>
                  <a:pt x="71" y="7"/>
                </a:lnTo>
                <a:lnTo>
                  <a:pt x="70" y="8"/>
                </a:lnTo>
                <a:lnTo>
                  <a:pt x="69" y="7"/>
                </a:lnTo>
                <a:lnTo>
                  <a:pt x="69" y="6"/>
                </a:lnTo>
                <a:lnTo>
                  <a:pt x="66" y="4"/>
                </a:lnTo>
                <a:lnTo>
                  <a:pt x="66" y="2"/>
                </a:lnTo>
                <a:lnTo>
                  <a:pt x="64" y="1"/>
                </a:lnTo>
                <a:lnTo>
                  <a:pt x="63" y="1"/>
                </a:lnTo>
                <a:lnTo>
                  <a:pt x="59" y="2"/>
                </a:lnTo>
                <a:lnTo>
                  <a:pt x="59" y="2"/>
                </a:lnTo>
                <a:lnTo>
                  <a:pt x="59" y="4"/>
                </a:lnTo>
                <a:lnTo>
                  <a:pt x="58" y="4"/>
                </a:lnTo>
                <a:lnTo>
                  <a:pt x="57" y="3"/>
                </a:lnTo>
                <a:lnTo>
                  <a:pt x="56" y="3"/>
                </a:lnTo>
                <a:lnTo>
                  <a:pt x="56" y="3"/>
                </a:lnTo>
                <a:lnTo>
                  <a:pt x="52" y="3"/>
                </a:lnTo>
                <a:lnTo>
                  <a:pt x="52" y="2"/>
                </a:lnTo>
                <a:lnTo>
                  <a:pt x="50" y="2"/>
                </a:lnTo>
                <a:lnTo>
                  <a:pt x="49" y="2"/>
                </a:lnTo>
                <a:lnTo>
                  <a:pt x="46" y="1"/>
                </a:lnTo>
                <a:lnTo>
                  <a:pt x="46" y="0"/>
                </a:lnTo>
                <a:lnTo>
                  <a:pt x="45" y="2"/>
                </a:lnTo>
                <a:lnTo>
                  <a:pt x="44" y="4"/>
                </a:lnTo>
                <a:lnTo>
                  <a:pt x="45" y="4"/>
                </a:lnTo>
                <a:lnTo>
                  <a:pt x="44" y="6"/>
                </a:lnTo>
                <a:lnTo>
                  <a:pt x="42" y="6"/>
                </a:lnTo>
                <a:lnTo>
                  <a:pt x="41" y="7"/>
                </a:lnTo>
                <a:lnTo>
                  <a:pt x="41" y="9"/>
                </a:lnTo>
                <a:lnTo>
                  <a:pt x="40" y="11"/>
                </a:lnTo>
                <a:lnTo>
                  <a:pt x="33" y="12"/>
                </a:lnTo>
                <a:lnTo>
                  <a:pt x="33" y="13"/>
                </a:lnTo>
                <a:lnTo>
                  <a:pt x="29" y="13"/>
                </a:lnTo>
                <a:lnTo>
                  <a:pt x="28" y="14"/>
                </a:lnTo>
                <a:lnTo>
                  <a:pt x="28" y="15"/>
                </a:lnTo>
                <a:lnTo>
                  <a:pt x="27" y="16"/>
                </a:lnTo>
                <a:lnTo>
                  <a:pt x="26" y="18"/>
                </a:lnTo>
                <a:lnTo>
                  <a:pt x="23" y="21"/>
                </a:lnTo>
                <a:lnTo>
                  <a:pt x="23" y="22"/>
                </a:lnTo>
                <a:lnTo>
                  <a:pt x="22" y="21"/>
                </a:lnTo>
                <a:lnTo>
                  <a:pt x="22" y="20"/>
                </a:lnTo>
                <a:lnTo>
                  <a:pt x="21" y="20"/>
                </a:lnTo>
                <a:lnTo>
                  <a:pt x="20" y="21"/>
                </a:lnTo>
                <a:lnTo>
                  <a:pt x="21" y="22"/>
                </a:lnTo>
                <a:lnTo>
                  <a:pt x="20" y="23"/>
                </a:lnTo>
                <a:lnTo>
                  <a:pt x="20" y="22"/>
                </a:lnTo>
                <a:lnTo>
                  <a:pt x="19" y="22"/>
                </a:lnTo>
                <a:lnTo>
                  <a:pt x="20" y="23"/>
                </a:lnTo>
                <a:lnTo>
                  <a:pt x="20" y="24"/>
                </a:lnTo>
                <a:lnTo>
                  <a:pt x="21" y="24"/>
                </a:lnTo>
                <a:lnTo>
                  <a:pt x="20" y="25"/>
                </a:lnTo>
                <a:lnTo>
                  <a:pt x="19" y="25"/>
                </a:lnTo>
                <a:lnTo>
                  <a:pt x="15" y="26"/>
                </a:lnTo>
                <a:lnTo>
                  <a:pt x="16" y="28"/>
                </a:lnTo>
                <a:lnTo>
                  <a:pt x="15" y="29"/>
                </a:lnTo>
                <a:lnTo>
                  <a:pt x="15" y="30"/>
                </a:lnTo>
                <a:lnTo>
                  <a:pt x="14" y="30"/>
                </a:lnTo>
                <a:lnTo>
                  <a:pt x="14" y="31"/>
                </a:lnTo>
                <a:lnTo>
                  <a:pt x="13" y="34"/>
                </a:lnTo>
                <a:lnTo>
                  <a:pt x="13" y="35"/>
                </a:lnTo>
                <a:lnTo>
                  <a:pt x="13" y="36"/>
                </a:lnTo>
                <a:lnTo>
                  <a:pt x="12" y="37"/>
                </a:lnTo>
                <a:lnTo>
                  <a:pt x="12" y="39"/>
                </a:lnTo>
                <a:lnTo>
                  <a:pt x="8" y="40"/>
                </a:lnTo>
                <a:lnTo>
                  <a:pt x="8" y="41"/>
                </a:lnTo>
                <a:lnTo>
                  <a:pt x="6" y="43"/>
                </a:lnTo>
                <a:lnTo>
                  <a:pt x="6" y="45"/>
                </a:lnTo>
                <a:lnTo>
                  <a:pt x="5" y="46"/>
                </a:lnTo>
                <a:lnTo>
                  <a:pt x="5" y="47"/>
                </a:lnTo>
                <a:lnTo>
                  <a:pt x="6" y="47"/>
                </a:lnTo>
                <a:lnTo>
                  <a:pt x="6" y="48"/>
                </a:lnTo>
                <a:lnTo>
                  <a:pt x="6" y="49"/>
                </a:lnTo>
                <a:lnTo>
                  <a:pt x="7" y="51"/>
                </a:lnTo>
                <a:lnTo>
                  <a:pt x="8" y="50"/>
                </a:lnTo>
                <a:lnTo>
                  <a:pt x="8" y="51"/>
                </a:lnTo>
                <a:lnTo>
                  <a:pt x="9" y="51"/>
                </a:lnTo>
                <a:lnTo>
                  <a:pt x="10" y="55"/>
                </a:lnTo>
                <a:lnTo>
                  <a:pt x="9" y="57"/>
                </a:lnTo>
                <a:lnTo>
                  <a:pt x="8" y="58"/>
                </a:lnTo>
                <a:lnTo>
                  <a:pt x="8" y="60"/>
                </a:lnTo>
                <a:lnTo>
                  <a:pt x="8" y="62"/>
                </a:lnTo>
                <a:lnTo>
                  <a:pt x="8" y="63"/>
                </a:lnTo>
                <a:lnTo>
                  <a:pt x="10" y="60"/>
                </a:lnTo>
                <a:lnTo>
                  <a:pt x="13" y="59"/>
                </a:lnTo>
                <a:lnTo>
                  <a:pt x="14" y="58"/>
                </a:lnTo>
                <a:lnTo>
                  <a:pt x="15" y="57"/>
                </a:lnTo>
                <a:lnTo>
                  <a:pt x="16" y="56"/>
                </a:lnTo>
                <a:lnTo>
                  <a:pt x="17" y="57"/>
                </a:lnTo>
                <a:lnTo>
                  <a:pt x="19" y="55"/>
                </a:lnTo>
                <a:lnTo>
                  <a:pt x="20" y="54"/>
                </a:lnTo>
                <a:lnTo>
                  <a:pt x="21" y="54"/>
                </a:lnTo>
                <a:lnTo>
                  <a:pt x="20" y="57"/>
                </a:lnTo>
                <a:lnTo>
                  <a:pt x="18" y="57"/>
                </a:lnTo>
                <a:lnTo>
                  <a:pt x="18" y="58"/>
                </a:lnTo>
                <a:lnTo>
                  <a:pt x="17" y="58"/>
                </a:lnTo>
                <a:lnTo>
                  <a:pt x="17" y="59"/>
                </a:lnTo>
                <a:lnTo>
                  <a:pt x="17" y="60"/>
                </a:lnTo>
                <a:lnTo>
                  <a:pt x="16" y="60"/>
                </a:lnTo>
                <a:lnTo>
                  <a:pt x="15" y="61"/>
                </a:lnTo>
                <a:lnTo>
                  <a:pt x="14" y="62"/>
                </a:lnTo>
                <a:lnTo>
                  <a:pt x="14" y="63"/>
                </a:lnTo>
                <a:lnTo>
                  <a:pt x="11" y="63"/>
                </a:lnTo>
                <a:lnTo>
                  <a:pt x="11" y="64"/>
                </a:lnTo>
                <a:lnTo>
                  <a:pt x="9" y="67"/>
                </a:lnTo>
                <a:lnTo>
                  <a:pt x="9" y="68"/>
                </a:lnTo>
                <a:lnTo>
                  <a:pt x="9" y="69"/>
                </a:lnTo>
                <a:lnTo>
                  <a:pt x="8" y="70"/>
                </a:lnTo>
                <a:lnTo>
                  <a:pt x="7" y="71"/>
                </a:lnTo>
                <a:lnTo>
                  <a:pt x="5" y="71"/>
                </a:lnTo>
                <a:lnTo>
                  <a:pt x="5" y="72"/>
                </a:lnTo>
                <a:lnTo>
                  <a:pt x="4" y="71"/>
                </a:lnTo>
                <a:lnTo>
                  <a:pt x="4" y="72"/>
                </a:lnTo>
                <a:lnTo>
                  <a:pt x="4" y="72"/>
                </a:lnTo>
                <a:lnTo>
                  <a:pt x="2" y="76"/>
                </a:lnTo>
                <a:lnTo>
                  <a:pt x="2" y="77"/>
                </a:lnTo>
                <a:lnTo>
                  <a:pt x="1" y="77"/>
                </a:lnTo>
                <a:lnTo>
                  <a:pt x="0" y="78"/>
                </a:lnTo>
                <a:lnTo>
                  <a:pt x="1" y="79"/>
                </a:lnTo>
                <a:lnTo>
                  <a:pt x="0" y="80"/>
                </a:lnTo>
                <a:lnTo>
                  <a:pt x="1" y="80"/>
                </a:lnTo>
                <a:lnTo>
                  <a:pt x="0" y="81"/>
                </a:lnTo>
                <a:lnTo>
                  <a:pt x="1" y="81"/>
                </a:lnTo>
                <a:lnTo>
                  <a:pt x="2" y="82"/>
                </a:lnTo>
                <a:lnTo>
                  <a:pt x="3" y="81"/>
                </a:lnTo>
                <a:lnTo>
                  <a:pt x="4" y="82"/>
                </a:lnTo>
                <a:lnTo>
                  <a:pt x="5" y="81"/>
                </a:lnTo>
                <a:lnTo>
                  <a:pt x="6" y="81"/>
                </a:lnTo>
                <a:lnTo>
                  <a:pt x="7" y="82"/>
                </a:lnTo>
                <a:lnTo>
                  <a:pt x="8" y="81"/>
                </a:lnTo>
                <a:lnTo>
                  <a:pt x="8" y="83"/>
                </a:lnTo>
                <a:lnTo>
                  <a:pt x="8" y="83"/>
                </a:lnTo>
                <a:lnTo>
                  <a:pt x="8" y="83"/>
                </a:lnTo>
                <a:lnTo>
                  <a:pt x="9" y="84"/>
                </a:lnTo>
                <a:lnTo>
                  <a:pt x="10" y="84"/>
                </a:lnTo>
                <a:lnTo>
                  <a:pt x="12" y="85"/>
                </a:lnTo>
                <a:lnTo>
                  <a:pt x="13" y="88"/>
                </a:lnTo>
                <a:lnTo>
                  <a:pt x="15" y="90"/>
                </a:lnTo>
                <a:lnTo>
                  <a:pt x="16" y="89"/>
                </a:lnTo>
                <a:lnTo>
                  <a:pt x="17" y="90"/>
                </a:lnTo>
                <a:lnTo>
                  <a:pt x="17" y="89"/>
                </a:lnTo>
                <a:lnTo>
                  <a:pt x="20" y="89"/>
                </a:lnTo>
                <a:lnTo>
                  <a:pt x="23" y="88"/>
                </a:lnTo>
                <a:lnTo>
                  <a:pt x="23" y="88"/>
                </a:lnTo>
                <a:lnTo>
                  <a:pt x="23" y="88"/>
                </a:lnTo>
                <a:lnTo>
                  <a:pt x="25" y="88"/>
                </a:lnTo>
                <a:lnTo>
                  <a:pt x="26" y="89"/>
                </a:lnTo>
                <a:lnTo>
                  <a:pt x="26" y="88"/>
                </a:lnTo>
                <a:lnTo>
                  <a:pt x="27" y="89"/>
                </a:lnTo>
                <a:lnTo>
                  <a:pt x="28" y="87"/>
                </a:lnTo>
                <a:lnTo>
                  <a:pt x="29" y="87"/>
                </a:lnTo>
                <a:lnTo>
                  <a:pt x="29" y="87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4562349" y="3910319"/>
            <a:ext cx="743908" cy="705430"/>
          </a:xfrm>
          <a:custGeom>
            <a:avLst/>
            <a:gdLst/>
            <a:ahLst/>
            <a:cxnLst/>
            <a:rect l="l" t="t" r="r" b="b"/>
            <a:pathLst>
              <a:path w="116" h="110">
                <a:moveTo>
                  <a:pt x="47" y="93"/>
                </a:moveTo>
                <a:lnTo>
                  <a:pt x="48" y="93"/>
                </a:lnTo>
                <a:lnTo>
                  <a:pt x="49" y="92"/>
                </a:lnTo>
                <a:lnTo>
                  <a:pt x="50" y="92"/>
                </a:lnTo>
                <a:lnTo>
                  <a:pt x="50" y="92"/>
                </a:lnTo>
                <a:lnTo>
                  <a:pt x="52" y="92"/>
                </a:lnTo>
                <a:lnTo>
                  <a:pt x="52" y="91"/>
                </a:lnTo>
                <a:lnTo>
                  <a:pt x="53" y="91"/>
                </a:lnTo>
                <a:lnTo>
                  <a:pt x="54" y="91"/>
                </a:lnTo>
                <a:lnTo>
                  <a:pt x="54" y="91"/>
                </a:lnTo>
                <a:lnTo>
                  <a:pt x="54" y="92"/>
                </a:lnTo>
                <a:lnTo>
                  <a:pt x="55" y="92"/>
                </a:lnTo>
                <a:lnTo>
                  <a:pt x="55" y="91"/>
                </a:lnTo>
                <a:lnTo>
                  <a:pt x="56" y="90"/>
                </a:lnTo>
                <a:lnTo>
                  <a:pt x="58" y="92"/>
                </a:lnTo>
                <a:lnTo>
                  <a:pt x="58" y="93"/>
                </a:lnTo>
                <a:lnTo>
                  <a:pt x="59" y="93"/>
                </a:lnTo>
                <a:lnTo>
                  <a:pt x="60" y="94"/>
                </a:lnTo>
                <a:lnTo>
                  <a:pt x="64" y="91"/>
                </a:lnTo>
                <a:lnTo>
                  <a:pt x="64" y="90"/>
                </a:lnTo>
                <a:lnTo>
                  <a:pt x="66" y="90"/>
                </a:lnTo>
                <a:lnTo>
                  <a:pt x="67" y="91"/>
                </a:lnTo>
                <a:lnTo>
                  <a:pt x="66" y="92"/>
                </a:lnTo>
                <a:lnTo>
                  <a:pt x="67" y="93"/>
                </a:lnTo>
                <a:lnTo>
                  <a:pt x="66" y="93"/>
                </a:lnTo>
                <a:lnTo>
                  <a:pt x="67" y="95"/>
                </a:lnTo>
                <a:lnTo>
                  <a:pt x="67" y="97"/>
                </a:lnTo>
                <a:lnTo>
                  <a:pt x="66" y="97"/>
                </a:lnTo>
                <a:lnTo>
                  <a:pt x="66" y="97"/>
                </a:lnTo>
                <a:lnTo>
                  <a:pt x="68" y="98"/>
                </a:lnTo>
                <a:lnTo>
                  <a:pt x="67" y="100"/>
                </a:lnTo>
                <a:lnTo>
                  <a:pt x="68" y="100"/>
                </a:lnTo>
                <a:lnTo>
                  <a:pt x="68" y="101"/>
                </a:lnTo>
                <a:lnTo>
                  <a:pt x="69" y="101"/>
                </a:lnTo>
                <a:lnTo>
                  <a:pt x="69" y="102"/>
                </a:lnTo>
                <a:lnTo>
                  <a:pt x="69" y="103"/>
                </a:lnTo>
                <a:lnTo>
                  <a:pt x="70" y="103"/>
                </a:lnTo>
                <a:lnTo>
                  <a:pt x="70" y="102"/>
                </a:lnTo>
                <a:lnTo>
                  <a:pt x="71" y="102"/>
                </a:lnTo>
                <a:lnTo>
                  <a:pt x="71" y="104"/>
                </a:lnTo>
                <a:lnTo>
                  <a:pt x="72" y="105"/>
                </a:lnTo>
                <a:lnTo>
                  <a:pt x="74" y="104"/>
                </a:lnTo>
                <a:lnTo>
                  <a:pt x="75" y="102"/>
                </a:lnTo>
                <a:lnTo>
                  <a:pt x="76" y="102"/>
                </a:lnTo>
                <a:lnTo>
                  <a:pt x="76" y="102"/>
                </a:lnTo>
                <a:lnTo>
                  <a:pt x="78" y="104"/>
                </a:lnTo>
                <a:lnTo>
                  <a:pt x="79" y="104"/>
                </a:lnTo>
                <a:lnTo>
                  <a:pt x="81" y="104"/>
                </a:lnTo>
                <a:lnTo>
                  <a:pt x="82" y="104"/>
                </a:lnTo>
                <a:lnTo>
                  <a:pt x="83" y="103"/>
                </a:lnTo>
                <a:lnTo>
                  <a:pt x="83" y="103"/>
                </a:lnTo>
                <a:lnTo>
                  <a:pt x="83" y="106"/>
                </a:lnTo>
                <a:lnTo>
                  <a:pt x="83" y="106"/>
                </a:lnTo>
                <a:lnTo>
                  <a:pt x="83" y="108"/>
                </a:lnTo>
                <a:lnTo>
                  <a:pt x="85" y="107"/>
                </a:lnTo>
                <a:lnTo>
                  <a:pt x="86" y="108"/>
                </a:lnTo>
                <a:lnTo>
                  <a:pt x="87" y="108"/>
                </a:lnTo>
                <a:lnTo>
                  <a:pt x="88" y="109"/>
                </a:lnTo>
                <a:lnTo>
                  <a:pt x="89" y="110"/>
                </a:lnTo>
                <a:lnTo>
                  <a:pt x="91" y="109"/>
                </a:lnTo>
                <a:lnTo>
                  <a:pt x="92" y="109"/>
                </a:lnTo>
                <a:lnTo>
                  <a:pt x="92" y="108"/>
                </a:lnTo>
                <a:lnTo>
                  <a:pt x="93" y="108"/>
                </a:lnTo>
                <a:lnTo>
                  <a:pt x="94" y="106"/>
                </a:lnTo>
                <a:lnTo>
                  <a:pt x="95" y="106"/>
                </a:lnTo>
                <a:lnTo>
                  <a:pt x="96" y="107"/>
                </a:lnTo>
                <a:lnTo>
                  <a:pt x="96" y="107"/>
                </a:lnTo>
                <a:lnTo>
                  <a:pt x="96" y="109"/>
                </a:lnTo>
                <a:lnTo>
                  <a:pt x="97" y="110"/>
                </a:lnTo>
                <a:lnTo>
                  <a:pt x="97" y="110"/>
                </a:lnTo>
                <a:lnTo>
                  <a:pt x="98" y="110"/>
                </a:lnTo>
                <a:lnTo>
                  <a:pt x="99" y="110"/>
                </a:lnTo>
                <a:lnTo>
                  <a:pt x="99" y="109"/>
                </a:lnTo>
                <a:lnTo>
                  <a:pt x="99" y="108"/>
                </a:lnTo>
                <a:lnTo>
                  <a:pt x="100" y="107"/>
                </a:lnTo>
                <a:lnTo>
                  <a:pt x="100" y="105"/>
                </a:lnTo>
                <a:lnTo>
                  <a:pt x="101" y="105"/>
                </a:lnTo>
                <a:lnTo>
                  <a:pt x="100" y="104"/>
                </a:lnTo>
                <a:lnTo>
                  <a:pt x="101" y="103"/>
                </a:lnTo>
                <a:lnTo>
                  <a:pt x="104" y="101"/>
                </a:lnTo>
                <a:lnTo>
                  <a:pt x="108" y="100"/>
                </a:lnTo>
                <a:lnTo>
                  <a:pt x="108" y="99"/>
                </a:lnTo>
                <a:lnTo>
                  <a:pt x="108" y="99"/>
                </a:lnTo>
                <a:lnTo>
                  <a:pt x="108" y="98"/>
                </a:lnTo>
                <a:lnTo>
                  <a:pt x="108" y="97"/>
                </a:lnTo>
                <a:lnTo>
                  <a:pt x="108" y="97"/>
                </a:lnTo>
                <a:lnTo>
                  <a:pt x="108" y="91"/>
                </a:lnTo>
                <a:lnTo>
                  <a:pt x="107" y="90"/>
                </a:lnTo>
                <a:lnTo>
                  <a:pt x="106" y="86"/>
                </a:lnTo>
                <a:lnTo>
                  <a:pt x="106" y="85"/>
                </a:lnTo>
                <a:lnTo>
                  <a:pt x="106" y="84"/>
                </a:lnTo>
                <a:lnTo>
                  <a:pt x="105" y="84"/>
                </a:lnTo>
                <a:lnTo>
                  <a:pt x="106" y="82"/>
                </a:lnTo>
                <a:lnTo>
                  <a:pt x="106" y="82"/>
                </a:lnTo>
                <a:lnTo>
                  <a:pt x="104" y="85"/>
                </a:lnTo>
                <a:lnTo>
                  <a:pt x="104" y="84"/>
                </a:lnTo>
                <a:lnTo>
                  <a:pt x="103" y="85"/>
                </a:lnTo>
                <a:lnTo>
                  <a:pt x="103" y="84"/>
                </a:lnTo>
                <a:lnTo>
                  <a:pt x="102" y="86"/>
                </a:lnTo>
                <a:lnTo>
                  <a:pt x="102" y="86"/>
                </a:lnTo>
                <a:lnTo>
                  <a:pt x="101" y="87"/>
                </a:lnTo>
                <a:lnTo>
                  <a:pt x="101" y="86"/>
                </a:lnTo>
                <a:lnTo>
                  <a:pt x="100" y="86"/>
                </a:lnTo>
                <a:lnTo>
                  <a:pt x="99" y="86"/>
                </a:lnTo>
                <a:lnTo>
                  <a:pt x="99" y="85"/>
                </a:lnTo>
                <a:lnTo>
                  <a:pt x="97" y="84"/>
                </a:lnTo>
                <a:lnTo>
                  <a:pt x="97" y="83"/>
                </a:lnTo>
                <a:lnTo>
                  <a:pt x="95" y="84"/>
                </a:lnTo>
                <a:lnTo>
                  <a:pt x="95" y="83"/>
                </a:lnTo>
                <a:lnTo>
                  <a:pt x="93" y="83"/>
                </a:lnTo>
                <a:lnTo>
                  <a:pt x="92" y="80"/>
                </a:lnTo>
                <a:lnTo>
                  <a:pt x="93" y="79"/>
                </a:lnTo>
                <a:lnTo>
                  <a:pt x="92" y="78"/>
                </a:lnTo>
                <a:lnTo>
                  <a:pt x="92" y="77"/>
                </a:lnTo>
                <a:lnTo>
                  <a:pt x="91" y="77"/>
                </a:lnTo>
                <a:lnTo>
                  <a:pt x="91" y="76"/>
                </a:lnTo>
                <a:lnTo>
                  <a:pt x="89" y="76"/>
                </a:lnTo>
                <a:lnTo>
                  <a:pt x="89" y="76"/>
                </a:lnTo>
                <a:lnTo>
                  <a:pt x="87" y="76"/>
                </a:lnTo>
                <a:lnTo>
                  <a:pt x="86" y="75"/>
                </a:lnTo>
                <a:lnTo>
                  <a:pt x="86" y="74"/>
                </a:lnTo>
                <a:lnTo>
                  <a:pt x="87" y="74"/>
                </a:lnTo>
                <a:lnTo>
                  <a:pt x="86" y="73"/>
                </a:lnTo>
                <a:lnTo>
                  <a:pt x="86" y="73"/>
                </a:lnTo>
                <a:lnTo>
                  <a:pt x="86" y="72"/>
                </a:lnTo>
                <a:lnTo>
                  <a:pt x="87" y="71"/>
                </a:lnTo>
                <a:lnTo>
                  <a:pt x="87" y="71"/>
                </a:lnTo>
                <a:lnTo>
                  <a:pt x="88" y="72"/>
                </a:lnTo>
                <a:lnTo>
                  <a:pt x="89" y="72"/>
                </a:lnTo>
                <a:lnTo>
                  <a:pt x="91" y="72"/>
                </a:lnTo>
                <a:lnTo>
                  <a:pt x="92" y="71"/>
                </a:lnTo>
                <a:lnTo>
                  <a:pt x="93" y="71"/>
                </a:lnTo>
                <a:lnTo>
                  <a:pt x="94" y="70"/>
                </a:lnTo>
                <a:lnTo>
                  <a:pt x="93" y="69"/>
                </a:lnTo>
                <a:lnTo>
                  <a:pt x="94" y="68"/>
                </a:lnTo>
                <a:lnTo>
                  <a:pt x="94" y="67"/>
                </a:lnTo>
                <a:lnTo>
                  <a:pt x="94" y="67"/>
                </a:lnTo>
                <a:lnTo>
                  <a:pt x="94" y="66"/>
                </a:lnTo>
                <a:lnTo>
                  <a:pt x="94" y="65"/>
                </a:lnTo>
                <a:lnTo>
                  <a:pt x="93" y="65"/>
                </a:lnTo>
                <a:lnTo>
                  <a:pt x="93" y="63"/>
                </a:lnTo>
                <a:lnTo>
                  <a:pt x="94" y="64"/>
                </a:lnTo>
                <a:lnTo>
                  <a:pt x="93" y="62"/>
                </a:lnTo>
                <a:lnTo>
                  <a:pt x="94" y="62"/>
                </a:lnTo>
                <a:lnTo>
                  <a:pt x="94" y="62"/>
                </a:lnTo>
                <a:lnTo>
                  <a:pt x="95" y="61"/>
                </a:lnTo>
                <a:lnTo>
                  <a:pt x="96" y="61"/>
                </a:lnTo>
                <a:lnTo>
                  <a:pt x="99" y="60"/>
                </a:lnTo>
                <a:lnTo>
                  <a:pt x="98" y="58"/>
                </a:lnTo>
                <a:lnTo>
                  <a:pt x="98" y="57"/>
                </a:lnTo>
                <a:lnTo>
                  <a:pt x="97" y="56"/>
                </a:lnTo>
                <a:lnTo>
                  <a:pt x="97" y="55"/>
                </a:lnTo>
                <a:lnTo>
                  <a:pt x="98" y="56"/>
                </a:lnTo>
                <a:lnTo>
                  <a:pt x="98" y="53"/>
                </a:lnTo>
                <a:lnTo>
                  <a:pt x="96" y="53"/>
                </a:lnTo>
                <a:lnTo>
                  <a:pt x="97" y="50"/>
                </a:lnTo>
                <a:lnTo>
                  <a:pt x="99" y="49"/>
                </a:lnTo>
                <a:lnTo>
                  <a:pt x="101" y="49"/>
                </a:lnTo>
                <a:lnTo>
                  <a:pt x="102" y="50"/>
                </a:lnTo>
                <a:lnTo>
                  <a:pt x="102" y="50"/>
                </a:lnTo>
                <a:lnTo>
                  <a:pt x="102" y="49"/>
                </a:lnTo>
                <a:lnTo>
                  <a:pt x="104" y="50"/>
                </a:lnTo>
                <a:lnTo>
                  <a:pt x="104" y="51"/>
                </a:lnTo>
                <a:lnTo>
                  <a:pt x="104" y="52"/>
                </a:lnTo>
                <a:lnTo>
                  <a:pt x="106" y="53"/>
                </a:lnTo>
                <a:lnTo>
                  <a:pt x="106" y="54"/>
                </a:lnTo>
                <a:lnTo>
                  <a:pt x="106" y="55"/>
                </a:lnTo>
                <a:lnTo>
                  <a:pt x="107" y="54"/>
                </a:lnTo>
                <a:lnTo>
                  <a:pt x="108" y="56"/>
                </a:lnTo>
                <a:lnTo>
                  <a:pt x="110" y="55"/>
                </a:lnTo>
                <a:lnTo>
                  <a:pt x="111" y="54"/>
                </a:lnTo>
                <a:lnTo>
                  <a:pt x="113" y="53"/>
                </a:lnTo>
                <a:lnTo>
                  <a:pt x="113" y="52"/>
                </a:lnTo>
                <a:lnTo>
                  <a:pt x="115" y="51"/>
                </a:lnTo>
                <a:lnTo>
                  <a:pt x="115" y="51"/>
                </a:lnTo>
                <a:lnTo>
                  <a:pt x="116" y="51"/>
                </a:lnTo>
                <a:lnTo>
                  <a:pt x="116" y="49"/>
                </a:lnTo>
                <a:lnTo>
                  <a:pt x="114" y="46"/>
                </a:lnTo>
                <a:lnTo>
                  <a:pt x="114" y="45"/>
                </a:lnTo>
                <a:lnTo>
                  <a:pt x="114" y="44"/>
                </a:lnTo>
                <a:lnTo>
                  <a:pt x="114" y="43"/>
                </a:lnTo>
                <a:lnTo>
                  <a:pt x="114" y="42"/>
                </a:lnTo>
                <a:lnTo>
                  <a:pt x="113" y="42"/>
                </a:lnTo>
                <a:lnTo>
                  <a:pt x="112" y="43"/>
                </a:lnTo>
                <a:lnTo>
                  <a:pt x="110" y="43"/>
                </a:lnTo>
                <a:lnTo>
                  <a:pt x="110" y="42"/>
                </a:lnTo>
                <a:lnTo>
                  <a:pt x="107" y="41"/>
                </a:lnTo>
                <a:lnTo>
                  <a:pt x="107" y="40"/>
                </a:lnTo>
                <a:lnTo>
                  <a:pt x="106" y="39"/>
                </a:lnTo>
                <a:lnTo>
                  <a:pt x="107" y="38"/>
                </a:lnTo>
                <a:lnTo>
                  <a:pt x="106" y="36"/>
                </a:lnTo>
                <a:lnTo>
                  <a:pt x="105" y="37"/>
                </a:lnTo>
                <a:lnTo>
                  <a:pt x="105" y="36"/>
                </a:lnTo>
                <a:lnTo>
                  <a:pt x="103" y="36"/>
                </a:lnTo>
                <a:lnTo>
                  <a:pt x="103" y="36"/>
                </a:lnTo>
                <a:lnTo>
                  <a:pt x="103" y="36"/>
                </a:lnTo>
                <a:lnTo>
                  <a:pt x="100" y="37"/>
                </a:lnTo>
                <a:lnTo>
                  <a:pt x="97" y="37"/>
                </a:lnTo>
                <a:lnTo>
                  <a:pt x="97" y="38"/>
                </a:lnTo>
                <a:lnTo>
                  <a:pt x="94" y="37"/>
                </a:lnTo>
                <a:lnTo>
                  <a:pt x="93" y="36"/>
                </a:lnTo>
                <a:lnTo>
                  <a:pt x="92" y="33"/>
                </a:lnTo>
                <a:lnTo>
                  <a:pt x="90" y="32"/>
                </a:lnTo>
                <a:lnTo>
                  <a:pt x="89" y="32"/>
                </a:lnTo>
                <a:lnTo>
                  <a:pt x="88" y="31"/>
                </a:lnTo>
                <a:lnTo>
                  <a:pt x="88" y="31"/>
                </a:lnTo>
                <a:lnTo>
                  <a:pt x="88" y="31"/>
                </a:lnTo>
                <a:lnTo>
                  <a:pt x="88" y="29"/>
                </a:lnTo>
                <a:lnTo>
                  <a:pt x="87" y="30"/>
                </a:lnTo>
                <a:lnTo>
                  <a:pt x="86" y="29"/>
                </a:lnTo>
                <a:lnTo>
                  <a:pt x="85" y="29"/>
                </a:lnTo>
                <a:lnTo>
                  <a:pt x="84" y="30"/>
                </a:lnTo>
                <a:lnTo>
                  <a:pt x="83" y="29"/>
                </a:lnTo>
                <a:lnTo>
                  <a:pt x="82" y="30"/>
                </a:lnTo>
                <a:lnTo>
                  <a:pt x="81" y="29"/>
                </a:lnTo>
                <a:lnTo>
                  <a:pt x="80" y="29"/>
                </a:lnTo>
                <a:lnTo>
                  <a:pt x="81" y="28"/>
                </a:lnTo>
                <a:lnTo>
                  <a:pt x="80" y="28"/>
                </a:lnTo>
                <a:lnTo>
                  <a:pt x="81" y="27"/>
                </a:lnTo>
                <a:lnTo>
                  <a:pt x="80" y="26"/>
                </a:lnTo>
                <a:lnTo>
                  <a:pt x="81" y="25"/>
                </a:lnTo>
                <a:lnTo>
                  <a:pt x="82" y="25"/>
                </a:lnTo>
                <a:lnTo>
                  <a:pt x="82" y="24"/>
                </a:lnTo>
                <a:lnTo>
                  <a:pt x="84" y="20"/>
                </a:lnTo>
                <a:lnTo>
                  <a:pt x="84" y="20"/>
                </a:lnTo>
                <a:lnTo>
                  <a:pt x="84" y="19"/>
                </a:lnTo>
                <a:lnTo>
                  <a:pt x="85" y="20"/>
                </a:lnTo>
                <a:lnTo>
                  <a:pt x="85" y="19"/>
                </a:lnTo>
                <a:lnTo>
                  <a:pt x="87" y="19"/>
                </a:lnTo>
                <a:lnTo>
                  <a:pt x="88" y="18"/>
                </a:lnTo>
                <a:lnTo>
                  <a:pt x="89" y="17"/>
                </a:lnTo>
                <a:lnTo>
                  <a:pt x="89" y="16"/>
                </a:lnTo>
                <a:lnTo>
                  <a:pt x="89" y="15"/>
                </a:lnTo>
                <a:lnTo>
                  <a:pt x="91" y="12"/>
                </a:lnTo>
                <a:lnTo>
                  <a:pt x="91" y="11"/>
                </a:lnTo>
                <a:lnTo>
                  <a:pt x="94" y="11"/>
                </a:lnTo>
                <a:lnTo>
                  <a:pt x="94" y="10"/>
                </a:lnTo>
                <a:lnTo>
                  <a:pt x="95" y="9"/>
                </a:lnTo>
                <a:lnTo>
                  <a:pt x="96" y="8"/>
                </a:lnTo>
                <a:lnTo>
                  <a:pt x="97" y="8"/>
                </a:lnTo>
                <a:lnTo>
                  <a:pt x="97" y="7"/>
                </a:lnTo>
                <a:lnTo>
                  <a:pt x="97" y="6"/>
                </a:lnTo>
                <a:lnTo>
                  <a:pt x="98" y="6"/>
                </a:lnTo>
                <a:lnTo>
                  <a:pt x="98" y="5"/>
                </a:lnTo>
                <a:lnTo>
                  <a:pt x="100" y="5"/>
                </a:lnTo>
                <a:lnTo>
                  <a:pt x="101" y="2"/>
                </a:lnTo>
                <a:lnTo>
                  <a:pt x="100" y="2"/>
                </a:lnTo>
                <a:lnTo>
                  <a:pt x="99" y="3"/>
                </a:lnTo>
                <a:lnTo>
                  <a:pt x="97" y="5"/>
                </a:lnTo>
                <a:lnTo>
                  <a:pt x="96" y="4"/>
                </a:lnTo>
                <a:lnTo>
                  <a:pt x="95" y="5"/>
                </a:lnTo>
                <a:lnTo>
                  <a:pt x="94" y="6"/>
                </a:lnTo>
                <a:lnTo>
                  <a:pt x="93" y="7"/>
                </a:lnTo>
                <a:lnTo>
                  <a:pt x="92" y="7"/>
                </a:lnTo>
                <a:lnTo>
                  <a:pt x="90" y="8"/>
                </a:lnTo>
                <a:lnTo>
                  <a:pt x="88" y="11"/>
                </a:lnTo>
                <a:lnTo>
                  <a:pt x="88" y="10"/>
                </a:lnTo>
                <a:lnTo>
                  <a:pt x="88" y="8"/>
                </a:lnTo>
                <a:lnTo>
                  <a:pt x="88" y="7"/>
                </a:lnTo>
                <a:lnTo>
                  <a:pt x="88" y="6"/>
                </a:lnTo>
                <a:lnTo>
                  <a:pt x="89" y="5"/>
                </a:lnTo>
                <a:lnTo>
                  <a:pt x="90" y="3"/>
                </a:lnTo>
                <a:lnTo>
                  <a:pt x="89" y="2"/>
                </a:lnTo>
                <a:lnTo>
                  <a:pt x="88" y="3"/>
                </a:lnTo>
                <a:lnTo>
                  <a:pt x="88" y="3"/>
                </a:lnTo>
                <a:lnTo>
                  <a:pt x="87" y="4"/>
                </a:lnTo>
                <a:lnTo>
                  <a:pt x="86" y="3"/>
                </a:lnTo>
                <a:lnTo>
                  <a:pt x="85" y="1"/>
                </a:lnTo>
                <a:lnTo>
                  <a:pt x="84" y="1"/>
                </a:lnTo>
                <a:lnTo>
                  <a:pt x="84" y="2"/>
                </a:lnTo>
                <a:lnTo>
                  <a:pt x="83" y="1"/>
                </a:lnTo>
                <a:lnTo>
                  <a:pt x="83" y="2"/>
                </a:lnTo>
                <a:lnTo>
                  <a:pt x="82" y="2"/>
                </a:lnTo>
                <a:lnTo>
                  <a:pt x="82" y="4"/>
                </a:lnTo>
                <a:lnTo>
                  <a:pt x="81" y="5"/>
                </a:lnTo>
                <a:lnTo>
                  <a:pt x="80" y="5"/>
                </a:lnTo>
                <a:lnTo>
                  <a:pt x="80" y="4"/>
                </a:lnTo>
                <a:lnTo>
                  <a:pt x="79" y="3"/>
                </a:lnTo>
                <a:lnTo>
                  <a:pt x="77" y="4"/>
                </a:lnTo>
                <a:lnTo>
                  <a:pt x="76" y="3"/>
                </a:lnTo>
                <a:lnTo>
                  <a:pt x="74" y="4"/>
                </a:lnTo>
                <a:lnTo>
                  <a:pt x="74" y="4"/>
                </a:lnTo>
                <a:lnTo>
                  <a:pt x="73" y="3"/>
                </a:lnTo>
                <a:lnTo>
                  <a:pt x="69" y="2"/>
                </a:lnTo>
                <a:lnTo>
                  <a:pt x="69" y="2"/>
                </a:lnTo>
                <a:lnTo>
                  <a:pt x="67" y="2"/>
                </a:lnTo>
                <a:lnTo>
                  <a:pt x="67" y="1"/>
                </a:lnTo>
                <a:lnTo>
                  <a:pt x="66" y="2"/>
                </a:lnTo>
                <a:lnTo>
                  <a:pt x="66" y="2"/>
                </a:lnTo>
                <a:lnTo>
                  <a:pt x="66" y="2"/>
                </a:lnTo>
                <a:lnTo>
                  <a:pt x="65" y="1"/>
                </a:lnTo>
                <a:lnTo>
                  <a:pt x="64" y="2"/>
                </a:lnTo>
                <a:lnTo>
                  <a:pt x="64" y="1"/>
                </a:lnTo>
                <a:lnTo>
                  <a:pt x="64" y="0"/>
                </a:lnTo>
                <a:lnTo>
                  <a:pt x="63" y="0"/>
                </a:lnTo>
                <a:lnTo>
                  <a:pt x="62" y="1"/>
                </a:lnTo>
                <a:lnTo>
                  <a:pt x="62" y="0"/>
                </a:lnTo>
                <a:lnTo>
                  <a:pt x="61" y="1"/>
                </a:lnTo>
                <a:lnTo>
                  <a:pt x="61" y="0"/>
                </a:lnTo>
                <a:lnTo>
                  <a:pt x="60" y="0"/>
                </a:lnTo>
                <a:lnTo>
                  <a:pt x="60" y="1"/>
                </a:lnTo>
                <a:lnTo>
                  <a:pt x="58" y="0"/>
                </a:lnTo>
                <a:lnTo>
                  <a:pt x="58" y="3"/>
                </a:lnTo>
                <a:lnTo>
                  <a:pt x="57" y="4"/>
                </a:lnTo>
                <a:lnTo>
                  <a:pt x="58" y="4"/>
                </a:lnTo>
                <a:lnTo>
                  <a:pt x="57" y="5"/>
                </a:lnTo>
                <a:lnTo>
                  <a:pt x="58" y="6"/>
                </a:lnTo>
                <a:lnTo>
                  <a:pt x="57" y="6"/>
                </a:lnTo>
                <a:lnTo>
                  <a:pt x="58" y="7"/>
                </a:lnTo>
                <a:lnTo>
                  <a:pt x="57" y="8"/>
                </a:lnTo>
                <a:lnTo>
                  <a:pt x="58" y="8"/>
                </a:lnTo>
                <a:lnTo>
                  <a:pt x="58" y="9"/>
                </a:lnTo>
                <a:lnTo>
                  <a:pt x="57" y="9"/>
                </a:lnTo>
                <a:lnTo>
                  <a:pt x="57" y="12"/>
                </a:lnTo>
                <a:lnTo>
                  <a:pt x="58" y="12"/>
                </a:lnTo>
                <a:lnTo>
                  <a:pt x="56" y="13"/>
                </a:lnTo>
                <a:lnTo>
                  <a:pt x="57" y="13"/>
                </a:lnTo>
                <a:lnTo>
                  <a:pt x="57" y="16"/>
                </a:lnTo>
                <a:lnTo>
                  <a:pt x="57" y="16"/>
                </a:lnTo>
                <a:lnTo>
                  <a:pt x="57" y="17"/>
                </a:lnTo>
                <a:lnTo>
                  <a:pt x="57" y="17"/>
                </a:lnTo>
                <a:lnTo>
                  <a:pt x="56" y="17"/>
                </a:lnTo>
                <a:lnTo>
                  <a:pt x="56" y="17"/>
                </a:lnTo>
                <a:lnTo>
                  <a:pt x="55" y="19"/>
                </a:lnTo>
                <a:lnTo>
                  <a:pt x="53" y="20"/>
                </a:lnTo>
                <a:lnTo>
                  <a:pt x="53" y="21"/>
                </a:lnTo>
                <a:lnTo>
                  <a:pt x="52" y="21"/>
                </a:lnTo>
                <a:lnTo>
                  <a:pt x="52" y="22"/>
                </a:lnTo>
                <a:lnTo>
                  <a:pt x="50" y="22"/>
                </a:lnTo>
                <a:lnTo>
                  <a:pt x="50" y="23"/>
                </a:lnTo>
                <a:lnTo>
                  <a:pt x="49" y="23"/>
                </a:lnTo>
                <a:lnTo>
                  <a:pt x="49" y="24"/>
                </a:lnTo>
                <a:lnTo>
                  <a:pt x="49" y="25"/>
                </a:lnTo>
                <a:lnTo>
                  <a:pt x="47" y="24"/>
                </a:lnTo>
                <a:lnTo>
                  <a:pt x="47" y="26"/>
                </a:lnTo>
                <a:lnTo>
                  <a:pt x="46" y="26"/>
                </a:lnTo>
                <a:lnTo>
                  <a:pt x="46" y="26"/>
                </a:lnTo>
                <a:lnTo>
                  <a:pt x="45" y="27"/>
                </a:lnTo>
                <a:lnTo>
                  <a:pt x="44" y="27"/>
                </a:lnTo>
                <a:lnTo>
                  <a:pt x="43" y="28"/>
                </a:lnTo>
                <a:lnTo>
                  <a:pt x="42" y="28"/>
                </a:lnTo>
                <a:lnTo>
                  <a:pt x="40" y="27"/>
                </a:lnTo>
                <a:lnTo>
                  <a:pt x="40" y="28"/>
                </a:lnTo>
                <a:lnTo>
                  <a:pt x="38" y="28"/>
                </a:lnTo>
                <a:lnTo>
                  <a:pt x="36" y="28"/>
                </a:lnTo>
                <a:lnTo>
                  <a:pt x="35" y="28"/>
                </a:lnTo>
                <a:lnTo>
                  <a:pt x="34" y="28"/>
                </a:lnTo>
                <a:lnTo>
                  <a:pt x="34" y="28"/>
                </a:lnTo>
                <a:lnTo>
                  <a:pt x="33" y="28"/>
                </a:lnTo>
                <a:lnTo>
                  <a:pt x="30" y="27"/>
                </a:lnTo>
                <a:lnTo>
                  <a:pt x="30" y="29"/>
                </a:lnTo>
                <a:lnTo>
                  <a:pt x="29" y="29"/>
                </a:lnTo>
                <a:lnTo>
                  <a:pt x="30" y="30"/>
                </a:lnTo>
                <a:lnTo>
                  <a:pt x="30" y="32"/>
                </a:lnTo>
                <a:lnTo>
                  <a:pt x="30" y="33"/>
                </a:lnTo>
                <a:lnTo>
                  <a:pt x="29" y="32"/>
                </a:lnTo>
                <a:lnTo>
                  <a:pt x="28" y="32"/>
                </a:lnTo>
                <a:lnTo>
                  <a:pt x="26" y="33"/>
                </a:lnTo>
                <a:lnTo>
                  <a:pt x="26" y="33"/>
                </a:lnTo>
                <a:lnTo>
                  <a:pt x="23" y="34"/>
                </a:lnTo>
                <a:lnTo>
                  <a:pt x="23" y="35"/>
                </a:lnTo>
                <a:lnTo>
                  <a:pt x="23" y="36"/>
                </a:lnTo>
                <a:lnTo>
                  <a:pt x="21" y="38"/>
                </a:lnTo>
                <a:lnTo>
                  <a:pt x="19" y="38"/>
                </a:lnTo>
                <a:lnTo>
                  <a:pt x="18" y="39"/>
                </a:lnTo>
                <a:lnTo>
                  <a:pt x="17" y="38"/>
                </a:lnTo>
                <a:lnTo>
                  <a:pt x="16" y="39"/>
                </a:lnTo>
                <a:lnTo>
                  <a:pt x="16" y="39"/>
                </a:lnTo>
                <a:lnTo>
                  <a:pt x="15" y="39"/>
                </a:lnTo>
                <a:lnTo>
                  <a:pt x="14" y="39"/>
                </a:lnTo>
                <a:lnTo>
                  <a:pt x="13" y="40"/>
                </a:lnTo>
                <a:lnTo>
                  <a:pt x="12" y="41"/>
                </a:lnTo>
                <a:lnTo>
                  <a:pt x="11" y="42"/>
                </a:lnTo>
                <a:lnTo>
                  <a:pt x="10" y="41"/>
                </a:lnTo>
                <a:lnTo>
                  <a:pt x="9" y="43"/>
                </a:lnTo>
                <a:lnTo>
                  <a:pt x="8" y="44"/>
                </a:lnTo>
                <a:lnTo>
                  <a:pt x="8" y="43"/>
                </a:lnTo>
                <a:lnTo>
                  <a:pt x="7" y="43"/>
                </a:lnTo>
                <a:lnTo>
                  <a:pt x="6" y="44"/>
                </a:lnTo>
                <a:lnTo>
                  <a:pt x="4" y="44"/>
                </a:lnTo>
                <a:lnTo>
                  <a:pt x="3" y="45"/>
                </a:lnTo>
                <a:lnTo>
                  <a:pt x="2" y="44"/>
                </a:lnTo>
                <a:lnTo>
                  <a:pt x="1" y="45"/>
                </a:lnTo>
                <a:lnTo>
                  <a:pt x="0" y="45"/>
                </a:lnTo>
                <a:lnTo>
                  <a:pt x="0" y="45"/>
                </a:lnTo>
                <a:lnTo>
                  <a:pt x="1" y="46"/>
                </a:lnTo>
                <a:lnTo>
                  <a:pt x="0" y="46"/>
                </a:lnTo>
                <a:lnTo>
                  <a:pt x="0" y="47"/>
                </a:lnTo>
                <a:lnTo>
                  <a:pt x="1" y="48"/>
                </a:lnTo>
                <a:lnTo>
                  <a:pt x="2" y="49"/>
                </a:lnTo>
                <a:lnTo>
                  <a:pt x="3" y="51"/>
                </a:lnTo>
                <a:lnTo>
                  <a:pt x="1" y="52"/>
                </a:lnTo>
                <a:lnTo>
                  <a:pt x="2" y="53"/>
                </a:lnTo>
                <a:lnTo>
                  <a:pt x="4" y="53"/>
                </a:lnTo>
                <a:lnTo>
                  <a:pt x="4" y="54"/>
                </a:lnTo>
                <a:lnTo>
                  <a:pt x="5" y="54"/>
                </a:lnTo>
                <a:lnTo>
                  <a:pt x="5" y="56"/>
                </a:lnTo>
                <a:lnTo>
                  <a:pt x="5" y="58"/>
                </a:lnTo>
                <a:lnTo>
                  <a:pt x="5" y="57"/>
                </a:lnTo>
                <a:lnTo>
                  <a:pt x="6" y="59"/>
                </a:lnTo>
                <a:lnTo>
                  <a:pt x="6" y="59"/>
                </a:lnTo>
                <a:lnTo>
                  <a:pt x="5" y="61"/>
                </a:lnTo>
                <a:lnTo>
                  <a:pt x="5" y="61"/>
                </a:lnTo>
                <a:lnTo>
                  <a:pt x="6" y="61"/>
                </a:lnTo>
                <a:lnTo>
                  <a:pt x="7" y="62"/>
                </a:lnTo>
                <a:lnTo>
                  <a:pt x="8" y="63"/>
                </a:lnTo>
                <a:lnTo>
                  <a:pt x="8" y="63"/>
                </a:lnTo>
                <a:lnTo>
                  <a:pt x="10" y="64"/>
                </a:lnTo>
                <a:lnTo>
                  <a:pt x="9" y="65"/>
                </a:lnTo>
                <a:lnTo>
                  <a:pt x="11" y="66"/>
                </a:lnTo>
                <a:lnTo>
                  <a:pt x="12" y="67"/>
                </a:lnTo>
                <a:lnTo>
                  <a:pt x="13" y="67"/>
                </a:lnTo>
                <a:lnTo>
                  <a:pt x="13" y="70"/>
                </a:lnTo>
                <a:lnTo>
                  <a:pt x="13" y="71"/>
                </a:lnTo>
                <a:lnTo>
                  <a:pt x="14" y="72"/>
                </a:lnTo>
                <a:lnTo>
                  <a:pt x="14" y="73"/>
                </a:lnTo>
                <a:lnTo>
                  <a:pt x="13" y="75"/>
                </a:lnTo>
                <a:lnTo>
                  <a:pt x="14" y="76"/>
                </a:lnTo>
                <a:lnTo>
                  <a:pt x="14" y="77"/>
                </a:lnTo>
                <a:lnTo>
                  <a:pt x="15" y="76"/>
                </a:lnTo>
                <a:lnTo>
                  <a:pt x="16" y="77"/>
                </a:lnTo>
                <a:lnTo>
                  <a:pt x="17" y="78"/>
                </a:lnTo>
                <a:lnTo>
                  <a:pt x="17" y="79"/>
                </a:lnTo>
                <a:lnTo>
                  <a:pt x="16" y="79"/>
                </a:lnTo>
                <a:lnTo>
                  <a:pt x="18" y="79"/>
                </a:lnTo>
                <a:lnTo>
                  <a:pt x="18" y="80"/>
                </a:lnTo>
                <a:lnTo>
                  <a:pt x="19" y="81"/>
                </a:lnTo>
                <a:lnTo>
                  <a:pt x="18" y="82"/>
                </a:lnTo>
                <a:lnTo>
                  <a:pt x="19" y="83"/>
                </a:lnTo>
                <a:lnTo>
                  <a:pt x="19" y="82"/>
                </a:lnTo>
                <a:lnTo>
                  <a:pt x="19" y="83"/>
                </a:lnTo>
                <a:lnTo>
                  <a:pt x="21" y="84"/>
                </a:lnTo>
                <a:lnTo>
                  <a:pt x="22" y="85"/>
                </a:lnTo>
                <a:lnTo>
                  <a:pt x="23" y="85"/>
                </a:lnTo>
                <a:lnTo>
                  <a:pt x="23" y="86"/>
                </a:lnTo>
                <a:lnTo>
                  <a:pt x="24" y="87"/>
                </a:lnTo>
                <a:lnTo>
                  <a:pt x="24" y="88"/>
                </a:lnTo>
                <a:lnTo>
                  <a:pt x="25" y="89"/>
                </a:lnTo>
                <a:lnTo>
                  <a:pt x="26" y="88"/>
                </a:lnTo>
                <a:lnTo>
                  <a:pt x="26" y="89"/>
                </a:lnTo>
                <a:lnTo>
                  <a:pt x="28" y="89"/>
                </a:lnTo>
                <a:lnTo>
                  <a:pt x="31" y="91"/>
                </a:lnTo>
                <a:lnTo>
                  <a:pt x="32" y="90"/>
                </a:lnTo>
                <a:lnTo>
                  <a:pt x="33" y="91"/>
                </a:lnTo>
                <a:lnTo>
                  <a:pt x="33" y="92"/>
                </a:lnTo>
                <a:lnTo>
                  <a:pt x="34" y="91"/>
                </a:lnTo>
                <a:lnTo>
                  <a:pt x="35" y="92"/>
                </a:lnTo>
                <a:lnTo>
                  <a:pt x="36" y="93"/>
                </a:lnTo>
                <a:lnTo>
                  <a:pt x="36" y="92"/>
                </a:lnTo>
                <a:lnTo>
                  <a:pt x="37" y="93"/>
                </a:lnTo>
                <a:lnTo>
                  <a:pt x="37" y="93"/>
                </a:lnTo>
                <a:lnTo>
                  <a:pt x="40" y="94"/>
                </a:lnTo>
                <a:lnTo>
                  <a:pt x="40" y="93"/>
                </a:lnTo>
                <a:lnTo>
                  <a:pt x="41" y="93"/>
                </a:lnTo>
                <a:lnTo>
                  <a:pt x="42" y="94"/>
                </a:lnTo>
                <a:lnTo>
                  <a:pt x="42" y="93"/>
                </a:lnTo>
                <a:lnTo>
                  <a:pt x="43" y="93"/>
                </a:lnTo>
                <a:lnTo>
                  <a:pt x="44" y="92"/>
                </a:lnTo>
                <a:lnTo>
                  <a:pt x="45" y="93"/>
                </a:lnTo>
                <a:close/>
              </a:path>
            </a:pathLst>
          </a:custGeom>
          <a:solidFill>
            <a:srgbClr val="4A80C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350720" y="4391294"/>
            <a:ext cx="968363" cy="609235"/>
          </a:xfrm>
          <a:custGeom>
            <a:avLst/>
            <a:gdLst/>
            <a:ahLst/>
            <a:cxnLst/>
            <a:rect l="l" t="t" r="r" b="b"/>
            <a:pathLst>
              <a:path w="151" h="95">
                <a:moveTo>
                  <a:pt x="47" y="2"/>
                </a:moveTo>
                <a:lnTo>
                  <a:pt x="47" y="1"/>
                </a:lnTo>
                <a:lnTo>
                  <a:pt x="46" y="0"/>
                </a:lnTo>
                <a:lnTo>
                  <a:pt x="46" y="0"/>
                </a:lnTo>
                <a:lnTo>
                  <a:pt x="45" y="1"/>
                </a:lnTo>
                <a:lnTo>
                  <a:pt x="43" y="1"/>
                </a:lnTo>
                <a:lnTo>
                  <a:pt x="43" y="2"/>
                </a:lnTo>
                <a:lnTo>
                  <a:pt x="42" y="2"/>
                </a:lnTo>
                <a:lnTo>
                  <a:pt x="41" y="4"/>
                </a:lnTo>
                <a:lnTo>
                  <a:pt x="40" y="2"/>
                </a:lnTo>
                <a:lnTo>
                  <a:pt x="39" y="3"/>
                </a:lnTo>
                <a:lnTo>
                  <a:pt x="39" y="2"/>
                </a:lnTo>
                <a:lnTo>
                  <a:pt x="38" y="0"/>
                </a:lnTo>
                <a:lnTo>
                  <a:pt x="38" y="0"/>
                </a:lnTo>
                <a:lnTo>
                  <a:pt x="37" y="2"/>
                </a:lnTo>
                <a:lnTo>
                  <a:pt x="35" y="2"/>
                </a:lnTo>
                <a:lnTo>
                  <a:pt x="34" y="2"/>
                </a:lnTo>
                <a:lnTo>
                  <a:pt x="32" y="3"/>
                </a:lnTo>
                <a:lnTo>
                  <a:pt x="31" y="2"/>
                </a:lnTo>
                <a:lnTo>
                  <a:pt x="28" y="2"/>
                </a:lnTo>
                <a:lnTo>
                  <a:pt x="25" y="1"/>
                </a:lnTo>
                <a:lnTo>
                  <a:pt x="23" y="1"/>
                </a:lnTo>
                <a:lnTo>
                  <a:pt x="21" y="1"/>
                </a:lnTo>
                <a:lnTo>
                  <a:pt x="20" y="1"/>
                </a:lnTo>
                <a:lnTo>
                  <a:pt x="19" y="1"/>
                </a:lnTo>
                <a:lnTo>
                  <a:pt x="17" y="4"/>
                </a:lnTo>
                <a:lnTo>
                  <a:pt x="20" y="4"/>
                </a:lnTo>
                <a:lnTo>
                  <a:pt x="22" y="4"/>
                </a:lnTo>
                <a:lnTo>
                  <a:pt x="24" y="5"/>
                </a:lnTo>
                <a:lnTo>
                  <a:pt x="24" y="9"/>
                </a:lnTo>
                <a:lnTo>
                  <a:pt x="24" y="9"/>
                </a:lnTo>
                <a:lnTo>
                  <a:pt x="25" y="9"/>
                </a:lnTo>
                <a:lnTo>
                  <a:pt x="25" y="9"/>
                </a:lnTo>
                <a:lnTo>
                  <a:pt x="26" y="9"/>
                </a:lnTo>
                <a:lnTo>
                  <a:pt x="30" y="10"/>
                </a:lnTo>
                <a:lnTo>
                  <a:pt x="31" y="11"/>
                </a:lnTo>
                <a:lnTo>
                  <a:pt x="31" y="11"/>
                </a:lnTo>
                <a:lnTo>
                  <a:pt x="31" y="12"/>
                </a:lnTo>
                <a:lnTo>
                  <a:pt x="31" y="14"/>
                </a:lnTo>
                <a:lnTo>
                  <a:pt x="32" y="15"/>
                </a:lnTo>
                <a:lnTo>
                  <a:pt x="31" y="16"/>
                </a:lnTo>
                <a:lnTo>
                  <a:pt x="30" y="15"/>
                </a:lnTo>
                <a:lnTo>
                  <a:pt x="30" y="16"/>
                </a:lnTo>
                <a:lnTo>
                  <a:pt x="29" y="17"/>
                </a:lnTo>
                <a:lnTo>
                  <a:pt x="27" y="16"/>
                </a:lnTo>
                <a:lnTo>
                  <a:pt x="25" y="16"/>
                </a:lnTo>
                <a:lnTo>
                  <a:pt x="23" y="16"/>
                </a:lnTo>
                <a:lnTo>
                  <a:pt x="21" y="16"/>
                </a:lnTo>
                <a:lnTo>
                  <a:pt x="21" y="17"/>
                </a:lnTo>
                <a:lnTo>
                  <a:pt x="22" y="17"/>
                </a:lnTo>
                <a:lnTo>
                  <a:pt x="21" y="18"/>
                </a:lnTo>
                <a:lnTo>
                  <a:pt x="20" y="20"/>
                </a:lnTo>
                <a:lnTo>
                  <a:pt x="20" y="20"/>
                </a:lnTo>
                <a:lnTo>
                  <a:pt x="19" y="21"/>
                </a:lnTo>
                <a:lnTo>
                  <a:pt x="20" y="22"/>
                </a:lnTo>
                <a:lnTo>
                  <a:pt x="19" y="23"/>
                </a:lnTo>
                <a:lnTo>
                  <a:pt x="20" y="25"/>
                </a:lnTo>
                <a:lnTo>
                  <a:pt x="21" y="25"/>
                </a:lnTo>
                <a:lnTo>
                  <a:pt x="21" y="25"/>
                </a:lnTo>
                <a:lnTo>
                  <a:pt x="21" y="26"/>
                </a:lnTo>
                <a:lnTo>
                  <a:pt x="22" y="27"/>
                </a:lnTo>
                <a:lnTo>
                  <a:pt x="21" y="29"/>
                </a:lnTo>
                <a:lnTo>
                  <a:pt x="22" y="30"/>
                </a:lnTo>
                <a:lnTo>
                  <a:pt x="21" y="32"/>
                </a:lnTo>
                <a:lnTo>
                  <a:pt x="22" y="34"/>
                </a:lnTo>
                <a:lnTo>
                  <a:pt x="22" y="34"/>
                </a:lnTo>
                <a:lnTo>
                  <a:pt x="22" y="36"/>
                </a:lnTo>
                <a:lnTo>
                  <a:pt x="24" y="36"/>
                </a:lnTo>
                <a:lnTo>
                  <a:pt x="25" y="38"/>
                </a:lnTo>
                <a:lnTo>
                  <a:pt x="25" y="38"/>
                </a:lnTo>
                <a:lnTo>
                  <a:pt x="25" y="39"/>
                </a:lnTo>
                <a:lnTo>
                  <a:pt x="24" y="40"/>
                </a:lnTo>
                <a:lnTo>
                  <a:pt x="27" y="39"/>
                </a:lnTo>
                <a:lnTo>
                  <a:pt x="28" y="40"/>
                </a:lnTo>
                <a:lnTo>
                  <a:pt x="29" y="40"/>
                </a:lnTo>
                <a:lnTo>
                  <a:pt x="29" y="41"/>
                </a:lnTo>
                <a:lnTo>
                  <a:pt x="29" y="41"/>
                </a:lnTo>
                <a:lnTo>
                  <a:pt x="31" y="43"/>
                </a:lnTo>
                <a:lnTo>
                  <a:pt x="32" y="43"/>
                </a:lnTo>
                <a:lnTo>
                  <a:pt x="33" y="45"/>
                </a:lnTo>
                <a:lnTo>
                  <a:pt x="33" y="48"/>
                </a:lnTo>
                <a:lnTo>
                  <a:pt x="34" y="48"/>
                </a:lnTo>
                <a:lnTo>
                  <a:pt x="34" y="49"/>
                </a:lnTo>
                <a:lnTo>
                  <a:pt x="32" y="50"/>
                </a:lnTo>
                <a:lnTo>
                  <a:pt x="33" y="52"/>
                </a:lnTo>
                <a:lnTo>
                  <a:pt x="34" y="52"/>
                </a:lnTo>
                <a:lnTo>
                  <a:pt x="32" y="56"/>
                </a:lnTo>
                <a:lnTo>
                  <a:pt x="31" y="56"/>
                </a:lnTo>
                <a:lnTo>
                  <a:pt x="31" y="56"/>
                </a:lnTo>
                <a:lnTo>
                  <a:pt x="31" y="55"/>
                </a:lnTo>
                <a:lnTo>
                  <a:pt x="29" y="55"/>
                </a:lnTo>
                <a:lnTo>
                  <a:pt x="28" y="54"/>
                </a:lnTo>
                <a:lnTo>
                  <a:pt x="26" y="56"/>
                </a:lnTo>
                <a:lnTo>
                  <a:pt x="24" y="58"/>
                </a:lnTo>
                <a:lnTo>
                  <a:pt x="24" y="58"/>
                </a:lnTo>
                <a:lnTo>
                  <a:pt x="23" y="59"/>
                </a:lnTo>
                <a:lnTo>
                  <a:pt x="22" y="60"/>
                </a:lnTo>
                <a:lnTo>
                  <a:pt x="22" y="61"/>
                </a:lnTo>
                <a:lnTo>
                  <a:pt x="22" y="60"/>
                </a:lnTo>
                <a:lnTo>
                  <a:pt x="20" y="62"/>
                </a:lnTo>
                <a:lnTo>
                  <a:pt x="18" y="64"/>
                </a:lnTo>
                <a:lnTo>
                  <a:pt x="18" y="63"/>
                </a:lnTo>
                <a:lnTo>
                  <a:pt x="18" y="63"/>
                </a:lnTo>
                <a:lnTo>
                  <a:pt x="17" y="61"/>
                </a:lnTo>
                <a:lnTo>
                  <a:pt x="14" y="64"/>
                </a:lnTo>
                <a:lnTo>
                  <a:pt x="13" y="62"/>
                </a:lnTo>
                <a:lnTo>
                  <a:pt x="14" y="61"/>
                </a:lnTo>
                <a:lnTo>
                  <a:pt x="12" y="61"/>
                </a:lnTo>
                <a:lnTo>
                  <a:pt x="12" y="61"/>
                </a:lnTo>
                <a:lnTo>
                  <a:pt x="11" y="61"/>
                </a:lnTo>
                <a:lnTo>
                  <a:pt x="8" y="65"/>
                </a:lnTo>
                <a:lnTo>
                  <a:pt x="7" y="64"/>
                </a:lnTo>
                <a:lnTo>
                  <a:pt x="7" y="64"/>
                </a:lnTo>
                <a:lnTo>
                  <a:pt x="6" y="63"/>
                </a:lnTo>
                <a:lnTo>
                  <a:pt x="5" y="62"/>
                </a:lnTo>
                <a:lnTo>
                  <a:pt x="5" y="63"/>
                </a:lnTo>
                <a:lnTo>
                  <a:pt x="5" y="64"/>
                </a:lnTo>
                <a:lnTo>
                  <a:pt x="3" y="65"/>
                </a:lnTo>
                <a:lnTo>
                  <a:pt x="2" y="65"/>
                </a:lnTo>
                <a:lnTo>
                  <a:pt x="1" y="65"/>
                </a:lnTo>
                <a:lnTo>
                  <a:pt x="0" y="66"/>
                </a:lnTo>
                <a:lnTo>
                  <a:pt x="1" y="66"/>
                </a:lnTo>
                <a:lnTo>
                  <a:pt x="0" y="67"/>
                </a:lnTo>
                <a:lnTo>
                  <a:pt x="1" y="68"/>
                </a:lnTo>
                <a:lnTo>
                  <a:pt x="1" y="68"/>
                </a:lnTo>
                <a:lnTo>
                  <a:pt x="3" y="70"/>
                </a:lnTo>
                <a:lnTo>
                  <a:pt x="4" y="70"/>
                </a:lnTo>
                <a:lnTo>
                  <a:pt x="3" y="72"/>
                </a:lnTo>
                <a:lnTo>
                  <a:pt x="4" y="72"/>
                </a:lnTo>
                <a:lnTo>
                  <a:pt x="3" y="75"/>
                </a:lnTo>
                <a:lnTo>
                  <a:pt x="3" y="75"/>
                </a:lnTo>
                <a:lnTo>
                  <a:pt x="3" y="76"/>
                </a:lnTo>
                <a:lnTo>
                  <a:pt x="3" y="78"/>
                </a:lnTo>
                <a:lnTo>
                  <a:pt x="2" y="79"/>
                </a:lnTo>
                <a:lnTo>
                  <a:pt x="1" y="79"/>
                </a:lnTo>
                <a:lnTo>
                  <a:pt x="0" y="80"/>
                </a:lnTo>
                <a:lnTo>
                  <a:pt x="1" y="80"/>
                </a:lnTo>
                <a:lnTo>
                  <a:pt x="1" y="82"/>
                </a:lnTo>
                <a:lnTo>
                  <a:pt x="3" y="83"/>
                </a:lnTo>
                <a:lnTo>
                  <a:pt x="3" y="82"/>
                </a:lnTo>
                <a:lnTo>
                  <a:pt x="3" y="82"/>
                </a:lnTo>
                <a:lnTo>
                  <a:pt x="3" y="81"/>
                </a:lnTo>
                <a:lnTo>
                  <a:pt x="4" y="79"/>
                </a:lnTo>
                <a:lnTo>
                  <a:pt x="6" y="79"/>
                </a:lnTo>
                <a:lnTo>
                  <a:pt x="6" y="83"/>
                </a:lnTo>
                <a:lnTo>
                  <a:pt x="8" y="84"/>
                </a:lnTo>
                <a:lnTo>
                  <a:pt x="8" y="83"/>
                </a:lnTo>
                <a:lnTo>
                  <a:pt x="8" y="83"/>
                </a:lnTo>
                <a:lnTo>
                  <a:pt x="8" y="84"/>
                </a:lnTo>
                <a:lnTo>
                  <a:pt x="9" y="83"/>
                </a:lnTo>
                <a:lnTo>
                  <a:pt x="10" y="84"/>
                </a:lnTo>
                <a:lnTo>
                  <a:pt x="10" y="85"/>
                </a:lnTo>
                <a:lnTo>
                  <a:pt x="10" y="85"/>
                </a:lnTo>
                <a:lnTo>
                  <a:pt x="11" y="85"/>
                </a:lnTo>
                <a:lnTo>
                  <a:pt x="10" y="86"/>
                </a:lnTo>
                <a:lnTo>
                  <a:pt x="10" y="87"/>
                </a:lnTo>
                <a:lnTo>
                  <a:pt x="10" y="88"/>
                </a:lnTo>
                <a:lnTo>
                  <a:pt x="10" y="88"/>
                </a:lnTo>
                <a:lnTo>
                  <a:pt x="11" y="88"/>
                </a:lnTo>
                <a:lnTo>
                  <a:pt x="11" y="91"/>
                </a:lnTo>
                <a:lnTo>
                  <a:pt x="12" y="91"/>
                </a:lnTo>
                <a:lnTo>
                  <a:pt x="13" y="90"/>
                </a:lnTo>
                <a:lnTo>
                  <a:pt x="13" y="90"/>
                </a:lnTo>
                <a:lnTo>
                  <a:pt x="14" y="89"/>
                </a:lnTo>
                <a:lnTo>
                  <a:pt x="15" y="90"/>
                </a:lnTo>
                <a:lnTo>
                  <a:pt x="15" y="92"/>
                </a:lnTo>
                <a:lnTo>
                  <a:pt x="15" y="92"/>
                </a:lnTo>
                <a:lnTo>
                  <a:pt x="15" y="93"/>
                </a:lnTo>
                <a:lnTo>
                  <a:pt x="16" y="94"/>
                </a:lnTo>
                <a:lnTo>
                  <a:pt x="16" y="94"/>
                </a:lnTo>
                <a:lnTo>
                  <a:pt x="17" y="95"/>
                </a:lnTo>
                <a:lnTo>
                  <a:pt x="18" y="95"/>
                </a:lnTo>
                <a:lnTo>
                  <a:pt x="18" y="94"/>
                </a:lnTo>
                <a:lnTo>
                  <a:pt x="18" y="93"/>
                </a:lnTo>
                <a:lnTo>
                  <a:pt x="18" y="93"/>
                </a:lnTo>
                <a:lnTo>
                  <a:pt x="20" y="91"/>
                </a:lnTo>
                <a:lnTo>
                  <a:pt x="19" y="90"/>
                </a:lnTo>
                <a:lnTo>
                  <a:pt x="20" y="89"/>
                </a:lnTo>
                <a:lnTo>
                  <a:pt x="20" y="89"/>
                </a:lnTo>
                <a:lnTo>
                  <a:pt x="21" y="88"/>
                </a:lnTo>
                <a:lnTo>
                  <a:pt x="21" y="86"/>
                </a:lnTo>
                <a:lnTo>
                  <a:pt x="21" y="86"/>
                </a:lnTo>
                <a:lnTo>
                  <a:pt x="22" y="85"/>
                </a:lnTo>
                <a:lnTo>
                  <a:pt x="22" y="85"/>
                </a:lnTo>
                <a:lnTo>
                  <a:pt x="22" y="84"/>
                </a:lnTo>
                <a:lnTo>
                  <a:pt x="23" y="84"/>
                </a:lnTo>
                <a:lnTo>
                  <a:pt x="24" y="83"/>
                </a:lnTo>
                <a:lnTo>
                  <a:pt x="25" y="83"/>
                </a:lnTo>
                <a:lnTo>
                  <a:pt x="25" y="84"/>
                </a:lnTo>
                <a:lnTo>
                  <a:pt x="26" y="84"/>
                </a:lnTo>
                <a:lnTo>
                  <a:pt x="26" y="83"/>
                </a:lnTo>
                <a:lnTo>
                  <a:pt x="26" y="82"/>
                </a:lnTo>
                <a:lnTo>
                  <a:pt x="27" y="82"/>
                </a:lnTo>
                <a:lnTo>
                  <a:pt x="27" y="81"/>
                </a:lnTo>
                <a:lnTo>
                  <a:pt x="27" y="80"/>
                </a:lnTo>
                <a:lnTo>
                  <a:pt x="34" y="79"/>
                </a:lnTo>
                <a:lnTo>
                  <a:pt x="35" y="80"/>
                </a:lnTo>
                <a:lnTo>
                  <a:pt x="36" y="80"/>
                </a:lnTo>
                <a:lnTo>
                  <a:pt x="37" y="81"/>
                </a:lnTo>
                <a:lnTo>
                  <a:pt x="38" y="82"/>
                </a:lnTo>
                <a:lnTo>
                  <a:pt x="38" y="82"/>
                </a:lnTo>
                <a:lnTo>
                  <a:pt x="39" y="83"/>
                </a:lnTo>
                <a:lnTo>
                  <a:pt x="40" y="82"/>
                </a:lnTo>
                <a:lnTo>
                  <a:pt x="41" y="81"/>
                </a:lnTo>
                <a:lnTo>
                  <a:pt x="42" y="81"/>
                </a:lnTo>
                <a:lnTo>
                  <a:pt x="44" y="79"/>
                </a:lnTo>
                <a:lnTo>
                  <a:pt x="43" y="78"/>
                </a:lnTo>
                <a:lnTo>
                  <a:pt x="42" y="78"/>
                </a:lnTo>
                <a:lnTo>
                  <a:pt x="42" y="76"/>
                </a:lnTo>
                <a:lnTo>
                  <a:pt x="41" y="76"/>
                </a:lnTo>
                <a:lnTo>
                  <a:pt x="41" y="75"/>
                </a:lnTo>
                <a:lnTo>
                  <a:pt x="42" y="74"/>
                </a:lnTo>
                <a:lnTo>
                  <a:pt x="41" y="74"/>
                </a:lnTo>
                <a:lnTo>
                  <a:pt x="41" y="73"/>
                </a:lnTo>
                <a:lnTo>
                  <a:pt x="43" y="73"/>
                </a:lnTo>
                <a:lnTo>
                  <a:pt x="44" y="72"/>
                </a:lnTo>
                <a:lnTo>
                  <a:pt x="45" y="73"/>
                </a:lnTo>
                <a:lnTo>
                  <a:pt x="46" y="73"/>
                </a:lnTo>
                <a:lnTo>
                  <a:pt x="46" y="71"/>
                </a:lnTo>
                <a:lnTo>
                  <a:pt x="48" y="71"/>
                </a:lnTo>
                <a:lnTo>
                  <a:pt x="49" y="71"/>
                </a:lnTo>
                <a:lnTo>
                  <a:pt x="49" y="72"/>
                </a:lnTo>
                <a:lnTo>
                  <a:pt x="55" y="72"/>
                </a:lnTo>
                <a:lnTo>
                  <a:pt x="57" y="74"/>
                </a:lnTo>
                <a:lnTo>
                  <a:pt x="58" y="74"/>
                </a:lnTo>
                <a:lnTo>
                  <a:pt x="59" y="75"/>
                </a:lnTo>
                <a:lnTo>
                  <a:pt x="59" y="75"/>
                </a:lnTo>
                <a:lnTo>
                  <a:pt x="61" y="75"/>
                </a:lnTo>
                <a:lnTo>
                  <a:pt x="62" y="75"/>
                </a:lnTo>
                <a:lnTo>
                  <a:pt x="65" y="75"/>
                </a:lnTo>
                <a:lnTo>
                  <a:pt x="66" y="74"/>
                </a:lnTo>
                <a:lnTo>
                  <a:pt x="67" y="75"/>
                </a:lnTo>
                <a:lnTo>
                  <a:pt x="68" y="76"/>
                </a:lnTo>
                <a:lnTo>
                  <a:pt x="70" y="76"/>
                </a:lnTo>
                <a:lnTo>
                  <a:pt x="70" y="77"/>
                </a:lnTo>
                <a:lnTo>
                  <a:pt x="72" y="78"/>
                </a:lnTo>
                <a:lnTo>
                  <a:pt x="72" y="79"/>
                </a:lnTo>
                <a:lnTo>
                  <a:pt x="74" y="80"/>
                </a:lnTo>
                <a:lnTo>
                  <a:pt x="75" y="80"/>
                </a:lnTo>
                <a:lnTo>
                  <a:pt x="75" y="80"/>
                </a:lnTo>
                <a:lnTo>
                  <a:pt x="75" y="81"/>
                </a:lnTo>
                <a:lnTo>
                  <a:pt x="77" y="81"/>
                </a:lnTo>
                <a:lnTo>
                  <a:pt x="76" y="82"/>
                </a:lnTo>
                <a:lnTo>
                  <a:pt x="77" y="83"/>
                </a:lnTo>
                <a:lnTo>
                  <a:pt x="77" y="82"/>
                </a:lnTo>
                <a:lnTo>
                  <a:pt x="78" y="82"/>
                </a:lnTo>
                <a:lnTo>
                  <a:pt x="79" y="80"/>
                </a:lnTo>
                <a:lnTo>
                  <a:pt x="80" y="80"/>
                </a:lnTo>
                <a:lnTo>
                  <a:pt x="81" y="81"/>
                </a:lnTo>
                <a:lnTo>
                  <a:pt x="82" y="80"/>
                </a:lnTo>
                <a:lnTo>
                  <a:pt x="83" y="81"/>
                </a:lnTo>
                <a:lnTo>
                  <a:pt x="84" y="80"/>
                </a:lnTo>
                <a:lnTo>
                  <a:pt x="85" y="79"/>
                </a:lnTo>
                <a:lnTo>
                  <a:pt x="86" y="78"/>
                </a:lnTo>
                <a:lnTo>
                  <a:pt x="86" y="77"/>
                </a:lnTo>
                <a:lnTo>
                  <a:pt x="87" y="76"/>
                </a:lnTo>
                <a:lnTo>
                  <a:pt x="88" y="76"/>
                </a:lnTo>
                <a:lnTo>
                  <a:pt x="89" y="76"/>
                </a:lnTo>
                <a:lnTo>
                  <a:pt x="89" y="78"/>
                </a:lnTo>
                <a:lnTo>
                  <a:pt x="89" y="78"/>
                </a:lnTo>
                <a:lnTo>
                  <a:pt x="90" y="76"/>
                </a:lnTo>
                <a:lnTo>
                  <a:pt x="90" y="78"/>
                </a:lnTo>
                <a:lnTo>
                  <a:pt x="88" y="80"/>
                </a:lnTo>
                <a:lnTo>
                  <a:pt x="89" y="83"/>
                </a:lnTo>
                <a:lnTo>
                  <a:pt x="91" y="82"/>
                </a:lnTo>
                <a:lnTo>
                  <a:pt x="92" y="83"/>
                </a:lnTo>
                <a:lnTo>
                  <a:pt x="92" y="83"/>
                </a:lnTo>
                <a:lnTo>
                  <a:pt x="93" y="83"/>
                </a:lnTo>
                <a:lnTo>
                  <a:pt x="97" y="77"/>
                </a:lnTo>
                <a:lnTo>
                  <a:pt x="101" y="73"/>
                </a:lnTo>
                <a:lnTo>
                  <a:pt x="101" y="77"/>
                </a:lnTo>
                <a:lnTo>
                  <a:pt x="102" y="77"/>
                </a:lnTo>
                <a:lnTo>
                  <a:pt x="103" y="77"/>
                </a:lnTo>
                <a:lnTo>
                  <a:pt x="105" y="79"/>
                </a:lnTo>
                <a:lnTo>
                  <a:pt x="103" y="81"/>
                </a:lnTo>
                <a:lnTo>
                  <a:pt x="104" y="81"/>
                </a:lnTo>
                <a:lnTo>
                  <a:pt x="105" y="82"/>
                </a:lnTo>
                <a:lnTo>
                  <a:pt x="105" y="83"/>
                </a:lnTo>
                <a:lnTo>
                  <a:pt x="104" y="84"/>
                </a:lnTo>
                <a:lnTo>
                  <a:pt x="103" y="87"/>
                </a:lnTo>
                <a:lnTo>
                  <a:pt x="104" y="87"/>
                </a:lnTo>
                <a:lnTo>
                  <a:pt x="104" y="87"/>
                </a:lnTo>
                <a:lnTo>
                  <a:pt x="104" y="88"/>
                </a:lnTo>
                <a:lnTo>
                  <a:pt x="104" y="88"/>
                </a:lnTo>
                <a:lnTo>
                  <a:pt x="105" y="91"/>
                </a:lnTo>
                <a:lnTo>
                  <a:pt x="105" y="90"/>
                </a:lnTo>
                <a:lnTo>
                  <a:pt x="106" y="91"/>
                </a:lnTo>
                <a:lnTo>
                  <a:pt x="106" y="90"/>
                </a:lnTo>
                <a:lnTo>
                  <a:pt x="107" y="90"/>
                </a:lnTo>
                <a:lnTo>
                  <a:pt x="108" y="91"/>
                </a:lnTo>
                <a:lnTo>
                  <a:pt x="108" y="90"/>
                </a:lnTo>
                <a:lnTo>
                  <a:pt x="108" y="91"/>
                </a:lnTo>
                <a:lnTo>
                  <a:pt x="109" y="91"/>
                </a:lnTo>
                <a:lnTo>
                  <a:pt x="110" y="91"/>
                </a:lnTo>
                <a:lnTo>
                  <a:pt x="110" y="90"/>
                </a:lnTo>
                <a:lnTo>
                  <a:pt x="111" y="88"/>
                </a:lnTo>
                <a:lnTo>
                  <a:pt x="112" y="87"/>
                </a:lnTo>
                <a:lnTo>
                  <a:pt x="115" y="86"/>
                </a:lnTo>
                <a:lnTo>
                  <a:pt x="115" y="83"/>
                </a:lnTo>
                <a:lnTo>
                  <a:pt x="116" y="83"/>
                </a:lnTo>
                <a:lnTo>
                  <a:pt x="117" y="84"/>
                </a:lnTo>
                <a:lnTo>
                  <a:pt x="119" y="83"/>
                </a:lnTo>
                <a:lnTo>
                  <a:pt x="119" y="84"/>
                </a:lnTo>
                <a:lnTo>
                  <a:pt x="120" y="83"/>
                </a:lnTo>
                <a:lnTo>
                  <a:pt x="123" y="82"/>
                </a:lnTo>
                <a:lnTo>
                  <a:pt x="125" y="82"/>
                </a:lnTo>
                <a:lnTo>
                  <a:pt x="125" y="82"/>
                </a:lnTo>
                <a:lnTo>
                  <a:pt x="125" y="82"/>
                </a:lnTo>
                <a:lnTo>
                  <a:pt x="127" y="81"/>
                </a:lnTo>
                <a:lnTo>
                  <a:pt x="128" y="80"/>
                </a:lnTo>
                <a:lnTo>
                  <a:pt x="128" y="79"/>
                </a:lnTo>
                <a:lnTo>
                  <a:pt x="128" y="79"/>
                </a:lnTo>
                <a:lnTo>
                  <a:pt x="128" y="79"/>
                </a:lnTo>
                <a:lnTo>
                  <a:pt x="128" y="80"/>
                </a:lnTo>
                <a:lnTo>
                  <a:pt x="127" y="80"/>
                </a:lnTo>
                <a:lnTo>
                  <a:pt x="127" y="79"/>
                </a:lnTo>
                <a:lnTo>
                  <a:pt x="127" y="79"/>
                </a:lnTo>
                <a:lnTo>
                  <a:pt x="128" y="79"/>
                </a:lnTo>
                <a:lnTo>
                  <a:pt x="129" y="78"/>
                </a:lnTo>
                <a:lnTo>
                  <a:pt x="128" y="78"/>
                </a:lnTo>
                <a:lnTo>
                  <a:pt x="129" y="77"/>
                </a:lnTo>
                <a:lnTo>
                  <a:pt x="130" y="77"/>
                </a:lnTo>
                <a:lnTo>
                  <a:pt x="131" y="77"/>
                </a:lnTo>
                <a:lnTo>
                  <a:pt x="131" y="78"/>
                </a:lnTo>
                <a:lnTo>
                  <a:pt x="132" y="78"/>
                </a:lnTo>
                <a:lnTo>
                  <a:pt x="132" y="76"/>
                </a:lnTo>
                <a:lnTo>
                  <a:pt x="131" y="76"/>
                </a:lnTo>
                <a:lnTo>
                  <a:pt x="132" y="75"/>
                </a:lnTo>
                <a:lnTo>
                  <a:pt x="131" y="75"/>
                </a:lnTo>
                <a:lnTo>
                  <a:pt x="131" y="74"/>
                </a:lnTo>
                <a:lnTo>
                  <a:pt x="132" y="75"/>
                </a:lnTo>
                <a:lnTo>
                  <a:pt x="134" y="74"/>
                </a:lnTo>
                <a:lnTo>
                  <a:pt x="135" y="75"/>
                </a:lnTo>
                <a:lnTo>
                  <a:pt x="136" y="74"/>
                </a:lnTo>
                <a:lnTo>
                  <a:pt x="138" y="72"/>
                </a:lnTo>
                <a:lnTo>
                  <a:pt x="138" y="71"/>
                </a:lnTo>
                <a:lnTo>
                  <a:pt x="138" y="70"/>
                </a:lnTo>
                <a:lnTo>
                  <a:pt x="141" y="69"/>
                </a:lnTo>
                <a:lnTo>
                  <a:pt x="146" y="72"/>
                </a:lnTo>
                <a:lnTo>
                  <a:pt x="147" y="71"/>
                </a:lnTo>
                <a:lnTo>
                  <a:pt x="151" y="69"/>
                </a:lnTo>
                <a:lnTo>
                  <a:pt x="150" y="67"/>
                </a:lnTo>
                <a:lnTo>
                  <a:pt x="149" y="66"/>
                </a:lnTo>
                <a:lnTo>
                  <a:pt x="149" y="64"/>
                </a:lnTo>
                <a:lnTo>
                  <a:pt x="149" y="63"/>
                </a:lnTo>
                <a:lnTo>
                  <a:pt x="148" y="61"/>
                </a:lnTo>
                <a:lnTo>
                  <a:pt x="148" y="60"/>
                </a:lnTo>
                <a:lnTo>
                  <a:pt x="147" y="60"/>
                </a:lnTo>
                <a:lnTo>
                  <a:pt x="146" y="59"/>
                </a:lnTo>
                <a:lnTo>
                  <a:pt x="145" y="58"/>
                </a:lnTo>
                <a:lnTo>
                  <a:pt x="145" y="58"/>
                </a:lnTo>
                <a:lnTo>
                  <a:pt x="144" y="57"/>
                </a:lnTo>
                <a:lnTo>
                  <a:pt x="145" y="56"/>
                </a:lnTo>
                <a:lnTo>
                  <a:pt x="144" y="55"/>
                </a:lnTo>
                <a:lnTo>
                  <a:pt x="144" y="54"/>
                </a:lnTo>
                <a:lnTo>
                  <a:pt x="144" y="52"/>
                </a:lnTo>
                <a:lnTo>
                  <a:pt x="142" y="52"/>
                </a:lnTo>
                <a:lnTo>
                  <a:pt x="142" y="51"/>
                </a:lnTo>
                <a:lnTo>
                  <a:pt x="141" y="50"/>
                </a:lnTo>
                <a:lnTo>
                  <a:pt x="141" y="49"/>
                </a:lnTo>
                <a:lnTo>
                  <a:pt x="143" y="48"/>
                </a:lnTo>
                <a:lnTo>
                  <a:pt x="143" y="46"/>
                </a:lnTo>
                <a:lnTo>
                  <a:pt x="144" y="45"/>
                </a:lnTo>
                <a:lnTo>
                  <a:pt x="145" y="44"/>
                </a:lnTo>
                <a:lnTo>
                  <a:pt x="146" y="43"/>
                </a:lnTo>
                <a:lnTo>
                  <a:pt x="146" y="42"/>
                </a:lnTo>
                <a:lnTo>
                  <a:pt x="145" y="42"/>
                </a:lnTo>
                <a:lnTo>
                  <a:pt x="145" y="42"/>
                </a:lnTo>
                <a:lnTo>
                  <a:pt x="144" y="42"/>
                </a:lnTo>
                <a:lnTo>
                  <a:pt x="144" y="41"/>
                </a:lnTo>
                <a:lnTo>
                  <a:pt x="142" y="40"/>
                </a:lnTo>
                <a:lnTo>
                  <a:pt x="140" y="41"/>
                </a:lnTo>
                <a:lnTo>
                  <a:pt x="139" y="39"/>
                </a:lnTo>
                <a:lnTo>
                  <a:pt x="138" y="39"/>
                </a:lnTo>
                <a:lnTo>
                  <a:pt x="137" y="40"/>
                </a:lnTo>
                <a:lnTo>
                  <a:pt x="135" y="38"/>
                </a:lnTo>
                <a:lnTo>
                  <a:pt x="134" y="38"/>
                </a:lnTo>
                <a:lnTo>
                  <a:pt x="133" y="36"/>
                </a:lnTo>
                <a:lnTo>
                  <a:pt x="132" y="36"/>
                </a:lnTo>
                <a:lnTo>
                  <a:pt x="132" y="35"/>
                </a:lnTo>
                <a:lnTo>
                  <a:pt x="132" y="35"/>
                </a:lnTo>
                <a:lnTo>
                  <a:pt x="131" y="35"/>
                </a:lnTo>
                <a:lnTo>
                  <a:pt x="130" y="35"/>
                </a:lnTo>
                <a:lnTo>
                  <a:pt x="130" y="35"/>
                </a:lnTo>
                <a:lnTo>
                  <a:pt x="129" y="34"/>
                </a:lnTo>
                <a:lnTo>
                  <a:pt x="129" y="32"/>
                </a:lnTo>
                <a:lnTo>
                  <a:pt x="129" y="32"/>
                </a:lnTo>
                <a:lnTo>
                  <a:pt x="128" y="31"/>
                </a:lnTo>
                <a:lnTo>
                  <a:pt x="127" y="31"/>
                </a:lnTo>
                <a:lnTo>
                  <a:pt x="126" y="33"/>
                </a:lnTo>
                <a:lnTo>
                  <a:pt x="125" y="33"/>
                </a:lnTo>
                <a:lnTo>
                  <a:pt x="125" y="34"/>
                </a:lnTo>
                <a:lnTo>
                  <a:pt x="124" y="34"/>
                </a:lnTo>
                <a:lnTo>
                  <a:pt x="122" y="35"/>
                </a:lnTo>
                <a:lnTo>
                  <a:pt x="121" y="34"/>
                </a:lnTo>
                <a:lnTo>
                  <a:pt x="120" y="33"/>
                </a:lnTo>
                <a:lnTo>
                  <a:pt x="119" y="33"/>
                </a:lnTo>
                <a:lnTo>
                  <a:pt x="118" y="32"/>
                </a:lnTo>
                <a:lnTo>
                  <a:pt x="116" y="33"/>
                </a:lnTo>
                <a:lnTo>
                  <a:pt x="116" y="31"/>
                </a:lnTo>
                <a:lnTo>
                  <a:pt x="116" y="31"/>
                </a:lnTo>
                <a:lnTo>
                  <a:pt x="116" y="28"/>
                </a:lnTo>
                <a:lnTo>
                  <a:pt x="116" y="28"/>
                </a:lnTo>
                <a:lnTo>
                  <a:pt x="115" y="29"/>
                </a:lnTo>
                <a:lnTo>
                  <a:pt x="114" y="29"/>
                </a:lnTo>
                <a:lnTo>
                  <a:pt x="112" y="29"/>
                </a:lnTo>
                <a:lnTo>
                  <a:pt x="111" y="29"/>
                </a:lnTo>
                <a:lnTo>
                  <a:pt x="109" y="27"/>
                </a:lnTo>
                <a:lnTo>
                  <a:pt x="109" y="27"/>
                </a:lnTo>
                <a:lnTo>
                  <a:pt x="108" y="27"/>
                </a:lnTo>
                <a:lnTo>
                  <a:pt x="107" y="29"/>
                </a:lnTo>
                <a:lnTo>
                  <a:pt x="105" y="30"/>
                </a:lnTo>
                <a:lnTo>
                  <a:pt x="104" y="29"/>
                </a:lnTo>
                <a:lnTo>
                  <a:pt x="104" y="27"/>
                </a:lnTo>
                <a:lnTo>
                  <a:pt x="103" y="27"/>
                </a:lnTo>
                <a:lnTo>
                  <a:pt x="103" y="28"/>
                </a:lnTo>
                <a:lnTo>
                  <a:pt x="102" y="28"/>
                </a:lnTo>
                <a:lnTo>
                  <a:pt x="102" y="27"/>
                </a:lnTo>
                <a:lnTo>
                  <a:pt x="102" y="26"/>
                </a:lnTo>
                <a:lnTo>
                  <a:pt x="101" y="26"/>
                </a:lnTo>
                <a:lnTo>
                  <a:pt x="101" y="25"/>
                </a:lnTo>
                <a:lnTo>
                  <a:pt x="100" y="25"/>
                </a:lnTo>
                <a:lnTo>
                  <a:pt x="101" y="23"/>
                </a:lnTo>
                <a:lnTo>
                  <a:pt x="99" y="22"/>
                </a:lnTo>
                <a:lnTo>
                  <a:pt x="99" y="22"/>
                </a:lnTo>
                <a:lnTo>
                  <a:pt x="100" y="22"/>
                </a:lnTo>
                <a:lnTo>
                  <a:pt x="100" y="20"/>
                </a:lnTo>
                <a:lnTo>
                  <a:pt x="99" y="18"/>
                </a:lnTo>
                <a:lnTo>
                  <a:pt x="100" y="17"/>
                </a:lnTo>
                <a:lnTo>
                  <a:pt x="99" y="17"/>
                </a:lnTo>
                <a:lnTo>
                  <a:pt x="100" y="16"/>
                </a:lnTo>
                <a:lnTo>
                  <a:pt x="99" y="15"/>
                </a:lnTo>
                <a:lnTo>
                  <a:pt x="97" y="15"/>
                </a:lnTo>
                <a:lnTo>
                  <a:pt x="97" y="16"/>
                </a:lnTo>
                <a:lnTo>
                  <a:pt x="93" y="19"/>
                </a:lnTo>
                <a:lnTo>
                  <a:pt x="92" y="18"/>
                </a:lnTo>
                <a:lnTo>
                  <a:pt x="91" y="18"/>
                </a:lnTo>
                <a:lnTo>
                  <a:pt x="91" y="17"/>
                </a:lnTo>
                <a:lnTo>
                  <a:pt x="89" y="15"/>
                </a:lnTo>
                <a:lnTo>
                  <a:pt x="88" y="16"/>
                </a:lnTo>
                <a:lnTo>
                  <a:pt x="88" y="17"/>
                </a:lnTo>
                <a:lnTo>
                  <a:pt x="87" y="17"/>
                </a:lnTo>
                <a:lnTo>
                  <a:pt x="87" y="16"/>
                </a:lnTo>
                <a:lnTo>
                  <a:pt x="87" y="16"/>
                </a:lnTo>
                <a:lnTo>
                  <a:pt x="86" y="16"/>
                </a:lnTo>
                <a:lnTo>
                  <a:pt x="85" y="16"/>
                </a:lnTo>
                <a:lnTo>
                  <a:pt x="85" y="17"/>
                </a:lnTo>
                <a:lnTo>
                  <a:pt x="83" y="17"/>
                </a:lnTo>
                <a:lnTo>
                  <a:pt x="83" y="17"/>
                </a:lnTo>
                <a:lnTo>
                  <a:pt x="82" y="17"/>
                </a:lnTo>
                <a:lnTo>
                  <a:pt x="80" y="18"/>
                </a:lnTo>
                <a:lnTo>
                  <a:pt x="77" y="17"/>
                </a:lnTo>
                <a:lnTo>
                  <a:pt x="76" y="18"/>
                </a:lnTo>
                <a:lnTo>
                  <a:pt x="75" y="18"/>
                </a:lnTo>
                <a:lnTo>
                  <a:pt x="75" y="19"/>
                </a:lnTo>
                <a:lnTo>
                  <a:pt x="74" y="18"/>
                </a:lnTo>
                <a:lnTo>
                  <a:pt x="73" y="18"/>
                </a:lnTo>
                <a:lnTo>
                  <a:pt x="73" y="19"/>
                </a:lnTo>
                <a:lnTo>
                  <a:pt x="70" y="18"/>
                </a:lnTo>
                <a:lnTo>
                  <a:pt x="70" y="18"/>
                </a:lnTo>
                <a:lnTo>
                  <a:pt x="69" y="17"/>
                </a:lnTo>
                <a:lnTo>
                  <a:pt x="69" y="18"/>
                </a:lnTo>
                <a:lnTo>
                  <a:pt x="68" y="17"/>
                </a:lnTo>
                <a:lnTo>
                  <a:pt x="67" y="16"/>
                </a:lnTo>
                <a:lnTo>
                  <a:pt x="66" y="17"/>
                </a:lnTo>
                <a:lnTo>
                  <a:pt x="66" y="16"/>
                </a:lnTo>
                <a:lnTo>
                  <a:pt x="65" y="15"/>
                </a:lnTo>
                <a:lnTo>
                  <a:pt x="64" y="16"/>
                </a:lnTo>
                <a:lnTo>
                  <a:pt x="61" y="14"/>
                </a:lnTo>
                <a:lnTo>
                  <a:pt x="59" y="14"/>
                </a:lnTo>
                <a:lnTo>
                  <a:pt x="59" y="13"/>
                </a:lnTo>
                <a:lnTo>
                  <a:pt x="58" y="14"/>
                </a:lnTo>
                <a:lnTo>
                  <a:pt x="57" y="13"/>
                </a:lnTo>
                <a:lnTo>
                  <a:pt x="57" y="12"/>
                </a:lnTo>
                <a:lnTo>
                  <a:pt x="56" y="11"/>
                </a:lnTo>
                <a:lnTo>
                  <a:pt x="56" y="10"/>
                </a:lnTo>
                <a:lnTo>
                  <a:pt x="55" y="10"/>
                </a:lnTo>
                <a:lnTo>
                  <a:pt x="54" y="9"/>
                </a:lnTo>
                <a:lnTo>
                  <a:pt x="52" y="8"/>
                </a:lnTo>
                <a:lnTo>
                  <a:pt x="52" y="7"/>
                </a:lnTo>
                <a:lnTo>
                  <a:pt x="52" y="8"/>
                </a:lnTo>
                <a:lnTo>
                  <a:pt x="51" y="7"/>
                </a:lnTo>
                <a:lnTo>
                  <a:pt x="52" y="6"/>
                </a:lnTo>
                <a:lnTo>
                  <a:pt x="51" y="5"/>
                </a:lnTo>
                <a:lnTo>
                  <a:pt x="51" y="4"/>
                </a:lnTo>
                <a:lnTo>
                  <a:pt x="49" y="4"/>
                </a:lnTo>
                <a:lnTo>
                  <a:pt x="50" y="4"/>
                </a:lnTo>
                <a:lnTo>
                  <a:pt x="50" y="3"/>
                </a:lnTo>
                <a:lnTo>
                  <a:pt x="49" y="2"/>
                </a:lnTo>
                <a:lnTo>
                  <a:pt x="48" y="1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4414850" y="4846617"/>
            <a:ext cx="718256" cy="788799"/>
          </a:xfrm>
          <a:custGeom>
            <a:avLst/>
            <a:gdLst/>
            <a:ahLst/>
            <a:cxnLst/>
            <a:rect l="l" t="t" r="r" b="b"/>
            <a:pathLst>
              <a:path w="112" h="123">
                <a:moveTo>
                  <a:pt x="69" y="120"/>
                </a:moveTo>
                <a:lnTo>
                  <a:pt x="69" y="119"/>
                </a:lnTo>
                <a:lnTo>
                  <a:pt x="72" y="117"/>
                </a:lnTo>
                <a:lnTo>
                  <a:pt x="72" y="115"/>
                </a:lnTo>
                <a:lnTo>
                  <a:pt x="71" y="115"/>
                </a:lnTo>
                <a:lnTo>
                  <a:pt x="71" y="113"/>
                </a:lnTo>
                <a:lnTo>
                  <a:pt x="72" y="110"/>
                </a:lnTo>
                <a:lnTo>
                  <a:pt x="73" y="109"/>
                </a:lnTo>
                <a:lnTo>
                  <a:pt x="73" y="110"/>
                </a:lnTo>
                <a:lnTo>
                  <a:pt x="74" y="110"/>
                </a:lnTo>
                <a:lnTo>
                  <a:pt x="75" y="109"/>
                </a:lnTo>
                <a:lnTo>
                  <a:pt x="76" y="110"/>
                </a:lnTo>
                <a:lnTo>
                  <a:pt x="77" y="109"/>
                </a:lnTo>
                <a:lnTo>
                  <a:pt x="77" y="110"/>
                </a:lnTo>
                <a:lnTo>
                  <a:pt x="79" y="110"/>
                </a:lnTo>
                <a:lnTo>
                  <a:pt x="81" y="110"/>
                </a:lnTo>
                <a:lnTo>
                  <a:pt x="83" y="111"/>
                </a:lnTo>
                <a:lnTo>
                  <a:pt x="83" y="112"/>
                </a:lnTo>
                <a:lnTo>
                  <a:pt x="83" y="113"/>
                </a:lnTo>
                <a:lnTo>
                  <a:pt x="83" y="114"/>
                </a:lnTo>
                <a:lnTo>
                  <a:pt x="84" y="114"/>
                </a:lnTo>
                <a:lnTo>
                  <a:pt x="84" y="115"/>
                </a:lnTo>
                <a:lnTo>
                  <a:pt x="86" y="115"/>
                </a:lnTo>
                <a:lnTo>
                  <a:pt x="87" y="114"/>
                </a:lnTo>
                <a:lnTo>
                  <a:pt x="89" y="114"/>
                </a:lnTo>
                <a:lnTo>
                  <a:pt x="89" y="113"/>
                </a:lnTo>
                <a:lnTo>
                  <a:pt x="88" y="112"/>
                </a:lnTo>
                <a:lnTo>
                  <a:pt x="89" y="110"/>
                </a:lnTo>
                <a:lnTo>
                  <a:pt x="88" y="109"/>
                </a:lnTo>
                <a:lnTo>
                  <a:pt x="88" y="109"/>
                </a:lnTo>
                <a:lnTo>
                  <a:pt x="89" y="108"/>
                </a:lnTo>
                <a:lnTo>
                  <a:pt x="88" y="107"/>
                </a:lnTo>
                <a:lnTo>
                  <a:pt x="85" y="107"/>
                </a:lnTo>
                <a:lnTo>
                  <a:pt x="85" y="105"/>
                </a:lnTo>
                <a:lnTo>
                  <a:pt x="86" y="105"/>
                </a:lnTo>
                <a:lnTo>
                  <a:pt x="87" y="106"/>
                </a:lnTo>
                <a:lnTo>
                  <a:pt x="87" y="105"/>
                </a:lnTo>
                <a:lnTo>
                  <a:pt x="88" y="104"/>
                </a:lnTo>
                <a:lnTo>
                  <a:pt x="90" y="104"/>
                </a:lnTo>
                <a:lnTo>
                  <a:pt x="90" y="103"/>
                </a:lnTo>
                <a:lnTo>
                  <a:pt x="91" y="103"/>
                </a:lnTo>
                <a:lnTo>
                  <a:pt x="90" y="102"/>
                </a:lnTo>
                <a:lnTo>
                  <a:pt x="92" y="101"/>
                </a:lnTo>
                <a:lnTo>
                  <a:pt x="94" y="101"/>
                </a:lnTo>
                <a:lnTo>
                  <a:pt x="94" y="102"/>
                </a:lnTo>
                <a:lnTo>
                  <a:pt x="95" y="102"/>
                </a:lnTo>
                <a:lnTo>
                  <a:pt x="96" y="103"/>
                </a:lnTo>
                <a:lnTo>
                  <a:pt x="96" y="103"/>
                </a:lnTo>
                <a:lnTo>
                  <a:pt x="97" y="103"/>
                </a:lnTo>
                <a:lnTo>
                  <a:pt x="98" y="103"/>
                </a:lnTo>
                <a:lnTo>
                  <a:pt x="99" y="103"/>
                </a:lnTo>
                <a:lnTo>
                  <a:pt x="100" y="104"/>
                </a:lnTo>
                <a:lnTo>
                  <a:pt x="100" y="104"/>
                </a:lnTo>
                <a:lnTo>
                  <a:pt x="103" y="103"/>
                </a:lnTo>
                <a:lnTo>
                  <a:pt x="104" y="104"/>
                </a:lnTo>
                <a:lnTo>
                  <a:pt x="105" y="104"/>
                </a:lnTo>
                <a:lnTo>
                  <a:pt x="106" y="102"/>
                </a:lnTo>
                <a:lnTo>
                  <a:pt x="106" y="101"/>
                </a:lnTo>
                <a:lnTo>
                  <a:pt x="107" y="101"/>
                </a:lnTo>
                <a:lnTo>
                  <a:pt x="107" y="99"/>
                </a:lnTo>
                <a:lnTo>
                  <a:pt x="108" y="99"/>
                </a:lnTo>
                <a:lnTo>
                  <a:pt x="108" y="97"/>
                </a:lnTo>
                <a:lnTo>
                  <a:pt x="107" y="97"/>
                </a:lnTo>
                <a:lnTo>
                  <a:pt x="106" y="95"/>
                </a:lnTo>
                <a:lnTo>
                  <a:pt x="106" y="94"/>
                </a:lnTo>
                <a:lnTo>
                  <a:pt x="107" y="93"/>
                </a:lnTo>
                <a:lnTo>
                  <a:pt x="107" y="92"/>
                </a:lnTo>
                <a:lnTo>
                  <a:pt x="108" y="91"/>
                </a:lnTo>
                <a:lnTo>
                  <a:pt x="108" y="89"/>
                </a:lnTo>
                <a:lnTo>
                  <a:pt x="107" y="88"/>
                </a:lnTo>
                <a:lnTo>
                  <a:pt x="108" y="86"/>
                </a:lnTo>
                <a:lnTo>
                  <a:pt x="109" y="87"/>
                </a:lnTo>
                <a:lnTo>
                  <a:pt x="109" y="86"/>
                </a:lnTo>
                <a:lnTo>
                  <a:pt x="109" y="86"/>
                </a:lnTo>
                <a:lnTo>
                  <a:pt x="112" y="84"/>
                </a:lnTo>
                <a:lnTo>
                  <a:pt x="111" y="83"/>
                </a:lnTo>
                <a:lnTo>
                  <a:pt x="110" y="83"/>
                </a:lnTo>
                <a:lnTo>
                  <a:pt x="108" y="84"/>
                </a:lnTo>
                <a:lnTo>
                  <a:pt x="107" y="84"/>
                </a:lnTo>
                <a:lnTo>
                  <a:pt x="106" y="85"/>
                </a:lnTo>
                <a:lnTo>
                  <a:pt x="106" y="84"/>
                </a:lnTo>
                <a:lnTo>
                  <a:pt x="106" y="84"/>
                </a:lnTo>
                <a:lnTo>
                  <a:pt x="106" y="83"/>
                </a:lnTo>
                <a:lnTo>
                  <a:pt x="107" y="82"/>
                </a:lnTo>
                <a:lnTo>
                  <a:pt x="107" y="82"/>
                </a:lnTo>
                <a:lnTo>
                  <a:pt x="107" y="81"/>
                </a:lnTo>
                <a:lnTo>
                  <a:pt x="107" y="80"/>
                </a:lnTo>
                <a:lnTo>
                  <a:pt x="108" y="79"/>
                </a:lnTo>
                <a:lnTo>
                  <a:pt x="108" y="77"/>
                </a:lnTo>
                <a:lnTo>
                  <a:pt x="108" y="77"/>
                </a:lnTo>
                <a:lnTo>
                  <a:pt x="108" y="75"/>
                </a:lnTo>
                <a:lnTo>
                  <a:pt x="106" y="75"/>
                </a:lnTo>
                <a:lnTo>
                  <a:pt x="106" y="74"/>
                </a:lnTo>
                <a:lnTo>
                  <a:pt x="104" y="75"/>
                </a:lnTo>
                <a:lnTo>
                  <a:pt x="103" y="74"/>
                </a:lnTo>
                <a:lnTo>
                  <a:pt x="102" y="70"/>
                </a:lnTo>
                <a:lnTo>
                  <a:pt x="104" y="67"/>
                </a:lnTo>
                <a:lnTo>
                  <a:pt x="101" y="65"/>
                </a:lnTo>
                <a:lnTo>
                  <a:pt x="101" y="64"/>
                </a:lnTo>
                <a:lnTo>
                  <a:pt x="100" y="64"/>
                </a:lnTo>
                <a:lnTo>
                  <a:pt x="100" y="63"/>
                </a:lnTo>
                <a:lnTo>
                  <a:pt x="101" y="61"/>
                </a:lnTo>
                <a:lnTo>
                  <a:pt x="102" y="59"/>
                </a:lnTo>
                <a:lnTo>
                  <a:pt x="101" y="59"/>
                </a:lnTo>
                <a:lnTo>
                  <a:pt x="102" y="57"/>
                </a:lnTo>
                <a:lnTo>
                  <a:pt x="98" y="59"/>
                </a:lnTo>
                <a:lnTo>
                  <a:pt x="97" y="59"/>
                </a:lnTo>
                <a:lnTo>
                  <a:pt x="96" y="58"/>
                </a:lnTo>
                <a:lnTo>
                  <a:pt x="97" y="57"/>
                </a:lnTo>
                <a:lnTo>
                  <a:pt x="96" y="57"/>
                </a:lnTo>
                <a:lnTo>
                  <a:pt x="96" y="56"/>
                </a:lnTo>
                <a:lnTo>
                  <a:pt x="97" y="55"/>
                </a:lnTo>
                <a:lnTo>
                  <a:pt x="96" y="55"/>
                </a:lnTo>
                <a:lnTo>
                  <a:pt x="96" y="54"/>
                </a:lnTo>
                <a:lnTo>
                  <a:pt x="96" y="53"/>
                </a:lnTo>
                <a:lnTo>
                  <a:pt x="96" y="52"/>
                </a:lnTo>
                <a:lnTo>
                  <a:pt x="99" y="48"/>
                </a:lnTo>
                <a:lnTo>
                  <a:pt x="98" y="47"/>
                </a:lnTo>
                <a:lnTo>
                  <a:pt x="98" y="47"/>
                </a:lnTo>
                <a:lnTo>
                  <a:pt x="98" y="45"/>
                </a:lnTo>
                <a:lnTo>
                  <a:pt x="99" y="44"/>
                </a:lnTo>
                <a:lnTo>
                  <a:pt x="100" y="44"/>
                </a:lnTo>
                <a:lnTo>
                  <a:pt x="100" y="43"/>
                </a:lnTo>
                <a:lnTo>
                  <a:pt x="101" y="44"/>
                </a:lnTo>
                <a:lnTo>
                  <a:pt x="102" y="43"/>
                </a:lnTo>
                <a:lnTo>
                  <a:pt x="102" y="43"/>
                </a:lnTo>
                <a:lnTo>
                  <a:pt x="102" y="42"/>
                </a:lnTo>
                <a:lnTo>
                  <a:pt x="103" y="42"/>
                </a:lnTo>
                <a:lnTo>
                  <a:pt x="104" y="42"/>
                </a:lnTo>
                <a:lnTo>
                  <a:pt x="102" y="40"/>
                </a:lnTo>
                <a:lnTo>
                  <a:pt x="105" y="39"/>
                </a:lnTo>
                <a:lnTo>
                  <a:pt x="105" y="37"/>
                </a:lnTo>
                <a:lnTo>
                  <a:pt x="106" y="37"/>
                </a:lnTo>
                <a:lnTo>
                  <a:pt x="106" y="36"/>
                </a:lnTo>
                <a:lnTo>
                  <a:pt x="107" y="36"/>
                </a:lnTo>
                <a:lnTo>
                  <a:pt x="107" y="34"/>
                </a:lnTo>
                <a:lnTo>
                  <a:pt x="105" y="33"/>
                </a:lnTo>
                <a:lnTo>
                  <a:pt x="106" y="32"/>
                </a:lnTo>
                <a:lnTo>
                  <a:pt x="103" y="31"/>
                </a:lnTo>
                <a:lnTo>
                  <a:pt x="104" y="29"/>
                </a:lnTo>
                <a:lnTo>
                  <a:pt x="104" y="24"/>
                </a:lnTo>
                <a:lnTo>
                  <a:pt x="104" y="24"/>
                </a:lnTo>
                <a:lnTo>
                  <a:pt x="103" y="24"/>
                </a:lnTo>
                <a:lnTo>
                  <a:pt x="102" y="23"/>
                </a:lnTo>
                <a:lnTo>
                  <a:pt x="102" y="23"/>
                </a:lnTo>
                <a:lnTo>
                  <a:pt x="101" y="23"/>
                </a:lnTo>
                <a:lnTo>
                  <a:pt x="101" y="22"/>
                </a:lnTo>
                <a:lnTo>
                  <a:pt x="101" y="22"/>
                </a:lnTo>
                <a:lnTo>
                  <a:pt x="100" y="20"/>
                </a:lnTo>
                <a:lnTo>
                  <a:pt x="98" y="20"/>
                </a:lnTo>
                <a:lnTo>
                  <a:pt x="98" y="19"/>
                </a:lnTo>
                <a:lnTo>
                  <a:pt x="98" y="20"/>
                </a:lnTo>
                <a:lnTo>
                  <a:pt x="97" y="19"/>
                </a:lnTo>
                <a:lnTo>
                  <a:pt x="96" y="19"/>
                </a:lnTo>
                <a:lnTo>
                  <a:pt x="96" y="20"/>
                </a:lnTo>
                <a:lnTo>
                  <a:pt x="95" y="19"/>
                </a:lnTo>
                <a:lnTo>
                  <a:pt x="95" y="20"/>
                </a:lnTo>
                <a:lnTo>
                  <a:pt x="94" y="17"/>
                </a:lnTo>
                <a:lnTo>
                  <a:pt x="94" y="17"/>
                </a:lnTo>
                <a:lnTo>
                  <a:pt x="94" y="16"/>
                </a:lnTo>
                <a:lnTo>
                  <a:pt x="94" y="16"/>
                </a:lnTo>
                <a:lnTo>
                  <a:pt x="93" y="16"/>
                </a:lnTo>
                <a:lnTo>
                  <a:pt x="94" y="13"/>
                </a:lnTo>
                <a:lnTo>
                  <a:pt x="95" y="12"/>
                </a:lnTo>
                <a:lnTo>
                  <a:pt x="95" y="11"/>
                </a:lnTo>
                <a:lnTo>
                  <a:pt x="94" y="10"/>
                </a:lnTo>
                <a:lnTo>
                  <a:pt x="93" y="10"/>
                </a:lnTo>
                <a:lnTo>
                  <a:pt x="95" y="8"/>
                </a:lnTo>
                <a:lnTo>
                  <a:pt x="93" y="6"/>
                </a:lnTo>
                <a:lnTo>
                  <a:pt x="92" y="6"/>
                </a:lnTo>
                <a:lnTo>
                  <a:pt x="91" y="6"/>
                </a:lnTo>
                <a:lnTo>
                  <a:pt x="91" y="2"/>
                </a:lnTo>
                <a:lnTo>
                  <a:pt x="87" y="6"/>
                </a:lnTo>
                <a:lnTo>
                  <a:pt x="83" y="12"/>
                </a:lnTo>
                <a:lnTo>
                  <a:pt x="82" y="12"/>
                </a:lnTo>
                <a:lnTo>
                  <a:pt x="82" y="12"/>
                </a:lnTo>
                <a:lnTo>
                  <a:pt x="81" y="11"/>
                </a:lnTo>
                <a:lnTo>
                  <a:pt x="79" y="12"/>
                </a:lnTo>
                <a:lnTo>
                  <a:pt x="78" y="9"/>
                </a:lnTo>
                <a:lnTo>
                  <a:pt x="80" y="7"/>
                </a:lnTo>
                <a:lnTo>
                  <a:pt x="80" y="5"/>
                </a:lnTo>
                <a:lnTo>
                  <a:pt x="79" y="7"/>
                </a:lnTo>
                <a:lnTo>
                  <a:pt x="79" y="7"/>
                </a:lnTo>
                <a:lnTo>
                  <a:pt x="78" y="5"/>
                </a:lnTo>
                <a:lnTo>
                  <a:pt x="77" y="5"/>
                </a:lnTo>
                <a:lnTo>
                  <a:pt x="76" y="6"/>
                </a:lnTo>
                <a:lnTo>
                  <a:pt x="76" y="7"/>
                </a:lnTo>
                <a:lnTo>
                  <a:pt x="75" y="8"/>
                </a:lnTo>
                <a:lnTo>
                  <a:pt x="74" y="9"/>
                </a:lnTo>
                <a:lnTo>
                  <a:pt x="73" y="10"/>
                </a:lnTo>
                <a:lnTo>
                  <a:pt x="72" y="9"/>
                </a:lnTo>
                <a:lnTo>
                  <a:pt x="71" y="10"/>
                </a:lnTo>
                <a:lnTo>
                  <a:pt x="70" y="9"/>
                </a:lnTo>
                <a:lnTo>
                  <a:pt x="69" y="9"/>
                </a:lnTo>
                <a:lnTo>
                  <a:pt x="68" y="11"/>
                </a:lnTo>
                <a:lnTo>
                  <a:pt x="67" y="11"/>
                </a:lnTo>
                <a:lnTo>
                  <a:pt x="67" y="12"/>
                </a:lnTo>
                <a:lnTo>
                  <a:pt x="66" y="11"/>
                </a:lnTo>
                <a:lnTo>
                  <a:pt x="67" y="10"/>
                </a:lnTo>
                <a:lnTo>
                  <a:pt x="65" y="10"/>
                </a:lnTo>
                <a:lnTo>
                  <a:pt x="65" y="9"/>
                </a:lnTo>
                <a:lnTo>
                  <a:pt x="65" y="9"/>
                </a:lnTo>
                <a:lnTo>
                  <a:pt x="64" y="9"/>
                </a:lnTo>
                <a:lnTo>
                  <a:pt x="62" y="8"/>
                </a:lnTo>
                <a:lnTo>
                  <a:pt x="62" y="7"/>
                </a:lnTo>
                <a:lnTo>
                  <a:pt x="60" y="6"/>
                </a:lnTo>
                <a:lnTo>
                  <a:pt x="60" y="5"/>
                </a:lnTo>
                <a:lnTo>
                  <a:pt x="58" y="5"/>
                </a:lnTo>
                <a:lnTo>
                  <a:pt x="57" y="4"/>
                </a:lnTo>
                <a:lnTo>
                  <a:pt x="56" y="3"/>
                </a:lnTo>
                <a:lnTo>
                  <a:pt x="55" y="4"/>
                </a:lnTo>
                <a:lnTo>
                  <a:pt x="52" y="4"/>
                </a:lnTo>
                <a:lnTo>
                  <a:pt x="51" y="4"/>
                </a:lnTo>
                <a:lnTo>
                  <a:pt x="49" y="4"/>
                </a:lnTo>
                <a:lnTo>
                  <a:pt x="49" y="4"/>
                </a:lnTo>
                <a:lnTo>
                  <a:pt x="48" y="3"/>
                </a:lnTo>
                <a:lnTo>
                  <a:pt x="47" y="3"/>
                </a:lnTo>
                <a:lnTo>
                  <a:pt x="45" y="1"/>
                </a:lnTo>
                <a:lnTo>
                  <a:pt x="39" y="1"/>
                </a:lnTo>
                <a:lnTo>
                  <a:pt x="39" y="0"/>
                </a:lnTo>
                <a:lnTo>
                  <a:pt x="38" y="0"/>
                </a:lnTo>
                <a:lnTo>
                  <a:pt x="36" y="0"/>
                </a:lnTo>
                <a:lnTo>
                  <a:pt x="36" y="2"/>
                </a:lnTo>
                <a:lnTo>
                  <a:pt x="35" y="2"/>
                </a:lnTo>
                <a:lnTo>
                  <a:pt x="34" y="1"/>
                </a:lnTo>
                <a:lnTo>
                  <a:pt x="33" y="2"/>
                </a:lnTo>
                <a:lnTo>
                  <a:pt x="31" y="2"/>
                </a:lnTo>
                <a:lnTo>
                  <a:pt x="31" y="3"/>
                </a:lnTo>
                <a:lnTo>
                  <a:pt x="32" y="3"/>
                </a:lnTo>
                <a:lnTo>
                  <a:pt x="31" y="4"/>
                </a:lnTo>
                <a:lnTo>
                  <a:pt x="31" y="5"/>
                </a:lnTo>
                <a:lnTo>
                  <a:pt x="32" y="5"/>
                </a:lnTo>
                <a:lnTo>
                  <a:pt x="32" y="7"/>
                </a:lnTo>
                <a:lnTo>
                  <a:pt x="33" y="7"/>
                </a:lnTo>
                <a:lnTo>
                  <a:pt x="34" y="8"/>
                </a:lnTo>
                <a:lnTo>
                  <a:pt x="33" y="10"/>
                </a:lnTo>
                <a:lnTo>
                  <a:pt x="32" y="10"/>
                </a:lnTo>
                <a:lnTo>
                  <a:pt x="31" y="10"/>
                </a:lnTo>
                <a:lnTo>
                  <a:pt x="30" y="11"/>
                </a:lnTo>
                <a:lnTo>
                  <a:pt x="29" y="12"/>
                </a:lnTo>
                <a:lnTo>
                  <a:pt x="28" y="11"/>
                </a:lnTo>
                <a:lnTo>
                  <a:pt x="28" y="11"/>
                </a:lnTo>
                <a:lnTo>
                  <a:pt x="27" y="10"/>
                </a:lnTo>
                <a:lnTo>
                  <a:pt x="26" y="9"/>
                </a:lnTo>
                <a:lnTo>
                  <a:pt x="25" y="9"/>
                </a:lnTo>
                <a:lnTo>
                  <a:pt x="24" y="8"/>
                </a:lnTo>
                <a:lnTo>
                  <a:pt x="17" y="9"/>
                </a:lnTo>
                <a:lnTo>
                  <a:pt x="17" y="10"/>
                </a:lnTo>
                <a:lnTo>
                  <a:pt x="17" y="11"/>
                </a:lnTo>
                <a:lnTo>
                  <a:pt x="16" y="11"/>
                </a:lnTo>
                <a:lnTo>
                  <a:pt x="16" y="12"/>
                </a:lnTo>
                <a:lnTo>
                  <a:pt x="16" y="13"/>
                </a:lnTo>
                <a:lnTo>
                  <a:pt x="15" y="13"/>
                </a:lnTo>
                <a:lnTo>
                  <a:pt x="15" y="12"/>
                </a:lnTo>
                <a:lnTo>
                  <a:pt x="14" y="12"/>
                </a:lnTo>
                <a:lnTo>
                  <a:pt x="13" y="13"/>
                </a:lnTo>
                <a:lnTo>
                  <a:pt x="12" y="13"/>
                </a:lnTo>
                <a:lnTo>
                  <a:pt x="12" y="14"/>
                </a:lnTo>
                <a:lnTo>
                  <a:pt x="12" y="14"/>
                </a:lnTo>
                <a:lnTo>
                  <a:pt x="11" y="15"/>
                </a:lnTo>
                <a:lnTo>
                  <a:pt x="11" y="15"/>
                </a:lnTo>
                <a:lnTo>
                  <a:pt x="11" y="17"/>
                </a:lnTo>
                <a:lnTo>
                  <a:pt x="10" y="18"/>
                </a:lnTo>
                <a:lnTo>
                  <a:pt x="10" y="18"/>
                </a:lnTo>
                <a:lnTo>
                  <a:pt x="9" y="19"/>
                </a:lnTo>
                <a:lnTo>
                  <a:pt x="10" y="20"/>
                </a:lnTo>
                <a:lnTo>
                  <a:pt x="8" y="22"/>
                </a:lnTo>
                <a:lnTo>
                  <a:pt x="8" y="22"/>
                </a:lnTo>
                <a:lnTo>
                  <a:pt x="8" y="23"/>
                </a:lnTo>
                <a:lnTo>
                  <a:pt x="8" y="24"/>
                </a:lnTo>
                <a:lnTo>
                  <a:pt x="7" y="24"/>
                </a:lnTo>
                <a:lnTo>
                  <a:pt x="8" y="25"/>
                </a:lnTo>
                <a:lnTo>
                  <a:pt x="9" y="25"/>
                </a:lnTo>
                <a:lnTo>
                  <a:pt x="9" y="26"/>
                </a:lnTo>
                <a:lnTo>
                  <a:pt x="8" y="30"/>
                </a:lnTo>
                <a:lnTo>
                  <a:pt x="8" y="32"/>
                </a:lnTo>
                <a:lnTo>
                  <a:pt x="9" y="33"/>
                </a:lnTo>
                <a:lnTo>
                  <a:pt x="9" y="33"/>
                </a:lnTo>
                <a:lnTo>
                  <a:pt x="8" y="34"/>
                </a:lnTo>
                <a:lnTo>
                  <a:pt x="9" y="34"/>
                </a:lnTo>
                <a:lnTo>
                  <a:pt x="7" y="35"/>
                </a:lnTo>
                <a:lnTo>
                  <a:pt x="7" y="36"/>
                </a:lnTo>
                <a:lnTo>
                  <a:pt x="8" y="36"/>
                </a:lnTo>
                <a:lnTo>
                  <a:pt x="8" y="36"/>
                </a:lnTo>
                <a:lnTo>
                  <a:pt x="9" y="36"/>
                </a:lnTo>
                <a:lnTo>
                  <a:pt x="10" y="36"/>
                </a:lnTo>
                <a:lnTo>
                  <a:pt x="9" y="37"/>
                </a:lnTo>
                <a:lnTo>
                  <a:pt x="9" y="41"/>
                </a:lnTo>
                <a:lnTo>
                  <a:pt x="9" y="41"/>
                </a:lnTo>
                <a:lnTo>
                  <a:pt x="9" y="42"/>
                </a:lnTo>
                <a:lnTo>
                  <a:pt x="10" y="43"/>
                </a:lnTo>
                <a:lnTo>
                  <a:pt x="10" y="43"/>
                </a:lnTo>
                <a:lnTo>
                  <a:pt x="11" y="43"/>
                </a:lnTo>
                <a:lnTo>
                  <a:pt x="10" y="45"/>
                </a:lnTo>
                <a:lnTo>
                  <a:pt x="10" y="49"/>
                </a:lnTo>
                <a:lnTo>
                  <a:pt x="10" y="48"/>
                </a:lnTo>
                <a:lnTo>
                  <a:pt x="11" y="49"/>
                </a:lnTo>
                <a:lnTo>
                  <a:pt x="10" y="51"/>
                </a:lnTo>
                <a:lnTo>
                  <a:pt x="10" y="52"/>
                </a:lnTo>
                <a:lnTo>
                  <a:pt x="11" y="53"/>
                </a:lnTo>
                <a:lnTo>
                  <a:pt x="11" y="54"/>
                </a:lnTo>
                <a:lnTo>
                  <a:pt x="12" y="55"/>
                </a:lnTo>
                <a:lnTo>
                  <a:pt x="11" y="56"/>
                </a:lnTo>
                <a:lnTo>
                  <a:pt x="12" y="56"/>
                </a:lnTo>
                <a:lnTo>
                  <a:pt x="14" y="57"/>
                </a:lnTo>
                <a:lnTo>
                  <a:pt x="13" y="57"/>
                </a:lnTo>
                <a:lnTo>
                  <a:pt x="13" y="59"/>
                </a:lnTo>
                <a:lnTo>
                  <a:pt x="12" y="60"/>
                </a:lnTo>
                <a:lnTo>
                  <a:pt x="10" y="61"/>
                </a:lnTo>
                <a:lnTo>
                  <a:pt x="10" y="63"/>
                </a:lnTo>
                <a:lnTo>
                  <a:pt x="9" y="63"/>
                </a:lnTo>
                <a:lnTo>
                  <a:pt x="8" y="62"/>
                </a:lnTo>
                <a:lnTo>
                  <a:pt x="8" y="63"/>
                </a:lnTo>
                <a:lnTo>
                  <a:pt x="7" y="62"/>
                </a:lnTo>
                <a:lnTo>
                  <a:pt x="7" y="65"/>
                </a:lnTo>
                <a:lnTo>
                  <a:pt x="5" y="65"/>
                </a:lnTo>
                <a:lnTo>
                  <a:pt x="6" y="66"/>
                </a:lnTo>
                <a:lnTo>
                  <a:pt x="4" y="66"/>
                </a:lnTo>
                <a:lnTo>
                  <a:pt x="3" y="68"/>
                </a:lnTo>
                <a:lnTo>
                  <a:pt x="3" y="69"/>
                </a:lnTo>
                <a:lnTo>
                  <a:pt x="2" y="70"/>
                </a:lnTo>
                <a:lnTo>
                  <a:pt x="0" y="71"/>
                </a:lnTo>
                <a:lnTo>
                  <a:pt x="2" y="72"/>
                </a:lnTo>
                <a:lnTo>
                  <a:pt x="4" y="72"/>
                </a:lnTo>
                <a:lnTo>
                  <a:pt x="4" y="71"/>
                </a:lnTo>
                <a:lnTo>
                  <a:pt x="5" y="70"/>
                </a:lnTo>
                <a:lnTo>
                  <a:pt x="7" y="69"/>
                </a:lnTo>
                <a:lnTo>
                  <a:pt x="7" y="71"/>
                </a:lnTo>
                <a:lnTo>
                  <a:pt x="8" y="71"/>
                </a:lnTo>
                <a:lnTo>
                  <a:pt x="9" y="69"/>
                </a:lnTo>
                <a:lnTo>
                  <a:pt x="10" y="69"/>
                </a:lnTo>
                <a:lnTo>
                  <a:pt x="13" y="69"/>
                </a:lnTo>
                <a:lnTo>
                  <a:pt x="13" y="69"/>
                </a:lnTo>
                <a:lnTo>
                  <a:pt x="14" y="69"/>
                </a:lnTo>
                <a:lnTo>
                  <a:pt x="14" y="70"/>
                </a:lnTo>
                <a:lnTo>
                  <a:pt x="14" y="71"/>
                </a:lnTo>
                <a:lnTo>
                  <a:pt x="15" y="70"/>
                </a:lnTo>
                <a:lnTo>
                  <a:pt x="15" y="71"/>
                </a:lnTo>
                <a:lnTo>
                  <a:pt x="16" y="73"/>
                </a:lnTo>
                <a:lnTo>
                  <a:pt x="14" y="74"/>
                </a:lnTo>
                <a:lnTo>
                  <a:pt x="14" y="75"/>
                </a:lnTo>
                <a:lnTo>
                  <a:pt x="15" y="74"/>
                </a:lnTo>
                <a:lnTo>
                  <a:pt x="15" y="75"/>
                </a:lnTo>
                <a:lnTo>
                  <a:pt x="15" y="76"/>
                </a:lnTo>
                <a:lnTo>
                  <a:pt x="16" y="78"/>
                </a:lnTo>
                <a:lnTo>
                  <a:pt x="16" y="78"/>
                </a:lnTo>
                <a:lnTo>
                  <a:pt x="17" y="77"/>
                </a:lnTo>
                <a:lnTo>
                  <a:pt x="16" y="78"/>
                </a:lnTo>
                <a:lnTo>
                  <a:pt x="14" y="77"/>
                </a:lnTo>
                <a:lnTo>
                  <a:pt x="12" y="79"/>
                </a:lnTo>
                <a:lnTo>
                  <a:pt x="11" y="79"/>
                </a:lnTo>
                <a:lnTo>
                  <a:pt x="11" y="80"/>
                </a:lnTo>
                <a:lnTo>
                  <a:pt x="12" y="80"/>
                </a:lnTo>
                <a:lnTo>
                  <a:pt x="12" y="80"/>
                </a:lnTo>
                <a:lnTo>
                  <a:pt x="13" y="83"/>
                </a:lnTo>
                <a:lnTo>
                  <a:pt x="13" y="83"/>
                </a:lnTo>
                <a:lnTo>
                  <a:pt x="13" y="83"/>
                </a:lnTo>
                <a:lnTo>
                  <a:pt x="13" y="84"/>
                </a:lnTo>
                <a:lnTo>
                  <a:pt x="13" y="84"/>
                </a:lnTo>
                <a:lnTo>
                  <a:pt x="12" y="85"/>
                </a:lnTo>
                <a:lnTo>
                  <a:pt x="11" y="87"/>
                </a:lnTo>
                <a:lnTo>
                  <a:pt x="11" y="88"/>
                </a:lnTo>
                <a:lnTo>
                  <a:pt x="12" y="88"/>
                </a:lnTo>
                <a:lnTo>
                  <a:pt x="13" y="89"/>
                </a:lnTo>
                <a:lnTo>
                  <a:pt x="14" y="88"/>
                </a:lnTo>
                <a:lnTo>
                  <a:pt x="15" y="87"/>
                </a:lnTo>
                <a:lnTo>
                  <a:pt x="14" y="89"/>
                </a:lnTo>
                <a:lnTo>
                  <a:pt x="15" y="91"/>
                </a:lnTo>
                <a:lnTo>
                  <a:pt x="16" y="92"/>
                </a:lnTo>
                <a:lnTo>
                  <a:pt x="16" y="92"/>
                </a:lnTo>
                <a:lnTo>
                  <a:pt x="15" y="92"/>
                </a:lnTo>
                <a:lnTo>
                  <a:pt x="15" y="93"/>
                </a:lnTo>
                <a:lnTo>
                  <a:pt x="16" y="94"/>
                </a:lnTo>
                <a:lnTo>
                  <a:pt x="19" y="93"/>
                </a:lnTo>
                <a:lnTo>
                  <a:pt x="19" y="94"/>
                </a:lnTo>
                <a:lnTo>
                  <a:pt x="21" y="94"/>
                </a:lnTo>
                <a:lnTo>
                  <a:pt x="20" y="95"/>
                </a:lnTo>
                <a:lnTo>
                  <a:pt x="20" y="95"/>
                </a:lnTo>
                <a:lnTo>
                  <a:pt x="20" y="97"/>
                </a:lnTo>
                <a:lnTo>
                  <a:pt x="21" y="97"/>
                </a:lnTo>
                <a:lnTo>
                  <a:pt x="22" y="97"/>
                </a:lnTo>
                <a:lnTo>
                  <a:pt x="22" y="97"/>
                </a:lnTo>
                <a:lnTo>
                  <a:pt x="23" y="96"/>
                </a:lnTo>
                <a:lnTo>
                  <a:pt x="22" y="94"/>
                </a:lnTo>
                <a:lnTo>
                  <a:pt x="22" y="93"/>
                </a:lnTo>
                <a:lnTo>
                  <a:pt x="23" y="93"/>
                </a:lnTo>
                <a:lnTo>
                  <a:pt x="24" y="91"/>
                </a:lnTo>
                <a:lnTo>
                  <a:pt x="25" y="90"/>
                </a:lnTo>
                <a:lnTo>
                  <a:pt x="26" y="90"/>
                </a:lnTo>
                <a:lnTo>
                  <a:pt x="28" y="90"/>
                </a:lnTo>
                <a:lnTo>
                  <a:pt x="27" y="93"/>
                </a:lnTo>
                <a:lnTo>
                  <a:pt x="28" y="93"/>
                </a:lnTo>
                <a:lnTo>
                  <a:pt x="29" y="93"/>
                </a:lnTo>
                <a:lnTo>
                  <a:pt x="30" y="92"/>
                </a:lnTo>
                <a:lnTo>
                  <a:pt x="31" y="93"/>
                </a:lnTo>
                <a:lnTo>
                  <a:pt x="31" y="95"/>
                </a:lnTo>
                <a:lnTo>
                  <a:pt x="33" y="94"/>
                </a:lnTo>
                <a:lnTo>
                  <a:pt x="33" y="92"/>
                </a:lnTo>
                <a:lnTo>
                  <a:pt x="35" y="89"/>
                </a:lnTo>
                <a:lnTo>
                  <a:pt x="36" y="90"/>
                </a:lnTo>
                <a:lnTo>
                  <a:pt x="37" y="88"/>
                </a:lnTo>
                <a:lnTo>
                  <a:pt x="37" y="87"/>
                </a:lnTo>
                <a:lnTo>
                  <a:pt x="38" y="86"/>
                </a:lnTo>
                <a:lnTo>
                  <a:pt x="39" y="86"/>
                </a:lnTo>
                <a:lnTo>
                  <a:pt x="39" y="86"/>
                </a:lnTo>
                <a:lnTo>
                  <a:pt x="40" y="87"/>
                </a:lnTo>
                <a:lnTo>
                  <a:pt x="41" y="86"/>
                </a:lnTo>
                <a:lnTo>
                  <a:pt x="41" y="87"/>
                </a:lnTo>
                <a:lnTo>
                  <a:pt x="41" y="88"/>
                </a:lnTo>
                <a:lnTo>
                  <a:pt x="43" y="87"/>
                </a:lnTo>
                <a:lnTo>
                  <a:pt x="45" y="86"/>
                </a:lnTo>
                <a:lnTo>
                  <a:pt x="44" y="86"/>
                </a:lnTo>
                <a:lnTo>
                  <a:pt x="45" y="86"/>
                </a:lnTo>
                <a:lnTo>
                  <a:pt x="45" y="84"/>
                </a:lnTo>
                <a:lnTo>
                  <a:pt x="45" y="84"/>
                </a:lnTo>
                <a:lnTo>
                  <a:pt x="46" y="85"/>
                </a:lnTo>
                <a:lnTo>
                  <a:pt x="46" y="85"/>
                </a:lnTo>
                <a:lnTo>
                  <a:pt x="48" y="86"/>
                </a:lnTo>
                <a:lnTo>
                  <a:pt x="50" y="86"/>
                </a:lnTo>
                <a:lnTo>
                  <a:pt x="50" y="86"/>
                </a:lnTo>
                <a:lnTo>
                  <a:pt x="51" y="87"/>
                </a:lnTo>
                <a:lnTo>
                  <a:pt x="52" y="86"/>
                </a:lnTo>
                <a:lnTo>
                  <a:pt x="52" y="87"/>
                </a:lnTo>
                <a:lnTo>
                  <a:pt x="51" y="88"/>
                </a:lnTo>
                <a:lnTo>
                  <a:pt x="52" y="90"/>
                </a:lnTo>
                <a:lnTo>
                  <a:pt x="51" y="91"/>
                </a:lnTo>
                <a:lnTo>
                  <a:pt x="52" y="91"/>
                </a:lnTo>
                <a:lnTo>
                  <a:pt x="51" y="91"/>
                </a:lnTo>
                <a:lnTo>
                  <a:pt x="50" y="94"/>
                </a:lnTo>
                <a:lnTo>
                  <a:pt x="51" y="94"/>
                </a:lnTo>
                <a:lnTo>
                  <a:pt x="52" y="96"/>
                </a:lnTo>
                <a:lnTo>
                  <a:pt x="52" y="96"/>
                </a:lnTo>
                <a:lnTo>
                  <a:pt x="53" y="94"/>
                </a:lnTo>
                <a:lnTo>
                  <a:pt x="54" y="94"/>
                </a:lnTo>
                <a:lnTo>
                  <a:pt x="54" y="95"/>
                </a:lnTo>
                <a:lnTo>
                  <a:pt x="56" y="95"/>
                </a:lnTo>
                <a:lnTo>
                  <a:pt x="56" y="95"/>
                </a:lnTo>
                <a:lnTo>
                  <a:pt x="55" y="96"/>
                </a:lnTo>
                <a:lnTo>
                  <a:pt x="56" y="97"/>
                </a:lnTo>
                <a:lnTo>
                  <a:pt x="53" y="99"/>
                </a:lnTo>
                <a:lnTo>
                  <a:pt x="53" y="100"/>
                </a:lnTo>
                <a:lnTo>
                  <a:pt x="54" y="101"/>
                </a:lnTo>
                <a:lnTo>
                  <a:pt x="54" y="103"/>
                </a:lnTo>
                <a:lnTo>
                  <a:pt x="53" y="105"/>
                </a:lnTo>
                <a:lnTo>
                  <a:pt x="51" y="107"/>
                </a:lnTo>
                <a:lnTo>
                  <a:pt x="51" y="107"/>
                </a:lnTo>
                <a:lnTo>
                  <a:pt x="49" y="109"/>
                </a:lnTo>
                <a:lnTo>
                  <a:pt x="50" y="110"/>
                </a:lnTo>
                <a:lnTo>
                  <a:pt x="47" y="112"/>
                </a:lnTo>
                <a:lnTo>
                  <a:pt x="47" y="114"/>
                </a:lnTo>
                <a:lnTo>
                  <a:pt x="47" y="116"/>
                </a:lnTo>
                <a:lnTo>
                  <a:pt x="48" y="117"/>
                </a:lnTo>
                <a:lnTo>
                  <a:pt x="50" y="116"/>
                </a:lnTo>
                <a:lnTo>
                  <a:pt x="50" y="114"/>
                </a:lnTo>
                <a:lnTo>
                  <a:pt x="52" y="113"/>
                </a:lnTo>
                <a:lnTo>
                  <a:pt x="53" y="111"/>
                </a:lnTo>
                <a:lnTo>
                  <a:pt x="54" y="112"/>
                </a:lnTo>
                <a:lnTo>
                  <a:pt x="55" y="112"/>
                </a:lnTo>
                <a:lnTo>
                  <a:pt x="55" y="112"/>
                </a:lnTo>
                <a:lnTo>
                  <a:pt x="56" y="113"/>
                </a:lnTo>
                <a:lnTo>
                  <a:pt x="56" y="114"/>
                </a:lnTo>
                <a:lnTo>
                  <a:pt x="57" y="114"/>
                </a:lnTo>
                <a:lnTo>
                  <a:pt x="57" y="115"/>
                </a:lnTo>
                <a:lnTo>
                  <a:pt x="57" y="115"/>
                </a:lnTo>
                <a:lnTo>
                  <a:pt x="57" y="116"/>
                </a:lnTo>
                <a:lnTo>
                  <a:pt x="57" y="116"/>
                </a:lnTo>
                <a:lnTo>
                  <a:pt x="57" y="118"/>
                </a:lnTo>
                <a:lnTo>
                  <a:pt x="58" y="119"/>
                </a:lnTo>
                <a:lnTo>
                  <a:pt x="57" y="122"/>
                </a:lnTo>
                <a:lnTo>
                  <a:pt x="57" y="122"/>
                </a:lnTo>
                <a:lnTo>
                  <a:pt x="58" y="122"/>
                </a:lnTo>
                <a:lnTo>
                  <a:pt x="59" y="123"/>
                </a:lnTo>
                <a:lnTo>
                  <a:pt x="60" y="122"/>
                </a:lnTo>
                <a:lnTo>
                  <a:pt x="60" y="121"/>
                </a:lnTo>
                <a:lnTo>
                  <a:pt x="61" y="121"/>
                </a:lnTo>
                <a:lnTo>
                  <a:pt x="61" y="121"/>
                </a:lnTo>
                <a:lnTo>
                  <a:pt x="62" y="120"/>
                </a:lnTo>
                <a:lnTo>
                  <a:pt x="62" y="119"/>
                </a:lnTo>
                <a:lnTo>
                  <a:pt x="66" y="119"/>
                </a:lnTo>
                <a:lnTo>
                  <a:pt x="66" y="119"/>
                </a:lnTo>
                <a:lnTo>
                  <a:pt x="67" y="119"/>
                </a:lnTo>
                <a:close/>
              </a:path>
            </a:pathLst>
          </a:custGeom>
          <a:solidFill>
            <a:srgbClr val="7FA8D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568762" y="5487917"/>
            <a:ext cx="987602" cy="788799"/>
          </a:xfrm>
          <a:custGeom>
            <a:avLst/>
            <a:gdLst/>
            <a:ahLst/>
            <a:cxnLst/>
            <a:rect l="l" t="t" r="r" b="b"/>
            <a:pathLst>
              <a:path w="154" h="123">
                <a:moveTo>
                  <a:pt x="81" y="73"/>
                </a:moveTo>
                <a:lnTo>
                  <a:pt x="82" y="73"/>
                </a:lnTo>
                <a:lnTo>
                  <a:pt x="82" y="71"/>
                </a:lnTo>
                <a:lnTo>
                  <a:pt x="83" y="71"/>
                </a:lnTo>
                <a:lnTo>
                  <a:pt x="82" y="70"/>
                </a:lnTo>
                <a:lnTo>
                  <a:pt x="83" y="69"/>
                </a:lnTo>
                <a:lnTo>
                  <a:pt x="83" y="68"/>
                </a:lnTo>
                <a:lnTo>
                  <a:pt x="82" y="68"/>
                </a:lnTo>
                <a:lnTo>
                  <a:pt x="82" y="69"/>
                </a:lnTo>
                <a:lnTo>
                  <a:pt x="81" y="69"/>
                </a:lnTo>
                <a:lnTo>
                  <a:pt x="82" y="67"/>
                </a:lnTo>
                <a:lnTo>
                  <a:pt x="83" y="67"/>
                </a:lnTo>
                <a:lnTo>
                  <a:pt x="84" y="66"/>
                </a:lnTo>
                <a:lnTo>
                  <a:pt x="85" y="66"/>
                </a:lnTo>
                <a:lnTo>
                  <a:pt x="84" y="63"/>
                </a:lnTo>
                <a:lnTo>
                  <a:pt x="83" y="62"/>
                </a:lnTo>
                <a:lnTo>
                  <a:pt x="84" y="61"/>
                </a:lnTo>
                <a:lnTo>
                  <a:pt x="86" y="64"/>
                </a:lnTo>
                <a:lnTo>
                  <a:pt x="87" y="66"/>
                </a:lnTo>
                <a:lnTo>
                  <a:pt x="88" y="67"/>
                </a:lnTo>
                <a:lnTo>
                  <a:pt x="88" y="68"/>
                </a:lnTo>
                <a:lnTo>
                  <a:pt x="90" y="66"/>
                </a:lnTo>
                <a:lnTo>
                  <a:pt x="92" y="66"/>
                </a:lnTo>
                <a:lnTo>
                  <a:pt x="92" y="65"/>
                </a:lnTo>
                <a:lnTo>
                  <a:pt x="94" y="65"/>
                </a:lnTo>
                <a:lnTo>
                  <a:pt x="95" y="65"/>
                </a:lnTo>
                <a:lnTo>
                  <a:pt x="98" y="63"/>
                </a:lnTo>
                <a:lnTo>
                  <a:pt x="99" y="63"/>
                </a:lnTo>
                <a:lnTo>
                  <a:pt x="100" y="65"/>
                </a:lnTo>
                <a:lnTo>
                  <a:pt x="100" y="66"/>
                </a:lnTo>
                <a:lnTo>
                  <a:pt x="101" y="67"/>
                </a:lnTo>
                <a:lnTo>
                  <a:pt x="103" y="65"/>
                </a:lnTo>
                <a:lnTo>
                  <a:pt x="103" y="65"/>
                </a:lnTo>
                <a:lnTo>
                  <a:pt x="103" y="64"/>
                </a:lnTo>
                <a:lnTo>
                  <a:pt x="102" y="64"/>
                </a:lnTo>
                <a:lnTo>
                  <a:pt x="102" y="63"/>
                </a:lnTo>
                <a:lnTo>
                  <a:pt x="103" y="62"/>
                </a:lnTo>
                <a:lnTo>
                  <a:pt x="102" y="61"/>
                </a:lnTo>
                <a:lnTo>
                  <a:pt x="101" y="62"/>
                </a:lnTo>
                <a:lnTo>
                  <a:pt x="102" y="61"/>
                </a:lnTo>
                <a:lnTo>
                  <a:pt x="102" y="60"/>
                </a:lnTo>
                <a:lnTo>
                  <a:pt x="104" y="58"/>
                </a:lnTo>
                <a:lnTo>
                  <a:pt x="105" y="59"/>
                </a:lnTo>
                <a:lnTo>
                  <a:pt x="105" y="61"/>
                </a:lnTo>
                <a:lnTo>
                  <a:pt x="106" y="63"/>
                </a:lnTo>
                <a:lnTo>
                  <a:pt x="108" y="62"/>
                </a:lnTo>
                <a:lnTo>
                  <a:pt x="109" y="64"/>
                </a:lnTo>
                <a:lnTo>
                  <a:pt x="109" y="63"/>
                </a:lnTo>
                <a:lnTo>
                  <a:pt x="109" y="62"/>
                </a:lnTo>
                <a:lnTo>
                  <a:pt x="112" y="59"/>
                </a:lnTo>
                <a:lnTo>
                  <a:pt x="111" y="59"/>
                </a:lnTo>
                <a:lnTo>
                  <a:pt x="112" y="58"/>
                </a:lnTo>
                <a:lnTo>
                  <a:pt x="114" y="57"/>
                </a:lnTo>
                <a:lnTo>
                  <a:pt x="115" y="58"/>
                </a:lnTo>
                <a:lnTo>
                  <a:pt x="114" y="57"/>
                </a:lnTo>
                <a:lnTo>
                  <a:pt x="115" y="56"/>
                </a:lnTo>
                <a:lnTo>
                  <a:pt x="115" y="58"/>
                </a:lnTo>
                <a:lnTo>
                  <a:pt x="118" y="57"/>
                </a:lnTo>
                <a:lnTo>
                  <a:pt x="118" y="59"/>
                </a:lnTo>
                <a:lnTo>
                  <a:pt x="119" y="59"/>
                </a:lnTo>
                <a:lnTo>
                  <a:pt x="121" y="59"/>
                </a:lnTo>
                <a:lnTo>
                  <a:pt x="123" y="60"/>
                </a:lnTo>
                <a:lnTo>
                  <a:pt x="123" y="59"/>
                </a:lnTo>
                <a:lnTo>
                  <a:pt x="123" y="57"/>
                </a:lnTo>
                <a:lnTo>
                  <a:pt x="122" y="57"/>
                </a:lnTo>
                <a:lnTo>
                  <a:pt x="123" y="56"/>
                </a:lnTo>
                <a:lnTo>
                  <a:pt x="124" y="55"/>
                </a:lnTo>
                <a:lnTo>
                  <a:pt x="126" y="55"/>
                </a:lnTo>
                <a:lnTo>
                  <a:pt x="127" y="56"/>
                </a:lnTo>
                <a:lnTo>
                  <a:pt x="127" y="57"/>
                </a:lnTo>
                <a:lnTo>
                  <a:pt x="128" y="57"/>
                </a:lnTo>
                <a:lnTo>
                  <a:pt x="129" y="56"/>
                </a:lnTo>
                <a:lnTo>
                  <a:pt x="131" y="55"/>
                </a:lnTo>
                <a:lnTo>
                  <a:pt x="133" y="54"/>
                </a:lnTo>
                <a:lnTo>
                  <a:pt x="134" y="55"/>
                </a:lnTo>
                <a:lnTo>
                  <a:pt x="137" y="51"/>
                </a:lnTo>
                <a:lnTo>
                  <a:pt x="139" y="52"/>
                </a:lnTo>
                <a:lnTo>
                  <a:pt x="142" y="51"/>
                </a:lnTo>
                <a:lnTo>
                  <a:pt x="142" y="50"/>
                </a:lnTo>
                <a:lnTo>
                  <a:pt x="143" y="49"/>
                </a:lnTo>
                <a:lnTo>
                  <a:pt x="142" y="47"/>
                </a:lnTo>
                <a:lnTo>
                  <a:pt x="142" y="46"/>
                </a:lnTo>
                <a:lnTo>
                  <a:pt x="144" y="46"/>
                </a:lnTo>
                <a:lnTo>
                  <a:pt x="146" y="44"/>
                </a:lnTo>
                <a:lnTo>
                  <a:pt x="147" y="44"/>
                </a:lnTo>
                <a:lnTo>
                  <a:pt x="147" y="44"/>
                </a:lnTo>
                <a:lnTo>
                  <a:pt x="147" y="43"/>
                </a:lnTo>
                <a:lnTo>
                  <a:pt x="146" y="42"/>
                </a:lnTo>
                <a:lnTo>
                  <a:pt x="148" y="39"/>
                </a:lnTo>
                <a:lnTo>
                  <a:pt x="148" y="38"/>
                </a:lnTo>
                <a:lnTo>
                  <a:pt x="148" y="38"/>
                </a:lnTo>
                <a:lnTo>
                  <a:pt x="149" y="37"/>
                </a:lnTo>
                <a:lnTo>
                  <a:pt x="151" y="37"/>
                </a:lnTo>
                <a:lnTo>
                  <a:pt x="151" y="36"/>
                </a:lnTo>
                <a:lnTo>
                  <a:pt x="154" y="35"/>
                </a:lnTo>
                <a:lnTo>
                  <a:pt x="154" y="34"/>
                </a:lnTo>
                <a:lnTo>
                  <a:pt x="153" y="34"/>
                </a:lnTo>
                <a:lnTo>
                  <a:pt x="153" y="34"/>
                </a:lnTo>
                <a:lnTo>
                  <a:pt x="151" y="33"/>
                </a:lnTo>
                <a:lnTo>
                  <a:pt x="150" y="29"/>
                </a:lnTo>
                <a:lnTo>
                  <a:pt x="149" y="29"/>
                </a:lnTo>
                <a:lnTo>
                  <a:pt x="148" y="28"/>
                </a:lnTo>
                <a:lnTo>
                  <a:pt x="149" y="28"/>
                </a:lnTo>
                <a:lnTo>
                  <a:pt x="149" y="26"/>
                </a:lnTo>
                <a:lnTo>
                  <a:pt x="148" y="26"/>
                </a:lnTo>
                <a:lnTo>
                  <a:pt x="148" y="25"/>
                </a:lnTo>
                <a:lnTo>
                  <a:pt x="147" y="24"/>
                </a:lnTo>
                <a:lnTo>
                  <a:pt x="149" y="22"/>
                </a:lnTo>
                <a:lnTo>
                  <a:pt x="147" y="21"/>
                </a:lnTo>
                <a:lnTo>
                  <a:pt x="147" y="20"/>
                </a:lnTo>
                <a:lnTo>
                  <a:pt x="147" y="20"/>
                </a:lnTo>
                <a:lnTo>
                  <a:pt x="146" y="18"/>
                </a:lnTo>
                <a:lnTo>
                  <a:pt x="145" y="17"/>
                </a:lnTo>
                <a:lnTo>
                  <a:pt x="145" y="16"/>
                </a:lnTo>
                <a:lnTo>
                  <a:pt x="143" y="15"/>
                </a:lnTo>
                <a:lnTo>
                  <a:pt x="143" y="14"/>
                </a:lnTo>
                <a:lnTo>
                  <a:pt x="144" y="12"/>
                </a:lnTo>
                <a:lnTo>
                  <a:pt x="143" y="12"/>
                </a:lnTo>
                <a:lnTo>
                  <a:pt x="140" y="13"/>
                </a:lnTo>
                <a:lnTo>
                  <a:pt x="139" y="13"/>
                </a:lnTo>
                <a:lnTo>
                  <a:pt x="138" y="14"/>
                </a:lnTo>
                <a:lnTo>
                  <a:pt x="137" y="14"/>
                </a:lnTo>
                <a:lnTo>
                  <a:pt x="137" y="13"/>
                </a:lnTo>
                <a:lnTo>
                  <a:pt x="137" y="11"/>
                </a:lnTo>
                <a:lnTo>
                  <a:pt x="136" y="12"/>
                </a:lnTo>
                <a:lnTo>
                  <a:pt x="134" y="10"/>
                </a:lnTo>
                <a:lnTo>
                  <a:pt x="135" y="9"/>
                </a:lnTo>
                <a:lnTo>
                  <a:pt x="134" y="8"/>
                </a:lnTo>
                <a:lnTo>
                  <a:pt x="134" y="8"/>
                </a:lnTo>
                <a:lnTo>
                  <a:pt x="133" y="9"/>
                </a:lnTo>
                <a:lnTo>
                  <a:pt x="133" y="10"/>
                </a:lnTo>
                <a:lnTo>
                  <a:pt x="131" y="10"/>
                </a:lnTo>
                <a:lnTo>
                  <a:pt x="132" y="10"/>
                </a:lnTo>
                <a:lnTo>
                  <a:pt x="131" y="10"/>
                </a:lnTo>
                <a:lnTo>
                  <a:pt x="130" y="9"/>
                </a:lnTo>
                <a:lnTo>
                  <a:pt x="129" y="9"/>
                </a:lnTo>
                <a:lnTo>
                  <a:pt x="128" y="10"/>
                </a:lnTo>
                <a:lnTo>
                  <a:pt x="127" y="8"/>
                </a:lnTo>
                <a:lnTo>
                  <a:pt x="126" y="9"/>
                </a:lnTo>
                <a:lnTo>
                  <a:pt x="124" y="8"/>
                </a:lnTo>
                <a:lnTo>
                  <a:pt x="124" y="9"/>
                </a:lnTo>
                <a:lnTo>
                  <a:pt x="124" y="9"/>
                </a:lnTo>
                <a:lnTo>
                  <a:pt x="123" y="10"/>
                </a:lnTo>
                <a:lnTo>
                  <a:pt x="123" y="9"/>
                </a:lnTo>
                <a:lnTo>
                  <a:pt x="123" y="9"/>
                </a:lnTo>
                <a:lnTo>
                  <a:pt x="122" y="13"/>
                </a:lnTo>
                <a:lnTo>
                  <a:pt x="122" y="13"/>
                </a:lnTo>
                <a:lnTo>
                  <a:pt x="123" y="13"/>
                </a:lnTo>
                <a:lnTo>
                  <a:pt x="122" y="14"/>
                </a:lnTo>
                <a:lnTo>
                  <a:pt x="124" y="16"/>
                </a:lnTo>
                <a:lnTo>
                  <a:pt x="121" y="17"/>
                </a:lnTo>
                <a:lnTo>
                  <a:pt x="120" y="16"/>
                </a:lnTo>
                <a:lnTo>
                  <a:pt x="118" y="16"/>
                </a:lnTo>
                <a:lnTo>
                  <a:pt x="118" y="14"/>
                </a:lnTo>
                <a:lnTo>
                  <a:pt x="116" y="13"/>
                </a:lnTo>
                <a:lnTo>
                  <a:pt x="114" y="12"/>
                </a:lnTo>
                <a:lnTo>
                  <a:pt x="114" y="13"/>
                </a:lnTo>
                <a:lnTo>
                  <a:pt x="114" y="14"/>
                </a:lnTo>
                <a:lnTo>
                  <a:pt x="112" y="13"/>
                </a:lnTo>
                <a:lnTo>
                  <a:pt x="112" y="14"/>
                </a:lnTo>
                <a:lnTo>
                  <a:pt x="111" y="14"/>
                </a:lnTo>
                <a:lnTo>
                  <a:pt x="108" y="16"/>
                </a:lnTo>
                <a:lnTo>
                  <a:pt x="108" y="15"/>
                </a:lnTo>
                <a:lnTo>
                  <a:pt x="107" y="15"/>
                </a:lnTo>
                <a:lnTo>
                  <a:pt x="107" y="16"/>
                </a:lnTo>
                <a:lnTo>
                  <a:pt x="106" y="16"/>
                </a:lnTo>
                <a:lnTo>
                  <a:pt x="105" y="16"/>
                </a:lnTo>
                <a:lnTo>
                  <a:pt x="104" y="16"/>
                </a:lnTo>
                <a:lnTo>
                  <a:pt x="104" y="18"/>
                </a:lnTo>
                <a:lnTo>
                  <a:pt x="104" y="19"/>
                </a:lnTo>
                <a:lnTo>
                  <a:pt x="103" y="18"/>
                </a:lnTo>
                <a:lnTo>
                  <a:pt x="103" y="18"/>
                </a:lnTo>
                <a:lnTo>
                  <a:pt x="102" y="18"/>
                </a:lnTo>
                <a:lnTo>
                  <a:pt x="101" y="18"/>
                </a:lnTo>
                <a:lnTo>
                  <a:pt x="101" y="19"/>
                </a:lnTo>
                <a:lnTo>
                  <a:pt x="101" y="20"/>
                </a:lnTo>
                <a:lnTo>
                  <a:pt x="100" y="19"/>
                </a:lnTo>
                <a:lnTo>
                  <a:pt x="99" y="19"/>
                </a:lnTo>
                <a:lnTo>
                  <a:pt x="98" y="20"/>
                </a:lnTo>
                <a:lnTo>
                  <a:pt x="97" y="19"/>
                </a:lnTo>
                <a:lnTo>
                  <a:pt x="95" y="21"/>
                </a:lnTo>
                <a:lnTo>
                  <a:pt x="94" y="21"/>
                </a:lnTo>
                <a:lnTo>
                  <a:pt x="94" y="20"/>
                </a:lnTo>
                <a:lnTo>
                  <a:pt x="93" y="19"/>
                </a:lnTo>
                <a:lnTo>
                  <a:pt x="92" y="19"/>
                </a:lnTo>
                <a:lnTo>
                  <a:pt x="92" y="18"/>
                </a:lnTo>
                <a:lnTo>
                  <a:pt x="90" y="18"/>
                </a:lnTo>
                <a:lnTo>
                  <a:pt x="89" y="17"/>
                </a:lnTo>
                <a:lnTo>
                  <a:pt x="91" y="17"/>
                </a:lnTo>
                <a:lnTo>
                  <a:pt x="91" y="16"/>
                </a:lnTo>
                <a:lnTo>
                  <a:pt x="93" y="15"/>
                </a:lnTo>
                <a:lnTo>
                  <a:pt x="93" y="14"/>
                </a:lnTo>
                <a:lnTo>
                  <a:pt x="94" y="12"/>
                </a:lnTo>
                <a:lnTo>
                  <a:pt x="93" y="11"/>
                </a:lnTo>
                <a:lnTo>
                  <a:pt x="94" y="10"/>
                </a:lnTo>
                <a:lnTo>
                  <a:pt x="94" y="10"/>
                </a:lnTo>
                <a:lnTo>
                  <a:pt x="95" y="10"/>
                </a:lnTo>
                <a:lnTo>
                  <a:pt x="96" y="8"/>
                </a:lnTo>
                <a:lnTo>
                  <a:pt x="98" y="8"/>
                </a:lnTo>
                <a:lnTo>
                  <a:pt x="98" y="7"/>
                </a:lnTo>
                <a:lnTo>
                  <a:pt x="100" y="6"/>
                </a:lnTo>
                <a:lnTo>
                  <a:pt x="100" y="6"/>
                </a:lnTo>
                <a:lnTo>
                  <a:pt x="99" y="5"/>
                </a:lnTo>
                <a:lnTo>
                  <a:pt x="99" y="4"/>
                </a:lnTo>
                <a:lnTo>
                  <a:pt x="100" y="4"/>
                </a:lnTo>
                <a:lnTo>
                  <a:pt x="100" y="3"/>
                </a:lnTo>
                <a:lnTo>
                  <a:pt x="99" y="2"/>
                </a:lnTo>
                <a:lnTo>
                  <a:pt x="97" y="2"/>
                </a:lnTo>
                <a:lnTo>
                  <a:pt x="97" y="1"/>
                </a:lnTo>
                <a:lnTo>
                  <a:pt x="95" y="0"/>
                </a:lnTo>
                <a:lnTo>
                  <a:pt x="94" y="1"/>
                </a:lnTo>
                <a:lnTo>
                  <a:pt x="93" y="1"/>
                </a:lnTo>
                <a:lnTo>
                  <a:pt x="93" y="2"/>
                </a:lnTo>
                <a:lnTo>
                  <a:pt x="92" y="3"/>
                </a:lnTo>
                <a:lnTo>
                  <a:pt x="91" y="2"/>
                </a:lnTo>
                <a:lnTo>
                  <a:pt x="91" y="3"/>
                </a:lnTo>
                <a:lnTo>
                  <a:pt x="90" y="4"/>
                </a:lnTo>
                <a:lnTo>
                  <a:pt x="88" y="3"/>
                </a:lnTo>
                <a:lnTo>
                  <a:pt x="86" y="4"/>
                </a:lnTo>
                <a:lnTo>
                  <a:pt x="85" y="5"/>
                </a:lnTo>
                <a:lnTo>
                  <a:pt x="85" y="4"/>
                </a:lnTo>
                <a:lnTo>
                  <a:pt x="85" y="2"/>
                </a:lnTo>
                <a:lnTo>
                  <a:pt x="84" y="1"/>
                </a:lnTo>
                <a:lnTo>
                  <a:pt x="84" y="1"/>
                </a:lnTo>
                <a:lnTo>
                  <a:pt x="82" y="1"/>
                </a:lnTo>
                <a:lnTo>
                  <a:pt x="82" y="2"/>
                </a:lnTo>
                <a:lnTo>
                  <a:pt x="81" y="4"/>
                </a:lnTo>
                <a:lnTo>
                  <a:pt x="80" y="4"/>
                </a:lnTo>
                <a:lnTo>
                  <a:pt x="79" y="3"/>
                </a:lnTo>
                <a:lnTo>
                  <a:pt x="76" y="4"/>
                </a:lnTo>
                <a:lnTo>
                  <a:pt x="76" y="4"/>
                </a:lnTo>
                <a:lnTo>
                  <a:pt x="75" y="3"/>
                </a:lnTo>
                <a:lnTo>
                  <a:pt x="74" y="3"/>
                </a:lnTo>
                <a:lnTo>
                  <a:pt x="73" y="3"/>
                </a:lnTo>
                <a:lnTo>
                  <a:pt x="72" y="3"/>
                </a:lnTo>
                <a:lnTo>
                  <a:pt x="72" y="3"/>
                </a:lnTo>
                <a:lnTo>
                  <a:pt x="71" y="2"/>
                </a:lnTo>
                <a:lnTo>
                  <a:pt x="70" y="2"/>
                </a:lnTo>
                <a:lnTo>
                  <a:pt x="70" y="1"/>
                </a:lnTo>
                <a:lnTo>
                  <a:pt x="69" y="0"/>
                </a:lnTo>
                <a:lnTo>
                  <a:pt x="66" y="2"/>
                </a:lnTo>
                <a:lnTo>
                  <a:pt x="67" y="3"/>
                </a:lnTo>
                <a:lnTo>
                  <a:pt x="66" y="3"/>
                </a:lnTo>
                <a:lnTo>
                  <a:pt x="66" y="4"/>
                </a:lnTo>
                <a:lnTo>
                  <a:pt x="63" y="5"/>
                </a:lnTo>
                <a:lnTo>
                  <a:pt x="63" y="6"/>
                </a:lnTo>
                <a:lnTo>
                  <a:pt x="62" y="5"/>
                </a:lnTo>
                <a:lnTo>
                  <a:pt x="61" y="5"/>
                </a:lnTo>
                <a:lnTo>
                  <a:pt x="61" y="7"/>
                </a:lnTo>
                <a:lnTo>
                  <a:pt x="64" y="7"/>
                </a:lnTo>
                <a:lnTo>
                  <a:pt x="65" y="8"/>
                </a:lnTo>
                <a:lnTo>
                  <a:pt x="64" y="9"/>
                </a:lnTo>
                <a:lnTo>
                  <a:pt x="64" y="9"/>
                </a:lnTo>
                <a:lnTo>
                  <a:pt x="65" y="10"/>
                </a:lnTo>
                <a:lnTo>
                  <a:pt x="64" y="12"/>
                </a:lnTo>
                <a:lnTo>
                  <a:pt x="65" y="13"/>
                </a:lnTo>
                <a:lnTo>
                  <a:pt x="65" y="14"/>
                </a:lnTo>
                <a:lnTo>
                  <a:pt x="63" y="14"/>
                </a:lnTo>
                <a:lnTo>
                  <a:pt x="62" y="15"/>
                </a:lnTo>
                <a:lnTo>
                  <a:pt x="60" y="15"/>
                </a:lnTo>
                <a:lnTo>
                  <a:pt x="60" y="14"/>
                </a:lnTo>
                <a:lnTo>
                  <a:pt x="59" y="14"/>
                </a:lnTo>
                <a:lnTo>
                  <a:pt x="59" y="13"/>
                </a:lnTo>
                <a:lnTo>
                  <a:pt x="59" y="12"/>
                </a:lnTo>
                <a:lnTo>
                  <a:pt x="59" y="11"/>
                </a:lnTo>
                <a:lnTo>
                  <a:pt x="57" y="10"/>
                </a:lnTo>
                <a:lnTo>
                  <a:pt x="55" y="10"/>
                </a:lnTo>
                <a:lnTo>
                  <a:pt x="53" y="10"/>
                </a:lnTo>
                <a:lnTo>
                  <a:pt x="53" y="9"/>
                </a:lnTo>
                <a:lnTo>
                  <a:pt x="52" y="10"/>
                </a:lnTo>
                <a:lnTo>
                  <a:pt x="51" y="9"/>
                </a:lnTo>
                <a:lnTo>
                  <a:pt x="50" y="10"/>
                </a:lnTo>
                <a:lnTo>
                  <a:pt x="49" y="10"/>
                </a:lnTo>
                <a:lnTo>
                  <a:pt x="49" y="9"/>
                </a:lnTo>
                <a:lnTo>
                  <a:pt x="48" y="10"/>
                </a:lnTo>
                <a:lnTo>
                  <a:pt x="47" y="13"/>
                </a:lnTo>
                <a:lnTo>
                  <a:pt x="47" y="15"/>
                </a:lnTo>
                <a:lnTo>
                  <a:pt x="48" y="15"/>
                </a:lnTo>
                <a:lnTo>
                  <a:pt x="48" y="17"/>
                </a:lnTo>
                <a:lnTo>
                  <a:pt x="45" y="19"/>
                </a:lnTo>
                <a:lnTo>
                  <a:pt x="45" y="20"/>
                </a:lnTo>
                <a:lnTo>
                  <a:pt x="44" y="20"/>
                </a:lnTo>
                <a:lnTo>
                  <a:pt x="43" y="21"/>
                </a:lnTo>
                <a:lnTo>
                  <a:pt x="44" y="22"/>
                </a:lnTo>
                <a:lnTo>
                  <a:pt x="43" y="22"/>
                </a:lnTo>
                <a:lnTo>
                  <a:pt x="43" y="23"/>
                </a:lnTo>
                <a:lnTo>
                  <a:pt x="45" y="24"/>
                </a:lnTo>
                <a:lnTo>
                  <a:pt x="45" y="25"/>
                </a:lnTo>
                <a:lnTo>
                  <a:pt x="45" y="26"/>
                </a:lnTo>
                <a:lnTo>
                  <a:pt x="46" y="27"/>
                </a:lnTo>
                <a:lnTo>
                  <a:pt x="46" y="29"/>
                </a:lnTo>
                <a:lnTo>
                  <a:pt x="45" y="30"/>
                </a:lnTo>
                <a:lnTo>
                  <a:pt x="44" y="30"/>
                </a:lnTo>
                <a:lnTo>
                  <a:pt x="44" y="31"/>
                </a:lnTo>
                <a:lnTo>
                  <a:pt x="43" y="31"/>
                </a:lnTo>
                <a:lnTo>
                  <a:pt x="43" y="34"/>
                </a:lnTo>
                <a:lnTo>
                  <a:pt x="45" y="37"/>
                </a:lnTo>
                <a:lnTo>
                  <a:pt x="44" y="38"/>
                </a:lnTo>
                <a:lnTo>
                  <a:pt x="43" y="38"/>
                </a:lnTo>
                <a:lnTo>
                  <a:pt x="43" y="39"/>
                </a:lnTo>
                <a:lnTo>
                  <a:pt x="42" y="39"/>
                </a:lnTo>
                <a:lnTo>
                  <a:pt x="42" y="40"/>
                </a:lnTo>
                <a:lnTo>
                  <a:pt x="42" y="41"/>
                </a:lnTo>
                <a:lnTo>
                  <a:pt x="39" y="40"/>
                </a:lnTo>
                <a:lnTo>
                  <a:pt x="38" y="41"/>
                </a:lnTo>
                <a:lnTo>
                  <a:pt x="38" y="43"/>
                </a:lnTo>
                <a:lnTo>
                  <a:pt x="39" y="43"/>
                </a:lnTo>
                <a:lnTo>
                  <a:pt x="38" y="45"/>
                </a:lnTo>
                <a:lnTo>
                  <a:pt x="36" y="45"/>
                </a:lnTo>
                <a:lnTo>
                  <a:pt x="36" y="47"/>
                </a:lnTo>
                <a:lnTo>
                  <a:pt x="35" y="49"/>
                </a:lnTo>
                <a:lnTo>
                  <a:pt x="34" y="49"/>
                </a:lnTo>
                <a:lnTo>
                  <a:pt x="34" y="51"/>
                </a:lnTo>
                <a:lnTo>
                  <a:pt x="33" y="52"/>
                </a:lnTo>
                <a:lnTo>
                  <a:pt x="34" y="53"/>
                </a:lnTo>
                <a:lnTo>
                  <a:pt x="33" y="53"/>
                </a:lnTo>
                <a:lnTo>
                  <a:pt x="34" y="55"/>
                </a:lnTo>
                <a:lnTo>
                  <a:pt x="34" y="56"/>
                </a:lnTo>
                <a:lnTo>
                  <a:pt x="34" y="58"/>
                </a:lnTo>
                <a:lnTo>
                  <a:pt x="35" y="58"/>
                </a:lnTo>
                <a:lnTo>
                  <a:pt x="35" y="58"/>
                </a:lnTo>
                <a:lnTo>
                  <a:pt x="34" y="60"/>
                </a:lnTo>
                <a:lnTo>
                  <a:pt x="34" y="61"/>
                </a:lnTo>
                <a:lnTo>
                  <a:pt x="34" y="62"/>
                </a:lnTo>
                <a:lnTo>
                  <a:pt x="31" y="65"/>
                </a:lnTo>
                <a:lnTo>
                  <a:pt x="28" y="66"/>
                </a:lnTo>
                <a:lnTo>
                  <a:pt x="29" y="67"/>
                </a:lnTo>
                <a:lnTo>
                  <a:pt x="28" y="68"/>
                </a:lnTo>
                <a:lnTo>
                  <a:pt x="26" y="68"/>
                </a:lnTo>
                <a:lnTo>
                  <a:pt x="26" y="69"/>
                </a:lnTo>
                <a:lnTo>
                  <a:pt x="25" y="69"/>
                </a:lnTo>
                <a:lnTo>
                  <a:pt x="25" y="69"/>
                </a:lnTo>
                <a:lnTo>
                  <a:pt x="22" y="69"/>
                </a:lnTo>
                <a:lnTo>
                  <a:pt x="22" y="70"/>
                </a:lnTo>
                <a:lnTo>
                  <a:pt x="22" y="71"/>
                </a:lnTo>
                <a:lnTo>
                  <a:pt x="22" y="71"/>
                </a:lnTo>
                <a:lnTo>
                  <a:pt x="22" y="72"/>
                </a:lnTo>
                <a:lnTo>
                  <a:pt x="20" y="72"/>
                </a:lnTo>
                <a:lnTo>
                  <a:pt x="21" y="73"/>
                </a:lnTo>
                <a:lnTo>
                  <a:pt x="21" y="74"/>
                </a:lnTo>
                <a:lnTo>
                  <a:pt x="22" y="74"/>
                </a:lnTo>
                <a:lnTo>
                  <a:pt x="23" y="76"/>
                </a:lnTo>
                <a:lnTo>
                  <a:pt x="22" y="76"/>
                </a:lnTo>
                <a:lnTo>
                  <a:pt x="22" y="76"/>
                </a:lnTo>
                <a:lnTo>
                  <a:pt x="20" y="78"/>
                </a:lnTo>
                <a:lnTo>
                  <a:pt x="21" y="79"/>
                </a:lnTo>
                <a:lnTo>
                  <a:pt x="20" y="79"/>
                </a:lnTo>
                <a:lnTo>
                  <a:pt x="19" y="79"/>
                </a:lnTo>
                <a:lnTo>
                  <a:pt x="19" y="78"/>
                </a:lnTo>
                <a:lnTo>
                  <a:pt x="18" y="78"/>
                </a:lnTo>
                <a:lnTo>
                  <a:pt x="17" y="80"/>
                </a:lnTo>
                <a:lnTo>
                  <a:pt x="15" y="78"/>
                </a:lnTo>
                <a:lnTo>
                  <a:pt x="14" y="79"/>
                </a:lnTo>
                <a:lnTo>
                  <a:pt x="14" y="79"/>
                </a:lnTo>
                <a:lnTo>
                  <a:pt x="13" y="80"/>
                </a:lnTo>
                <a:lnTo>
                  <a:pt x="14" y="80"/>
                </a:lnTo>
                <a:lnTo>
                  <a:pt x="14" y="83"/>
                </a:lnTo>
                <a:lnTo>
                  <a:pt x="14" y="84"/>
                </a:lnTo>
                <a:lnTo>
                  <a:pt x="15" y="85"/>
                </a:lnTo>
                <a:lnTo>
                  <a:pt x="14" y="85"/>
                </a:lnTo>
                <a:lnTo>
                  <a:pt x="13" y="85"/>
                </a:lnTo>
                <a:lnTo>
                  <a:pt x="13" y="85"/>
                </a:lnTo>
                <a:lnTo>
                  <a:pt x="11" y="86"/>
                </a:lnTo>
                <a:lnTo>
                  <a:pt x="9" y="85"/>
                </a:lnTo>
                <a:lnTo>
                  <a:pt x="9" y="86"/>
                </a:lnTo>
                <a:lnTo>
                  <a:pt x="8" y="86"/>
                </a:lnTo>
                <a:lnTo>
                  <a:pt x="7" y="86"/>
                </a:lnTo>
                <a:lnTo>
                  <a:pt x="6" y="87"/>
                </a:lnTo>
                <a:lnTo>
                  <a:pt x="5" y="91"/>
                </a:lnTo>
                <a:lnTo>
                  <a:pt x="4" y="91"/>
                </a:lnTo>
                <a:lnTo>
                  <a:pt x="2" y="92"/>
                </a:lnTo>
                <a:lnTo>
                  <a:pt x="2" y="91"/>
                </a:lnTo>
                <a:lnTo>
                  <a:pt x="1" y="92"/>
                </a:lnTo>
                <a:lnTo>
                  <a:pt x="3" y="96"/>
                </a:lnTo>
                <a:lnTo>
                  <a:pt x="5" y="96"/>
                </a:lnTo>
                <a:lnTo>
                  <a:pt x="4" y="97"/>
                </a:lnTo>
                <a:lnTo>
                  <a:pt x="2" y="98"/>
                </a:lnTo>
                <a:lnTo>
                  <a:pt x="2" y="101"/>
                </a:lnTo>
                <a:lnTo>
                  <a:pt x="1" y="103"/>
                </a:lnTo>
                <a:lnTo>
                  <a:pt x="0" y="107"/>
                </a:lnTo>
                <a:lnTo>
                  <a:pt x="1" y="109"/>
                </a:lnTo>
                <a:lnTo>
                  <a:pt x="2" y="112"/>
                </a:lnTo>
                <a:lnTo>
                  <a:pt x="3" y="114"/>
                </a:lnTo>
                <a:lnTo>
                  <a:pt x="4" y="114"/>
                </a:lnTo>
                <a:lnTo>
                  <a:pt x="5" y="117"/>
                </a:lnTo>
                <a:lnTo>
                  <a:pt x="6" y="117"/>
                </a:lnTo>
                <a:lnTo>
                  <a:pt x="6" y="118"/>
                </a:lnTo>
                <a:lnTo>
                  <a:pt x="5" y="119"/>
                </a:lnTo>
                <a:lnTo>
                  <a:pt x="7" y="121"/>
                </a:lnTo>
                <a:lnTo>
                  <a:pt x="7" y="122"/>
                </a:lnTo>
                <a:lnTo>
                  <a:pt x="7" y="123"/>
                </a:lnTo>
                <a:lnTo>
                  <a:pt x="8" y="122"/>
                </a:lnTo>
                <a:lnTo>
                  <a:pt x="10" y="122"/>
                </a:lnTo>
                <a:lnTo>
                  <a:pt x="11" y="122"/>
                </a:lnTo>
                <a:lnTo>
                  <a:pt x="12" y="122"/>
                </a:lnTo>
                <a:lnTo>
                  <a:pt x="13" y="122"/>
                </a:lnTo>
                <a:lnTo>
                  <a:pt x="16" y="121"/>
                </a:lnTo>
                <a:lnTo>
                  <a:pt x="17" y="121"/>
                </a:lnTo>
                <a:lnTo>
                  <a:pt x="18" y="121"/>
                </a:lnTo>
                <a:lnTo>
                  <a:pt x="18" y="120"/>
                </a:lnTo>
                <a:lnTo>
                  <a:pt x="20" y="118"/>
                </a:lnTo>
                <a:lnTo>
                  <a:pt x="20" y="116"/>
                </a:lnTo>
                <a:lnTo>
                  <a:pt x="18" y="112"/>
                </a:lnTo>
                <a:lnTo>
                  <a:pt x="16" y="112"/>
                </a:lnTo>
                <a:lnTo>
                  <a:pt x="17" y="111"/>
                </a:lnTo>
                <a:lnTo>
                  <a:pt x="16" y="109"/>
                </a:lnTo>
                <a:lnTo>
                  <a:pt x="15" y="108"/>
                </a:lnTo>
                <a:lnTo>
                  <a:pt x="14" y="109"/>
                </a:lnTo>
                <a:lnTo>
                  <a:pt x="12" y="108"/>
                </a:lnTo>
                <a:lnTo>
                  <a:pt x="12" y="108"/>
                </a:lnTo>
                <a:lnTo>
                  <a:pt x="12" y="106"/>
                </a:lnTo>
                <a:lnTo>
                  <a:pt x="12" y="105"/>
                </a:lnTo>
                <a:lnTo>
                  <a:pt x="12" y="104"/>
                </a:lnTo>
                <a:lnTo>
                  <a:pt x="13" y="105"/>
                </a:lnTo>
                <a:lnTo>
                  <a:pt x="14" y="103"/>
                </a:lnTo>
                <a:lnTo>
                  <a:pt x="16" y="102"/>
                </a:lnTo>
                <a:lnTo>
                  <a:pt x="16" y="101"/>
                </a:lnTo>
                <a:lnTo>
                  <a:pt x="17" y="101"/>
                </a:lnTo>
                <a:lnTo>
                  <a:pt x="18" y="100"/>
                </a:lnTo>
                <a:lnTo>
                  <a:pt x="19" y="100"/>
                </a:lnTo>
                <a:lnTo>
                  <a:pt x="21" y="100"/>
                </a:lnTo>
                <a:lnTo>
                  <a:pt x="24" y="96"/>
                </a:lnTo>
                <a:lnTo>
                  <a:pt x="27" y="96"/>
                </a:lnTo>
                <a:lnTo>
                  <a:pt x="29" y="94"/>
                </a:lnTo>
                <a:lnTo>
                  <a:pt x="34" y="93"/>
                </a:lnTo>
                <a:lnTo>
                  <a:pt x="34" y="94"/>
                </a:lnTo>
                <a:lnTo>
                  <a:pt x="34" y="94"/>
                </a:lnTo>
                <a:lnTo>
                  <a:pt x="34" y="95"/>
                </a:lnTo>
                <a:lnTo>
                  <a:pt x="35" y="95"/>
                </a:lnTo>
                <a:lnTo>
                  <a:pt x="37" y="93"/>
                </a:lnTo>
                <a:lnTo>
                  <a:pt x="38" y="92"/>
                </a:lnTo>
                <a:lnTo>
                  <a:pt x="40" y="92"/>
                </a:lnTo>
                <a:lnTo>
                  <a:pt x="41" y="92"/>
                </a:lnTo>
                <a:lnTo>
                  <a:pt x="42" y="92"/>
                </a:lnTo>
                <a:lnTo>
                  <a:pt x="43" y="92"/>
                </a:lnTo>
                <a:lnTo>
                  <a:pt x="43" y="90"/>
                </a:lnTo>
                <a:lnTo>
                  <a:pt x="44" y="90"/>
                </a:lnTo>
                <a:lnTo>
                  <a:pt x="45" y="90"/>
                </a:lnTo>
                <a:lnTo>
                  <a:pt x="46" y="90"/>
                </a:lnTo>
                <a:lnTo>
                  <a:pt x="46" y="91"/>
                </a:lnTo>
                <a:lnTo>
                  <a:pt x="48" y="89"/>
                </a:lnTo>
                <a:lnTo>
                  <a:pt x="49" y="89"/>
                </a:lnTo>
                <a:lnTo>
                  <a:pt x="50" y="89"/>
                </a:lnTo>
                <a:lnTo>
                  <a:pt x="48" y="88"/>
                </a:lnTo>
                <a:lnTo>
                  <a:pt x="48" y="87"/>
                </a:lnTo>
                <a:lnTo>
                  <a:pt x="50" y="86"/>
                </a:lnTo>
                <a:lnTo>
                  <a:pt x="52" y="85"/>
                </a:lnTo>
                <a:lnTo>
                  <a:pt x="53" y="85"/>
                </a:lnTo>
                <a:lnTo>
                  <a:pt x="53" y="86"/>
                </a:lnTo>
                <a:lnTo>
                  <a:pt x="54" y="86"/>
                </a:lnTo>
                <a:lnTo>
                  <a:pt x="54" y="87"/>
                </a:lnTo>
                <a:lnTo>
                  <a:pt x="57" y="87"/>
                </a:lnTo>
                <a:lnTo>
                  <a:pt x="58" y="86"/>
                </a:lnTo>
                <a:lnTo>
                  <a:pt x="59" y="84"/>
                </a:lnTo>
                <a:lnTo>
                  <a:pt x="61" y="85"/>
                </a:lnTo>
                <a:lnTo>
                  <a:pt x="63" y="85"/>
                </a:lnTo>
                <a:lnTo>
                  <a:pt x="66" y="81"/>
                </a:lnTo>
                <a:lnTo>
                  <a:pt x="67" y="81"/>
                </a:lnTo>
                <a:lnTo>
                  <a:pt x="68" y="83"/>
                </a:lnTo>
                <a:lnTo>
                  <a:pt x="69" y="83"/>
                </a:lnTo>
                <a:lnTo>
                  <a:pt x="70" y="82"/>
                </a:lnTo>
                <a:lnTo>
                  <a:pt x="71" y="80"/>
                </a:lnTo>
                <a:lnTo>
                  <a:pt x="71" y="79"/>
                </a:lnTo>
                <a:lnTo>
                  <a:pt x="71" y="78"/>
                </a:lnTo>
                <a:lnTo>
                  <a:pt x="71" y="77"/>
                </a:lnTo>
                <a:lnTo>
                  <a:pt x="72" y="76"/>
                </a:lnTo>
                <a:lnTo>
                  <a:pt x="72" y="77"/>
                </a:lnTo>
                <a:lnTo>
                  <a:pt x="73" y="79"/>
                </a:lnTo>
                <a:lnTo>
                  <a:pt x="76" y="81"/>
                </a:lnTo>
                <a:lnTo>
                  <a:pt x="77" y="81"/>
                </a:lnTo>
                <a:lnTo>
                  <a:pt x="77" y="79"/>
                </a:lnTo>
                <a:lnTo>
                  <a:pt x="79" y="78"/>
                </a:lnTo>
                <a:lnTo>
                  <a:pt x="80" y="77"/>
                </a:lnTo>
                <a:lnTo>
                  <a:pt x="82" y="76"/>
                </a:lnTo>
                <a:lnTo>
                  <a:pt x="81" y="73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79194" y="6026609"/>
            <a:ext cx="25652" cy="32065"/>
          </a:xfrm>
          <a:custGeom>
            <a:avLst/>
            <a:gdLst/>
            <a:ahLst/>
            <a:cxnLst/>
            <a:rect l="l" t="t" r="r" b="b"/>
            <a:pathLst>
              <a:path w="4" h="5">
                <a:moveTo>
                  <a:pt x="3" y="1"/>
                </a:moveTo>
                <a:lnTo>
                  <a:pt x="4" y="0"/>
                </a:lnTo>
                <a:lnTo>
                  <a:pt x="3" y="0"/>
                </a:lnTo>
                <a:lnTo>
                  <a:pt x="1" y="2"/>
                </a:lnTo>
                <a:lnTo>
                  <a:pt x="0" y="3"/>
                </a:lnTo>
                <a:lnTo>
                  <a:pt x="2" y="3"/>
                </a:lnTo>
                <a:lnTo>
                  <a:pt x="1" y="4"/>
                </a:lnTo>
                <a:lnTo>
                  <a:pt x="2" y="5"/>
                </a:lnTo>
                <a:lnTo>
                  <a:pt x="3" y="4"/>
                </a:lnTo>
                <a:lnTo>
                  <a:pt x="2" y="4"/>
                </a:lnTo>
                <a:lnTo>
                  <a:pt x="3" y="3"/>
                </a:lnTo>
                <a:lnTo>
                  <a:pt x="2" y="2"/>
                </a:lnTo>
                <a:lnTo>
                  <a:pt x="3" y="1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4645718" y="6148456"/>
            <a:ext cx="51304" cy="25652"/>
          </a:xfrm>
          <a:custGeom>
            <a:avLst/>
            <a:gdLst/>
            <a:ahLst/>
            <a:cxnLst/>
            <a:rect l="l" t="t" r="r" b="b"/>
            <a:pathLst>
              <a:path w="8" h="4">
                <a:moveTo>
                  <a:pt x="7" y="0"/>
                </a:move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1"/>
                </a:lnTo>
                <a:lnTo>
                  <a:pt x="0" y="2"/>
                </a:lnTo>
                <a:lnTo>
                  <a:pt x="0" y="4"/>
                </a:lnTo>
                <a:lnTo>
                  <a:pt x="4" y="2"/>
                </a:lnTo>
                <a:lnTo>
                  <a:pt x="6" y="2"/>
                </a:lnTo>
                <a:lnTo>
                  <a:pt x="7" y="4"/>
                </a:lnTo>
                <a:lnTo>
                  <a:pt x="7" y="3"/>
                </a:lnTo>
                <a:lnTo>
                  <a:pt x="8" y="0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5549951" y="6116391"/>
            <a:ext cx="25652" cy="25652"/>
          </a:xfrm>
          <a:custGeom>
            <a:avLst/>
            <a:gdLst/>
            <a:ahLst/>
            <a:cxnLst/>
            <a:rect l="l" t="t" r="r" b="b"/>
            <a:pathLst>
              <a:path w="4" h="4">
                <a:moveTo>
                  <a:pt x="0" y="0"/>
                </a:moveTo>
                <a:lnTo>
                  <a:pt x="0" y="1"/>
                </a:lnTo>
                <a:lnTo>
                  <a:pt x="2" y="1"/>
                </a:lnTo>
                <a:lnTo>
                  <a:pt x="3" y="2"/>
                </a:lnTo>
                <a:lnTo>
                  <a:pt x="2" y="3"/>
                </a:lnTo>
                <a:lnTo>
                  <a:pt x="0" y="4"/>
                </a:lnTo>
                <a:lnTo>
                  <a:pt x="1" y="4"/>
                </a:lnTo>
                <a:lnTo>
                  <a:pt x="2" y="4"/>
                </a:lnTo>
                <a:lnTo>
                  <a:pt x="3" y="3"/>
                </a:lnTo>
                <a:lnTo>
                  <a:pt x="4" y="2"/>
                </a:lnTo>
                <a:lnTo>
                  <a:pt x="3" y="1"/>
                </a:lnTo>
                <a:lnTo>
                  <a:pt x="2" y="0"/>
                </a:lnTo>
                <a:lnTo>
                  <a:pt x="1" y="0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3863332" y="5385309"/>
            <a:ext cx="1000428" cy="731082"/>
          </a:xfrm>
          <a:custGeom>
            <a:avLst/>
            <a:gdLst/>
            <a:ahLst/>
            <a:cxnLst/>
            <a:rect l="l" t="t" r="r" b="b"/>
            <a:pathLst>
              <a:path w="156" h="114">
                <a:moveTo>
                  <a:pt x="101" y="10"/>
                </a:moveTo>
                <a:lnTo>
                  <a:pt x="100" y="11"/>
                </a:lnTo>
                <a:lnTo>
                  <a:pt x="101" y="12"/>
                </a:lnTo>
                <a:lnTo>
                  <a:pt x="99" y="14"/>
                </a:lnTo>
                <a:lnTo>
                  <a:pt x="99" y="14"/>
                </a:lnTo>
                <a:lnTo>
                  <a:pt x="99" y="16"/>
                </a:lnTo>
                <a:lnTo>
                  <a:pt x="99" y="17"/>
                </a:lnTo>
                <a:lnTo>
                  <a:pt x="98" y="17"/>
                </a:lnTo>
                <a:lnTo>
                  <a:pt x="96" y="17"/>
                </a:lnTo>
                <a:lnTo>
                  <a:pt x="96" y="15"/>
                </a:lnTo>
                <a:lnTo>
                  <a:pt x="95" y="17"/>
                </a:lnTo>
                <a:lnTo>
                  <a:pt x="95" y="16"/>
                </a:lnTo>
                <a:lnTo>
                  <a:pt x="95" y="15"/>
                </a:lnTo>
                <a:lnTo>
                  <a:pt x="94" y="15"/>
                </a:lnTo>
                <a:lnTo>
                  <a:pt x="93" y="16"/>
                </a:lnTo>
                <a:lnTo>
                  <a:pt x="93" y="16"/>
                </a:lnTo>
                <a:lnTo>
                  <a:pt x="92" y="16"/>
                </a:lnTo>
                <a:lnTo>
                  <a:pt x="92" y="16"/>
                </a:lnTo>
                <a:lnTo>
                  <a:pt x="91" y="17"/>
                </a:lnTo>
                <a:lnTo>
                  <a:pt x="91" y="17"/>
                </a:lnTo>
                <a:lnTo>
                  <a:pt x="90" y="17"/>
                </a:lnTo>
                <a:lnTo>
                  <a:pt x="90" y="18"/>
                </a:lnTo>
                <a:lnTo>
                  <a:pt x="91" y="18"/>
                </a:lnTo>
                <a:lnTo>
                  <a:pt x="92" y="17"/>
                </a:lnTo>
                <a:lnTo>
                  <a:pt x="94" y="17"/>
                </a:lnTo>
                <a:lnTo>
                  <a:pt x="93" y="19"/>
                </a:lnTo>
                <a:lnTo>
                  <a:pt x="93" y="21"/>
                </a:lnTo>
                <a:lnTo>
                  <a:pt x="94" y="21"/>
                </a:lnTo>
                <a:lnTo>
                  <a:pt x="93" y="22"/>
                </a:lnTo>
                <a:lnTo>
                  <a:pt x="91" y="21"/>
                </a:lnTo>
                <a:lnTo>
                  <a:pt x="89" y="21"/>
                </a:lnTo>
                <a:lnTo>
                  <a:pt x="88" y="22"/>
                </a:lnTo>
                <a:lnTo>
                  <a:pt x="88" y="21"/>
                </a:lnTo>
                <a:lnTo>
                  <a:pt x="88" y="21"/>
                </a:lnTo>
                <a:lnTo>
                  <a:pt x="88" y="19"/>
                </a:lnTo>
                <a:lnTo>
                  <a:pt x="86" y="20"/>
                </a:lnTo>
                <a:lnTo>
                  <a:pt x="85" y="21"/>
                </a:lnTo>
                <a:lnTo>
                  <a:pt x="86" y="22"/>
                </a:lnTo>
                <a:lnTo>
                  <a:pt x="85" y="22"/>
                </a:lnTo>
                <a:lnTo>
                  <a:pt x="84" y="23"/>
                </a:lnTo>
                <a:lnTo>
                  <a:pt x="84" y="24"/>
                </a:lnTo>
                <a:lnTo>
                  <a:pt x="85" y="27"/>
                </a:lnTo>
                <a:lnTo>
                  <a:pt x="84" y="26"/>
                </a:lnTo>
                <a:lnTo>
                  <a:pt x="84" y="25"/>
                </a:lnTo>
                <a:lnTo>
                  <a:pt x="81" y="23"/>
                </a:lnTo>
                <a:lnTo>
                  <a:pt x="80" y="24"/>
                </a:lnTo>
                <a:lnTo>
                  <a:pt x="80" y="23"/>
                </a:lnTo>
                <a:lnTo>
                  <a:pt x="79" y="22"/>
                </a:lnTo>
                <a:lnTo>
                  <a:pt x="78" y="22"/>
                </a:lnTo>
                <a:lnTo>
                  <a:pt x="77" y="23"/>
                </a:lnTo>
                <a:lnTo>
                  <a:pt x="77" y="24"/>
                </a:lnTo>
                <a:lnTo>
                  <a:pt x="77" y="24"/>
                </a:lnTo>
                <a:lnTo>
                  <a:pt x="76" y="24"/>
                </a:lnTo>
                <a:lnTo>
                  <a:pt x="75" y="24"/>
                </a:lnTo>
                <a:lnTo>
                  <a:pt x="76" y="25"/>
                </a:lnTo>
                <a:lnTo>
                  <a:pt x="75" y="25"/>
                </a:lnTo>
                <a:lnTo>
                  <a:pt x="75" y="27"/>
                </a:lnTo>
                <a:lnTo>
                  <a:pt x="74" y="29"/>
                </a:lnTo>
                <a:lnTo>
                  <a:pt x="74" y="30"/>
                </a:lnTo>
                <a:lnTo>
                  <a:pt x="72" y="30"/>
                </a:lnTo>
                <a:lnTo>
                  <a:pt x="69" y="32"/>
                </a:lnTo>
                <a:lnTo>
                  <a:pt x="67" y="31"/>
                </a:lnTo>
                <a:lnTo>
                  <a:pt x="68" y="31"/>
                </a:lnTo>
                <a:lnTo>
                  <a:pt x="67" y="30"/>
                </a:lnTo>
                <a:lnTo>
                  <a:pt x="67" y="29"/>
                </a:lnTo>
                <a:lnTo>
                  <a:pt x="67" y="29"/>
                </a:lnTo>
                <a:lnTo>
                  <a:pt x="66" y="30"/>
                </a:lnTo>
                <a:lnTo>
                  <a:pt x="65" y="28"/>
                </a:lnTo>
                <a:lnTo>
                  <a:pt x="65" y="27"/>
                </a:lnTo>
                <a:lnTo>
                  <a:pt x="64" y="27"/>
                </a:lnTo>
                <a:lnTo>
                  <a:pt x="64" y="29"/>
                </a:lnTo>
                <a:lnTo>
                  <a:pt x="63" y="29"/>
                </a:lnTo>
                <a:lnTo>
                  <a:pt x="62" y="30"/>
                </a:lnTo>
                <a:lnTo>
                  <a:pt x="61" y="30"/>
                </a:lnTo>
                <a:lnTo>
                  <a:pt x="61" y="28"/>
                </a:lnTo>
                <a:lnTo>
                  <a:pt x="61" y="28"/>
                </a:lnTo>
                <a:lnTo>
                  <a:pt x="60" y="28"/>
                </a:lnTo>
                <a:lnTo>
                  <a:pt x="60" y="27"/>
                </a:lnTo>
                <a:lnTo>
                  <a:pt x="60" y="26"/>
                </a:lnTo>
                <a:lnTo>
                  <a:pt x="59" y="25"/>
                </a:lnTo>
                <a:lnTo>
                  <a:pt x="59" y="26"/>
                </a:lnTo>
                <a:lnTo>
                  <a:pt x="58" y="25"/>
                </a:lnTo>
                <a:lnTo>
                  <a:pt x="58" y="25"/>
                </a:lnTo>
                <a:lnTo>
                  <a:pt x="58" y="24"/>
                </a:lnTo>
                <a:lnTo>
                  <a:pt x="56" y="22"/>
                </a:lnTo>
                <a:lnTo>
                  <a:pt x="56" y="21"/>
                </a:lnTo>
                <a:lnTo>
                  <a:pt x="55" y="21"/>
                </a:lnTo>
                <a:lnTo>
                  <a:pt x="55" y="21"/>
                </a:lnTo>
                <a:lnTo>
                  <a:pt x="53" y="22"/>
                </a:lnTo>
                <a:lnTo>
                  <a:pt x="53" y="23"/>
                </a:lnTo>
                <a:lnTo>
                  <a:pt x="52" y="23"/>
                </a:lnTo>
                <a:lnTo>
                  <a:pt x="51" y="25"/>
                </a:lnTo>
                <a:lnTo>
                  <a:pt x="51" y="25"/>
                </a:lnTo>
                <a:lnTo>
                  <a:pt x="51" y="26"/>
                </a:lnTo>
                <a:lnTo>
                  <a:pt x="52" y="27"/>
                </a:lnTo>
                <a:lnTo>
                  <a:pt x="52" y="28"/>
                </a:lnTo>
                <a:lnTo>
                  <a:pt x="51" y="29"/>
                </a:lnTo>
                <a:lnTo>
                  <a:pt x="50" y="29"/>
                </a:lnTo>
                <a:lnTo>
                  <a:pt x="49" y="29"/>
                </a:lnTo>
                <a:lnTo>
                  <a:pt x="49" y="31"/>
                </a:lnTo>
                <a:lnTo>
                  <a:pt x="44" y="31"/>
                </a:lnTo>
                <a:lnTo>
                  <a:pt x="44" y="32"/>
                </a:lnTo>
                <a:lnTo>
                  <a:pt x="43" y="33"/>
                </a:lnTo>
                <a:lnTo>
                  <a:pt x="42" y="33"/>
                </a:lnTo>
                <a:lnTo>
                  <a:pt x="40" y="34"/>
                </a:lnTo>
                <a:lnTo>
                  <a:pt x="37" y="35"/>
                </a:lnTo>
                <a:lnTo>
                  <a:pt x="35" y="35"/>
                </a:lnTo>
                <a:lnTo>
                  <a:pt x="35" y="36"/>
                </a:lnTo>
                <a:lnTo>
                  <a:pt x="34" y="36"/>
                </a:lnTo>
                <a:lnTo>
                  <a:pt x="35" y="38"/>
                </a:lnTo>
                <a:lnTo>
                  <a:pt x="35" y="40"/>
                </a:lnTo>
                <a:lnTo>
                  <a:pt x="34" y="40"/>
                </a:lnTo>
                <a:lnTo>
                  <a:pt x="33" y="41"/>
                </a:lnTo>
                <a:lnTo>
                  <a:pt x="32" y="42"/>
                </a:lnTo>
                <a:lnTo>
                  <a:pt x="32" y="43"/>
                </a:lnTo>
                <a:lnTo>
                  <a:pt x="30" y="42"/>
                </a:lnTo>
                <a:lnTo>
                  <a:pt x="30" y="41"/>
                </a:lnTo>
                <a:lnTo>
                  <a:pt x="28" y="41"/>
                </a:lnTo>
                <a:lnTo>
                  <a:pt x="27" y="42"/>
                </a:lnTo>
                <a:lnTo>
                  <a:pt x="26" y="41"/>
                </a:lnTo>
                <a:lnTo>
                  <a:pt x="25" y="40"/>
                </a:lnTo>
                <a:lnTo>
                  <a:pt x="23" y="40"/>
                </a:lnTo>
                <a:lnTo>
                  <a:pt x="23" y="39"/>
                </a:lnTo>
                <a:lnTo>
                  <a:pt x="21" y="39"/>
                </a:lnTo>
                <a:lnTo>
                  <a:pt x="19" y="36"/>
                </a:lnTo>
                <a:lnTo>
                  <a:pt x="18" y="36"/>
                </a:lnTo>
                <a:lnTo>
                  <a:pt x="17" y="37"/>
                </a:lnTo>
                <a:lnTo>
                  <a:pt x="16" y="37"/>
                </a:lnTo>
                <a:lnTo>
                  <a:pt x="15" y="35"/>
                </a:lnTo>
                <a:lnTo>
                  <a:pt x="12" y="37"/>
                </a:lnTo>
                <a:lnTo>
                  <a:pt x="11" y="38"/>
                </a:lnTo>
                <a:lnTo>
                  <a:pt x="11" y="40"/>
                </a:lnTo>
                <a:lnTo>
                  <a:pt x="8" y="41"/>
                </a:lnTo>
                <a:lnTo>
                  <a:pt x="8" y="41"/>
                </a:lnTo>
                <a:lnTo>
                  <a:pt x="7" y="42"/>
                </a:lnTo>
                <a:lnTo>
                  <a:pt x="6" y="43"/>
                </a:lnTo>
                <a:lnTo>
                  <a:pt x="5" y="44"/>
                </a:lnTo>
                <a:lnTo>
                  <a:pt x="4" y="43"/>
                </a:lnTo>
                <a:lnTo>
                  <a:pt x="3" y="43"/>
                </a:lnTo>
                <a:lnTo>
                  <a:pt x="2" y="41"/>
                </a:lnTo>
                <a:lnTo>
                  <a:pt x="1" y="41"/>
                </a:lnTo>
                <a:lnTo>
                  <a:pt x="0" y="43"/>
                </a:lnTo>
                <a:lnTo>
                  <a:pt x="1" y="45"/>
                </a:lnTo>
                <a:lnTo>
                  <a:pt x="1" y="46"/>
                </a:lnTo>
                <a:lnTo>
                  <a:pt x="2" y="48"/>
                </a:lnTo>
                <a:lnTo>
                  <a:pt x="2" y="48"/>
                </a:lnTo>
                <a:lnTo>
                  <a:pt x="3" y="48"/>
                </a:lnTo>
                <a:lnTo>
                  <a:pt x="2" y="49"/>
                </a:lnTo>
                <a:lnTo>
                  <a:pt x="4" y="50"/>
                </a:lnTo>
                <a:lnTo>
                  <a:pt x="5" y="47"/>
                </a:lnTo>
                <a:lnTo>
                  <a:pt x="5" y="48"/>
                </a:lnTo>
                <a:lnTo>
                  <a:pt x="6" y="47"/>
                </a:lnTo>
                <a:lnTo>
                  <a:pt x="9" y="48"/>
                </a:lnTo>
                <a:lnTo>
                  <a:pt x="11" y="47"/>
                </a:lnTo>
                <a:lnTo>
                  <a:pt x="13" y="48"/>
                </a:lnTo>
                <a:lnTo>
                  <a:pt x="13" y="49"/>
                </a:lnTo>
                <a:lnTo>
                  <a:pt x="13" y="49"/>
                </a:lnTo>
                <a:lnTo>
                  <a:pt x="14" y="50"/>
                </a:lnTo>
                <a:lnTo>
                  <a:pt x="14" y="50"/>
                </a:lnTo>
                <a:lnTo>
                  <a:pt x="14" y="51"/>
                </a:lnTo>
                <a:lnTo>
                  <a:pt x="15" y="53"/>
                </a:lnTo>
                <a:lnTo>
                  <a:pt x="15" y="53"/>
                </a:lnTo>
                <a:lnTo>
                  <a:pt x="15" y="54"/>
                </a:lnTo>
                <a:lnTo>
                  <a:pt x="14" y="54"/>
                </a:lnTo>
                <a:lnTo>
                  <a:pt x="15" y="55"/>
                </a:lnTo>
                <a:lnTo>
                  <a:pt x="16" y="56"/>
                </a:lnTo>
                <a:lnTo>
                  <a:pt x="16" y="56"/>
                </a:lnTo>
                <a:lnTo>
                  <a:pt x="16" y="55"/>
                </a:lnTo>
                <a:lnTo>
                  <a:pt x="17" y="55"/>
                </a:lnTo>
                <a:lnTo>
                  <a:pt x="19" y="56"/>
                </a:lnTo>
                <a:lnTo>
                  <a:pt x="21" y="57"/>
                </a:lnTo>
                <a:lnTo>
                  <a:pt x="21" y="54"/>
                </a:lnTo>
                <a:lnTo>
                  <a:pt x="23" y="54"/>
                </a:lnTo>
                <a:lnTo>
                  <a:pt x="23" y="54"/>
                </a:lnTo>
                <a:lnTo>
                  <a:pt x="24" y="57"/>
                </a:lnTo>
                <a:lnTo>
                  <a:pt x="25" y="56"/>
                </a:lnTo>
                <a:lnTo>
                  <a:pt x="26" y="56"/>
                </a:lnTo>
                <a:lnTo>
                  <a:pt x="27" y="56"/>
                </a:lnTo>
                <a:lnTo>
                  <a:pt x="27" y="57"/>
                </a:lnTo>
                <a:lnTo>
                  <a:pt x="28" y="57"/>
                </a:lnTo>
                <a:lnTo>
                  <a:pt x="28" y="56"/>
                </a:lnTo>
                <a:lnTo>
                  <a:pt x="29" y="56"/>
                </a:lnTo>
                <a:lnTo>
                  <a:pt x="29" y="55"/>
                </a:lnTo>
                <a:lnTo>
                  <a:pt x="31" y="55"/>
                </a:lnTo>
                <a:lnTo>
                  <a:pt x="32" y="55"/>
                </a:lnTo>
                <a:lnTo>
                  <a:pt x="32" y="56"/>
                </a:lnTo>
                <a:lnTo>
                  <a:pt x="33" y="57"/>
                </a:lnTo>
                <a:lnTo>
                  <a:pt x="33" y="57"/>
                </a:lnTo>
                <a:lnTo>
                  <a:pt x="34" y="60"/>
                </a:lnTo>
                <a:lnTo>
                  <a:pt x="35" y="60"/>
                </a:lnTo>
                <a:lnTo>
                  <a:pt x="35" y="60"/>
                </a:lnTo>
                <a:lnTo>
                  <a:pt x="35" y="61"/>
                </a:lnTo>
                <a:lnTo>
                  <a:pt x="34" y="62"/>
                </a:lnTo>
                <a:lnTo>
                  <a:pt x="35" y="63"/>
                </a:lnTo>
                <a:lnTo>
                  <a:pt x="34" y="66"/>
                </a:lnTo>
                <a:lnTo>
                  <a:pt x="34" y="67"/>
                </a:lnTo>
                <a:lnTo>
                  <a:pt x="33" y="69"/>
                </a:lnTo>
                <a:lnTo>
                  <a:pt x="31" y="70"/>
                </a:lnTo>
                <a:lnTo>
                  <a:pt x="31" y="69"/>
                </a:lnTo>
                <a:lnTo>
                  <a:pt x="28" y="68"/>
                </a:lnTo>
                <a:lnTo>
                  <a:pt x="27" y="68"/>
                </a:lnTo>
                <a:lnTo>
                  <a:pt x="27" y="69"/>
                </a:lnTo>
                <a:lnTo>
                  <a:pt x="26" y="69"/>
                </a:lnTo>
                <a:lnTo>
                  <a:pt x="25" y="71"/>
                </a:lnTo>
                <a:lnTo>
                  <a:pt x="24" y="71"/>
                </a:lnTo>
                <a:lnTo>
                  <a:pt x="25" y="72"/>
                </a:lnTo>
                <a:lnTo>
                  <a:pt x="25" y="72"/>
                </a:lnTo>
                <a:lnTo>
                  <a:pt x="24" y="72"/>
                </a:lnTo>
                <a:lnTo>
                  <a:pt x="23" y="73"/>
                </a:lnTo>
                <a:lnTo>
                  <a:pt x="21" y="74"/>
                </a:lnTo>
                <a:lnTo>
                  <a:pt x="22" y="76"/>
                </a:lnTo>
                <a:lnTo>
                  <a:pt x="22" y="78"/>
                </a:lnTo>
                <a:lnTo>
                  <a:pt x="24" y="78"/>
                </a:lnTo>
                <a:lnTo>
                  <a:pt x="26" y="78"/>
                </a:lnTo>
                <a:lnTo>
                  <a:pt x="26" y="79"/>
                </a:lnTo>
                <a:lnTo>
                  <a:pt x="28" y="80"/>
                </a:lnTo>
                <a:lnTo>
                  <a:pt x="29" y="81"/>
                </a:lnTo>
                <a:lnTo>
                  <a:pt x="29" y="81"/>
                </a:lnTo>
                <a:lnTo>
                  <a:pt x="31" y="81"/>
                </a:lnTo>
                <a:lnTo>
                  <a:pt x="31" y="81"/>
                </a:lnTo>
                <a:lnTo>
                  <a:pt x="32" y="80"/>
                </a:lnTo>
                <a:lnTo>
                  <a:pt x="35" y="80"/>
                </a:lnTo>
                <a:lnTo>
                  <a:pt x="36" y="80"/>
                </a:lnTo>
                <a:lnTo>
                  <a:pt x="37" y="82"/>
                </a:lnTo>
                <a:lnTo>
                  <a:pt x="39" y="83"/>
                </a:lnTo>
                <a:lnTo>
                  <a:pt x="39" y="82"/>
                </a:lnTo>
                <a:lnTo>
                  <a:pt x="42" y="81"/>
                </a:lnTo>
                <a:lnTo>
                  <a:pt x="42" y="81"/>
                </a:lnTo>
                <a:lnTo>
                  <a:pt x="43" y="81"/>
                </a:lnTo>
                <a:lnTo>
                  <a:pt x="44" y="81"/>
                </a:lnTo>
                <a:lnTo>
                  <a:pt x="45" y="82"/>
                </a:lnTo>
                <a:lnTo>
                  <a:pt x="46" y="82"/>
                </a:lnTo>
                <a:lnTo>
                  <a:pt x="47" y="82"/>
                </a:lnTo>
                <a:lnTo>
                  <a:pt x="46" y="82"/>
                </a:lnTo>
                <a:lnTo>
                  <a:pt x="48" y="84"/>
                </a:lnTo>
                <a:lnTo>
                  <a:pt x="49" y="84"/>
                </a:lnTo>
                <a:lnTo>
                  <a:pt x="49" y="84"/>
                </a:lnTo>
                <a:lnTo>
                  <a:pt x="48" y="85"/>
                </a:lnTo>
                <a:lnTo>
                  <a:pt x="48" y="86"/>
                </a:lnTo>
                <a:lnTo>
                  <a:pt x="47" y="86"/>
                </a:lnTo>
                <a:lnTo>
                  <a:pt x="47" y="89"/>
                </a:lnTo>
                <a:lnTo>
                  <a:pt x="45" y="89"/>
                </a:lnTo>
                <a:lnTo>
                  <a:pt x="44" y="88"/>
                </a:lnTo>
                <a:lnTo>
                  <a:pt x="44" y="91"/>
                </a:lnTo>
                <a:lnTo>
                  <a:pt x="43" y="92"/>
                </a:lnTo>
                <a:lnTo>
                  <a:pt x="44" y="93"/>
                </a:lnTo>
                <a:lnTo>
                  <a:pt x="43" y="94"/>
                </a:lnTo>
                <a:lnTo>
                  <a:pt x="46" y="94"/>
                </a:lnTo>
                <a:lnTo>
                  <a:pt x="46" y="96"/>
                </a:lnTo>
                <a:lnTo>
                  <a:pt x="46" y="97"/>
                </a:lnTo>
                <a:lnTo>
                  <a:pt x="46" y="98"/>
                </a:lnTo>
                <a:lnTo>
                  <a:pt x="47" y="98"/>
                </a:lnTo>
                <a:lnTo>
                  <a:pt x="46" y="99"/>
                </a:lnTo>
                <a:lnTo>
                  <a:pt x="47" y="100"/>
                </a:lnTo>
                <a:lnTo>
                  <a:pt x="47" y="101"/>
                </a:lnTo>
                <a:lnTo>
                  <a:pt x="46" y="102"/>
                </a:lnTo>
                <a:lnTo>
                  <a:pt x="46" y="103"/>
                </a:lnTo>
                <a:lnTo>
                  <a:pt x="47" y="101"/>
                </a:lnTo>
                <a:lnTo>
                  <a:pt x="48" y="101"/>
                </a:lnTo>
                <a:lnTo>
                  <a:pt x="49" y="102"/>
                </a:lnTo>
                <a:lnTo>
                  <a:pt x="51" y="102"/>
                </a:lnTo>
                <a:lnTo>
                  <a:pt x="52" y="103"/>
                </a:lnTo>
                <a:lnTo>
                  <a:pt x="52" y="103"/>
                </a:lnTo>
                <a:lnTo>
                  <a:pt x="53" y="103"/>
                </a:lnTo>
                <a:lnTo>
                  <a:pt x="54" y="103"/>
                </a:lnTo>
                <a:lnTo>
                  <a:pt x="54" y="104"/>
                </a:lnTo>
                <a:lnTo>
                  <a:pt x="53" y="105"/>
                </a:lnTo>
                <a:lnTo>
                  <a:pt x="53" y="106"/>
                </a:lnTo>
                <a:lnTo>
                  <a:pt x="55" y="106"/>
                </a:lnTo>
                <a:lnTo>
                  <a:pt x="58" y="108"/>
                </a:lnTo>
                <a:lnTo>
                  <a:pt x="60" y="107"/>
                </a:lnTo>
                <a:lnTo>
                  <a:pt x="61" y="109"/>
                </a:lnTo>
                <a:lnTo>
                  <a:pt x="61" y="110"/>
                </a:lnTo>
                <a:lnTo>
                  <a:pt x="61" y="110"/>
                </a:lnTo>
                <a:lnTo>
                  <a:pt x="62" y="109"/>
                </a:lnTo>
                <a:lnTo>
                  <a:pt x="63" y="109"/>
                </a:lnTo>
                <a:lnTo>
                  <a:pt x="64" y="110"/>
                </a:lnTo>
                <a:lnTo>
                  <a:pt x="63" y="110"/>
                </a:lnTo>
                <a:lnTo>
                  <a:pt x="65" y="110"/>
                </a:lnTo>
                <a:lnTo>
                  <a:pt x="65" y="110"/>
                </a:lnTo>
                <a:lnTo>
                  <a:pt x="66" y="110"/>
                </a:lnTo>
                <a:lnTo>
                  <a:pt x="70" y="109"/>
                </a:lnTo>
                <a:lnTo>
                  <a:pt x="71" y="109"/>
                </a:lnTo>
                <a:lnTo>
                  <a:pt x="71" y="109"/>
                </a:lnTo>
                <a:lnTo>
                  <a:pt x="74" y="111"/>
                </a:lnTo>
                <a:lnTo>
                  <a:pt x="75" y="111"/>
                </a:lnTo>
                <a:lnTo>
                  <a:pt x="77" y="112"/>
                </a:lnTo>
                <a:lnTo>
                  <a:pt x="79" y="111"/>
                </a:lnTo>
                <a:lnTo>
                  <a:pt x="78" y="111"/>
                </a:lnTo>
                <a:lnTo>
                  <a:pt x="79" y="110"/>
                </a:lnTo>
                <a:lnTo>
                  <a:pt x="79" y="110"/>
                </a:lnTo>
                <a:lnTo>
                  <a:pt x="80" y="111"/>
                </a:lnTo>
                <a:lnTo>
                  <a:pt x="79" y="112"/>
                </a:lnTo>
                <a:lnTo>
                  <a:pt x="79" y="112"/>
                </a:lnTo>
                <a:lnTo>
                  <a:pt x="81" y="111"/>
                </a:lnTo>
                <a:lnTo>
                  <a:pt x="83" y="111"/>
                </a:lnTo>
                <a:lnTo>
                  <a:pt x="85" y="111"/>
                </a:lnTo>
                <a:lnTo>
                  <a:pt x="87" y="108"/>
                </a:lnTo>
                <a:lnTo>
                  <a:pt x="88" y="108"/>
                </a:lnTo>
                <a:lnTo>
                  <a:pt x="88" y="108"/>
                </a:lnTo>
                <a:lnTo>
                  <a:pt x="89" y="108"/>
                </a:lnTo>
                <a:lnTo>
                  <a:pt x="90" y="109"/>
                </a:lnTo>
                <a:lnTo>
                  <a:pt x="90" y="109"/>
                </a:lnTo>
                <a:lnTo>
                  <a:pt x="91" y="109"/>
                </a:lnTo>
                <a:lnTo>
                  <a:pt x="92" y="109"/>
                </a:lnTo>
                <a:lnTo>
                  <a:pt x="93" y="109"/>
                </a:lnTo>
                <a:lnTo>
                  <a:pt x="94" y="109"/>
                </a:lnTo>
                <a:lnTo>
                  <a:pt x="99" y="110"/>
                </a:lnTo>
                <a:lnTo>
                  <a:pt x="99" y="111"/>
                </a:lnTo>
                <a:lnTo>
                  <a:pt x="97" y="112"/>
                </a:lnTo>
                <a:lnTo>
                  <a:pt x="97" y="113"/>
                </a:lnTo>
                <a:lnTo>
                  <a:pt x="98" y="113"/>
                </a:lnTo>
                <a:lnTo>
                  <a:pt x="99" y="114"/>
                </a:lnTo>
                <a:lnTo>
                  <a:pt x="100" y="114"/>
                </a:lnTo>
                <a:lnTo>
                  <a:pt x="101" y="113"/>
                </a:lnTo>
                <a:lnTo>
                  <a:pt x="106" y="112"/>
                </a:lnTo>
                <a:lnTo>
                  <a:pt x="107" y="112"/>
                </a:lnTo>
                <a:lnTo>
                  <a:pt x="109" y="110"/>
                </a:lnTo>
                <a:lnTo>
                  <a:pt x="109" y="109"/>
                </a:lnTo>
                <a:lnTo>
                  <a:pt x="110" y="111"/>
                </a:lnTo>
                <a:lnTo>
                  <a:pt x="111" y="111"/>
                </a:lnTo>
                <a:lnTo>
                  <a:pt x="113" y="112"/>
                </a:lnTo>
                <a:lnTo>
                  <a:pt x="111" y="108"/>
                </a:lnTo>
                <a:lnTo>
                  <a:pt x="112" y="107"/>
                </a:lnTo>
                <a:lnTo>
                  <a:pt x="112" y="108"/>
                </a:lnTo>
                <a:lnTo>
                  <a:pt x="114" y="107"/>
                </a:lnTo>
                <a:lnTo>
                  <a:pt x="115" y="107"/>
                </a:lnTo>
                <a:lnTo>
                  <a:pt x="116" y="103"/>
                </a:lnTo>
                <a:lnTo>
                  <a:pt x="117" y="102"/>
                </a:lnTo>
                <a:lnTo>
                  <a:pt x="118" y="102"/>
                </a:lnTo>
                <a:lnTo>
                  <a:pt x="119" y="102"/>
                </a:lnTo>
                <a:lnTo>
                  <a:pt x="119" y="101"/>
                </a:lnTo>
                <a:lnTo>
                  <a:pt x="121" y="102"/>
                </a:lnTo>
                <a:lnTo>
                  <a:pt x="123" y="101"/>
                </a:lnTo>
                <a:lnTo>
                  <a:pt x="123" y="101"/>
                </a:lnTo>
                <a:lnTo>
                  <a:pt x="124" y="101"/>
                </a:lnTo>
                <a:lnTo>
                  <a:pt x="125" y="101"/>
                </a:lnTo>
                <a:lnTo>
                  <a:pt x="124" y="100"/>
                </a:lnTo>
                <a:lnTo>
                  <a:pt x="124" y="99"/>
                </a:lnTo>
                <a:lnTo>
                  <a:pt x="124" y="96"/>
                </a:lnTo>
                <a:lnTo>
                  <a:pt x="123" y="96"/>
                </a:lnTo>
                <a:lnTo>
                  <a:pt x="124" y="95"/>
                </a:lnTo>
                <a:lnTo>
                  <a:pt x="124" y="95"/>
                </a:lnTo>
                <a:lnTo>
                  <a:pt x="125" y="94"/>
                </a:lnTo>
                <a:lnTo>
                  <a:pt x="127" y="96"/>
                </a:lnTo>
                <a:lnTo>
                  <a:pt x="128" y="94"/>
                </a:lnTo>
                <a:lnTo>
                  <a:pt x="129" y="94"/>
                </a:lnTo>
                <a:lnTo>
                  <a:pt x="129" y="95"/>
                </a:lnTo>
                <a:lnTo>
                  <a:pt x="130" y="95"/>
                </a:lnTo>
                <a:lnTo>
                  <a:pt x="131" y="95"/>
                </a:lnTo>
                <a:lnTo>
                  <a:pt x="130" y="94"/>
                </a:lnTo>
                <a:lnTo>
                  <a:pt x="132" y="92"/>
                </a:lnTo>
                <a:lnTo>
                  <a:pt x="132" y="92"/>
                </a:lnTo>
                <a:lnTo>
                  <a:pt x="133" y="92"/>
                </a:lnTo>
                <a:lnTo>
                  <a:pt x="132" y="90"/>
                </a:lnTo>
                <a:lnTo>
                  <a:pt x="131" y="90"/>
                </a:lnTo>
                <a:lnTo>
                  <a:pt x="131" y="89"/>
                </a:lnTo>
                <a:lnTo>
                  <a:pt x="130" y="88"/>
                </a:lnTo>
                <a:lnTo>
                  <a:pt x="132" y="88"/>
                </a:lnTo>
                <a:lnTo>
                  <a:pt x="132" y="87"/>
                </a:lnTo>
                <a:lnTo>
                  <a:pt x="132" y="87"/>
                </a:lnTo>
                <a:lnTo>
                  <a:pt x="132" y="86"/>
                </a:lnTo>
                <a:lnTo>
                  <a:pt x="132" y="85"/>
                </a:lnTo>
                <a:lnTo>
                  <a:pt x="135" y="85"/>
                </a:lnTo>
                <a:lnTo>
                  <a:pt x="135" y="85"/>
                </a:lnTo>
                <a:lnTo>
                  <a:pt x="136" y="85"/>
                </a:lnTo>
                <a:lnTo>
                  <a:pt x="136" y="84"/>
                </a:lnTo>
                <a:lnTo>
                  <a:pt x="138" y="84"/>
                </a:lnTo>
                <a:lnTo>
                  <a:pt x="139" y="83"/>
                </a:lnTo>
                <a:lnTo>
                  <a:pt x="138" y="82"/>
                </a:lnTo>
                <a:lnTo>
                  <a:pt x="141" y="81"/>
                </a:lnTo>
                <a:lnTo>
                  <a:pt x="144" y="78"/>
                </a:lnTo>
                <a:lnTo>
                  <a:pt x="144" y="77"/>
                </a:lnTo>
                <a:lnTo>
                  <a:pt x="144" y="76"/>
                </a:lnTo>
                <a:lnTo>
                  <a:pt x="145" y="74"/>
                </a:lnTo>
                <a:lnTo>
                  <a:pt x="145" y="74"/>
                </a:lnTo>
                <a:lnTo>
                  <a:pt x="144" y="74"/>
                </a:lnTo>
                <a:lnTo>
                  <a:pt x="144" y="72"/>
                </a:lnTo>
                <a:lnTo>
                  <a:pt x="144" y="71"/>
                </a:lnTo>
                <a:lnTo>
                  <a:pt x="143" y="69"/>
                </a:lnTo>
                <a:lnTo>
                  <a:pt x="144" y="69"/>
                </a:lnTo>
                <a:lnTo>
                  <a:pt x="143" y="68"/>
                </a:lnTo>
                <a:lnTo>
                  <a:pt x="144" y="67"/>
                </a:lnTo>
                <a:lnTo>
                  <a:pt x="144" y="65"/>
                </a:lnTo>
                <a:lnTo>
                  <a:pt x="145" y="65"/>
                </a:lnTo>
                <a:lnTo>
                  <a:pt x="146" y="63"/>
                </a:lnTo>
                <a:lnTo>
                  <a:pt x="146" y="61"/>
                </a:lnTo>
                <a:lnTo>
                  <a:pt x="148" y="61"/>
                </a:lnTo>
                <a:lnTo>
                  <a:pt x="149" y="59"/>
                </a:lnTo>
                <a:lnTo>
                  <a:pt x="148" y="59"/>
                </a:lnTo>
                <a:lnTo>
                  <a:pt x="148" y="57"/>
                </a:lnTo>
                <a:lnTo>
                  <a:pt x="149" y="56"/>
                </a:lnTo>
                <a:lnTo>
                  <a:pt x="152" y="57"/>
                </a:lnTo>
                <a:lnTo>
                  <a:pt x="152" y="56"/>
                </a:lnTo>
                <a:lnTo>
                  <a:pt x="152" y="55"/>
                </a:lnTo>
                <a:lnTo>
                  <a:pt x="153" y="55"/>
                </a:lnTo>
                <a:lnTo>
                  <a:pt x="153" y="54"/>
                </a:lnTo>
                <a:lnTo>
                  <a:pt x="154" y="54"/>
                </a:lnTo>
                <a:lnTo>
                  <a:pt x="155" y="53"/>
                </a:lnTo>
                <a:lnTo>
                  <a:pt x="153" y="50"/>
                </a:lnTo>
                <a:lnTo>
                  <a:pt x="153" y="49"/>
                </a:lnTo>
                <a:lnTo>
                  <a:pt x="153" y="48"/>
                </a:lnTo>
                <a:lnTo>
                  <a:pt x="153" y="47"/>
                </a:lnTo>
                <a:lnTo>
                  <a:pt x="154" y="47"/>
                </a:lnTo>
                <a:lnTo>
                  <a:pt x="154" y="46"/>
                </a:lnTo>
                <a:lnTo>
                  <a:pt x="155" y="46"/>
                </a:lnTo>
                <a:lnTo>
                  <a:pt x="156" y="45"/>
                </a:lnTo>
                <a:lnTo>
                  <a:pt x="156" y="43"/>
                </a:lnTo>
                <a:lnTo>
                  <a:pt x="155" y="42"/>
                </a:lnTo>
                <a:lnTo>
                  <a:pt x="155" y="41"/>
                </a:lnTo>
                <a:lnTo>
                  <a:pt x="155" y="40"/>
                </a:lnTo>
                <a:lnTo>
                  <a:pt x="153" y="39"/>
                </a:lnTo>
                <a:lnTo>
                  <a:pt x="153" y="38"/>
                </a:lnTo>
                <a:lnTo>
                  <a:pt x="154" y="38"/>
                </a:lnTo>
                <a:lnTo>
                  <a:pt x="153" y="37"/>
                </a:lnTo>
                <a:lnTo>
                  <a:pt x="154" y="36"/>
                </a:lnTo>
                <a:lnTo>
                  <a:pt x="155" y="36"/>
                </a:lnTo>
                <a:lnTo>
                  <a:pt x="153" y="35"/>
                </a:lnTo>
                <a:lnTo>
                  <a:pt x="152" y="35"/>
                </a:lnTo>
                <a:lnTo>
                  <a:pt x="152" y="35"/>
                </a:lnTo>
                <a:lnTo>
                  <a:pt x="148" y="35"/>
                </a:lnTo>
                <a:lnTo>
                  <a:pt x="148" y="36"/>
                </a:lnTo>
                <a:lnTo>
                  <a:pt x="147" y="37"/>
                </a:lnTo>
                <a:lnTo>
                  <a:pt x="147" y="37"/>
                </a:lnTo>
                <a:lnTo>
                  <a:pt x="146" y="37"/>
                </a:lnTo>
                <a:lnTo>
                  <a:pt x="146" y="38"/>
                </a:lnTo>
                <a:lnTo>
                  <a:pt x="145" y="39"/>
                </a:lnTo>
                <a:lnTo>
                  <a:pt x="144" y="38"/>
                </a:lnTo>
                <a:lnTo>
                  <a:pt x="143" y="38"/>
                </a:lnTo>
                <a:lnTo>
                  <a:pt x="143" y="38"/>
                </a:lnTo>
                <a:lnTo>
                  <a:pt x="144" y="35"/>
                </a:lnTo>
                <a:lnTo>
                  <a:pt x="143" y="34"/>
                </a:lnTo>
                <a:lnTo>
                  <a:pt x="143" y="32"/>
                </a:lnTo>
                <a:lnTo>
                  <a:pt x="143" y="32"/>
                </a:lnTo>
                <a:lnTo>
                  <a:pt x="143" y="31"/>
                </a:lnTo>
                <a:lnTo>
                  <a:pt x="143" y="31"/>
                </a:lnTo>
                <a:lnTo>
                  <a:pt x="143" y="30"/>
                </a:lnTo>
                <a:lnTo>
                  <a:pt x="142" y="30"/>
                </a:lnTo>
                <a:lnTo>
                  <a:pt x="142" y="29"/>
                </a:lnTo>
                <a:lnTo>
                  <a:pt x="141" y="28"/>
                </a:lnTo>
                <a:lnTo>
                  <a:pt x="141" y="28"/>
                </a:lnTo>
                <a:lnTo>
                  <a:pt x="140" y="28"/>
                </a:lnTo>
                <a:lnTo>
                  <a:pt x="139" y="27"/>
                </a:lnTo>
                <a:lnTo>
                  <a:pt x="138" y="29"/>
                </a:lnTo>
                <a:lnTo>
                  <a:pt x="136" y="30"/>
                </a:lnTo>
                <a:lnTo>
                  <a:pt x="136" y="32"/>
                </a:lnTo>
                <a:lnTo>
                  <a:pt x="134" y="33"/>
                </a:lnTo>
                <a:lnTo>
                  <a:pt x="133" y="32"/>
                </a:lnTo>
                <a:lnTo>
                  <a:pt x="133" y="30"/>
                </a:lnTo>
                <a:lnTo>
                  <a:pt x="133" y="28"/>
                </a:lnTo>
                <a:lnTo>
                  <a:pt x="136" y="26"/>
                </a:lnTo>
                <a:lnTo>
                  <a:pt x="135" y="25"/>
                </a:lnTo>
                <a:lnTo>
                  <a:pt x="137" y="23"/>
                </a:lnTo>
                <a:lnTo>
                  <a:pt x="137" y="23"/>
                </a:lnTo>
                <a:lnTo>
                  <a:pt x="139" y="21"/>
                </a:lnTo>
                <a:lnTo>
                  <a:pt x="140" y="19"/>
                </a:lnTo>
                <a:lnTo>
                  <a:pt x="140" y="17"/>
                </a:lnTo>
                <a:lnTo>
                  <a:pt x="139" y="16"/>
                </a:lnTo>
                <a:lnTo>
                  <a:pt x="139" y="15"/>
                </a:lnTo>
                <a:lnTo>
                  <a:pt x="142" y="13"/>
                </a:lnTo>
                <a:lnTo>
                  <a:pt x="141" y="12"/>
                </a:lnTo>
                <a:lnTo>
                  <a:pt x="142" y="11"/>
                </a:lnTo>
                <a:lnTo>
                  <a:pt x="142" y="11"/>
                </a:lnTo>
                <a:lnTo>
                  <a:pt x="140" y="11"/>
                </a:lnTo>
                <a:lnTo>
                  <a:pt x="140" y="10"/>
                </a:lnTo>
                <a:lnTo>
                  <a:pt x="139" y="10"/>
                </a:lnTo>
                <a:lnTo>
                  <a:pt x="138" y="12"/>
                </a:lnTo>
                <a:lnTo>
                  <a:pt x="138" y="12"/>
                </a:lnTo>
                <a:lnTo>
                  <a:pt x="137" y="10"/>
                </a:lnTo>
                <a:lnTo>
                  <a:pt x="136" y="10"/>
                </a:lnTo>
                <a:lnTo>
                  <a:pt x="137" y="7"/>
                </a:lnTo>
                <a:lnTo>
                  <a:pt x="138" y="7"/>
                </a:lnTo>
                <a:lnTo>
                  <a:pt x="137" y="7"/>
                </a:lnTo>
                <a:lnTo>
                  <a:pt x="138" y="6"/>
                </a:lnTo>
                <a:lnTo>
                  <a:pt x="137" y="4"/>
                </a:lnTo>
                <a:lnTo>
                  <a:pt x="138" y="3"/>
                </a:lnTo>
                <a:lnTo>
                  <a:pt x="138" y="2"/>
                </a:lnTo>
                <a:lnTo>
                  <a:pt x="137" y="3"/>
                </a:lnTo>
                <a:lnTo>
                  <a:pt x="136" y="2"/>
                </a:lnTo>
                <a:lnTo>
                  <a:pt x="136" y="2"/>
                </a:lnTo>
                <a:lnTo>
                  <a:pt x="134" y="2"/>
                </a:lnTo>
                <a:lnTo>
                  <a:pt x="132" y="1"/>
                </a:lnTo>
                <a:lnTo>
                  <a:pt x="132" y="1"/>
                </a:lnTo>
                <a:lnTo>
                  <a:pt x="131" y="0"/>
                </a:lnTo>
                <a:lnTo>
                  <a:pt x="131" y="0"/>
                </a:lnTo>
                <a:lnTo>
                  <a:pt x="131" y="2"/>
                </a:lnTo>
                <a:lnTo>
                  <a:pt x="130" y="2"/>
                </a:lnTo>
                <a:lnTo>
                  <a:pt x="131" y="2"/>
                </a:lnTo>
                <a:lnTo>
                  <a:pt x="129" y="3"/>
                </a:lnTo>
                <a:lnTo>
                  <a:pt x="127" y="4"/>
                </a:lnTo>
                <a:lnTo>
                  <a:pt x="127" y="3"/>
                </a:lnTo>
                <a:lnTo>
                  <a:pt x="127" y="2"/>
                </a:lnTo>
                <a:lnTo>
                  <a:pt x="126" y="3"/>
                </a:lnTo>
                <a:lnTo>
                  <a:pt x="125" y="2"/>
                </a:lnTo>
                <a:lnTo>
                  <a:pt x="125" y="2"/>
                </a:lnTo>
                <a:lnTo>
                  <a:pt x="124" y="2"/>
                </a:lnTo>
                <a:lnTo>
                  <a:pt x="123" y="3"/>
                </a:lnTo>
                <a:lnTo>
                  <a:pt x="123" y="4"/>
                </a:lnTo>
                <a:lnTo>
                  <a:pt x="122" y="6"/>
                </a:lnTo>
                <a:lnTo>
                  <a:pt x="121" y="5"/>
                </a:lnTo>
                <a:lnTo>
                  <a:pt x="119" y="8"/>
                </a:lnTo>
                <a:lnTo>
                  <a:pt x="119" y="10"/>
                </a:lnTo>
                <a:lnTo>
                  <a:pt x="117" y="11"/>
                </a:lnTo>
                <a:lnTo>
                  <a:pt x="117" y="9"/>
                </a:lnTo>
                <a:lnTo>
                  <a:pt x="116" y="8"/>
                </a:lnTo>
                <a:lnTo>
                  <a:pt x="115" y="9"/>
                </a:lnTo>
                <a:lnTo>
                  <a:pt x="114" y="9"/>
                </a:lnTo>
                <a:lnTo>
                  <a:pt x="113" y="9"/>
                </a:lnTo>
                <a:lnTo>
                  <a:pt x="114" y="6"/>
                </a:lnTo>
                <a:lnTo>
                  <a:pt x="112" y="6"/>
                </a:lnTo>
                <a:lnTo>
                  <a:pt x="111" y="6"/>
                </a:lnTo>
                <a:lnTo>
                  <a:pt x="110" y="7"/>
                </a:lnTo>
                <a:lnTo>
                  <a:pt x="109" y="9"/>
                </a:lnTo>
                <a:lnTo>
                  <a:pt x="108" y="9"/>
                </a:lnTo>
                <a:lnTo>
                  <a:pt x="108" y="10"/>
                </a:lnTo>
                <a:lnTo>
                  <a:pt x="109" y="12"/>
                </a:lnTo>
                <a:lnTo>
                  <a:pt x="108" y="13"/>
                </a:lnTo>
                <a:lnTo>
                  <a:pt x="108" y="13"/>
                </a:lnTo>
                <a:lnTo>
                  <a:pt x="107" y="13"/>
                </a:lnTo>
                <a:lnTo>
                  <a:pt x="106" y="13"/>
                </a:lnTo>
                <a:lnTo>
                  <a:pt x="106" y="11"/>
                </a:lnTo>
                <a:lnTo>
                  <a:pt x="106" y="11"/>
                </a:lnTo>
                <a:lnTo>
                  <a:pt x="107" y="10"/>
                </a:lnTo>
                <a:lnTo>
                  <a:pt x="105" y="10"/>
                </a:lnTo>
                <a:lnTo>
                  <a:pt x="105" y="9"/>
                </a:lnTo>
                <a:lnTo>
                  <a:pt x="102" y="10"/>
                </a:lnTo>
                <a:close/>
              </a:path>
            </a:pathLst>
          </a:custGeom>
          <a:solidFill>
            <a:srgbClr val="AECBE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4434089" y="6276716"/>
            <a:ext cx="339889" cy="294998"/>
          </a:xfrm>
          <a:custGeom>
            <a:avLst/>
            <a:gdLst/>
            <a:ahLst/>
            <a:cxnLst/>
            <a:rect l="l" t="t" r="r" b="b"/>
            <a:pathLst>
              <a:path w="53" h="46">
                <a:moveTo>
                  <a:pt x="32" y="4"/>
                </a:moveTo>
                <a:lnTo>
                  <a:pt x="30" y="5"/>
                </a:lnTo>
                <a:lnTo>
                  <a:pt x="28" y="5"/>
                </a:lnTo>
                <a:lnTo>
                  <a:pt x="25" y="5"/>
                </a:lnTo>
                <a:lnTo>
                  <a:pt x="23" y="4"/>
                </a:lnTo>
                <a:lnTo>
                  <a:pt x="22" y="5"/>
                </a:lnTo>
                <a:lnTo>
                  <a:pt x="21" y="5"/>
                </a:lnTo>
                <a:lnTo>
                  <a:pt x="20" y="6"/>
                </a:lnTo>
                <a:lnTo>
                  <a:pt x="19" y="8"/>
                </a:lnTo>
                <a:lnTo>
                  <a:pt x="15" y="7"/>
                </a:lnTo>
                <a:lnTo>
                  <a:pt x="14" y="7"/>
                </a:lnTo>
                <a:lnTo>
                  <a:pt x="14" y="8"/>
                </a:lnTo>
                <a:lnTo>
                  <a:pt x="13" y="8"/>
                </a:lnTo>
                <a:lnTo>
                  <a:pt x="12" y="10"/>
                </a:lnTo>
                <a:lnTo>
                  <a:pt x="12" y="11"/>
                </a:lnTo>
                <a:lnTo>
                  <a:pt x="12" y="12"/>
                </a:lnTo>
                <a:lnTo>
                  <a:pt x="10" y="12"/>
                </a:lnTo>
                <a:lnTo>
                  <a:pt x="9" y="14"/>
                </a:lnTo>
                <a:lnTo>
                  <a:pt x="5" y="17"/>
                </a:lnTo>
                <a:lnTo>
                  <a:pt x="4" y="18"/>
                </a:lnTo>
                <a:lnTo>
                  <a:pt x="4" y="19"/>
                </a:lnTo>
                <a:lnTo>
                  <a:pt x="2" y="19"/>
                </a:lnTo>
                <a:lnTo>
                  <a:pt x="1" y="20"/>
                </a:lnTo>
                <a:lnTo>
                  <a:pt x="0" y="22"/>
                </a:lnTo>
                <a:lnTo>
                  <a:pt x="0" y="25"/>
                </a:lnTo>
                <a:lnTo>
                  <a:pt x="1" y="29"/>
                </a:lnTo>
                <a:lnTo>
                  <a:pt x="0" y="31"/>
                </a:lnTo>
                <a:lnTo>
                  <a:pt x="0" y="32"/>
                </a:lnTo>
                <a:lnTo>
                  <a:pt x="2" y="33"/>
                </a:lnTo>
                <a:lnTo>
                  <a:pt x="2" y="35"/>
                </a:lnTo>
                <a:lnTo>
                  <a:pt x="2" y="39"/>
                </a:lnTo>
                <a:lnTo>
                  <a:pt x="3" y="40"/>
                </a:lnTo>
                <a:lnTo>
                  <a:pt x="7" y="40"/>
                </a:lnTo>
                <a:lnTo>
                  <a:pt x="8" y="43"/>
                </a:lnTo>
                <a:lnTo>
                  <a:pt x="12" y="42"/>
                </a:lnTo>
                <a:lnTo>
                  <a:pt x="13" y="43"/>
                </a:lnTo>
                <a:lnTo>
                  <a:pt x="16" y="43"/>
                </a:lnTo>
                <a:lnTo>
                  <a:pt x="18" y="44"/>
                </a:lnTo>
                <a:lnTo>
                  <a:pt x="23" y="46"/>
                </a:lnTo>
                <a:lnTo>
                  <a:pt x="26" y="44"/>
                </a:lnTo>
                <a:lnTo>
                  <a:pt x="27" y="41"/>
                </a:lnTo>
                <a:lnTo>
                  <a:pt x="30" y="40"/>
                </a:lnTo>
                <a:lnTo>
                  <a:pt x="32" y="40"/>
                </a:lnTo>
                <a:lnTo>
                  <a:pt x="33" y="40"/>
                </a:lnTo>
                <a:lnTo>
                  <a:pt x="34" y="37"/>
                </a:lnTo>
                <a:lnTo>
                  <a:pt x="37" y="35"/>
                </a:lnTo>
                <a:lnTo>
                  <a:pt x="38" y="34"/>
                </a:lnTo>
                <a:lnTo>
                  <a:pt x="39" y="34"/>
                </a:lnTo>
                <a:lnTo>
                  <a:pt x="42" y="33"/>
                </a:lnTo>
                <a:lnTo>
                  <a:pt x="42" y="31"/>
                </a:lnTo>
                <a:lnTo>
                  <a:pt x="44" y="30"/>
                </a:lnTo>
                <a:lnTo>
                  <a:pt x="44" y="22"/>
                </a:lnTo>
                <a:lnTo>
                  <a:pt x="45" y="19"/>
                </a:lnTo>
                <a:lnTo>
                  <a:pt x="46" y="17"/>
                </a:lnTo>
                <a:lnTo>
                  <a:pt x="48" y="17"/>
                </a:lnTo>
                <a:lnTo>
                  <a:pt x="49" y="16"/>
                </a:lnTo>
                <a:lnTo>
                  <a:pt x="50" y="13"/>
                </a:lnTo>
                <a:lnTo>
                  <a:pt x="52" y="12"/>
                </a:lnTo>
                <a:lnTo>
                  <a:pt x="53" y="12"/>
                </a:lnTo>
                <a:lnTo>
                  <a:pt x="53" y="8"/>
                </a:lnTo>
                <a:lnTo>
                  <a:pt x="51" y="3"/>
                </a:lnTo>
                <a:lnTo>
                  <a:pt x="49" y="3"/>
                </a:lnTo>
                <a:lnTo>
                  <a:pt x="47" y="3"/>
                </a:lnTo>
                <a:lnTo>
                  <a:pt x="47" y="2"/>
                </a:lnTo>
                <a:lnTo>
                  <a:pt x="46" y="2"/>
                </a:lnTo>
                <a:lnTo>
                  <a:pt x="45" y="0"/>
                </a:lnTo>
                <a:lnTo>
                  <a:pt x="44" y="0"/>
                </a:lnTo>
                <a:lnTo>
                  <a:pt x="44" y="1"/>
                </a:lnTo>
                <a:lnTo>
                  <a:pt x="42" y="1"/>
                </a:lnTo>
                <a:lnTo>
                  <a:pt x="41" y="2"/>
                </a:lnTo>
                <a:lnTo>
                  <a:pt x="38" y="2"/>
                </a:lnTo>
                <a:lnTo>
                  <a:pt x="37" y="2"/>
                </a:lnTo>
                <a:lnTo>
                  <a:pt x="36" y="3"/>
                </a:lnTo>
                <a:lnTo>
                  <a:pt x="35" y="2"/>
                </a:lnTo>
                <a:lnTo>
                  <a:pt x="33" y="3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3965940" y="4558032"/>
            <a:ext cx="602822" cy="583583"/>
          </a:xfrm>
          <a:custGeom>
            <a:avLst/>
            <a:gdLst/>
            <a:ahLst/>
            <a:cxnLst/>
            <a:rect l="l" t="t" r="r" b="b"/>
            <a:pathLst>
              <a:path w="94" h="91">
                <a:moveTo>
                  <a:pt x="22" y="84"/>
                </a:moveTo>
                <a:lnTo>
                  <a:pt x="22" y="83"/>
                </a:lnTo>
                <a:lnTo>
                  <a:pt x="24" y="84"/>
                </a:lnTo>
                <a:lnTo>
                  <a:pt x="24" y="84"/>
                </a:lnTo>
                <a:lnTo>
                  <a:pt x="23" y="83"/>
                </a:lnTo>
                <a:lnTo>
                  <a:pt x="24" y="83"/>
                </a:lnTo>
                <a:lnTo>
                  <a:pt x="24" y="81"/>
                </a:lnTo>
                <a:lnTo>
                  <a:pt x="25" y="81"/>
                </a:lnTo>
                <a:lnTo>
                  <a:pt x="23" y="79"/>
                </a:lnTo>
                <a:lnTo>
                  <a:pt x="23" y="78"/>
                </a:lnTo>
                <a:lnTo>
                  <a:pt x="23" y="77"/>
                </a:lnTo>
                <a:lnTo>
                  <a:pt x="25" y="79"/>
                </a:lnTo>
                <a:lnTo>
                  <a:pt x="25" y="80"/>
                </a:lnTo>
                <a:lnTo>
                  <a:pt x="26" y="80"/>
                </a:lnTo>
                <a:lnTo>
                  <a:pt x="26" y="81"/>
                </a:lnTo>
                <a:lnTo>
                  <a:pt x="26" y="81"/>
                </a:lnTo>
                <a:lnTo>
                  <a:pt x="27" y="81"/>
                </a:lnTo>
                <a:lnTo>
                  <a:pt x="26" y="82"/>
                </a:lnTo>
                <a:lnTo>
                  <a:pt x="27" y="82"/>
                </a:lnTo>
                <a:lnTo>
                  <a:pt x="26" y="83"/>
                </a:lnTo>
                <a:lnTo>
                  <a:pt x="26" y="84"/>
                </a:lnTo>
                <a:lnTo>
                  <a:pt x="25" y="84"/>
                </a:lnTo>
                <a:lnTo>
                  <a:pt x="25" y="85"/>
                </a:lnTo>
                <a:lnTo>
                  <a:pt x="27" y="85"/>
                </a:lnTo>
                <a:lnTo>
                  <a:pt x="28" y="85"/>
                </a:lnTo>
                <a:lnTo>
                  <a:pt x="28" y="86"/>
                </a:lnTo>
                <a:lnTo>
                  <a:pt x="29" y="86"/>
                </a:lnTo>
                <a:lnTo>
                  <a:pt x="28" y="84"/>
                </a:lnTo>
                <a:lnTo>
                  <a:pt x="29" y="84"/>
                </a:lnTo>
                <a:lnTo>
                  <a:pt x="29" y="83"/>
                </a:lnTo>
                <a:lnTo>
                  <a:pt x="29" y="82"/>
                </a:lnTo>
                <a:lnTo>
                  <a:pt x="30" y="82"/>
                </a:lnTo>
                <a:lnTo>
                  <a:pt x="30" y="83"/>
                </a:lnTo>
                <a:lnTo>
                  <a:pt x="31" y="82"/>
                </a:lnTo>
                <a:lnTo>
                  <a:pt x="31" y="82"/>
                </a:lnTo>
                <a:lnTo>
                  <a:pt x="32" y="80"/>
                </a:lnTo>
                <a:lnTo>
                  <a:pt x="31" y="80"/>
                </a:lnTo>
                <a:lnTo>
                  <a:pt x="30" y="79"/>
                </a:lnTo>
                <a:lnTo>
                  <a:pt x="32" y="78"/>
                </a:lnTo>
                <a:lnTo>
                  <a:pt x="33" y="79"/>
                </a:lnTo>
                <a:lnTo>
                  <a:pt x="34" y="78"/>
                </a:lnTo>
                <a:lnTo>
                  <a:pt x="33" y="77"/>
                </a:lnTo>
                <a:lnTo>
                  <a:pt x="34" y="76"/>
                </a:lnTo>
                <a:lnTo>
                  <a:pt x="34" y="76"/>
                </a:lnTo>
                <a:lnTo>
                  <a:pt x="37" y="76"/>
                </a:lnTo>
                <a:lnTo>
                  <a:pt x="38" y="76"/>
                </a:lnTo>
                <a:lnTo>
                  <a:pt x="38" y="77"/>
                </a:lnTo>
                <a:lnTo>
                  <a:pt x="38" y="77"/>
                </a:lnTo>
                <a:lnTo>
                  <a:pt x="38" y="77"/>
                </a:lnTo>
                <a:lnTo>
                  <a:pt x="38" y="78"/>
                </a:lnTo>
                <a:lnTo>
                  <a:pt x="39" y="79"/>
                </a:lnTo>
                <a:lnTo>
                  <a:pt x="39" y="78"/>
                </a:lnTo>
                <a:lnTo>
                  <a:pt x="40" y="78"/>
                </a:lnTo>
                <a:lnTo>
                  <a:pt x="40" y="77"/>
                </a:lnTo>
                <a:lnTo>
                  <a:pt x="41" y="77"/>
                </a:lnTo>
                <a:lnTo>
                  <a:pt x="42" y="74"/>
                </a:lnTo>
                <a:lnTo>
                  <a:pt x="41" y="73"/>
                </a:lnTo>
                <a:lnTo>
                  <a:pt x="41" y="72"/>
                </a:lnTo>
                <a:lnTo>
                  <a:pt x="41" y="71"/>
                </a:lnTo>
                <a:lnTo>
                  <a:pt x="42" y="71"/>
                </a:lnTo>
                <a:lnTo>
                  <a:pt x="42" y="70"/>
                </a:lnTo>
                <a:lnTo>
                  <a:pt x="42" y="70"/>
                </a:lnTo>
                <a:lnTo>
                  <a:pt x="41" y="69"/>
                </a:lnTo>
                <a:lnTo>
                  <a:pt x="42" y="69"/>
                </a:lnTo>
                <a:lnTo>
                  <a:pt x="43" y="69"/>
                </a:lnTo>
                <a:lnTo>
                  <a:pt x="45" y="68"/>
                </a:lnTo>
                <a:lnTo>
                  <a:pt x="45" y="70"/>
                </a:lnTo>
                <a:lnTo>
                  <a:pt x="47" y="69"/>
                </a:lnTo>
                <a:lnTo>
                  <a:pt x="47" y="70"/>
                </a:lnTo>
                <a:lnTo>
                  <a:pt x="48" y="68"/>
                </a:lnTo>
                <a:lnTo>
                  <a:pt x="50" y="70"/>
                </a:lnTo>
                <a:lnTo>
                  <a:pt x="49" y="72"/>
                </a:lnTo>
                <a:lnTo>
                  <a:pt x="50" y="72"/>
                </a:lnTo>
                <a:lnTo>
                  <a:pt x="50" y="73"/>
                </a:lnTo>
                <a:lnTo>
                  <a:pt x="51" y="74"/>
                </a:lnTo>
                <a:lnTo>
                  <a:pt x="51" y="73"/>
                </a:lnTo>
                <a:lnTo>
                  <a:pt x="52" y="73"/>
                </a:lnTo>
                <a:lnTo>
                  <a:pt x="52" y="72"/>
                </a:lnTo>
                <a:lnTo>
                  <a:pt x="54" y="72"/>
                </a:lnTo>
                <a:lnTo>
                  <a:pt x="55" y="71"/>
                </a:lnTo>
                <a:lnTo>
                  <a:pt x="56" y="72"/>
                </a:lnTo>
                <a:lnTo>
                  <a:pt x="57" y="71"/>
                </a:lnTo>
                <a:lnTo>
                  <a:pt x="58" y="72"/>
                </a:lnTo>
                <a:lnTo>
                  <a:pt x="59" y="71"/>
                </a:lnTo>
                <a:lnTo>
                  <a:pt x="59" y="71"/>
                </a:lnTo>
                <a:lnTo>
                  <a:pt x="59" y="72"/>
                </a:lnTo>
                <a:lnTo>
                  <a:pt x="60" y="74"/>
                </a:lnTo>
                <a:lnTo>
                  <a:pt x="60" y="74"/>
                </a:lnTo>
                <a:lnTo>
                  <a:pt x="60" y="75"/>
                </a:lnTo>
                <a:lnTo>
                  <a:pt x="60" y="77"/>
                </a:lnTo>
                <a:lnTo>
                  <a:pt x="61" y="77"/>
                </a:lnTo>
                <a:lnTo>
                  <a:pt x="60" y="80"/>
                </a:lnTo>
                <a:lnTo>
                  <a:pt x="63" y="81"/>
                </a:lnTo>
                <a:lnTo>
                  <a:pt x="65" y="80"/>
                </a:lnTo>
                <a:lnTo>
                  <a:pt x="66" y="81"/>
                </a:lnTo>
                <a:lnTo>
                  <a:pt x="66" y="82"/>
                </a:lnTo>
                <a:lnTo>
                  <a:pt x="66" y="83"/>
                </a:lnTo>
                <a:lnTo>
                  <a:pt x="65" y="83"/>
                </a:lnTo>
                <a:lnTo>
                  <a:pt x="66" y="85"/>
                </a:lnTo>
                <a:lnTo>
                  <a:pt x="66" y="86"/>
                </a:lnTo>
                <a:lnTo>
                  <a:pt x="65" y="86"/>
                </a:lnTo>
                <a:lnTo>
                  <a:pt x="65" y="87"/>
                </a:lnTo>
                <a:lnTo>
                  <a:pt x="66" y="88"/>
                </a:lnTo>
                <a:lnTo>
                  <a:pt x="67" y="87"/>
                </a:lnTo>
                <a:lnTo>
                  <a:pt x="67" y="87"/>
                </a:lnTo>
                <a:lnTo>
                  <a:pt x="67" y="86"/>
                </a:lnTo>
                <a:lnTo>
                  <a:pt x="66" y="85"/>
                </a:lnTo>
                <a:lnTo>
                  <a:pt x="68" y="84"/>
                </a:lnTo>
                <a:lnTo>
                  <a:pt x="69" y="85"/>
                </a:lnTo>
                <a:lnTo>
                  <a:pt x="69" y="86"/>
                </a:lnTo>
                <a:lnTo>
                  <a:pt x="69" y="86"/>
                </a:lnTo>
                <a:lnTo>
                  <a:pt x="69" y="88"/>
                </a:lnTo>
                <a:lnTo>
                  <a:pt x="68" y="89"/>
                </a:lnTo>
                <a:lnTo>
                  <a:pt x="68" y="90"/>
                </a:lnTo>
                <a:lnTo>
                  <a:pt x="69" y="90"/>
                </a:lnTo>
                <a:lnTo>
                  <a:pt x="70" y="89"/>
                </a:lnTo>
                <a:lnTo>
                  <a:pt x="71" y="90"/>
                </a:lnTo>
                <a:lnTo>
                  <a:pt x="72" y="90"/>
                </a:lnTo>
                <a:lnTo>
                  <a:pt x="72" y="91"/>
                </a:lnTo>
                <a:lnTo>
                  <a:pt x="74" y="91"/>
                </a:lnTo>
                <a:lnTo>
                  <a:pt x="74" y="90"/>
                </a:lnTo>
                <a:lnTo>
                  <a:pt x="75" y="91"/>
                </a:lnTo>
                <a:lnTo>
                  <a:pt x="76" y="90"/>
                </a:lnTo>
                <a:lnTo>
                  <a:pt x="75" y="89"/>
                </a:lnTo>
                <a:lnTo>
                  <a:pt x="76" y="88"/>
                </a:lnTo>
                <a:lnTo>
                  <a:pt x="77" y="87"/>
                </a:lnTo>
                <a:lnTo>
                  <a:pt x="76" y="85"/>
                </a:lnTo>
                <a:lnTo>
                  <a:pt x="77" y="84"/>
                </a:lnTo>
                <a:lnTo>
                  <a:pt x="79" y="83"/>
                </a:lnTo>
                <a:lnTo>
                  <a:pt x="79" y="82"/>
                </a:lnTo>
                <a:lnTo>
                  <a:pt x="80" y="81"/>
                </a:lnTo>
                <a:lnTo>
                  <a:pt x="79" y="81"/>
                </a:lnTo>
                <a:lnTo>
                  <a:pt x="78" y="81"/>
                </a:lnTo>
                <a:lnTo>
                  <a:pt x="78" y="81"/>
                </a:lnTo>
                <a:lnTo>
                  <a:pt x="77" y="81"/>
                </a:lnTo>
                <a:lnTo>
                  <a:pt x="77" y="80"/>
                </a:lnTo>
                <a:lnTo>
                  <a:pt x="79" y="79"/>
                </a:lnTo>
                <a:lnTo>
                  <a:pt x="78" y="79"/>
                </a:lnTo>
                <a:lnTo>
                  <a:pt x="79" y="78"/>
                </a:lnTo>
                <a:lnTo>
                  <a:pt x="79" y="78"/>
                </a:lnTo>
                <a:lnTo>
                  <a:pt x="78" y="77"/>
                </a:lnTo>
                <a:lnTo>
                  <a:pt x="78" y="75"/>
                </a:lnTo>
                <a:lnTo>
                  <a:pt x="79" y="71"/>
                </a:lnTo>
                <a:lnTo>
                  <a:pt x="79" y="70"/>
                </a:lnTo>
                <a:lnTo>
                  <a:pt x="78" y="70"/>
                </a:lnTo>
                <a:lnTo>
                  <a:pt x="77" y="69"/>
                </a:lnTo>
                <a:lnTo>
                  <a:pt x="76" y="68"/>
                </a:lnTo>
                <a:lnTo>
                  <a:pt x="76" y="68"/>
                </a:lnTo>
                <a:lnTo>
                  <a:pt x="75" y="67"/>
                </a:lnTo>
                <a:lnTo>
                  <a:pt x="75" y="66"/>
                </a:lnTo>
                <a:lnTo>
                  <a:pt x="75" y="66"/>
                </a:lnTo>
                <a:lnTo>
                  <a:pt x="75" y="64"/>
                </a:lnTo>
                <a:lnTo>
                  <a:pt x="74" y="63"/>
                </a:lnTo>
                <a:lnTo>
                  <a:pt x="73" y="64"/>
                </a:lnTo>
                <a:lnTo>
                  <a:pt x="73" y="64"/>
                </a:lnTo>
                <a:lnTo>
                  <a:pt x="72" y="65"/>
                </a:lnTo>
                <a:lnTo>
                  <a:pt x="71" y="65"/>
                </a:lnTo>
                <a:lnTo>
                  <a:pt x="71" y="62"/>
                </a:lnTo>
                <a:lnTo>
                  <a:pt x="70" y="62"/>
                </a:lnTo>
                <a:lnTo>
                  <a:pt x="70" y="62"/>
                </a:lnTo>
                <a:lnTo>
                  <a:pt x="70" y="61"/>
                </a:lnTo>
                <a:lnTo>
                  <a:pt x="70" y="60"/>
                </a:lnTo>
                <a:lnTo>
                  <a:pt x="71" y="59"/>
                </a:lnTo>
                <a:lnTo>
                  <a:pt x="70" y="59"/>
                </a:lnTo>
                <a:lnTo>
                  <a:pt x="70" y="59"/>
                </a:lnTo>
                <a:lnTo>
                  <a:pt x="70" y="58"/>
                </a:lnTo>
                <a:lnTo>
                  <a:pt x="69" y="57"/>
                </a:lnTo>
                <a:lnTo>
                  <a:pt x="68" y="58"/>
                </a:lnTo>
                <a:lnTo>
                  <a:pt x="68" y="57"/>
                </a:lnTo>
                <a:lnTo>
                  <a:pt x="68" y="57"/>
                </a:lnTo>
                <a:lnTo>
                  <a:pt x="68" y="58"/>
                </a:lnTo>
                <a:lnTo>
                  <a:pt x="66" y="57"/>
                </a:lnTo>
                <a:lnTo>
                  <a:pt x="66" y="53"/>
                </a:lnTo>
                <a:lnTo>
                  <a:pt x="64" y="53"/>
                </a:lnTo>
                <a:lnTo>
                  <a:pt x="63" y="55"/>
                </a:lnTo>
                <a:lnTo>
                  <a:pt x="63" y="56"/>
                </a:lnTo>
                <a:lnTo>
                  <a:pt x="63" y="56"/>
                </a:lnTo>
                <a:lnTo>
                  <a:pt x="63" y="57"/>
                </a:lnTo>
                <a:lnTo>
                  <a:pt x="61" y="56"/>
                </a:lnTo>
                <a:lnTo>
                  <a:pt x="61" y="54"/>
                </a:lnTo>
                <a:lnTo>
                  <a:pt x="60" y="54"/>
                </a:lnTo>
                <a:lnTo>
                  <a:pt x="61" y="53"/>
                </a:lnTo>
                <a:lnTo>
                  <a:pt x="62" y="53"/>
                </a:lnTo>
                <a:lnTo>
                  <a:pt x="63" y="52"/>
                </a:lnTo>
                <a:lnTo>
                  <a:pt x="63" y="50"/>
                </a:lnTo>
                <a:lnTo>
                  <a:pt x="63" y="49"/>
                </a:lnTo>
                <a:lnTo>
                  <a:pt x="63" y="49"/>
                </a:lnTo>
                <a:lnTo>
                  <a:pt x="64" y="46"/>
                </a:lnTo>
                <a:lnTo>
                  <a:pt x="63" y="46"/>
                </a:lnTo>
                <a:lnTo>
                  <a:pt x="64" y="44"/>
                </a:lnTo>
                <a:lnTo>
                  <a:pt x="63" y="44"/>
                </a:lnTo>
                <a:lnTo>
                  <a:pt x="61" y="42"/>
                </a:lnTo>
                <a:lnTo>
                  <a:pt x="61" y="42"/>
                </a:lnTo>
                <a:lnTo>
                  <a:pt x="60" y="41"/>
                </a:lnTo>
                <a:lnTo>
                  <a:pt x="61" y="40"/>
                </a:lnTo>
                <a:lnTo>
                  <a:pt x="60" y="40"/>
                </a:lnTo>
                <a:lnTo>
                  <a:pt x="61" y="39"/>
                </a:lnTo>
                <a:lnTo>
                  <a:pt x="62" y="39"/>
                </a:lnTo>
                <a:lnTo>
                  <a:pt x="63" y="39"/>
                </a:lnTo>
                <a:lnTo>
                  <a:pt x="65" y="38"/>
                </a:lnTo>
                <a:lnTo>
                  <a:pt x="65" y="37"/>
                </a:lnTo>
                <a:lnTo>
                  <a:pt x="65" y="36"/>
                </a:lnTo>
                <a:lnTo>
                  <a:pt x="66" y="37"/>
                </a:lnTo>
                <a:lnTo>
                  <a:pt x="67" y="38"/>
                </a:lnTo>
                <a:lnTo>
                  <a:pt x="67" y="38"/>
                </a:lnTo>
                <a:lnTo>
                  <a:pt x="68" y="39"/>
                </a:lnTo>
                <a:lnTo>
                  <a:pt x="71" y="35"/>
                </a:lnTo>
                <a:lnTo>
                  <a:pt x="72" y="35"/>
                </a:lnTo>
                <a:lnTo>
                  <a:pt x="72" y="35"/>
                </a:lnTo>
                <a:lnTo>
                  <a:pt x="74" y="35"/>
                </a:lnTo>
                <a:lnTo>
                  <a:pt x="73" y="37"/>
                </a:lnTo>
                <a:lnTo>
                  <a:pt x="74" y="38"/>
                </a:lnTo>
                <a:lnTo>
                  <a:pt x="77" y="35"/>
                </a:lnTo>
                <a:lnTo>
                  <a:pt x="78" y="37"/>
                </a:lnTo>
                <a:lnTo>
                  <a:pt x="78" y="37"/>
                </a:lnTo>
                <a:lnTo>
                  <a:pt x="78" y="38"/>
                </a:lnTo>
                <a:lnTo>
                  <a:pt x="80" y="36"/>
                </a:lnTo>
                <a:lnTo>
                  <a:pt x="82" y="34"/>
                </a:lnTo>
                <a:lnTo>
                  <a:pt x="82" y="35"/>
                </a:lnTo>
                <a:lnTo>
                  <a:pt x="82" y="34"/>
                </a:lnTo>
                <a:lnTo>
                  <a:pt x="83" y="33"/>
                </a:lnTo>
                <a:lnTo>
                  <a:pt x="84" y="32"/>
                </a:lnTo>
                <a:lnTo>
                  <a:pt x="84" y="32"/>
                </a:lnTo>
                <a:lnTo>
                  <a:pt x="86" y="30"/>
                </a:lnTo>
                <a:lnTo>
                  <a:pt x="88" y="28"/>
                </a:lnTo>
                <a:lnTo>
                  <a:pt x="89" y="29"/>
                </a:lnTo>
                <a:lnTo>
                  <a:pt x="91" y="29"/>
                </a:lnTo>
                <a:lnTo>
                  <a:pt x="91" y="30"/>
                </a:lnTo>
                <a:lnTo>
                  <a:pt x="91" y="30"/>
                </a:lnTo>
                <a:lnTo>
                  <a:pt x="92" y="30"/>
                </a:lnTo>
                <a:lnTo>
                  <a:pt x="94" y="26"/>
                </a:lnTo>
                <a:lnTo>
                  <a:pt x="93" y="26"/>
                </a:lnTo>
                <a:lnTo>
                  <a:pt x="93" y="25"/>
                </a:lnTo>
                <a:lnTo>
                  <a:pt x="93" y="25"/>
                </a:lnTo>
                <a:lnTo>
                  <a:pt x="92" y="24"/>
                </a:lnTo>
                <a:lnTo>
                  <a:pt x="94" y="23"/>
                </a:lnTo>
                <a:lnTo>
                  <a:pt x="94" y="22"/>
                </a:lnTo>
                <a:lnTo>
                  <a:pt x="93" y="19"/>
                </a:lnTo>
                <a:lnTo>
                  <a:pt x="93" y="19"/>
                </a:lnTo>
                <a:lnTo>
                  <a:pt x="92" y="17"/>
                </a:lnTo>
                <a:lnTo>
                  <a:pt x="91" y="17"/>
                </a:lnTo>
                <a:lnTo>
                  <a:pt x="89" y="15"/>
                </a:lnTo>
                <a:lnTo>
                  <a:pt x="89" y="15"/>
                </a:lnTo>
                <a:lnTo>
                  <a:pt x="89" y="14"/>
                </a:lnTo>
                <a:lnTo>
                  <a:pt x="88" y="14"/>
                </a:lnTo>
                <a:lnTo>
                  <a:pt x="87" y="13"/>
                </a:lnTo>
                <a:lnTo>
                  <a:pt x="84" y="14"/>
                </a:lnTo>
                <a:lnTo>
                  <a:pt x="85" y="13"/>
                </a:lnTo>
                <a:lnTo>
                  <a:pt x="85" y="12"/>
                </a:lnTo>
                <a:lnTo>
                  <a:pt x="85" y="12"/>
                </a:lnTo>
                <a:lnTo>
                  <a:pt x="84" y="10"/>
                </a:lnTo>
                <a:lnTo>
                  <a:pt x="81" y="10"/>
                </a:lnTo>
                <a:lnTo>
                  <a:pt x="78" y="10"/>
                </a:lnTo>
                <a:lnTo>
                  <a:pt x="76" y="10"/>
                </a:lnTo>
                <a:lnTo>
                  <a:pt x="76" y="10"/>
                </a:lnTo>
                <a:lnTo>
                  <a:pt x="75" y="9"/>
                </a:lnTo>
                <a:lnTo>
                  <a:pt x="76" y="9"/>
                </a:lnTo>
                <a:lnTo>
                  <a:pt x="76" y="8"/>
                </a:lnTo>
                <a:lnTo>
                  <a:pt x="74" y="8"/>
                </a:lnTo>
                <a:lnTo>
                  <a:pt x="74" y="7"/>
                </a:lnTo>
                <a:lnTo>
                  <a:pt x="72" y="6"/>
                </a:lnTo>
                <a:lnTo>
                  <a:pt x="70" y="5"/>
                </a:lnTo>
                <a:lnTo>
                  <a:pt x="68" y="5"/>
                </a:lnTo>
                <a:lnTo>
                  <a:pt x="67" y="3"/>
                </a:lnTo>
                <a:lnTo>
                  <a:pt x="66" y="3"/>
                </a:lnTo>
                <a:lnTo>
                  <a:pt x="65" y="2"/>
                </a:lnTo>
                <a:lnTo>
                  <a:pt x="64" y="2"/>
                </a:lnTo>
                <a:lnTo>
                  <a:pt x="62" y="0"/>
                </a:lnTo>
                <a:lnTo>
                  <a:pt x="61" y="0"/>
                </a:lnTo>
                <a:lnTo>
                  <a:pt x="60" y="0"/>
                </a:lnTo>
                <a:lnTo>
                  <a:pt x="59" y="0"/>
                </a:lnTo>
                <a:lnTo>
                  <a:pt x="58" y="1"/>
                </a:lnTo>
                <a:lnTo>
                  <a:pt x="58" y="1"/>
                </a:lnTo>
                <a:lnTo>
                  <a:pt x="60" y="2"/>
                </a:lnTo>
                <a:lnTo>
                  <a:pt x="59" y="3"/>
                </a:lnTo>
                <a:lnTo>
                  <a:pt x="58" y="3"/>
                </a:lnTo>
                <a:lnTo>
                  <a:pt x="58" y="4"/>
                </a:lnTo>
                <a:lnTo>
                  <a:pt x="57" y="4"/>
                </a:lnTo>
                <a:lnTo>
                  <a:pt x="58" y="5"/>
                </a:lnTo>
                <a:lnTo>
                  <a:pt x="58" y="5"/>
                </a:lnTo>
                <a:lnTo>
                  <a:pt x="57" y="5"/>
                </a:lnTo>
                <a:lnTo>
                  <a:pt x="56" y="5"/>
                </a:lnTo>
                <a:lnTo>
                  <a:pt x="58" y="8"/>
                </a:lnTo>
                <a:lnTo>
                  <a:pt x="59" y="8"/>
                </a:lnTo>
                <a:lnTo>
                  <a:pt x="59" y="8"/>
                </a:lnTo>
                <a:lnTo>
                  <a:pt x="60" y="9"/>
                </a:lnTo>
                <a:lnTo>
                  <a:pt x="60" y="9"/>
                </a:lnTo>
                <a:lnTo>
                  <a:pt x="62" y="10"/>
                </a:lnTo>
                <a:lnTo>
                  <a:pt x="61" y="10"/>
                </a:lnTo>
                <a:lnTo>
                  <a:pt x="61" y="11"/>
                </a:lnTo>
                <a:lnTo>
                  <a:pt x="62" y="12"/>
                </a:lnTo>
                <a:lnTo>
                  <a:pt x="60" y="13"/>
                </a:lnTo>
                <a:lnTo>
                  <a:pt x="59" y="14"/>
                </a:lnTo>
                <a:lnTo>
                  <a:pt x="59" y="15"/>
                </a:lnTo>
                <a:lnTo>
                  <a:pt x="58" y="15"/>
                </a:lnTo>
                <a:lnTo>
                  <a:pt x="58" y="16"/>
                </a:lnTo>
                <a:lnTo>
                  <a:pt x="55" y="16"/>
                </a:lnTo>
                <a:lnTo>
                  <a:pt x="55" y="17"/>
                </a:lnTo>
                <a:lnTo>
                  <a:pt x="56" y="17"/>
                </a:lnTo>
                <a:lnTo>
                  <a:pt x="56" y="18"/>
                </a:lnTo>
                <a:lnTo>
                  <a:pt x="55" y="19"/>
                </a:lnTo>
                <a:lnTo>
                  <a:pt x="55" y="20"/>
                </a:lnTo>
                <a:lnTo>
                  <a:pt x="54" y="21"/>
                </a:lnTo>
                <a:lnTo>
                  <a:pt x="52" y="22"/>
                </a:lnTo>
                <a:lnTo>
                  <a:pt x="52" y="23"/>
                </a:lnTo>
                <a:lnTo>
                  <a:pt x="53" y="22"/>
                </a:lnTo>
                <a:lnTo>
                  <a:pt x="54" y="23"/>
                </a:lnTo>
                <a:lnTo>
                  <a:pt x="52" y="25"/>
                </a:lnTo>
                <a:lnTo>
                  <a:pt x="52" y="26"/>
                </a:lnTo>
                <a:lnTo>
                  <a:pt x="53" y="26"/>
                </a:lnTo>
                <a:lnTo>
                  <a:pt x="52" y="27"/>
                </a:lnTo>
                <a:lnTo>
                  <a:pt x="52" y="28"/>
                </a:lnTo>
                <a:lnTo>
                  <a:pt x="51" y="28"/>
                </a:lnTo>
                <a:lnTo>
                  <a:pt x="51" y="29"/>
                </a:lnTo>
                <a:lnTo>
                  <a:pt x="52" y="30"/>
                </a:lnTo>
                <a:lnTo>
                  <a:pt x="49" y="32"/>
                </a:lnTo>
                <a:lnTo>
                  <a:pt x="48" y="32"/>
                </a:lnTo>
                <a:lnTo>
                  <a:pt x="47" y="31"/>
                </a:lnTo>
                <a:lnTo>
                  <a:pt x="47" y="30"/>
                </a:lnTo>
                <a:lnTo>
                  <a:pt x="46" y="30"/>
                </a:lnTo>
                <a:lnTo>
                  <a:pt x="45" y="32"/>
                </a:lnTo>
                <a:lnTo>
                  <a:pt x="43" y="31"/>
                </a:lnTo>
                <a:lnTo>
                  <a:pt x="42" y="31"/>
                </a:lnTo>
                <a:lnTo>
                  <a:pt x="42" y="32"/>
                </a:lnTo>
                <a:lnTo>
                  <a:pt x="41" y="34"/>
                </a:lnTo>
                <a:lnTo>
                  <a:pt x="42" y="35"/>
                </a:lnTo>
                <a:lnTo>
                  <a:pt x="43" y="36"/>
                </a:lnTo>
                <a:lnTo>
                  <a:pt x="41" y="38"/>
                </a:lnTo>
                <a:lnTo>
                  <a:pt x="42" y="38"/>
                </a:lnTo>
                <a:lnTo>
                  <a:pt x="41" y="39"/>
                </a:lnTo>
                <a:lnTo>
                  <a:pt x="40" y="40"/>
                </a:lnTo>
                <a:lnTo>
                  <a:pt x="40" y="42"/>
                </a:lnTo>
                <a:lnTo>
                  <a:pt x="39" y="43"/>
                </a:lnTo>
                <a:lnTo>
                  <a:pt x="37" y="46"/>
                </a:lnTo>
                <a:lnTo>
                  <a:pt x="35" y="49"/>
                </a:lnTo>
                <a:lnTo>
                  <a:pt x="35" y="49"/>
                </a:lnTo>
                <a:lnTo>
                  <a:pt x="35" y="49"/>
                </a:lnTo>
                <a:lnTo>
                  <a:pt x="34" y="50"/>
                </a:lnTo>
                <a:lnTo>
                  <a:pt x="34" y="50"/>
                </a:lnTo>
                <a:lnTo>
                  <a:pt x="33" y="49"/>
                </a:lnTo>
                <a:lnTo>
                  <a:pt x="32" y="50"/>
                </a:lnTo>
                <a:lnTo>
                  <a:pt x="30" y="50"/>
                </a:lnTo>
                <a:lnTo>
                  <a:pt x="29" y="50"/>
                </a:lnTo>
                <a:lnTo>
                  <a:pt x="28" y="50"/>
                </a:lnTo>
                <a:lnTo>
                  <a:pt x="27" y="49"/>
                </a:lnTo>
                <a:lnTo>
                  <a:pt x="27" y="48"/>
                </a:lnTo>
                <a:lnTo>
                  <a:pt x="27" y="48"/>
                </a:lnTo>
                <a:lnTo>
                  <a:pt x="27" y="47"/>
                </a:lnTo>
                <a:lnTo>
                  <a:pt x="26" y="47"/>
                </a:lnTo>
                <a:lnTo>
                  <a:pt x="26" y="45"/>
                </a:lnTo>
                <a:lnTo>
                  <a:pt x="26" y="45"/>
                </a:lnTo>
                <a:lnTo>
                  <a:pt x="26" y="44"/>
                </a:lnTo>
                <a:lnTo>
                  <a:pt x="25" y="44"/>
                </a:lnTo>
                <a:lnTo>
                  <a:pt x="24" y="44"/>
                </a:lnTo>
                <a:lnTo>
                  <a:pt x="22" y="44"/>
                </a:lnTo>
                <a:lnTo>
                  <a:pt x="22" y="45"/>
                </a:lnTo>
                <a:lnTo>
                  <a:pt x="21" y="45"/>
                </a:lnTo>
                <a:lnTo>
                  <a:pt x="20" y="46"/>
                </a:lnTo>
                <a:lnTo>
                  <a:pt x="20" y="46"/>
                </a:lnTo>
                <a:lnTo>
                  <a:pt x="20" y="46"/>
                </a:lnTo>
                <a:lnTo>
                  <a:pt x="19" y="46"/>
                </a:lnTo>
                <a:lnTo>
                  <a:pt x="18" y="47"/>
                </a:lnTo>
                <a:lnTo>
                  <a:pt x="17" y="46"/>
                </a:lnTo>
                <a:lnTo>
                  <a:pt x="17" y="44"/>
                </a:lnTo>
                <a:lnTo>
                  <a:pt x="16" y="44"/>
                </a:lnTo>
                <a:lnTo>
                  <a:pt x="16" y="44"/>
                </a:lnTo>
                <a:lnTo>
                  <a:pt x="14" y="43"/>
                </a:lnTo>
                <a:lnTo>
                  <a:pt x="13" y="43"/>
                </a:lnTo>
                <a:lnTo>
                  <a:pt x="12" y="42"/>
                </a:lnTo>
                <a:lnTo>
                  <a:pt x="11" y="42"/>
                </a:lnTo>
                <a:lnTo>
                  <a:pt x="10" y="41"/>
                </a:lnTo>
                <a:lnTo>
                  <a:pt x="10" y="41"/>
                </a:lnTo>
                <a:lnTo>
                  <a:pt x="9" y="43"/>
                </a:lnTo>
                <a:lnTo>
                  <a:pt x="8" y="44"/>
                </a:lnTo>
                <a:lnTo>
                  <a:pt x="8" y="45"/>
                </a:lnTo>
                <a:lnTo>
                  <a:pt x="6" y="45"/>
                </a:lnTo>
                <a:lnTo>
                  <a:pt x="6" y="46"/>
                </a:lnTo>
                <a:lnTo>
                  <a:pt x="7" y="46"/>
                </a:lnTo>
                <a:lnTo>
                  <a:pt x="7" y="47"/>
                </a:lnTo>
                <a:lnTo>
                  <a:pt x="5" y="47"/>
                </a:lnTo>
                <a:lnTo>
                  <a:pt x="5" y="48"/>
                </a:lnTo>
                <a:lnTo>
                  <a:pt x="6" y="47"/>
                </a:lnTo>
                <a:lnTo>
                  <a:pt x="6" y="48"/>
                </a:lnTo>
                <a:lnTo>
                  <a:pt x="7" y="49"/>
                </a:lnTo>
                <a:lnTo>
                  <a:pt x="7" y="49"/>
                </a:lnTo>
                <a:lnTo>
                  <a:pt x="8" y="50"/>
                </a:lnTo>
                <a:lnTo>
                  <a:pt x="8" y="50"/>
                </a:lnTo>
                <a:lnTo>
                  <a:pt x="8" y="50"/>
                </a:lnTo>
                <a:lnTo>
                  <a:pt x="9" y="51"/>
                </a:lnTo>
                <a:lnTo>
                  <a:pt x="8" y="53"/>
                </a:lnTo>
                <a:lnTo>
                  <a:pt x="8" y="53"/>
                </a:lnTo>
                <a:lnTo>
                  <a:pt x="9" y="54"/>
                </a:lnTo>
                <a:lnTo>
                  <a:pt x="8" y="55"/>
                </a:lnTo>
                <a:lnTo>
                  <a:pt x="6" y="55"/>
                </a:lnTo>
                <a:lnTo>
                  <a:pt x="6" y="55"/>
                </a:lnTo>
                <a:lnTo>
                  <a:pt x="6" y="57"/>
                </a:lnTo>
                <a:lnTo>
                  <a:pt x="5" y="58"/>
                </a:lnTo>
                <a:lnTo>
                  <a:pt x="4" y="57"/>
                </a:lnTo>
                <a:lnTo>
                  <a:pt x="4" y="58"/>
                </a:lnTo>
                <a:lnTo>
                  <a:pt x="3" y="58"/>
                </a:lnTo>
                <a:lnTo>
                  <a:pt x="2" y="60"/>
                </a:lnTo>
                <a:lnTo>
                  <a:pt x="1" y="60"/>
                </a:lnTo>
                <a:lnTo>
                  <a:pt x="0" y="61"/>
                </a:lnTo>
                <a:lnTo>
                  <a:pt x="1" y="64"/>
                </a:lnTo>
                <a:lnTo>
                  <a:pt x="2" y="63"/>
                </a:lnTo>
                <a:lnTo>
                  <a:pt x="2" y="64"/>
                </a:lnTo>
                <a:lnTo>
                  <a:pt x="2" y="64"/>
                </a:lnTo>
                <a:lnTo>
                  <a:pt x="3" y="64"/>
                </a:lnTo>
                <a:lnTo>
                  <a:pt x="3" y="65"/>
                </a:lnTo>
                <a:lnTo>
                  <a:pt x="3" y="67"/>
                </a:lnTo>
                <a:lnTo>
                  <a:pt x="4" y="66"/>
                </a:lnTo>
                <a:lnTo>
                  <a:pt x="3" y="67"/>
                </a:lnTo>
                <a:lnTo>
                  <a:pt x="4" y="67"/>
                </a:lnTo>
                <a:lnTo>
                  <a:pt x="5" y="68"/>
                </a:lnTo>
                <a:lnTo>
                  <a:pt x="7" y="67"/>
                </a:lnTo>
                <a:lnTo>
                  <a:pt x="7" y="68"/>
                </a:lnTo>
                <a:lnTo>
                  <a:pt x="8" y="67"/>
                </a:lnTo>
                <a:lnTo>
                  <a:pt x="8" y="70"/>
                </a:lnTo>
                <a:lnTo>
                  <a:pt x="9" y="71"/>
                </a:lnTo>
                <a:lnTo>
                  <a:pt x="9" y="71"/>
                </a:lnTo>
                <a:lnTo>
                  <a:pt x="9" y="71"/>
                </a:lnTo>
                <a:lnTo>
                  <a:pt x="9" y="72"/>
                </a:lnTo>
                <a:lnTo>
                  <a:pt x="9" y="73"/>
                </a:lnTo>
                <a:lnTo>
                  <a:pt x="9" y="73"/>
                </a:lnTo>
                <a:lnTo>
                  <a:pt x="9" y="74"/>
                </a:lnTo>
                <a:lnTo>
                  <a:pt x="10" y="75"/>
                </a:lnTo>
                <a:lnTo>
                  <a:pt x="10" y="75"/>
                </a:lnTo>
                <a:lnTo>
                  <a:pt x="11" y="75"/>
                </a:lnTo>
                <a:lnTo>
                  <a:pt x="12" y="75"/>
                </a:lnTo>
                <a:lnTo>
                  <a:pt x="14" y="74"/>
                </a:lnTo>
                <a:lnTo>
                  <a:pt x="15" y="75"/>
                </a:lnTo>
                <a:lnTo>
                  <a:pt x="15" y="76"/>
                </a:lnTo>
                <a:lnTo>
                  <a:pt x="15" y="75"/>
                </a:lnTo>
                <a:lnTo>
                  <a:pt x="16" y="76"/>
                </a:lnTo>
                <a:lnTo>
                  <a:pt x="17" y="76"/>
                </a:lnTo>
                <a:lnTo>
                  <a:pt x="17" y="75"/>
                </a:lnTo>
                <a:lnTo>
                  <a:pt x="18" y="76"/>
                </a:lnTo>
                <a:lnTo>
                  <a:pt x="19" y="77"/>
                </a:lnTo>
                <a:lnTo>
                  <a:pt x="19" y="78"/>
                </a:lnTo>
                <a:lnTo>
                  <a:pt x="20" y="80"/>
                </a:lnTo>
                <a:lnTo>
                  <a:pt x="20" y="82"/>
                </a:lnTo>
                <a:lnTo>
                  <a:pt x="21" y="83"/>
                </a:lnTo>
                <a:lnTo>
                  <a:pt x="21" y="84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3010403" y="4237382"/>
            <a:ext cx="1353143" cy="1212057"/>
          </a:xfrm>
          <a:custGeom>
            <a:avLst/>
            <a:gdLst/>
            <a:ahLst/>
            <a:cxnLst/>
            <a:rect l="l" t="t" r="r" b="b"/>
            <a:pathLst>
              <a:path w="211" h="189">
                <a:moveTo>
                  <a:pt x="67" y="163"/>
                </a:moveTo>
                <a:lnTo>
                  <a:pt x="66" y="167"/>
                </a:lnTo>
                <a:lnTo>
                  <a:pt x="68" y="168"/>
                </a:lnTo>
                <a:lnTo>
                  <a:pt x="68" y="168"/>
                </a:lnTo>
                <a:lnTo>
                  <a:pt x="68" y="169"/>
                </a:lnTo>
                <a:lnTo>
                  <a:pt x="68" y="170"/>
                </a:lnTo>
                <a:lnTo>
                  <a:pt x="70" y="170"/>
                </a:lnTo>
                <a:lnTo>
                  <a:pt x="71" y="171"/>
                </a:lnTo>
                <a:lnTo>
                  <a:pt x="70" y="173"/>
                </a:lnTo>
                <a:lnTo>
                  <a:pt x="71" y="173"/>
                </a:lnTo>
                <a:lnTo>
                  <a:pt x="71" y="174"/>
                </a:lnTo>
                <a:lnTo>
                  <a:pt x="72" y="174"/>
                </a:lnTo>
                <a:lnTo>
                  <a:pt x="72" y="174"/>
                </a:lnTo>
                <a:lnTo>
                  <a:pt x="72" y="173"/>
                </a:lnTo>
                <a:lnTo>
                  <a:pt x="72" y="173"/>
                </a:lnTo>
                <a:lnTo>
                  <a:pt x="73" y="173"/>
                </a:lnTo>
                <a:lnTo>
                  <a:pt x="72" y="175"/>
                </a:lnTo>
                <a:lnTo>
                  <a:pt x="72" y="175"/>
                </a:lnTo>
                <a:lnTo>
                  <a:pt x="72" y="177"/>
                </a:lnTo>
                <a:lnTo>
                  <a:pt x="71" y="177"/>
                </a:lnTo>
                <a:lnTo>
                  <a:pt x="72" y="179"/>
                </a:lnTo>
                <a:lnTo>
                  <a:pt x="73" y="179"/>
                </a:lnTo>
                <a:lnTo>
                  <a:pt x="75" y="182"/>
                </a:lnTo>
                <a:lnTo>
                  <a:pt x="75" y="182"/>
                </a:lnTo>
                <a:lnTo>
                  <a:pt x="76" y="183"/>
                </a:lnTo>
                <a:lnTo>
                  <a:pt x="74" y="184"/>
                </a:lnTo>
                <a:lnTo>
                  <a:pt x="75" y="185"/>
                </a:lnTo>
                <a:lnTo>
                  <a:pt x="76" y="185"/>
                </a:lnTo>
                <a:lnTo>
                  <a:pt x="79" y="187"/>
                </a:lnTo>
                <a:lnTo>
                  <a:pt x="78" y="188"/>
                </a:lnTo>
                <a:lnTo>
                  <a:pt x="79" y="189"/>
                </a:lnTo>
                <a:lnTo>
                  <a:pt x="79" y="189"/>
                </a:lnTo>
                <a:lnTo>
                  <a:pt x="81" y="188"/>
                </a:lnTo>
                <a:lnTo>
                  <a:pt x="82" y="189"/>
                </a:lnTo>
                <a:lnTo>
                  <a:pt x="83" y="188"/>
                </a:lnTo>
                <a:lnTo>
                  <a:pt x="84" y="189"/>
                </a:lnTo>
                <a:lnTo>
                  <a:pt x="85" y="189"/>
                </a:lnTo>
                <a:lnTo>
                  <a:pt x="86" y="187"/>
                </a:lnTo>
                <a:lnTo>
                  <a:pt x="88" y="186"/>
                </a:lnTo>
                <a:lnTo>
                  <a:pt x="88" y="186"/>
                </a:lnTo>
                <a:lnTo>
                  <a:pt x="90" y="185"/>
                </a:lnTo>
                <a:lnTo>
                  <a:pt x="91" y="184"/>
                </a:lnTo>
                <a:lnTo>
                  <a:pt x="92" y="184"/>
                </a:lnTo>
                <a:lnTo>
                  <a:pt x="94" y="183"/>
                </a:lnTo>
                <a:lnTo>
                  <a:pt x="95" y="183"/>
                </a:lnTo>
                <a:lnTo>
                  <a:pt x="96" y="184"/>
                </a:lnTo>
                <a:lnTo>
                  <a:pt x="95" y="185"/>
                </a:lnTo>
                <a:lnTo>
                  <a:pt x="97" y="186"/>
                </a:lnTo>
                <a:lnTo>
                  <a:pt x="98" y="185"/>
                </a:lnTo>
                <a:lnTo>
                  <a:pt x="100" y="184"/>
                </a:lnTo>
                <a:lnTo>
                  <a:pt x="100" y="183"/>
                </a:lnTo>
                <a:lnTo>
                  <a:pt x="101" y="183"/>
                </a:lnTo>
                <a:lnTo>
                  <a:pt x="102" y="183"/>
                </a:lnTo>
                <a:lnTo>
                  <a:pt x="103" y="183"/>
                </a:lnTo>
                <a:lnTo>
                  <a:pt x="103" y="180"/>
                </a:lnTo>
                <a:lnTo>
                  <a:pt x="104" y="180"/>
                </a:lnTo>
                <a:lnTo>
                  <a:pt x="104" y="180"/>
                </a:lnTo>
                <a:lnTo>
                  <a:pt x="104" y="179"/>
                </a:lnTo>
                <a:lnTo>
                  <a:pt x="104" y="179"/>
                </a:lnTo>
                <a:lnTo>
                  <a:pt x="104" y="176"/>
                </a:lnTo>
                <a:lnTo>
                  <a:pt x="103" y="176"/>
                </a:lnTo>
                <a:lnTo>
                  <a:pt x="102" y="172"/>
                </a:lnTo>
                <a:lnTo>
                  <a:pt x="101" y="170"/>
                </a:lnTo>
                <a:lnTo>
                  <a:pt x="101" y="168"/>
                </a:lnTo>
                <a:lnTo>
                  <a:pt x="101" y="168"/>
                </a:lnTo>
                <a:lnTo>
                  <a:pt x="102" y="166"/>
                </a:lnTo>
                <a:lnTo>
                  <a:pt x="101" y="162"/>
                </a:lnTo>
                <a:lnTo>
                  <a:pt x="102" y="159"/>
                </a:lnTo>
                <a:lnTo>
                  <a:pt x="103" y="160"/>
                </a:lnTo>
                <a:lnTo>
                  <a:pt x="105" y="159"/>
                </a:lnTo>
                <a:lnTo>
                  <a:pt x="105" y="160"/>
                </a:lnTo>
                <a:lnTo>
                  <a:pt x="106" y="159"/>
                </a:lnTo>
                <a:lnTo>
                  <a:pt x="106" y="158"/>
                </a:lnTo>
                <a:lnTo>
                  <a:pt x="108" y="156"/>
                </a:lnTo>
                <a:lnTo>
                  <a:pt x="109" y="156"/>
                </a:lnTo>
                <a:lnTo>
                  <a:pt x="109" y="154"/>
                </a:lnTo>
                <a:lnTo>
                  <a:pt x="113" y="151"/>
                </a:lnTo>
                <a:lnTo>
                  <a:pt x="114" y="150"/>
                </a:lnTo>
                <a:lnTo>
                  <a:pt x="114" y="148"/>
                </a:lnTo>
                <a:lnTo>
                  <a:pt x="115" y="147"/>
                </a:lnTo>
                <a:lnTo>
                  <a:pt x="114" y="147"/>
                </a:lnTo>
                <a:lnTo>
                  <a:pt x="113" y="145"/>
                </a:lnTo>
                <a:lnTo>
                  <a:pt x="113" y="146"/>
                </a:lnTo>
                <a:lnTo>
                  <a:pt x="112" y="145"/>
                </a:lnTo>
                <a:lnTo>
                  <a:pt x="113" y="143"/>
                </a:lnTo>
                <a:lnTo>
                  <a:pt x="114" y="142"/>
                </a:lnTo>
                <a:lnTo>
                  <a:pt x="115" y="141"/>
                </a:lnTo>
                <a:lnTo>
                  <a:pt x="117" y="140"/>
                </a:lnTo>
                <a:lnTo>
                  <a:pt x="117" y="141"/>
                </a:lnTo>
                <a:lnTo>
                  <a:pt x="118" y="142"/>
                </a:lnTo>
                <a:lnTo>
                  <a:pt x="121" y="139"/>
                </a:lnTo>
                <a:lnTo>
                  <a:pt x="120" y="136"/>
                </a:lnTo>
                <a:lnTo>
                  <a:pt x="119" y="134"/>
                </a:lnTo>
                <a:lnTo>
                  <a:pt x="120" y="133"/>
                </a:lnTo>
                <a:lnTo>
                  <a:pt x="121" y="131"/>
                </a:lnTo>
                <a:lnTo>
                  <a:pt x="121" y="132"/>
                </a:lnTo>
                <a:lnTo>
                  <a:pt x="122" y="132"/>
                </a:lnTo>
                <a:lnTo>
                  <a:pt x="123" y="133"/>
                </a:lnTo>
                <a:lnTo>
                  <a:pt x="125" y="132"/>
                </a:lnTo>
                <a:lnTo>
                  <a:pt x="126" y="133"/>
                </a:lnTo>
                <a:lnTo>
                  <a:pt x="126" y="132"/>
                </a:lnTo>
                <a:lnTo>
                  <a:pt x="128" y="132"/>
                </a:lnTo>
                <a:lnTo>
                  <a:pt x="129" y="131"/>
                </a:lnTo>
                <a:lnTo>
                  <a:pt x="130" y="132"/>
                </a:lnTo>
                <a:lnTo>
                  <a:pt x="131" y="132"/>
                </a:lnTo>
                <a:lnTo>
                  <a:pt x="132" y="132"/>
                </a:lnTo>
                <a:lnTo>
                  <a:pt x="132" y="133"/>
                </a:lnTo>
                <a:lnTo>
                  <a:pt x="131" y="133"/>
                </a:lnTo>
                <a:lnTo>
                  <a:pt x="131" y="134"/>
                </a:lnTo>
                <a:lnTo>
                  <a:pt x="129" y="134"/>
                </a:lnTo>
                <a:lnTo>
                  <a:pt x="129" y="137"/>
                </a:lnTo>
                <a:lnTo>
                  <a:pt x="129" y="139"/>
                </a:lnTo>
                <a:lnTo>
                  <a:pt x="130" y="139"/>
                </a:lnTo>
                <a:lnTo>
                  <a:pt x="130" y="139"/>
                </a:lnTo>
                <a:lnTo>
                  <a:pt x="131" y="139"/>
                </a:lnTo>
                <a:lnTo>
                  <a:pt x="131" y="140"/>
                </a:lnTo>
                <a:lnTo>
                  <a:pt x="133" y="140"/>
                </a:lnTo>
                <a:lnTo>
                  <a:pt x="133" y="141"/>
                </a:lnTo>
                <a:lnTo>
                  <a:pt x="132" y="142"/>
                </a:lnTo>
                <a:lnTo>
                  <a:pt x="132" y="142"/>
                </a:lnTo>
                <a:lnTo>
                  <a:pt x="132" y="142"/>
                </a:lnTo>
                <a:lnTo>
                  <a:pt x="132" y="143"/>
                </a:lnTo>
                <a:lnTo>
                  <a:pt x="132" y="144"/>
                </a:lnTo>
                <a:lnTo>
                  <a:pt x="132" y="144"/>
                </a:lnTo>
                <a:lnTo>
                  <a:pt x="131" y="145"/>
                </a:lnTo>
                <a:lnTo>
                  <a:pt x="130" y="145"/>
                </a:lnTo>
                <a:lnTo>
                  <a:pt x="131" y="146"/>
                </a:lnTo>
                <a:lnTo>
                  <a:pt x="132" y="147"/>
                </a:lnTo>
                <a:lnTo>
                  <a:pt x="134" y="149"/>
                </a:lnTo>
                <a:lnTo>
                  <a:pt x="134" y="149"/>
                </a:lnTo>
                <a:lnTo>
                  <a:pt x="135" y="150"/>
                </a:lnTo>
                <a:lnTo>
                  <a:pt x="138" y="149"/>
                </a:lnTo>
                <a:lnTo>
                  <a:pt x="139" y="149"/>
                </a:lnTo>
                <a:lnTo>
                  <a:pt x="141" y="148"/>
                </a:lnTo>
                <a:lnTo>
                  <a:pt x="142" y="148"/>
                </a:lnTo>
                <a:lnTo>
                  <a:pt x="141" y="147"/>
                </a:lnTo>
                <a:lnTo>
                  <a:pt x="143" y="146"/>
                </a:lnTo>
                <a:lnTo>
                  <a:pt x="143" y="145"/>
                </a:lnTo>
                <a:lnTo>
                  <a:pt x="145" y="144"/>
                </a:lnTo>
                <a:lnTo>
                  <a:pt x="147" y="145"/>
                </a:lnTo>
                <a:lnTo>
                  <a:pt x="147" y="145"/>
                </a:lnTo>
                <a:lnTo>
                  <a:pt x="147" y="146"/>
                </a:lnTo>
                <a:lnTo>
                  <a:pt x="147" y="146"/>
                </a:lnTo>
                <a:lnTo>
                  <a:pt x="148" y="146"/>
                </a:lnTo>
                <a:lnTo>
                  <a:pt x="149" y="146"/>
                </a:lnTo>
                <a:lnTo>
                  <a:pt x="149" y="148"/>
                </a:lnTo>
                <a:lnTo>
                  <a:pt x="148" y="149"/>
                </a:lnTo>
                <a:lnTo>
                  <a:pt x="149" y="150"/>
                </a:lnTo>
                <a:lnTo>
                  <a:pt x="150" y="151"/>
                </a:lnTo>
                <a:lnTo>
                  <a:pt x="149" y="151"/>
                </a:lnTo>
                <a:lnTo>
                  <a:pt x="149" y="152"/>
                </a:lnTo>
                <a:lnTo>
                  <a:pt x="149" y="153"/>
                </a:lnTo>
                <a:lnTo>
                  <a:pt x="150" y="153"/>
                </a:lnTo>
                <a:lnTo>
                  <a:pt x="150" y="152"/>
                </a:lnTo>
                <a:lnTo>
                  <a:pt x="152" y="151"/>
                </a:lnTo>
                <a:lnTo>
                  <a:pt x="154" y="152"/>
                </a:lnTo>
                <a:lnTo>
                  <a:pt x="155" y="153"/>
                </a:lnTo>
                <a:lnTo>
                  <a:pt x="155" y="153"/>
                </a:lnTo>
                <a:lnTo>
                  <a:pt x="156" y="154"/>
                </a:lnTo>
                <a:lnTo>
                  <a:pt x="158" y="153"/>
                </a:lnTo>
                <a:lnTo>
                  <a:pt x="158" y="153"/>
                </a:lnTo>
                <a:lnTo>
                  <a:pt x="159" y="153"/>
                </a:lnTo>
                <a:lnTo>
                  <a:pt x="160" y="153"/>
                </a:lnTo>
                <a:lnTo>
                  <a:pt x="161" y="152"/>
                </a:lnTo>
                <a:lnTo>
                  <a:pt x="162" y="152"/>
                </a:lnTo>
                <a:lnTo>
                  <a:pt x="162" y="152"/>
                </a:lnTo>
                <a:lnTo>
                  <a:pt x="164" y="152"/>
                </a:lnTo>
                <a:lnTo>
                  <a:pt x="165" y="151"/>
                </a:lnTo>
                <a:lnTo>
                  <a:pt x="166" y="151"/>
                </a:lnTo>
                <a:lnTo>
                  <a:pt x="167" y="152"/>
                </a:lnTo>
                <a:lnTo>
                  <a:pt x="168" y="151"/>
                </a:lnTo>
                <a:lnTo>
                  <a:pt x="169" y="151"/>
                </a:lnTo>
                <a:lnTo>
                  <a:pt x="170" y="149"/>
                </a:lnTo>
                <a:lnTo>
                  <a:pt x="170" y="149"/>
                </a:lnTo>
                <a:lnTo>
                  <a:pt x="169" y="149"/>
                </a:lnTo>
                <a:lnTo>
                  <a:pt x="169" y="148"/>
                </a:lnTo>
                <a:lnTo>
                  <a:pt x="170" y="147"/>
                </a:lnTo>
                <a:lnTo>
                  <a:pt x="169" y="146"/>
                </a:lnTo>
                <a:lnTo>
                  <a:pt x="168" y="146"/>
                </a:lnTo>
                <a:lnTo>
                  <a:pt x="169" y="145"/>
                </a:lnTo>
                <a:lnTo>
                  <a:pt x="167" y="143"/>
                </a:lnTo>
                <a:lnTo>
                  <a:pt x="166" y="143"/>
                </a:lnTo>
                <a:lnTo>
                  <a:pt x="165" y="143"/>
                </a:lnTo>
                <a:lnTo>
                  <a:pt x="163" y="144"/>
                </a:lnTo>
                <a:lnTo>
                  <a:pt x="162" y="143"/>
                </a:lnTo>
                <a:lnTo>
                  <a:pt x="161" y="144"/>
                </a:lnTo>
                <a:lnTo>
                  <a:pt x="160" y="143"/>
                </a:lnTo>
                <a:lnTo>
                  <a:pt x="161" y="141"/>
                </a:lnTo>
                <a:lnTo>
                  <a:pt x="160" y="141"/>
                </a:lnTo>
                <a:lnTo>
                  <a:pt x="160" y="139"/>
                </a:lnTo>
                <a:lnTo>
                  <a:pt x="159" y="139"/>
                </a:lnTo>
                <a:lnTo>
                  <a:pt x="158" y="139"/>
                </a:lnTo>
                <a:lnTo>
                  <a:pt x="158" y="140"/>
                </a:lnTo>
                <a:lnTo>
                  <a:pt x="156" y="139"/>
                </a:lnTo>
                <a:lnTo>
                  <a:pt x="156" y="138"/>
                </a:lnTo>
                <a:lnTo>
                  <a:pt x="156" y="137"/>
                </a:lnTo>
                <a:lnTo>
                  <a:pt x="156" y="136"/>
                </a:lnTo>
                <a:lnTo>
                  <a:pt x="156" y="135"/>
                </a:lnTo>
                <a:lnTo>
                  <a:pt x="157" y="134"/>
                </a:lnTo>
                <a:lnTo>
                  <a:pt x="157" y="133"/>
                </a:lnTo>
                <a:lnTo>
                  <a:pt x="158" y="132"/>
                </a:lnTo>
                <a:lnTo>
                  <a:pt x="158" y="133"/>
                </a:lnTo>
                <a:lnTo>
                  <a:pt x="159" y="133"/>
                </a:lnTo>
                <a:lnTo>
                  <a:pt x="161" y="133"/>
                </a:lnTo>
                <a:lnTo>
                  <a:pt x="161" y="131"/>
                </a:lnTo>
                <a:lnTo>
                  <a:pt x="162" y="131"/>
                </a:lnTo>
                <a:lnTo>
                  <a:pt x="162" y="129"/>
                </a:lnTo>
                <a:lnTo>
                  <a:pt x="163" y="129"/>
                </a:lnTo>
                <a:lnTo>
                  <a:pt x="164" y="131"/>
                </a:lnTo>
                <a:lnTo>
                  <a:pt x="165" y="131"/>
                </a:lnTo>
                <a:lnTo>
                  <a:pt x="165" y="132"/>
                </a:lnTo>
                <a:lnTo>
                  <a:pt x="166" y="132"/>
                </a:lnTo>
                <a:lnTo>
                  <a:pt x="167" y="133"/>
                </a:lnTo>
                <a:lnTo>
                  <a:pt x="168" y="134"/>
                </a:lnTo>
                <a:lnTo>
                  <a:pt x="169" y="134"/>
                </a:lnTo>
                <a:lnTo>
                  <a:pt x="169" y="135"/>
                </a:lnTo>
                <a:lnTo>
                  <a:pt x="170" y="136"/>
                </a:lnTo>
                <a:lnTo>
                  <a:pt x="171" y="135"/>
                </a:lnTo>
                <a:lnTo>
                  <a:pt x="171" y="134"/>
                </a:lnTo>
                <a:lnTo>
                  <a:pt x="170" y="134"/>
                </a:lnTo>
                <a:lnTo>
                  <a:pt x="170" y="133"/>
                </a:lnTo>
                <a:lnTo>
                  <a:pt x="169" y="132"/>
                </a:lnTo>
                <a:lnTo>
                  <a:pt x="169" y="130"/>
                </a:lnTo>
                <a:lnTo>
                  <a:pt x="168" y="128"/>
                </a:lnTo>
                <a:lnTo>
                  <a:pt x="168" y="127"/>
                </a:lnTo>
                <a:lnTo>
                  <a:pt x="167" y="126"/>
                </a:lnTo>
                <a:lnTo>
                  <a:pt x="166" y="125"/>
                </a:lnTo>
                <a:lnTo>
                  <a:pt x="166" y="126"/>
                </a:lnTo>
                <a:lnTo>
                  <a:pt x="165" y="126"/>
                </a:lnTo>
                <a:lnTo>
                  <a:pt x="164" y="125"/>
                </a:lnTo>
                <a:lnTo>
                  <a:pt x="164" y="126"/>
                </a:lnTo>
                <a:lnTo>
                  <a:pt x="164" y="125"/>
                </a:lnTo>
                <a:lnTo>
                  <a:pt x="163" y="124"/>
                </a:lnTo>
                <a:lnTo>
                  <a:pt x="161" y="125"/>
                </a:lnTo>
                <a:lnTo>
                  <a:pt x="160" y="125"/>
                </a:lnTo>
                <a:lnTo>
                  <a:pt x="159" y="125"/>
                </a:lnTo>
                <a:lnTo>
                  <a:pt x="159" y="125"/>
                </a:lnTo>
                <a:lnTo>
                  <a:pt x="158" y="124"/>
                </a:lnTo>
                <a:lnTo>
                  <a:pt x="158" y="123"/>
                </a:lnTo>
                <a:lnTo>
                  <a:pt x="158" y="123"/>
                </a:lnTo>
                <a:lnTo>
                  <a:pt x="158" y="122"/>
                </a:lnTo>
                <a:lnTo>
                  <a:pt x="158" y="121"/>
                </a:lnTo>
                <a:lnTo>
                  <a:pt x="158" y="121"/>
                </a:lnTo>
                <a:lnTo>
                  <a:pt x="158" y="121"/>
                </a:lnTo>
                <a:lnTo>
                  <a:pt x="157" y="120"/>
                </a:lnTo>
                <a:lnTo>
                  <a:pt x="157" y="117"/>
                </a:lnTo>
                <a:lnTo>
                  <a:pt x="156" y="118"/>
                </a:lnTo>
                <a:lnTo>
                  <a:pt x="156" y="117"/>
                </a:lnTo>
                <a:lnTo>
                  <a:pt x="154" y="118"/>
                </a:lnTo>
                <a:lnTo>
                  <a:pt x="153" y="117"/>
                </a:lnTo>
                <a:lnTo>
                  <a:pt x="152" y="117"/>
                </a:lnTo>
                <a:lnTo>
                  <a:pt x="153" y="116"/>
                </a:lnTo>
                <a:lnTo>
                  <a:pt x="152" y="117"/>
                </a:lnTo>
                <a:lnTo>
                  <a:pt x="152" y="115"/>
                </a:lnTo>
                <a:lnTo>
                  <a:pt x="152" y="114"/>
                </a:lnTo>
                <a:lnTo>
                  <a:pt x="151" y="114"/>
                </a:lnTo>
                <a:lnTo>
                  <a:pt x="151" y="114"/>
                </a:lnTo>
                <a:lnTo>
                  <a:pt x="151" y="113"/>
                </a:lnTo>
                <a:lnTo>
                  <a:pt x="150" y="114"/>
                </a:lnTo>
                <a:lnTo>
                  <a:pt x="149" y="111"/>
                </a:lnTo>
                <a:lnTo>
                  <a:pt x="150" y="110"/>
                </a:lnTo>
                <a:lnTo>
                  <a:pt x="151" y="110"/>
                </a:lnTo>
                <a:lnTo>
                  <a:pt x="152" y="108"/>
                </a:lnTo>
                <a:lnTo>
                  <a:pt x="153" y="108"/>
                </a:lnTo>
                <a:lnTo>
                  <a:pt x="153" y="107"/>
                </a:lnTo>
                <a:lnTo>
                  <a:pt x="154" y="108"/>
                </a:lnTo>
                <a:lnTo>
                  <a:pt x="155" y="107"/>
                </a:lnTo>
                <a:lnTo>
                  <a:pt x="155" y="105"/>
                </a:lnTo>
                <a:lnTo>
                  <a:pt x="155" y="105"/>
                </a:lnTo>
                <a:lnTo>
                  <a:pt x="157" y="105"/>
                </a:lnTo>
                <a:lnTo>
                  <a:pt x="158" y="104"/>
                </a:lnTo>
                <a:lnTo>
                  <a:pt x="157" y="103"/>
                </a:lnTo>
                <a:lnTo>
                  <a:pt x="157" y="103"/>
                </a:lnTo>
                <a:lnTo>
                  <a:pt x="158" y="101"/>
                </a:lnTo>
                <a:lnTo>
                  <a:pt x="157" y="100"/>
                </a:lnTo>
                <a:lnTo>
                  <a:pt x="157" y="100"/>
                </a:lnTo>
                <a:lnTo>
                  <a:pt x="157" y="100"/>
                </a:lnTo>
                <a:lnTo>
                  <a:pt x="156" y="99"/>
                </a:lnTo>
                <a:lnTo>
                  <a:pt x="156" y="99"/>
                </a:lnTo>
                <a:lnTo>
                  <a:pt x="155" y="98"/>
                </a:lnTo>
                <a:lnTo>
                  <a:pt x="155" y="97"/>
                </a:lnTo>
                <a:lnTo>
                  <a:pt x="154" y="98"/>
                </a:lnTo>
                <a:lnTo>
                  <a:pt x="154" y="97"/>
                </a:lnTo>
                <a:lnTo>
                  <a:pt x="156" y="97"/>
                </a:lnTo>
                <a:lnTo>
                  <a:pt x="156" y="96"/>
                </a:lnTo>
                <a:lnTo>
                  <a:pt x="155" y="96"/>
                </a:lnTo>
                <a:lnTo>
                  <a:pt x="155" y="95"/>
                </a:lnTo>
                <a:lnTo>
                  <a:pt x="157" y="95"/>
                </a:lnTo>
                <a:lnTo>
                  <a:pt x="157" y="94"/>
                </a:lnTo>
                <a:lnTo>
                  <a:pt x="158" y="93"/>
                </a:lnTo>
                <a:lnTo>
                  <a:pt x="159" y="91"/>
                </a:lnTo>
                <a:lnTo>
                  <a:pt x="159" y="91"/>
                </a:lnTo>
                <a:lnTo>
                  <a:pt x="160" y="92"/>
                </a:lnTo>
                <a:lnTo>
                  <a:pt x="161" y="92"/>
                </a:lnTo>
                <a:lnTo>
                  <a:pt x="162" y="93"/>
                </a:lnTo>
                <a:lnTo>
                  <a:pt x="163" y="93"/>
                </a:lnTo>
                <a:lnTo>
                  <a:pt x="165" y="94"/>
                </a:lnTo>
                <a:lnTo>
                  <a:pt x="165" y="94"/>
                </a:lnTo>
                <a:lnTo>
                  <a:pt x="166" y="94"/>
                </a:lnTo>
                <a:lnTo>
                  <a:pt x="166" y="96"/>
                </a:lnTo>
                <a:lnTo>
                  <a:pt x="167" y="97"/>
                </a:lnTo>
                <a:lnTo>
                  <a:pt x="168" y="96"/>
                </a:lnTo>
                <a:lnTo>
                  <a:pt x="169" y="96"/>
                </a:lnTo>
                <a:lnTo>
                  <a:pt x="169" y="96"/>
                </a:lnTo>
                <a:lnTo>
                  <a:pt x="169" y="96"/>
                </a:lnTo>
                <a:lnTo>
                  <a:pt x="170" y="95"/>
                </a:lnTo>
                <a:lnTo>
                  <a:pt x="171" y="95"/>
                </a:lnTo>
                <a:lnTo>
                  <a:pt x="171" y="94"/>
                </a:lnTo>
                <a:lnTo>
                  <a:pt x="173" y="94"/>
                </a:lnTo>
                <a:lnTo>
                  <a:pt x="174" y="94"/>
                </a:lnTo>
                <a:lnTo>
                  <a:pt x="175" y="94"/>
                </a:lnTo>
                <a:lnTo>
                  <a:pt x="175" y="95"/>
                </a:lnTo>
                <a:lnTo>
                  <a:pt x="175" y="95"/>
                </a:lnTo>
                <a:lnTo>
                  <a:pt x="175" y="97"/>
                </a:lnTo>
                <a:lnTo>
                  <a:pt x="176" y="97"/>
                </a:lnTo>
                <a:lnTo>
                  <a:pt x="176" y="98"/>
                </a:lnTo>
                <a:lnTo>
                  <a:pt x="176" y="98"/>
                </a:lnTo>
                <a:lnTo>
                  <a:pt x="176" y="99"/>
                </a:lnTo>
                <a:lnTo>
                  <a:pt x="177" y="100"/>
                </a:lnTo>
                <a:lnTo>
                  <a:pt x="178" y="100"/>
                </a:lnTo>
                <a:lnTo>
                  <a:pt x="179" y="100"/>
                </a:lnTo>
                <a:lnTo>
                  <a:pt x="181" y="100"/>
                </a:lnTo>
                <a:lnTo>
                  <a:pt x="181" y="100"/>
                </a:lnTo>
                <a:lnTo>
                  <a:pt x="182" y="99"/>
                </a:lnTo>
                <a:lnTo>
                  <a:pt x="183" y="100"/>
                </a:lnTo>
                <a:lnTo>
                  <a:pt x="183" y="100"/>
                </a:lnTo>
                <a:lnTo>
                  <a:pt x="184" y="99"/>
                </a:lnTo>
                <a:lnTo>
                  <a:pt x="184" y="99"/>
                </a:lnTo>
                <a:lnTo>
                  <a:pt x="184" y="99"/>
                </a:lnTo>
                <a:lnTo>
                  <a:pt x="186" y="96"/>
                </a:lnTo>
                <a:lnTo>
                  <a:pt x="188" y="93"/>
                </a:lnTo>
                <a:lnTo>
                  <a:pt x="189" y="92"/>
                </a:lnTo>
                <a:lnTo>
                  <a:pt x="189" y="90"/>
                </a:lnTo>
                <a:lnTo>
                  <a:pt x="190" y="89"/>
                </a:lnTo>
                <a:lnTo>
                  <a:pt x="191" y="88"/>
                </a:lnTo>
                <a:lnTo>
                  <a:pt x="190" y="88"/>
                </a:lnTo>
                <a:lnTo>
                  <a:pt x="192" y="86"/>
                </a:lnTo>
                <a:lnTo>
                  <a:pt x="191" y="85"/>
                </a:lnTo>
                <a:lnTo>
                  <a:pt x="190" y="84"/>
                </a:lnTo>
                <a:lnTo>
                  <a:pt x="191" y="82"/>
                </a:lnTo>
                <a:lnTo>
                  <a:pt x="191" y="81"/>
                </a:lnTo>
                <a:lnTo>
                  <a:pt x="192" y="81"/>
                </a:lnTo>
                <a:lnTo>
                  <a:pt x="194" y="82"/>
                </a:lnTo>
                <a:lnTo>
                  <a:pt x="195" y="80"/>
                </a:lnTo>
                <a:lnTo>
                  <a:pt x="196" y="80"/>
                </a:lnTo>
                <a:lnTo>
                  <a:pt x="196" y="81"/>
                </a:lnTo>
                <a:lnTo>
                  <a:pt x="197" y="82"/>
                </a:lnTo>
                <a:lnTo>
                  <a:pt x="198" y="82"/>
                </a:lnTo>
                <a:lnTo>
                  <a:pt x="201" y="80"/>
                </a:lnTo>
                <a:lnTo>
                  <a:pt x="200" y="79"/>
                </a:lnTo>
                <a:lnTo>
                  <a:pt x="200" y="78"/>
                </a:lnTo>
                <a:lnTo>
                  <a:pt x="201" y="78"/>
                </a:lnTo>
                <a:lnTo>
                  <a:pt x="201" y="77"/>
                </a:lnTo>
                <a:lnTo>
                  <a:pt x="202" y="76"/>
                </a:lnTo>
                <a:lnTo>
                  <a:pt x="201" y="76"/>
                </a:lnTo>
                <a:lnTo>
                  <a:pt x="201" y="75"/>
                </a:lnTo>
                <a:lnTo>
                  <a:pt x="203" y="73"/>
                </a:lnTo>
                <a:lnTo>
                  <a:pt x="202" y="72"/>
                </a:lnTo>
                <a:lnTo>
                  <a:pt x="201" y="73"/>
                </a:lnTo>
                <a:lnTo>
                  <a:pt x="201" y="72"/>
                </a:lnTo>
                <a:lnTo>
                  <a:pt x="203" y="71"/>
                </a:lnTo>
                <a:lnTo>
                  <a:pt x="204" y="70"/>
                </a:lnTo>
                <a:lnTo>
                  <a:pt x="204" y="69"/>
                </a:lnTo>
                <a:lnTo>
                  <a:pt x="205" y="68"/>
                </a:lnTo>
                <a:lnTo>
                  <a:pt x="205" y="67"/>
                </a:lnTo>
                <a:lnTo>
                  <a:pt x="204" y="67"/>
                </a:lnTo>
                <a:lnTo>
                  <a:pt x="204" y="66"/>
                </a:lnTo>
                <a:lnTo>
                  <a:pt x="207" y="66"/>
                </a:lnTo>
                <a:lnTo>
                  <a:pt x="207" y="65"/>
                </a:lnTo>
                <a:lnTo>
                  <a:pt x="208" y="65"/>
                </a:lnTo>
                <a:lnTo>
                  <a:pt x="208" y="64"/>
                </a:lnTo>
                <a:lnTo>
                  <a:pt x="209" y="63"/>
                </a:lnTo>
                <a:lnTo>
                  <a:pt x="211" y="62"/>
                </a:lnTo>
                <a:lnTo>
                  <a:pt x="210" y="61"/>
                </a:lnTo>
                <a:lnTo>
                  <a:pt x="210" y="60"/>
                </a:lnTo>
                <a:lnTo>
                  <a:pt x="211" y="60"/>
                </a:lnTo>
                <a:lnTo>
                  <a:pt x="209" y="59"/>
                </a:lnTo>
                <a:lnTo>
                  <a:pt x="209" y="59"/>
                </a:lnTo>
                <a:lnTo>
                  <a:pt x="208" y="58"/>
                </a:lnTo>
                <a:lnTo>
                  <a:pt x="208" y="58"/>
                </a:lnTo>
                <a:lnTo>
                  <a:pt x="207" y="58"/>
                </a:lnTo>
                <a:lnTo>
                  <a:pt x="205" y="55"/>
                </a:lnTo>
                <a:lnTo>
                  <a:pt x="206" y="55"/>
                </a:lnTo>
                <a:lnTo>
                  <a:pt x="207" y="55"/>
                </a:lnTo>
                <a:lnTo>
                  <a:pt x="207" y="55"/>
                </a:lnTo>
                <a:lnTo>
                  <a:pt x="206" y="54"/>
                </a:lnTo>
                <a:lnTo>
                  <a:pt x="207" y="54"/>
                </a:lnTo>
                <a:lnTo>
                  <a:pt x="207" y="53"/>
                </a:lnTo>
                <a:lnTo>
                  <a:pt x="208" y="53"/>
                </a:lnTo>
                <a:lnTo>
                  <a:pt x="209" y="52"/>
                </a:lnTo>
                <a:lnTo>
                  <a:pt x="207" y="51"/>
                </a:lnTo>
                <a:lnTo>
                  <a:pt x="208" y="50"/>
                </a:lnTo>
                <a:lnTo>
                  <a:pt x="209" y="50"/>
                </a:lnTo>
                <a:lnTo>
                  <a:pt x="210" y="50"/>
                </a:lnTo>
                <a:lnTo>
                  <a:pt x="210" y="49"/>
                </a:lnTo>
                <a:lnTo>
                  <a:pt x="209" y="48"/>
                </a:lnTo>
                <a:lnTo>
                  <a:pt x="206" y="49"/>
                </a:lnTo>
                <a:lnTo>
                  <a:pt x="205" y="48"/>
                </a:lnTo>
                <a:lnTo>
                  <a:pt x="203" y="50"/>
                </a:lnTo>
                <a:lnTo>
                  <a:pt x="203" y="49"/>
                </a:lnTo>
                <a:lnTo>
                  <a:pt x="203" y="50"/>
                </a:lnTo>
                <a:lnTo>
                  <a:pt x="202" y="49"/>
                </a:lnTo>
                <a:lnTo>
                  <a:pt x="200" y="50"/>
                </a:lnTo>
                <a:lnTo>
                  <a:pt x="201" y="51"/>
                </a:lnTo>
                <a:lnTo>
                  <a:pt x="200" y="51"/>
                </a:lnTo>
                <a:lnTo>
                  <a:pt x="198" y="50"/>
                </a:lnTo>
                <a:lnTo>
                  <a:pt x="198" y="50"/>
                </a:lnTo>
                <a:lnTo>
                  <a:pt x="195" y="47"/>
                </a:lnTo>
                <a:lnTo>
                  <a:pt x="194" y="47"/>
                </a:lnTo>
                <a:lnTo>
                  <a:pt x="194" y="46"/>
                </a:lnTo>
                <a:lnTo>
                  <a:pt x="192" y="46"/>
                </a:lnTo>
                <a:lnTo>
                  <a:pt x="191" y="46"/>
                </a:lnTo>
                <a:lnTo>
                  <a:pt x="190" y="45"/>
                </a:lnTo>
                <a:lnTo>
                  <a:pt x="190" y="46"/>
                </a:lnTo>
                <a:lnTo>
                  <a:pt x="189" y="43"/>
                </a:lnTo>
                <a:lnTo>
                  <a:pt x="188" y="43"/>
                </a:lnTo>
                <a:lnTo>
                  <a:pt x="188" y="44"/>
                </a:lnTo>
                <a:lnTo>
                  <a:pt x="187" y="44"/>
                </a:lnTo>
                <a:lnTo>
                  <a:pt x="186" y="46"/>
                </a:lnTo>
                <a:lnTo>
                  <a:pt x="185" y="45"/>
                </a:lnTo>
                <a:lnTo>
                  <a:pt x="185" y="45"/>
                </a:lnTo>
                <a:lnTo>
                  <a:pt x="183" y="44"/>
                </a:lnTo>
                <a:lnTo>
                  <a:pt x="183" y="43"/>
                </a:lnTo>
                <a:lnTo>
                  <a:pt x="183" y="42"/>
                </a:lnTo>
                <a:lnTo>
                  <a:pt x="183" y="40"/>
                </a:lnTo>
                <a:lnTo>
                  <a:pt x="182" y="40"/>
                </a:lnTo>
                <a:lnTo>
                  <a:pt x="182" y="39"/>
                </a:lnTo>
                <a:lnTo>
                  <a:pt x="181" y="39"/>
                </a:lnTo>
                <a:lnTo>
                  <a:pt x="179" y="39"/>
                </a:lnTo>
                <a:lnTo>
                  <a:pt x="179" y="39"/>
                </a:lnTo>
                <a:lnTo>
                  <a:pt x="178" y="39"/>
                </a:lnTo>
                <a:lnTo>
                  <a:pt x="178" y="39"/>
                </a:lnTo>
                <a:lnTo>
                  <a:pt x="177" y="39"/>
                </a:lnTo>
                <a:lnTo>
                  <a:pt x="177" y="39"/>
                </a:lnTo>
                <a:lnTo>
                  <a:pt x="176" y="39"/>
                </a:lnTo>
                <a:lnTo>
                  <a:pt x="174" y="40"/>
                </a:lnTo>
                <a:lnTo>
                  <a:pt x="173" y="40"/>
                </a:lnTo>
                <a:lnTo>
                  <a:pt x="172" y="41"/>
                </a:lnTo>
                <a:lnTo>
                  <a:pt x="171" y="40"/>
                </a:lnTo>
                <a:lnTo>
                  <a:pt x="170" y="41"/>
                </a:lnTo>
                <a:lnTo>
                  <a:pt x="169" y="40"/>
                </a:lnTo>
                <a:lnTo>
                  <a:pt x="167" y="40"/>
                </a:lnTo>
                <a:lnTo>
                  <a:pt x="167" y="40"/>
                </a:lnTo>
                <a:lnTo>
                  <a:pt x="164" y="39"/>
                </a:lnTo>
                <a:lnTo>
                  <a:pt x="164" y="38"/>
                </a:lnTo>
                <a:lnTo>
                  <a:pt x="164" y="37"/>
                </a:lnTo>
                <a:lnTo>
                  <a:pt x="163" y="36"/>
                </a:lnTo>
                <a:lnTo>
                  <a:pt x="162" y="37"/>
                </a:lnTo>
                <a:lnTo>
                  <a:pt x="162" y="36"/>
                </a:lnTo>
                <a:lnTo>
                  <a:pt x="161" y="37"/>
                </a:lnTo>
                <a:lnTo>
                  <a:pt x="160" y="36"/>
                </a:lnTo>
                <a:lnTo>
                  <a:pt x="159" y="37"/>
                </a:lnTo>
                <a:lnTo>
                  <a:pt x="159" y="38"/>
                </a:lnTo>
                <a:lnTo>
                  <a:pt x="158" y="38"/>
                </a:lnTo>
                <a:lnTo>
                  <a:pt x="158" y="38"/>
                </a:lnTo>
                <a:lnTo>
                  <a:pt x="157" y="38"/>
                </a:lnTo>
                <a:lnTo>
                  <a:pt x="155" y="40"/>
                </a:lnTo>
                <a:lnTo>
                  <a:pt x="154" y="39"/>
                </a:lnTo>
                <a:lnTo>
                  <a:pt x="154" y="39"/>
                </a:lnTo>
                <a:lnTo>
                  <a:pt x="154" y="38"/>
                </a:lnTo>
                <a:lnTo>
                  <a:pt x="153" y="38"/>
                </a:lnTo>
                <a:lnTo>
                  <a:pt x="153" y="36"/>
                </a:lnTo>
                <a:lnTo>
                  <a:pt x="153" y="36"/>
                </a:lnTo>
                <a:lnTo>
                  <a:pt x="153" y="35"/>
                </a:lnTo>
                <a:lnTo>
                  <a:pt x="152" y="34"/>
                </a:lnTo>
                <a:lnTo>
                  <a:pt x="151" y="35"/>
                </a:lnTo>
                <a:lnTo>
                  <a:pt x="151" y="35"/>
                </a:lnTo>
                <a:lnTo>
                  <a:pt x="151" y="36"/>
                </a:lnTo>
                <a:lnTo>
                  <a:pt x="151" y="38"/>
                </a:lnTo>
                <a:lnTo>
                  <a:pt x="152" y="38"/>
                </a:lnTo>
                <a:lnTo>
                  <a:pt x="152" y="39"/>
                </a:lnTo>
                <a:lnTo>
                  <a:pt x="150" y="39"/>
                </a:lnTo>
                <a:lnTo>
                  <a:pt x="149" y="41"/>
                </a:lnTo>
                <a:lnTo>
                  <a:pt x="148" y="40"/>
                </a:lnTo>
                <a:lnTo>
                  <a:pt x="147" y="41"/>
                </a:lnTo>
                <a:lnTo>
                  <a:pt x="147" y="42"/>
                </a:lnTo>
                <a:lnTo>
                  <a:pt x="146" y="42"/>
                </a:lnTo>
                <a:lnTo>
                  <a:pt x="145" y="41"/>
                </a:lnTo>
                <a:lnTo>
                  <a:pt x="144" y="41"/>
                </a:lnTo>
                <a:lnTo>
                  <a:pt x="141" y="42"/>
                </a:lnTo>
                <a:lnTo>
                  <a:pt x="140" y="41"/>
                </a:lnTo>
                <a:lnTo>
                  <a:pt x="139" y="41"/>
                </a:lnTo>
                <a:lnTo>
                  <a:pt x="138" y="40"/>
                </a:lnTo>
                <a:lnTo>
                  <a:pt x="137" y="41"/>
                </a:lnTo>
                <a:lnTo>
                  <a:pt x="136" y="39"/>
                </a:lnTo>
                <a:lnTo>
                  <a:pt x="135" y="39"/>
                </a:lnTo>
                <a:lnTo>
                  <a:pt x="134" y="38"/>
                </a:lnTo>
                <a:lnTo>
                  <a:pt x="133" y="39"/>
                </a:lnTo>
                <a:lnTo>
                  <a:pt x="131" y="37"/>
                </a:lnTo>
                <a:lnTo>
                  <a:pt x="130" y="37"/>
                </a:lnTo>
                <a:lnTo>
                  <a:pt x="130" y="35"/>
                </a:lnTo>
                <a:lnTo>
                  <a:pt x="130" y="34"/>
                </a:lnTo>
                <a:lnTo>
                  <a:pt x="132" y="34"/>
                </a:lnTo>
                <a:lnTo>
                  <a:pt x="132" y="33"/>
                </a:lnTo>
                <a:lnTo>
                  <a:pt x="133" y="33"/>
                </a:lnTo>
                <a:lnTo>
                  <a:pt x="132" y="32"/>
                </a:lnTo>
                <a:lnTo>
                  <a:pt x="131" y="32"/>
                </a:lnTo>
                <a:lnTo>
                  <a:pt x="132" y="30"/>
                </a:lnTo>
                <a:lnTo>
                  <a:pt x="130" y="26"/>
                </a:lnTo>
                <a:lnTo>
                  <a:pt x="131" y="26"/>
                </a:lnTo>
                <a:lnTo>
                  <a:pt x="132" y="26"/>
                </a:lnTo>
                <a:lnTo>
                  <a:pt x="133" y="25"/>
                </a:lnTo>
                <a:lnTo>
                  <a:pt x="132" y="25"/>
                </a:lnTo>
                <a:lnTo>
                  <a:pt x="130" y="25"/>
                </a:lnTo>
                <a:lnTo>
                  <a:pt x="130" y="24"/>
                </a:lnTo>
                <a:lnTo>
                  <a:pt x="129" y="24"/>
                </a:lnTo>
                <a:lnTo>
                  <a:pt x="128" y="20"/>
                </a:lnTo>
                <a:lnTo>
                  <a:pt x="128" y="19"/>
                </a:lnTo>
                <a:lnTo>
                  <a:pt x="127" y="18"/>
                </a:lnTo>
                <a:lnTo>
                  <a:pt x="126" y="17"/>
                </a:lnTo>
                <a:lnTo>
                  <a:pt x="124" y="17"/>
                </a:lnTo>
                <a:lnTo>
                  <a:pt x="122" y="17"/>
                </a:lnTo>
                <a:lnTo>
                  <a:pt x="121" y="18"/>
                </a:lnTo>
                <a:lnTo>
                  <a:pt x="117" y="16"/>
                </a:lnTo>
                <a:lnTo>
                  <a:pt x="117" y="17"/>
                </a:lnTo>
                <a:lnTo>
                  <a:pt x="116" y="17"/>
                </a:lnTo>
                <a:lnTo>
                  <a:pt x="116" y="16"/>
                </a:lnTo>
                <a:lnTo>
                  <a:pt x="116" y="14"/>
                </a:lnTo>
                <a:lnTo>
                  <a:pt x="115" y="14"/>
                </a:lnTo>
                <a:lnTo>
                  <a:pt x="114" y="15"/>
                </a:lnTo>
                <a:lnTo>
                  <a:pt x="113" y="16"/>
                </a:lnTo>
                <a:lnTo>
                  <a:pt x="112" y="15"/>
                </a:lnTo>
                <a:lnTo>
                  <a:pt x="112" y="14"/>
                </a:lnTo>
                <a:lnTo>
                  <a:pt x="111" y="14"/>
                </a:lnTo>
                <a:lnTo>
                  <a:pt x="111" y="14"/>
                </a:lnTo>
                <a:lnTo>
                  <a:pt x="109" y="14"/>
                </a:lnTo>
                <a:lnTo>
                  <a:pt x="109" y="14"/>
                </a:lnTo>
                <a:lnTo>
                  <a:pt x="110" y="12"/>
                </a:lnTo>
                <a:lnTo>
                  <a:pt x="109" y="11"/>
                </a:lnTo>
                <a:lnTo>
                  <a:pt x="109" y="10"/>
                </a:lnTo>
                <a:lnTo>
                  <a:pt x="109" y="9"/>
                </a:lnTo>
                <a:lnTo>
                  <a:pt x="109" y="9"/>
                </a:lnTo>
                <a:lnTo>
                  <a:pt x="109" y="8"/>
                </a:lnTo>
                <a:lnTo>
                  <a:pt x="110" y="8"/>
                </a:lnTo>
                <a:lnTo>
                  <a:pt x="109" y="7"/>
                </a:lnTo>
                <a:lnTo>
                  <a:pt x="109" y="6"/>
                </a:lnTo>
                <a:lnTo>
                  <a:pt x="108" y="6"/>
                </a:lnTo>
                <a:lnTo>
                  <a:pt x="107" y="5"/>
                </a:lnTo>
                <a:lnTo>
                  <a:pt x="106" y="5"/>
                </a:lnTo>
                <a:lnTo>
                  <a:pt x="106" y="4"/>
                </a:lnTo>
                <a:lnTo>
                  <a:pt x="105" y="3"/>
                </a:lnTo>
                <a:lnTo>
                  <a:pt x="104" y="3"/>
                </a:lnTo>
                <a:lnTo>
                  <a:pt x="104" y="3"/>
                </a:lnTo>
                <a:lnTo>
                  <a:pt x="103" y="3"/>
                </a:lnTo>
                <a:lnTo>
                  <a:pt x="102" y="4"/>
                </a:lnTo>
                <a:lnTo>
                  <a:pt x="102" y="4"/>
                </a:lnTo>
                <a:lnTo>
                  <a:pt x="100" y="6"/>
                </a:lnTo>
                <a:lnTo>
                  <a:pt x="99" y="6"/>
                </a:lnTo>
                <a:lnTo>
                  <a:pt x="100" y="7"/>
                </a:lnTo>
                <a:lnTo>
                  <a:pt x="100" y="8"/>
                </a:lnTo>
                <a:lnTo>
                  <a:pt x="99" y="7"/>
                </a:lnTo>
                <a:lnTo>
                  <a:pt x="97" y="8"/>
                </a:lnTo>
                <a:lnTo>
                  <a:pt x="96" y="7"/>
                </a:lnTo>
                <a:lnTo>
                  <a:pt x="95" y="10"/>
                </a:lnTo>
                <a:lnTo>
                  <a:pt x="94" y="10"/>
                </a:lnTo>
                <a:lnTo>
                  <a:pt x="94" y="10"/>
                </a:lnTo>
                <a:lnTo>
                  <a:pt x="93" y="10"/>
                </a:lnTo>
                <a:lnTo>
                  <a:pt x="93" y="10"/>
                </a:lnTo>
                <a:lnTo>
                  <a:pt x="92" y="10"/>
                </a:lnTo>
                <a:lnTo>
                  <a:pt x="91" y="10"/>
                </a:lnTo>
                <a:lnTo>
                  <a:pt x="90" y="10"/>
                </a:lnTo>
                <a:lnTo>
                  <a:pt x="93" y="13"/>
                </a:lnTo>
                <a:lnTo>
                  <a:pt x="93" y="13"/>
                </a:lnTo>
                <a:lnTo>
                  <a:pt x="92" y="14"/>
                </a:lnTo>
                <a:lnTo>
                  <a:pt x="93" y="14"/>
                </a:lnTo>
                <a:lnTo>
                  <a:pt x="94" y="15"/>
                </a:lnTo>
                <a:lnTo>
                  <a:pt x="93" y="16"/>
                </a:lnTo>
                <a:lnTo>
                  <a:pt x="94" y="16"/>
                </a:lnTo>
                <a:lnTo>
                  <a:pt x="94" y="17"/>
                </a:lnTo>
                <a:lnTo>
                  <a:pt x="94" y="18"/>
                </a:lnTo>
                <a:lnTo>
                  <a:pt x="96" y="19"/>
                </a:lnTo>
                <a:lnTo>
                  <a:pt x="97" y="20"/>
                </a:lnTo>
                <a:lnTo>
                  <a:pt x="96" y="20"/>
                </a:lnTo>
                <a:lnTo>
                  <a:pt x="96" y="22"/>
                </a:lnTo>
                <a:lnTo>
                  <a:pt x="96" y="22"/>
                </a:lnTo>
                <a:lnTo>
                  <a:pt x="95" y="23"/>
                </a:lnTo>
                <a:lnTo>
                  <a:pt x="92" y="23"/>
                </a:lnTo>
                <a:lnTo>
                  <a:pt x="91" y="24"/>
                </a:lnTo>
                <a:lnTo>
                  <a:pt x="92" y="26"/>
                </a:lnTo>
                <a:lnTo>
                  <a:pt x="91" y="27"/>
                </a:lnTo>
                <a:lnTo>
                  <a:pt x="90" y="25"/>
                </a:lnTo>
                <a:lnTo>
                  <a:pt x="89" y="27"/>
                </a:lnTo>
                <a:lnTo>
                  <a:pt x="86" y="28"/>
                </a:lnTo>
                <a:lnTo>
                  <a:pt x="85" y="30"/>
                </a:lnTo>
                <a:lnTo>
                  <a:pt x="84" y="29"/>
                </a:lnTo>
                <a:lnTo>
                  <a:pt x="84" y="28"/>
                </a:lnTo>
                <a:lnTo>
                  <a:pt x="84" y="27"/>
                </a:lnTo>
                <a:lnTo>
                  <a:pt x="83" y="26"/>
                </a:lnTo>
                <a:lnTo>
                  <a:pt x="83" y="26"/>
                </a:lnTo>
                <a:lnTo>
                  <a:pt x="85" y="25"/>
                </a:lnTo>
                <a:lnTo>
                  <a:pt x="85" y="23"/>
                </a:lnTo>
                <a:lnTo>
                  <a:pt x="87" y="22"/>
                </a:lnTo>
                <a:lnTo>
                  <a:pt x="86" y="21"/>
                </a:lnTo>
                <a:lnTo>
                  <a:pt x="86" y="20"/>
                </a:lnTo>
                <a:lnTo>
                  <a:pt x="86" y="19"/>
                </a:lnTo>
                <a:lnTo>
                  <a:pt x="85" y="18"/>
                </a:lnTo>
                <a:lnTo>
                  <a:pt x="85" y="19"/>
                </a:lnTo>
                <a:lnTo>
                  <a:pt x="84" y="19"/>
                </a:lnTo>
                <a:lnTo>
                  <a:pt x="83" y="20"/>
                </a:lnTo>
                <a:lnTo>
                  <a:pt x="83" y="21"/>
                </a:lnTo>
                <a:lnTo>
                  <a:pt x="82" y="22"/>
                </a:lnTo>
                <a:lnTo>
                  <a:pt x="81" y="23"/>
                </a:lnTo>
                <a:lnTo>
                  <a:pt x="81" y="24"/>
                </a:lnTo>
                <a:lnTo>
                  <a:pt x="83" y="25"/>
                </a:lnTo>
                <a:lnTo>
                  <a:pt x="82" y="27"/>
                </a:lnTo>
                <a:lnTo>
                  <a:pt x="81" y="28"/>
                </a:lnTo>
                <a:lnTo>
                  <a:pt x="81" y="29"/>
                </a:lnTo>
                <a:lnTo>
                  <a:pt x="81" y="29"/>
                </a:lnTo>
                <a:lnTo>
                  <a:pt x="78" y="27"/>
                </a:lnTo>
                <a:lnTo>
                  <a:pt x="76" y="26"/>
                </a:lnTo>
                <a:lnTo>
                  <a:pt x="76" y="28"/>
                </a:lnTo>
                <a:lnTo>
                  <a:pt x="74" y="26"/>
                </a:lnTo>
                <a:lnTo>
                  <a:pt x="72" y="25"/>
                </a:lnTo>
                <a:lnTo>
                  <a:pt x="71" y="26"/>
                </a:lnTo>
                <a:lnTo>
                  <a:pt x="71" y="27"/>
                </a:lnTo>
                <a:lnTo>
                  <a:pt x="72" y="29"/>
                </a:lnTo>
                <a:lnTo>
                  <a:pt x="71" y="29"/>
                </a:lnTo>
                <a:lnTo>
                  <a:pt x="71" y="30"/>
                </a:lnTo>
                <a:lnTo>
                  <a:pt x="72" y="31"/>
                </a:lnTo>
                <a:lnTo>
                  <a:pt x="72" y="31"/>
                </a:lnTo>
                <a:lnTo>
                  <a:pt x="72" y="32"/>
                </a:lnTo>
                <a:lnTo>
                  <a:pt x="71" y="32"/>
                </a:lnTo>
                <a:lnTo>
                  <a:pt x="71" y="33"/>
                </a:lnTo>
                <a:lnTo>
                  <a:pt x="72" y="34"/>
                </a:lnTo>
                <a:lnTo>
                  <a:pt x="73" y="35"/>
                </a:lnTo>
                <a:lnTo>
                  <a:pt x="73" y="38"/>
                </a:lnTo>
                <a:lnTo>
                  <a:pt x="71" y="39"/>
                </a:lnTo>
                <a:lnTo>
                  <a:pt x="70" y="39"/>
                </a:lnTo>
                <a:lnTo>
                  <a:pt x="67" y="40"/>
                </a:lnTo>
                <a:lnTo>
                  <a:pt x="66" y="40"/>
                </a:lnTo>
                <a:lnTo>
                  <a:pt x="64" y="39"/>
                </a:lnTo>
                <a:lnTo>
                  <a:pt x="62" y="38"/>
                </a:lnTo>
                <a:lnTo>
                  <a:pt x="63" y="40"/>
                </a:lnTo>
                <a:lnTo>
                  <a:pt x="62" y="40"/>
                </a:lnTo>
                <a:lnTo>
                  <a:pt x="62" y="40"/>
                </a:lnTo>
                <a:lnTo>
                  <a:pt x="61" y="42"/>
                </a:lnTo>
                <a:lnTo>
                  <a:pt x="60" y="41"/>
                </a:lnTo>
                <a:lnTo>
                  <a:pt x="58" y="38"/>
                </a:lnTo>
                <a:lnTo>
                  <a:pt x="57" y="37"/>
                </a:lnTo>
                <a:lnTo>
                  <a:pt x="57" y="38"/>
                </a:lnTo>
                <a:lnTo>
                  <a:pt x="57" y="36"/>
                </a:lnTo>
                <a:lnTo>
                  <a:pt x="56" y="37"/>
                </a:lnTo>
                <a:lnTo>
                  <a:pt x="54" y="37"/>
                </a:lnTo>
                <a:lnTo>
                  <a:pt x="53" y="40"/>
                </a:lnTo>
                <a:lnTo>
                  <a:pt x="53" y="39"/>
                </a:lnTo>
                <a:lnTo>
                  <a:pt x="52" y="39"/>
                </a:lnTo>
                <a:lnTo>
                  <a:pt x="51" y="38"/>
                </a:lnTo>
                <a:lnTo>
                  <a:pt x="52" y="37"/>
                </a:lnTo>
                <a:lnTo>
                  <a:pt x="52" y="34"/>
                </a:lnTo>
                <a:lnTo>
                  <a:pt x="51" y="33"/>
                </a:lnTo>
                <a:lnTo>
                  <a:pt x="50" y="33"/>
                </a:lnTo>
                <a:lnTo>
                  <a:pt x="51" y="32"/>
                </a:lnTo>
                <a:lnTo>
                  <a:pt x="49" y="32"/>
                </a:lnTo>
                <a:lnTo>
                  <a:pt x="49" y="31"/>
                </a:lnTo>
                <a:lnTo>
                  <a:pt x="48" y="29"/>
                </a:lnTo>
                <a:lnTo>
                  <a:pt x="48" y="31"/>
                </a:lnTo>
                <a:lnTo>
                  <a:pt x="47" y="32"/>
                </a:lnTo>
                <a:lnTo>
                  <a:pt x="46" y="31"/>
                </a:lnTo>
                <a:lnTo>
                  <a:pt x="45" y="32"/>
                </a:lnTo>
                <a:lnTo>
                  <a:pt x="46" y="33"/>
                </a:lnTo>
                <a:lnTo>
                  <a:pt x="45" y="35"/>
                </a:lnTo>
                <a:lnTo>
                  <a:pt x="44" y="36"/>
                </a:lnTo>
                <a:lnTo>
                  <a:pt x="44" y="35"/>
                </a:lnTo>
                <a:lnTo>
                  <a:pt x="42" y="35"/>
                </a:lnTo>
                <a:lnTo>
                  <a:pt x="41" y="34"/>
                </a:lnTo>
                <a:lnTo>
                  <a:pt x="38" y="32"/>
                </a:lnTo>
                <a:lnTo>
                  <a:pt x="36" y="33"/>
                </a:lnTo>
                <a:lnTo>
                  <a:pt x="36" y="30"/>
                </a:lnTo>
                <a:lnTo>
                  <a:pt x="35" y="29"/>
                </a:lnTo>
                <a:lnTo>
                  <a:pt x="34" y="29"/>
                </a:lnTo>
                <a:lnTo>
                  <a:pt x="33" y="28"/>
                </a:lnTo>
                <a:lnTo>
                  <a:pt x="32" y="27"/>
                </a:lnTo>
                <a:lnTo>
                  <a:pt x="32" y="28"/>
                </a:lnTo>
                <a:lnTo>
                  <a:pt x="29" y="26"/>
                </a:lnTo>
                <a:lnTo>
                  <a:pt x="28" y="24"/>
                </a:lnTo>
                <a:lnTo>
                  <a:pt x="28" y="23"/>
                </a:lnTo>
                <a:lnTo>
                  <a:pt x="27" y="23"/>
                </a:lnTo>
                <a:lnTo>
                  <a:pt x="28" y="21"/>
                </a:lnTo>
                <a:lnTo>
                  <a:pt x="27" y="20"/>
                </a:lnTo>
                <a:lnTo>
                  <a:pt x="27" y="18"/>
                </a:lnTo>
                <a:lnTo>
                  <a:pt x="25" y="17"/>
                </a:lnTo>
                <a:lnTo>
                  <a:pt x="26" y="15"/>
                </a:lnTo>
                <a:lnTo>
                  <a:pt x="25" y="15"/>
                </a:lnTo>
                <a:lnTo>
                  <a:pt x="25" y="14"/>
                </a:lnTo>
                <a:lnTo>
                  <a:pt x="26" y="14"/>
                </a:lnTo>
                <a:lnTo>
                  <a:pt x="24" y="12"/>
                </a:lnTo>
                <a:lnTo>
                  <a:pt x="23" y="11"/>
                </a:lnTo>
                <a:lnTo>
                  <a:pt x="23" y="11"/>
                </a:lnTo>
                <a:lnTo>
                  <a:pt x="22" y="9"/>
                </a:lnTo>
                <a:lnTo>
                  <a:pt x="22" y="10"/>
                </a:lnTo>
                <a:lnTo>
                  <a:pt x="21" y="9"/>
                </a:lnTo>
                <a:lnTo>
                  <a:pt x="22" y="8"/>
                </a:lnTo>
                <a:lnTo>
                  <a:pt x="22" y="7"/>
                </a:lnTo>
                <a:lnTo>
                  <a:pt x="22" y="6"/>
                </a:lnTo>
                <a:lnTo>
                  <a:pt x="22" y="5"/>
                </a:lnTo>
                <a:lnTo>
                  <a:pt x="22" y="5"/>
                </a:lnTo>
                <a:lnTo>
                  <a:pt x="22" y="4"/>
                </a:lnTo>
                <a:lnTo>
                  <a:pt x="18" y="4"/>
                </a:lnTo>
                <a:lnTo>
                  <a:pt x="16" y="3"/>
                </a:lnTo>
                <a:lnTo>
                  <a:pt x="15" y="3"/>
                </a:lnTo>
                <a:lnTo>
                  <a:pt x="14" y="1"/>
                </a:lnTo>
                <a:lnTo>
                  <a:pt x="13" y="1"/>
                </a:lnTo>
                <a:lnTo>
                  <a:pt x="11" y="0"/>
                </a:lnTo>
                <a:lnTo>
                  <a:pt x="10" y="2"/>
                </a:lnTo>
                <a:lnTo>
                  <a:pt x="8" y="2"/>
                </a:lnTo>
                <a:lnTo>
                  <a:pt x="9" y="4"/>
                </a:lnTo>
                <a:lnTo>
                  <a:pt x="8" y="5"/>
                </a:lnTo>
                <a:lnTo>
                  <a:pt x="8" y="6"/>
                </a:lnTo>
                <a:lnTo>
                  <a:pt x="7" y="7"/>
                </a:lnTo>
                <a:lnTo>
                  <a:pt x="7" y="7"/>
                </a:lnTo>
                <a:lnTo>
                  <a:pt x="4" y="7"/>
                </a:lnTo>
                <a:lnTo>
                  <a:pt x="3" y="7"/>
                </a:lnTo>
                <a:lnTo>
                  <a:pt x="3" y="8"/>
                </a:lnTo>
                <a:lnTo>
                  <a:pt x="2" y="8"/>
                </a:lnTo>
                <a:lnTo>
                  <a:pt x="3" y="10"/>
                </a:lnTo>
                <a:lnTo>
                  <a:pt x="3" y="12"/>
                </a:lnTo>
                <a:lnTo>
                  <a:pt x="3" y="14"/>
                </a:lnTo>
                <a:lnTo>
                  <a:pt x="3" y="14"/>
                </a:lnTo>
                <a:lnTo>
                  <a:pt x="5" y="14"/>
                </a:lnTo>
                <a:lnTo>
                  <a:pt x="4" y="16"/>
                </a:lnTo>
                <a:lnTo>
                  <a:pt x="5" y="17"/>
                </a:lnTo>
                <a:lnTo>
                  <a:pt x="6" y="17"/>
                </a:lnTo>
                <a:lnTo>
                  <a:pt x="9" y="19"/>
                </a:lnTo>
                <a:lnTo>
                  <a:pt x="7" y="20"/>
                </a:lnTo>
                <a:lnTo>
                  <a:pt x="6" y="20"/>
                </a:lnTo>
                <a:lnTo>
                  <a:pt x="6" y="22"/>
                </a:lnTo>
                <a:lnTo>
                  <a:pt x="3" y="24"/>
                </a:lnTo>
                <a:lnTo>
                  <a:pt x="3" y="25"/>
                </a:lnTo>
                <a:lnTo>
                  <a:pt x="4" y="25"/>
                </a:lnTo>
                <a:lnTo>
                  <a:pt x="4" y="27"/>
                </a:lnTo>
                <a:lnTo>
                  <a:pt x="3" y="27"/>
                </a:lnTo>
                <a:lnTo>
                  <a:pt x="4" y="28"/>
                </a:lnTo>
                <a:lnTo>
                  <a:pt x="1" y="28"/>
                </a:lnTo>
                <a:lnTo>
                  <a:pt x="0" y="30"/>
                </a:lnTo>
                <a:lnTo>
                  <a:pt x="1" y="30"/>
                </a:lnTo>
                <a:lnTo>
                  <a:pt x="1" y="32"/>
                </a:lnTo>
                <a:lnTo>
                  <a:pt x="1" y="34"/>
                </a:lnTo>
                <a:lnTo>
                  <a:pt x="3" y="36"/>
                </a:lnTo>
                <a:lnTo>
                  <a:pt x="5" y="36"/>
                </a:lnTo>
                <a:lnTo>
                  <a:pt x="5" y="37"/>
                </a:lnTo>
                <a:lnTo>
                  <a:pt x="6" y="38"/>
                </a:lnTo>
                <a:lnTo>
                  <a:pt x="11" y="40"/>
                </a:lnTo>
                <a:lnTo>
                  <a:pt x="16" y="43"/>
                </a:lnTo>
                <a:lnTo>
                  <a:pt x="15" y="46"/>
                </a:lnTo>
                <a:lnTo>
                  <a:pt x="16" y="47"/>
                </a:lnTo>
                <a:lnTo>
                  <a:pt x="17" y="49"/>
                </a:lnTo>
                <a:lnTo>
                  <a:pt x="19" y="51"/>
                </a:lnTo>
                <a:lnTo>
                  <a:pt x="19" y="53"/>
                </a:lnTo>
                <a:lnTo>
                  <a:pt x="18" y="54"/>
                </a:lnTo>
                <a:lnTo>
                  <a:pt x="19" y="55"/>
                </a:lnTo>
                <a:lnTo>
                  <a:pt x="18" y="55"/>
                </a:lnTo>
                <a:lnTo>
                  <a:pt x="20" y="57"/>
                </a:lnTo>
                <a:lnTo>
                  <a:pt x="20" y="58"/>
                </a:lnTo>
                <a:lnTo>
                  <a:pt x="21" y="58"/>
                </a:lnTo>
                <a:lnTo>
                  <a:pt x="21" y="59"/>
                </a:lnTo>
                <a:lnTo>
                  <a:pt x="22" y="61"/>
                </a:lnTo>
                <a:lnTo>
                  <a:pt x="26" y="65"/>
                </a:lnTo>
                <a:lnTo>
                  <a:pt x="27" y="66"/>
                </a:lnTo>
                <a:lnTo>
                  <a:pt x="24" y="69"/>
                </a:lnTo>
                <a:lnTo>
                  <a:pt x="23" y="67"/>
                </a:lnTo>
                <a:lnTo>
                  <a:pt x="22" y="67"/>
                </a:lnTo>
                <a:lnTo>
                  <a:pt x="22" y="68"/>
                </a:lnTo>
                <a:lnTo>
                  <a:pt x="21" y="69"/>
                </a:lnTo>
                <a:lnTo>
                  <a:pt x="22" y="69"/>
                </a:lnTo>
                <a:lnTo>
                  <a:pt x="21" y="70"/>
                </a:lnTo>
                <a:lnTo>
                  <a:pt x="22" y="71"/>
                </a:lnTo>
                <a:lnTo>
                  <a:pt x="23" y="73"/>
                </a:lnTo>
                <a:lnTo>
                  <a:pt x="25" y="75"/>
                </a:lnTo>
                <a:lnTo>
                  <a:pt x="24" y="77"/>
                </a:lnTo>
                <a:lnTo>
                  <a:pt x="24" y="77"/>
                </a:lnTo>
                <a:lnTo>
                  <a:pt x="25" y="78"/>
                </a:lnTo>
                <a:lnTo>
                  <a:pt x="26" y="80"/>
                </a:lnTo>
                <a:lnTo>
                  <a:pt x="27" y="80"/>
                </a:lnTo>
                <a:lnTo>
                  <a:pt x="27" y="81"/>
                </a:lnTo>
                <a:lnTo>
                  <a:pt x="26" y="82"/>
                </a:lnTo>
                <a:lnTo>
                  <a:pt x="26" y="84"/>
                </a:lnTo>
                <a:lnTo>
                  <a:pt x="27" y="84"/>
                </a:lnTo>
                <a:lnTo>
                  <a:pt x="26" y="86"/>
                </a:lnTo>
                <a:lnTo>
                  <a:pt x="27" y="87"/>
                </a:lnTo>
                <a:lnTo>
                  <a:pt x="27" y="90"/>
                </a:lnTo>
                <a:lnTo>
                  <a:pt x="27" y="91"/>
                </a:lnTo>
                <a:lnTo>
                  <a:pt x="27" y="92"/>
                </a:lnTo>
                <a:lnTo>
                  <a:pt x="27" y="93"/>
                </a:lnTo>
                <a:lnTo>
                  <a:pt x="27" y="93"/>
                </a:lnTo>
                <a:lnTo>
                  <a:pt x="28" y="96"/>
                </a:lnTo>
                <a:lnTo>
                  <a:pt x="28" y="99"/>
                </a:lnTo>
                <a:lnTo>
                  <a:pt x="27" y="101"/>
                </a:lnTo>
                <a:lnTo>
                  <a:pt x="26" y="105"/>
                </a:lnTo>
                <a:lnTo>
                  <a:pt x="27" y="106"/>
                </a:lnTo>
                <a:lnTo>
                  <a:pt x="27" y="107"/>
                </a:lnTo>
                <a:lnTo>
                  <a:pt x="28" y="113"/>
                </a:lnTo>
                <a:lnTo>
                  <a:pt x="28" y="115"/>
                </a:lnTo>
                <a:lnTo>
                  <a:pt x="28" y="117"/>
                </a:lnTo>
                <a:lnTo>
                  <a:pt x="28" y="122"/>
                </a:lnTo>
                <a:lnTo>
                  <a:pt x="27" y="124"/>
                </a:lnTo>
                <a:lnTo>
                  <a:pt x="28" y="126"/>
                </a:lnTo>
                <a:lnTo>
                  <a:pt x="28" y="127"/>
                </a:lnTo>
                <a:lnTo>
                  <a:pt x="29" y="130"/>
                </a:lnTo>
                <a:lnTo>
                  <a:pt x="28" y="130"/>
                </a:lnTo>
                <a:lnTo>
                  <a:pt x="29" y="132"/>
                </a:lnTo>
                <a:lnTo>
                  <a:pt x="29" y="133"/>
                </a:lnTo>
                <a:lnTo>
                  <a:pt x="28" y="133"/>
                </a:lnTo>
                <a:lnTo>
                  <a:pt x="29" y="136"/>
                </a:lnTo>
                <a:lnTo>
                  <a:pt x="30" y="137"/>
                </a:lnTo>
                <a:lnTo>
                  <a:pt x="31" y="138"/>
                </a:lnTo>
                <a:lnTo>
                  <a:pt x="32" y="139"/>
                </a:lnTo>
                <a:lnTo>
                  <a:pt x="33" y="137"/>
                </a:lnTo>
                <a:lnTo>
                  <a:pt x="32" y="136"/>
                </a:lnTo>
                <a:lnTo>
                  <a:pt x="33" y="134"/>
                </a:lnTo>
                <a:lnTo>
                  <a:pt x="33" y="133"/>
                </a:lnTo>
                <a:lnTo>
                  <a:pt x="33" y="133"/>
                </a:lnTo>
                <a:lnTo>
                  <a:pt x="33" y="132"/>
                </a:lnTo>
                <a:lnTo>
                  <a:pt x="33" y="131"/>
                </a:lnTo>
                <a:lnTo>
                  <a:pt x="34" y="131"/>
                </a:lnTo>
                <a:lnTo>
                  <a:pt x="34" y="130"/>
                </a:lnTo>
                <a:lnTo>
                  <a:pt x="35" y="129"/>
                </a:lnTo>
                <a:lnTo>
                  <a:pt x="36" y="129"/>
                </a:lnTo>
                <a:lnTo>
                  <a:pt x="36" y="128"/>
                </a:lnTo>
                <a:lnTo>
                  <a:pt x="36" y="127"/>
                </a:lnTo>
                <a:lnTo>
                  <a:pt x="37" y="127"/>
                </a:lnTo>
                <a:lnTo>
                  <a:pt x="38" y="125"/>
                </a:lnTo>
                <a:lnTo>
                  <a:pt x="39" y="125"/>
                </a:lnTo>
                <a:lnTo>
                  <a:pt x="40" y="124"/>
                </a:lnTo>
                <a:lnTo>
                  <a:pt x="40" y="126"/>
                </a:lnTo>
                <a:lnTo>
                  <a:pt x="40" y="128"/>
                </a:lnTo>
                <a:lnTo>
                  <a:pt x="41" y="128"/>
                </a:lnTo>
                <a:lnTo>
                  <a:pt x="42" y="129"/>
                </a:lnTo>
                <a:lnTo>
                  <a:pt x="42" y="130"/>
                </a:lnTo>
                <a:lnTo>
                  <a:pt x="42" y="129"/>
                </a:lnTo>
                <a:lnTo>
                  <a:pt x="42" y="130"/>
                </a:lnTo>
                <a:lnTo>
                  <a:pt x="43" y="130"/>
                </a:lnTo>
                <a:lnTo>
                  <a:pt x="44" y="132"/>
                </a:lnTo>
                <a:lnTo>
                  <a:pt x="44" y="133"/>
                </a:lnTo>
                <a:lnTo>
                  <a:pt x="46" y="134"/>
                </a:lnTo>
                <a:lnTo>
                  <a:pt x="46" y="136"/>
                </a:lnTo>
                <a:lnTo>
                  <a:pt x="48" y="137"/>
                </a:lnTo>
                <a:lnTo>
                  <a:pt x="47" y="138"/>
                </a:lnTo>
                <a:lnTo>
                  <a:pt x="48" y="138"/>
                </a:lnTo>
                <a:lnTo>
                  <a:pt x="47" y="139"/>
                </a:lnTo>
                <a:lnTo>
                  <a:pt x="46" y="139"/>
                </a:lnTo>
                <a:lnTo>
                  <a:pt x="46" y="140"/>
                </a:lnTo>
                <a:lnTo>
                  <a:pt x="45" y="140"/>
                </a:lnTo>
                <a:lnTo>
                  <a:pt x="45" y="141"/>
                </a:lnTo>
                <a:lnTo>
                  <a:pt x="46" y="143"/>
                </a:lnTo>
                <a:lnTo>
                  <a:pt x="47" y="144"/>
                </a:lnTo>
                <a:lnTo>
                  <a:pt x="48" y="146"/>
                </a:lnTo>
                <a:lnTo>
                  <a:pt x="47" y="146"/>
                </a:lnTo>
                <a:lnTo>
                  <a:pt x="48" y="147"/>
                </a:lnTo>
                <a:lnTo>
                  <a:pt x="50" y="147"/>
                </a:lnTo>
                <a:lnTo>
                  <a:pt x="50" y="149"/>
                </a:lnTo>
                <a:lnTo>
                  <a:pt x="50" y="149"/>
                </a:lnTo>
                <a:lnTo>
                  <a:pt x="50" y="150"/>
                </a:lnTo>
                <a:lnTo>
                  <a:pt x="50" y="151"/>
                </a:lnTo>
                <a:lnTo>
                  <a:pt x="53" y="147"/>
                </a:lnTo>
                <a:lnTo>
                  <a:pt x="54" y="148"/>
                </a:lnTo>
                <a:lnTo>
                  <a:pt x="55" y="149"/>
                </a:lnTo>
                <a:lnTo>
                  <a:pt x="56" y="148"/>
                </a:lnTo>
                <a:lnTo>
                  <a:pt x="57" y="146"/>
                </a:lnTo>
                <a:lnTo>
                  <a:pt x="58" y="146"/>
                </a:lnTo>
                <a:lnTo>
                  <a:pt x="58" y="148"/>
                </a:lnTo>
                <a:lnTo>
                  <a:pt x="58" y="149"/>
                </a:lnTo>
                <a:lnTo>
                  <a:pt x="59" y="150"/>
                </a:lnTo>
                <a:lnTo>
                  <a:pt x="59" y="152"/>
                </a:lnTo>
                <a:lnTo>
                  <a:pt x="61" y="152"/>
                </a:lnTo>
                <a:lnTo>
                  <a:pt x="60" y="153"/>
                </a:lnTo>
                <a:lnTo>
                  <a:pt x="61" y="153"/>
                </a:lnTo>
                <a:lnTo>
                  <a:pt x="62" y="156"/>
                </a:lnTo>
                <a:lnTo>
                  <a:pt x="61" y="157"/>
                </a:lnTo>
                <a:lnTo>
                  <a:pt x="62" y="157"/>
                </a:lnTo>
                <a:lnTo>
                  <a:pt x="64" y="160"/>
                </a:lnTo>
                <a:lnTo>
                  <a:pt x="64" y="162"/>
                </a:lnTo>
                <a:lnTo>
                  <a:pt x="65" y="163"/>
                </a:lnTo>
                <a:lnTo>
                  <a:pt x="66" y="163"/>
                </a:lnTo>
                <a:close/>
              </a:path>
            </a:pathLst>
          </a:custGeom>
          <a:solidFill>
            <a:srgbClr val="7FA8D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3747898" y="4994116"/>
            <a:ext cx="769560" cy="673365"/>
          </a:xfrm>
          <a:custGeom>
            <a:avLst/>
            <a:gdLst/>
            <a:ahLst/>
            <a:cxnLst/>
            <a:rect l="l" t="t" r="r" b="b"/>
            <a:pathLst>
              <a:path w="120" h="105">
                <a:moveTo>
                  <a:pt x="113" y="15"/>
                </a:moveTo>
                <a:lnTo>
                  <a:pt x="111" y="16"/>
                </a:lnTo>
                <a:lnTo>
                  <a:pt x="110" y="17"/>
                </a:lnTo>
                <a:lnTo>
                  <a:pt x="111" y="19"/>
                </a:lnTo>
                <a:lnTo>
                  <a:pt x="110" y="20"/>
                </a:lnTo>
                <a:lnTo>
                  <a:pt x="109" y="21"/>
                </a:lnTo>
                <a:lnTo>
                  <a:pt x="110" y="22"/>
                </a:lnTo>
                <a:lnTo>
                  <a:pt x="109" y="23"/>
                </a:lnTo>
                <a:lnTo>
                  <a:pt x="108" y="22"/>
                </a:lnTo>
                <a:lnTo>
                  <a:pt x="108" y="23"/>
                </a:lnTo>
                <a:lnTo>
                  <a:pt x="106" y="23"/>
                </a:lnTo>
                <a:lnTo>
                  <a:pt x="106" y="22"/>
                </a:lnTo>
                <a:lnTo>
                  <a:pt x="105" y="22"/>
                </a:lnTo>
                <a:lnTo>
                  <a:pt x="104" y="21"/>
                </a:lnTo>
                <a:lnTo>
                  <a:pt x="103" y="22"/>
                </a:lnTo>
                <a:lnTo>
                  <a:pt x="102" y="22"/>
                </a:lnTo>
                <a:lnTo>
                  <a:pt x="102" y="21"/>
                </a:lnTo>
                <a:lnTo>
                  <a:pt x="103" y="20"/>
                </a:lnTo>
                <a:lnTo>
                  <a:pt x="103" y="18"/>
                </a:lnTo>
                <a:lnTo>
                  <a:pt x="103" y="18"/>
                </a:lnTo>
                <a:lnTo>
                  <a:pt x="103" y="17"/>
                </a:lnTo>
                <a:lnTo>
                  <a:pt x="102" y="16"/>
                </a:lnTo>
                <a:lnTo>
                  <a:pt x="100" y="17"/>
                </a:lnTo>
                <a:lnTo>
                  <a:pt x="101" y="18"/>
                </a:lnTo>
                <a:lnTo>
                  <a:pt x="101" y="19"/>
                </a:lnTo>
                <a:lnTo>
                  <a:pt x="101" y="19"/>
                </a:lnTo>
                <a:lnTo>
                  <a:pt x="100" y="20"/>
                </a:lnTo>
                <a:lnTo>
                  <a:pt x="99" y="19"/>
                </a:lnTo>
                <a:lnTo>
                  <a:pt x="99" y="18"/>
                </a:lnTo>
                <a:lnTo>
                  <a:pt x="100" y="18"/>
                </a:lnTo>
                <a:lnTo>
                  <a:pt x="100" y="17"/>
                </a:lnTo>
                <a:lnTo>
                  <a:pt x="99" y="15"/>
                </a:lnTo>
                <a:lnTo>
                  <a:pt x="100" y="15"/>
                </a:lnTo>
                <a:lnTo>
                  <a:pt x="100" y="14"/>
                </a:lnTo>
                <a:lnTo>
                  <a:pt x="100" y="13"/>
                </a:lnTo>
                <a:lnTo>
                  <a:pt x="99" y="12"/>
                </a:lnTo>
                <a:lnTo>
                  <a:pt x="97" y="13"/>
                </a:lnTo>
                <a:lnTo>
                  <a:pt x="94" y="12"/>
                </a:lnTo>
                <a:lnTo>
                  <a:pt x="95" y="9"/>
                </a:lnTo>
                <a:lnTo>
                  <a:pt x="94" y="9"/>
                </a:lnTo>
                <a:lnTo>
                  <a:pt x="94" y="7"/>
                </a:lnTo>
                <a:lnTo>
                  <a:pt x="94" y="6"/>
                </a:lnTo>
                <a:lnTo>
                  <a:pt x="94" y="6"/>
                </a:lnTo>
                <a:lnTo>
                  <a:pt x="93" y="4"/>
                </a:lnTo>
                <a:lnTo>
                  <a:pt x="93" y="3"/>
                </a:lnTo>
                <a:lnTo>
                  <a:pt x="93" y="3"/>
                </a:lnTo>
                <a:lnTo>
                  <a:pt x="92" y="4"/>
                </a:lnTo>
                <a:lnTo>
                  <a:pt x="91" y="3"/>
                </a:lnTo>
                <a:lnTo>
                  <a:pt x="90" y="4"/>
                </a:lnTo>
                <a:lnTo>
                  <a:pt x="89" y="3"/>
                </a:lnTo>
                <a:lnTo>
                  <a:pt x="88" y="4"/>
                </a:lnTo>
                <a:lnTo>
                  <a:pt x="86" y="4"/>
                </a:lnTo>
                <a:lnTo>
                  <a:pt x="86" y="5"/>
                </a:lnTo>
                <a:lnTo>
                  <a:pt x="85" y="5"/>
                </a:lnTo>
                <a:lnTo>
                  <a:pt x="85" y="6"/>
                </a:lnTo>
                <a:lnTo>
                  <a:pt x="84" y="5"/>
                </a:lnTo>
                <a:lnTo>
                  <a:pt x="84" y="4"/>
                </a:lnTo>
                <a:lnTo>
                  <a:pt x="83" y="4"/>
                </a:lnTo>
                <a:lnTo>
                  <a:pt x="84" y="2"/>
                </a:lnTo>
                <a:lnTo>
                  <a:pt x="82" y="0"/>
                </a:lnTo>
                <a:lnTo>
                  <a:pt x="81" y="2"/>
                </a:lnTo>
                <a:lnTo>
                  <a:pt x="81" y="1"/>
                </a:lnTo>
                <a:lnTo>
                  <a:pt x="79" y="2"/>
                </a:lnTo>
                <a:lnTo>
                  <a:pt x="79" y="0"/>
                </a:lnTo>
                <a:lnTo>
                  <a:pt x="77" y="1"/>
                </a:lnTo>
                <a:lnTo>
                  <a:pt x="76" y="1"/>
                </a:lnTo>
                <a:lnTo>
                  <a:pt x="75" y="1"/>
                </a:lnTo>
                <a:lnTo>
                  <a:pt x="76" y="2"/>
                </a:lnTo>
                <a:lnTo>
                  <a:pt x="76" y="2"/>
                </a:lnTo>
                <a:lnTo>
                  <a:pt x="76" y="3"/>
                </a:lnTo>
                <a:lnTo>
                  <a:pt x="75" y="3"/>
                </a:lnTo>
                <a:lnTo>
                  <a:pt x="75" y="4"/>
                </a:lnTo>
                <a:lnTo>
                  <a:pt x="75" y="5"/>
                </a:lnTo>
                <a:lnTo>
                  <a:pt x="76" y="6"/>
                </a:lnTo>
                <a:lnTo>
                  <a:pt x="75" y="9"/>
                </a:lnTo>
                <a:lnTo>
                  <a:pt x="74" y="9"/>
                </a:lnTo>
                <a:lnTo>
                  <a:pt x="74" y="10"/>
                </a:lnTo>
                <a:lnTo>
                  <a:pt x="73" y="10"/>
                </a:lnTo>
                <a:lnTo>
                  <a:pt x="73" y="11"/>
                </a:lnTo>
                <a:lnTo>
                  <a:pt x="72" y="10"/>
                </a:lnTo>
                <a:lnTo>
                  <a:pt x="72" y="9"/>
                </a:lnTo>
                <a:lnTo>
                  <a:pt x="72" y="9"/>
                </a:lnTo>
                <a:lnTo>
                  <a:pt x="72" y="9"/>
                </a:lnTo>
                <a:lnTo>
                  <a:pt x="72" y="8"/>
                </a:lnTo>
                <a:lnTo>
                  <a:pt x="71" y="8"/>
                </a:lnTo>
                <a:lnTo>
                  <a:pt x="68" y="8"/>
                </a:lnTo>
                <a:lnTo>
                  <a:pt x="68" y="8"/>
                </a:lnTo>
                <a:lnTo>
                  <a:pt x="67" y="9"/>
                </a:lnTo>
                <a:lnTo>
                  <a:pt x="68" y="10"/>
                </a:lnTo>
                <a:lnTo>
                  <a:pt x="67" y="11"/>
                </a:lnTo>
                <a:lnTo>
                  <a:pt x="66" y="10"/>
                </a:lnTo>
                <a:lnTo>
                  <a:pt x="64" y="11"/>
                </a:lnTo>
                <a:lnTo>
                  <a:pt x="65" y="12"/>
                </a:lnTo>
                <a:lnTo>
                  <a:pt x="66" y="12"/>
                </a:lnTo>
                <a:lnTo>
                  <a:pt x="65" y="14"/>
                </a:lnTo>
                <a:lnTo>
                  <a:pt x="65" y="14"/>
                </a:lnTo>
                <a:lnTo>
                  <a:pt x="64" y="15"/>
                </a:lnTo>
                <a:lnTo>
                  <a:pt x="64" y="14"/>
                </a:lnTo>
                <a:lnTo>
                  <a:pt x="63" y="14"/>
                </a:lnTo>
                <a:lnTo>
                  <a:pt x="63" y="15"/>
                </a:lnTo>
                <a:lnTo>
                  <a:pt x="63" y="16"/>
                </a:lnTo>
                <a:lnTo>
                  <a:pt x="62" y="16"/>
                </a:lnTo>
                <a:lnTo>
                  <a:pt x="63" y="18"/>
                </a:lnTo>
                <a:lnTo>
                  <a:pt x="62" y="18"/>
                </a:lnTo>
                <a:lnTo>
                  <a:pt x="62" y="17"/>
                </a:lnTo>
                <a:lnTo>
                  <a:pt x="61" y="17"/>
                </a:lnTo>
                <a:lnTo>
                  <a:pt x="59" y="17"/>
                </a:lnTo>
                <a:lnTo>
                  <a:pt x="59" y="16"/>
                </a:lnTo>
                <a:lnTo>
                  <a:pt x="60" y="16"/>
                </a:lnTo>
                <a:lnTo>
                  <a:pt x="60" y="15"/>
                </a:lnTo>
                <a:lnTo>
                  <a:pt x="61" y="14"/>
                </a:lnTo>
                <a:lnTo>
                  <a:pt x="60" y="14"/>
                </a:lnTo>
                <a:lnTo>
                  <a:pt x="61" y="13"/>
                </a:lnTo>
                <a:lnTo>
                  <a:pt x="60" y="13"/>
                </a:lnTo>
                <a:lnTo>
                  <a:pt x="60" y="13"/>
                </a:lnTo>
                <a:lnTo>
                  <a:pt x="60" y="12"/>
                </a:lnTo>
                <a:lnTo>
                  <a:pt x="59" y="12"/>
                </a:lnTo>
                <a:lnTo>
                  <a:pt x="59" y="11"/>
                </a:lnTo>
                <a:lnTo>
                  <a:pt x="57" y="9"/>
                </a:lnTo>
                <a:lnTo>
                  <a:pt x="57" y="10"/>
                </a:lnTo>
                <a:lnTo>
                  <a:pt x="57" y="11"/>
                </a:lnTo>
                <a:lnTo>
                  <a:pt x="59" y="13"/>
                </a:lnTo>
                <a:lnTo>
                  <a:pt x="58" y="13"/>
                </a:lnTo>
                <a:lnTo>
                  <a:pt x="58" y="15"/>
                </a:lnTo>
                <a:lnTo>
                  <a:pt x="57" y="15"/>
                </a:lnTo>
                <a:lnTo>
                  <a:pt x="58" y="16"/>
                </a:lnTo>
                <a:lnTo>
                  <a:pt x="58" y="16"/>
                </a:lnTo>
                <a:lnTo>
                  <a:pt x="56" y="15"/>
                </a:lnTo>
                <a:lnTo>
                  <a:pt x="56" y="16"/>
                </a:lnTo>
                <a:lnTo>
                  <a:pt x="56" y="17"/>
                </a:lnTo>
                <a:lnTo>
                  <a:pt x="55" y="18"/>
                </a:lnTo>
                <a:lnTo>
                  <a:pt x="54" y="17"/>
                </a:lnTo>
                <a:lnTo>
                  <a:pt x="54" y="16"/>
                </a:lnTo>
                <a:lnTo>
                  <a:pt x="53" y="16"/>
                </a:lnTo>
                <a:lnTo>
                  <a:pt x="52" y="15"/>
                </a:lnTo>
                <a:lnTo>
                  <a:pt x="51" y="14"/>
                </a:lnTo>
                <a:lnTo>
                  <a:pt x="50" y="14"/>
                </a:lnTo>
                <a:lnTo>
                  <a:pt x="50" y="13"/>
                </a:lnTo>
                <a:lnTo>
                  <a:pt x="49" y="13"/>
                </a:lnTo>
                <a:lnTo>
                  <a:pt x="48" y="11"/>
                </a:lnTo>
                <a:lnTo>
                  <a:pt x="47" y="11"/>
                </a:lnTo>
                <a:lnTo>
                  <a:pt x="47" y="13"/>
                </a:lnTo>
                <a:lnTo>
                  <a:pt x="46" y="13"/>
                </a:lnTo>
                <a:lnTo>
                  <a:pt x="46" y="15"/>
                </a:lnTo>
                <a:lnTo>
                  <a:pt x="44" y="15"/>
                </a:lnTo>
                <a:lnTo>
                  <a:pt x="43" y="15"/>
                </a:lnTo>
                <a:lnTo>
                  <a:pt x="43" y="14"/>
                </a:lnTo>
                <a:lnTo>
                  <a:pt x="42" y="15"/>
                </a:lnTo>
                <a:lnTo>
                  <a:pt x="42" y="16"/>
                </a:lnTo>
                <a:lnTo>
                  <a:pt x="41" y="17"/>
                </a:lnTo>
                <a:lnTo>
                  <a:pt x="41" y="18"/>
                </a:lnTo>
                <a:lnTo>
                  <a:pt x="41" y="19"/>
                </a:lnTo>
                <a:lnTo>
                  <a:pt x="41" y="20"/>
                </a:lnTo>
                <a:lnTo>
                  <a:pt x="41" y="21"/>
                </a:lnTo>
                <a:lnTo>
                  <a:pt x="43" y="22"/>
                </a:lnTo>
                <a:lnTo>
                  <a:pt x="43" y="21"/>
                </a:lnTo>
                <a:lnTo>
                  <a:pt x="44" y="21"/>
                </a:lnTo>
                <a:lnTo>
                  <a:pt x="45" y="21"/>
                </a:lnTo>
                <a:lnTo>
                  <a:pt x="45" y="23"/>
                </a:lnTo>
                <a:lnTo>
                  <a:pt x="46" y="23"/>
                </a:lnTo>
                <a:lnTo>
                  <a:pt x="45" y="25"/>
                </a:lnTo>
                <a:lnTo>
                  <a:pt x="46" y="26"/>
                </a:lnTo>
                <a:lnTo>
                  <a:pt x="47" y="25"/>
                </a:lnTo>
                <a:lnTo>
                  <a:pt x="48" y="26"/>
                </a:lnTo>
                <a:lnTo>
                  <a:pt x="50" y="25"/>
                </a:lnTo>
                <a:lnTo>
                  <a:pt x="51" y="25"/>
                </a:lnTo>
                <a:lnTo>
                  <a:pt x="52" y="25"/>
                </a:lnTo>
                <a:lnTo>
                  <a:pt x="54" y="27"/>
                </a:lnTo>
                <a:lnTo>
                  <a:pt x="53" y="28"/>
                </a:lnTo>
                <a:lnTo>
                  <a:pt x="54" y="28"/>
                </a:lnTo>
                <a:lnTo>
                  <a:pt x="55" y="29"/>
                </a:lnTo>
                <a:lnTo>
                  <a:pt x="54" y="30"/>
                </a:lnTo>
                <a:lnTo>
                  <a:pt x="54" y="31"/>
                </a:lnTo>
                <a:lnTo>
                  <a:pt x="55" y="31"/>
                </a:lnTo>
                <a:lnTo>
                  <a:pt x="55" y="31"/>
                </a:lnTo>
                <a:lnTo>
                  <a:pt x="54" y="33"/>
                </a:lnTo>
                <a:lnTo>
                  <a:pt x="53" y="33"/>
                </a:lnTo>
                <a:lnTo>
                  <a:pt x="52" y="34"/>
                </a:lnTo>
                <a:lnTo>
                  <a:pt x="51" y="33"/>
                </a:lnTo>
                <a:lnTo>
                  <a:pt x="50" y="33"/>
                </a:lnTo>
                <a:lnTo>
                  <a:pt x="49" y="34"/>
                </a:lnTo>
                <a:lnTo>
                  <a:pt x="47" y="34"/>
                </a:lnTo>
                <a:lnTo>
                  <a:pt x="47" y="34"/>
                </a:lnTo>
                <a:lnTo>
                  <a:pt x="46" y="34"/>
                </a:lnTo>
                <a:lnTo>
                  <a:pt x="45" y="35"/>
                </a:lnTo>
                <a:lnTo>
                  <a:pt x="44" y="35"/>
                </a:lnTo>
                <a:lnTo>
                  <a:pt x="43" y="35"/>
                </a:lnTo>
                <a:lnTo>
                  <a:pt x="43" y="35"/>
                </a:lnTo>
                <a:lnTo>
                  <a:pt x="41" y="36"/>
                </a:lnTo>
                <a:lnTo>
                  <a:pt x="40" y="35"/>
                </a:lnTo>
                <a:lnTo>
                  <a:pt x="40" y="35"/>
                </a:lnTo>
                <a:lnTo>
                  <a:pt x="39" y="34"/>
                </a:lnTo>
                <a:lnTo>
                  <a:pt x="37" y="33"/>
                </a:lnTo>
                <a:lnTo>
                  <a:pt x="35" y="34"/>
                </a:lnTo>
                <a:lnTo>
                  <a:pt x="35" y="35"/>
                </a:lnTo>
                <a:lnTo>
                  <a:pt x="34" y="37"/>
                </a:lnTo>
                <a:lnTo>
                  <a:pt x="33" y="39"/>
                </a:lnTo>
                <a:lnTo>
                  <a:pt x="34" y="39"/>
                </a:lnTo>
                <a:lnTo>
                  <a:pt x="33" y="40"/>
                </a:lnTo>
                <a:lnTo>
                  <a:pt x="33" y="41"/>
                </a:lnTo>
                <a:lnTo>
                  <a:pt x="32" y="43"/>
                </a:lnTo>
                <a:lnTo>
                  <a:pt x="32" y="42"/>
                </a:lnTo>
                <a:lnTo>
                  <a:pt x="30" y="42"/>
                </a:lnTo>
                <a:lnTo>
                  <a:pt x="26" y="44"/>
                </a:lnTo>
                <a:lnTo>
                  <a:pt x="25" y="44"/>
                </a:lnTo>
                <a:lnTo>
                  <a:pt x="26" y="43"/>
                </a:lnTo>
                <a:lnTo>
                  <a:pt x="25" y="43"/>
                </a:lnTo>
                <a:lnTo>
                  <a:pt x="24" y="44"/>
                </a:lnTo>
                <a:lnTo>
                  <a:pt x="23" y="43"/>
                </a:lnTo>
                <a:lnTo>
                  <a:pt x="21" y="44"/>
                </a:lnTo>
                <a:lnTo>
                  <a:pt x="20" y="43"/>
                </a:lnTo>
                <a:lnTo>
                  <a:pt x="19" y="44"/>
                </a:lnTo>
                <a:lnTo>
                  <a:pt x="18" y="42"/>
                </a:lnTo>
                <a:lnTo>
                  <a:pt x="16" y="40"/>
                </a:lnTo>
                <a:lnTo>
                  <a:pt x="13" y="43"/>
                </a:lnTo>
                <a:lnTo>
                  <a:pt x="13" y="44"/>
                </a:lnTo>
                <a:lnTo>
                  <a:pt x="13" y="44"/>
                </a:lnTo>
                <a:lnTo>
                  <a:pt x="12" y="45"/>
                </a:lnTo>
                <a:lnTo>
                  <a:pt x="11" y="43"/>
                </a:lnTo>
                <a:lnTo>
                  <a:pt x="10" y="43"/>
                </a:lnTo>
                <a:lnTo>
                  <a:pt x="9" y="42"/>
                </a:lnTo>
                <a:lnTo>
                  <a:pt x="9" y="41"/>
                </a:lnTo>
                <a:lnTo>
                  <a:pt x="8" y="41"/>
                </a:lnTo>
                <a:lnTo>
                  <a:pt x="7" y="41"/>
                </a:lnTo>
                <a:lnTo>
                  <a:pt x="6" y="44"/>
                </a:lnTo>
                <a:lnTo>
                  <a:pt x="4" y="45"/>
                </a:lnTo>
                <a:lnTo>
                  <a:pt x="2" y="48"/>
                </a:lnTo>
                <a:lnTo>
                  <a:pt x="1" y="48"/>
                </a:lnTo>
                <a:lnTo>
                  <a:pt x="1" y="49"/>
                </a:lnTo>
                <a:lnTo>
                  <a:pt x="1" y="49"/>
                </a:lnTo>
                <a:lnTo>
                  <a:pt x="2" y="49"/>
                </a:lnTo>
                <a:lnTo>
                  <a:pt x="1" y="49"/>
                </a:lnTo>
                <a:lnTo>
                  <a:pt x="0" y="49"/>
                </a:lnTo>
                <a:lnTo>
                  <a:pt x="1" y="51"/>
                </a:lnTo>
                <a:lnTo>
                  <a:pt x="2" y="50"/>
                </a:lnTo>
                <a:lnTo>
                  <a:pt x="2" y="50"/>
                </a:lnTo>
                <a:lnTo>
                  <a:pt x="4" y="52"/>
                </a:lnTo>
                <a:lnTo>
                  <a:pt x="4" y="53"/>
                </a:lnTo>
                <a:lnTo>
                  <a:pt x="4" y="54"/>
                </a:lnTo>
                <a:lnTo>
                  <a:pt x="3" y="54"/>
                </a:lnTo>
                <a:lnTo>
                  <a:pt x="2" y="55"/>
                </a:lnTo>
                <a:lnTo>
                  <a:pt x="3" y="57"/>
                </a:lnTo>
                <a:lnTo>
                  <a:pt x="4" y="57"/>
                </a:lnTo>
                <a:lnTo>
                  <a:pt x="3" y="59"/>
                </a:lnTo>
                <a:lnTo>
                  <a:pt x="5" y="61"/>
                </a:lnTo>
                <a:lnTo>
                  <a:pt x="5" y="62"/>
                </a:lnTo>
                <a:lnTo>
                  <a:pt x="10" y="62"/>
                </a:lnTo>
                <a:lnTo>
                  <a:pt x="10" y="61"/>
                </a:lnTo>
                <a:lnTo>
                  <a:pt x="11" y="59"/>
                </a:lnTo>
                <a:lnTo>
                  <a:pt x="15" y="59"/>
                </a:lnTo>
                <a:lnTo>
                  <a:pt x="17" y="58"/>
                </a:lnTo>
                <a:lnTo>
                  <a:pt x="18" y="59"/>
                </a:lnTo>
                <a:lnTo>
                  <a:pt x="17" y="60"/>
                </a:lnTo>
                <a:lnTo>
                  <a:pt x="18" y="60"/>
                </a:lnTo>
                <a:lnTo>
                  <a:pt x="19" y="60"/>
                </a:lnTo>
                <a:lnTo>
                  <a:pt x="20" y="61"/>
                </a:lnTo>
                <a:lnTo>
                  <a:pt x="20" y="62"/>
                </a:lnTo>
                <a:lnTo>
                  <a:pt x="20" y="62"/>
                </a:lnTo>
                <a:lnTo>
                  <a:pt x="21" y="63"/>
                </a:lnTo>
                <a:lnTo>
                  <a:pt x="21" y="63"/>
                </a:lnTo>
                <a:lnTo>
                  <a:pt x="22" y="64"/>
                </a:lnTo>
                <a:lnTo>
                  <a:pt x="22" y="65"/>
                </a:lnTo>
                <a:lnTo>
                  <a:pt x="22" y="65"/>
                </a:lnTo>
                <a:lnTo>
                  <a:pt x="22" y="66"/>
                </a:lnTo>
                <a:lnTo>
                  <a:pt x="20" y="66"/>
                </a:lnTo>
                <a:lnTo>
                  <a:pt x="19" y="68"/>
                </a:lnTo>
                <a:lnTo>
                  <a:pt x="19" y="68"/>
                </a:lnTo>
                <a:lnTo>
                  <a:pt x="19" y="70"/>
                </a:lnTo>
                <a:lnTo>
                  <a:pt x="19" y="71"/>
                </a:lnTo>
                <a:lnTo>
                  <a:pt x="18" y="72"/>
                </a:lnTo>
                <a:lnTo>
                  <a:pt x="17" y="72"/>
                </a:lnTo>
                <a:lnTo>
                  <a:pt x="18" y="73"/>
                </a:lnTo>
                <a:lnTo>
                  <a:pt x="17" y="75"/>
                </a:lnTo>
                <a:lnTo>
                  <a:pt x="16" y="75"/>
                </a:lnTo>
                <a:lnTo>
                  <a:pt x="17" y="76"/>
                </a:lnTo>
                <a:lnTo>
                  <a:pt x="16" y="80"/>
                </a:lnTo>
                <a:lnTo>
                  <a:pt x="15" y="79"/>
                </a:lnTo>
                <a:lnTo>
                  <a:pt x="14" y="81"/>
                </a:lnTo>
                <a:lnTo>
                  <a:pt x="15" y="82"/>
                </a:lnTo>
                <a:lnTo>
                  <a:pt x="17" y="83"/>
                </a:lnTo>
                <a:lnTo>
                  <a:pt x="17" y="84"/>
                </a:lnTo>
                <a:lnTo>
                  <a:pt x="17" y="85"/>
                </a:lnTo>
                <a:lnTo>
                  <a:pt x="17" y="85"/>
                </a:lnTo>
                <a:lnTo>
                  <a:pt x="17" y="85"/>
                </a:lnTo>
                <a:lnTo>
                  <a:pt x="19" y="84"/>
                </a:lnTo>
                <a:lnTo>
                  <a:pt x="19" y="87"/>
                </a:lnTo>
                <a:lnTo>
                  <a:pt x="21" y="88"/>
                </a:lnTo>
                <a:lnTo>
                  <a:pt x="21" y="89"/>
                </a:lnTo>
                <a:lnTo>
                  <a:pt x="25" y="90"/>
                </a:lnTo>
                <a:lnTo>
                  <a:pt x="25" y="91"/>
                </a:lnTo>
                <a:lnTo>
                  <a:pt x="24" y="91"/>
                </a:lnTo>
                <a:lnTo>
                  <a:pt x="25" y="92"/>
                </a:lnTo>
                <a:lnTo>
                  <a:pt x="24" y="92"/>
                </a:lnTo>
                <a:lnTo>
                  <a:pt x="23" y="91"/>
                </a:lnTo>
                <a:lnTo>
                  <a:pt x="23" y="92"/>
                </a:lnTo>
                <a:lnTo>
                  <a:pt x="23" y="92"/>
                </a:lnTo>
                <a:lnTo>
                  <a:pt x="22" y="94"/>
                </a:lnTo>
                <a:lnTo>
                  <a:pt x="21" y="95"/>
                </a:lnTo>
                <a:lnTo>
                  <a:pt x="22" y="95"/>
                </a:lnTo>
                <a:lnTo>
                  <a:pt x="23" y="96"/>
                </a:lnTo>
                <a:lnTo>
                  <a:pt x="22" y="97"/>
                </a:lnTo>
                <a:lnTo>
                  <a:pt x="21" y="98"/>
                </a:lnTo>
                <a:lnTo>
                  <a:pt x="19" y="100"/>
                </a:lnTo>
                <a:lnTo>
                  <a:pt x="19" y="102"/>
                </a:lnTo>
                <a:lnTo>
                  <a:pt x="20" y="102"/>
                </a:lnTo>
                <a:lnTo>
                  <a:pt x="21" y="104"/>
                </a:lnTo>
                <a:lnTo>
                  <a:pt x="22" y="104"/>
                </a:lnTo>
                <a:lnTo>
                  <a:pt x="23" y="105"/>
                </a:lnTo>
                <a:lnTo>
                  <a:pt x="24" y="104"/>
                </a:lnTo>
                <a:lnTo>
                  <a:pt x="25" y="103"/>
                </a:lnTo>
                <a:lnTo>
                  <a:pt x="26" y="102"/>
                </a:lnTo>
                <a:lnTo>
                  <a:pt x="26" y="102"/>
                </a:lnTo>
                <a:lnTo>
                  <a:pt x="29" y="101"/>
                </a:lnTo>
                <a:lnTo>
                  <a:pt x="29" y="99"/>
                </a:lnTo>
                <a:lnTo>
                  <a:pt x="30" y="98"/>
                </a:lnTo>
                <a:lnTo>
                  <a:pt x="33" y="96"/>
                </a:lnTo>
                <a:lnTo>
                  <a:pt x="34" y="98"/>
                </a:lnTo>
                <a:lnTo>
                  <a:pt x="35" y="98"/>
                </a:lnTo>
                <a:lnTo>
                  <a:pt x="36" y="97"/>
                </a:lnTo>
                <a:lnTo>
                  <a:pt x="37" y="97"/>
                </a:lnTo>
                <a:lnTo>
                  <a:pt x="39" y="100"/>
                </a:lnTo>
                <a:lnTo>
                  <a:pt x="41" y="100"/>
                </a:lnTo>
                <a:lnTo>
                  <a:pt x="41" y="101"/>
                </a:lnTo>
                <a:lnTo>
                  <a:pt x="43" y="101"/>
                </a:lnTo>
                <a:lnTo>
                  <a:pt x="44" y="102"/>
                </a:lnTo>
                <a:lnTo>
                  <a:pt x="45" y="103"/>
                </a:lnTo>
                <a:lnTo>
                  <a:pt x="46" y="102"/>
                </a:lnTo>
                <a:lnTo>
                  <a:pt x="48" y="102"/>
                </a:lnTo>
                <a:lnTo>
                  <a:pt x="48" y="103"/>
                </a:lnTo>
                <a:lnTo>
                  <a:pt x="50" y="104"/>
                </a:lnTo>
                <a:lnTo>
                  <a:pt x="50" y="103"/>
                </a:lnTo>
                <a:lnTo>
                  <a:pt x="51" y="102"/>
                </a:lnTo>
                <a:lnTo>
                  <a:pt x="52" y="101"/>
                </a:lnTo>
                <a:lnTo>
                  <a:pt x="53" y="101"/>
                </a:lnTo>
                <a:lnTo>
                  <a:pt x="53" y="99"/>
                </a:lnTo>
                <a:lnTo>
                  <a:pt x="52" y="97"/>
                </a:lnTo>
                <a:lnTo>
                  <a:pt x="53" y="97"/>
                </a:lnTo>
                <a:lnTo>
                  <a:pt x="53" y="96"/>
                </a:lnTo>
                <a:lnTo>
                  <a:pt x="55" y="96"/>
                </a:lnTo>
                <a:lnTo>
                  <a:pt x="58" y="95"/>
                </a:lnTo>
                <a:lnTo>
                  <a:pt x="60" y="94"/>
                </a:lnTo>
                <a:lnTo>
                  <a:pt x="61" y="94"/>
                </a:lnTo>
                <a:lnTo>
                  <a:pt x="62" y="93"/>
                </a:lnTo>
                <a:lnTo>
                  <a:pt x="62" y="92"/>
                </a:lnTo>
                <a:lnTo>
                  <a:pt x="67" y="92"/>
                </a:lnTo>
                <a:lnTo>
                  <a:pt x="67" y="90"/>
                </a:lnTo>
                <a:lnTo>
                  <a:pt x="68" y="90"/>
                </a:lnTo>
                <a:lnTo>
                  <a:pt x="69" y="90"/>
                </a:lnTo>
                <a:lnTo>
                  <a:pt x="70" y="89"/>
                </a:lnTo>
                <a:lnTo>
                  <a:pt x="70" y="88"/>
                </a:lnTo>
                <a:lnTo>
                  <a:pt x="69" y="87"/>
                </a:lnTo>
                <a:lnTo>
                  <a:pt x="69" y="86"/>
                </a:lnTo>
                <a:lnTo>
                  <a:pt x="69" y="86"/>
                </a:lnTo>
                <a:lnTo>
                  <a:pt x="70" y="84"/>
                </a:lnTo>
                <a:lnTo>
                  <a:pt x="71" y="84"/>
                </a:lnTo>
                <a:lnTo>
                  <a:pt x="71" y="83"/>
                </a:lnTo>
                <a:lnTo>
                  <a:pt x="73" y="82"/>
                </a:lnTo>
                <a:lnTo>
                  <a:pt x="73" y="82"/>
                </a:lnTo>
                <a:lnTo>
                  <a:pt x="74" y="82"/>
                </a:lnTo>
                <a:lnTo>
                  <a:pt x="74" y="83"/>
                </a:lnTo>
                <a:lnTo>
                  <a:pt x="76" y="85"/>
                </a:lnTo>
                <a:lnTo>
                  <a:pt x="76" y="86"/>
                </a:lnTo>
                <a:lnTo>
                  <a:pt x="76" y="86"/>
                </a:lnTo>
                <a:lnTo>
                  <a:pt x="77" y="87"/>
                </a:lnTo>
                <a:lnTo>
                  <a:pt x="77" y="86"/>
                </a:lnTo>
                <a:lnTo>
                  <a:pt x="78" y="87"/>
                </a:lnTo>
                <a:lnTo>
                  <a:pt x="78" y="88"/>
                </a:lnTo>
                <a:lnTo>
                  <a:pt x="78" y="89"/>
                </a:lnTo>
                <a:lnTo>
                  <a:pt x="79" y="89"/>
                </a:lnTo>
                <a:lnTo>
                  <a:pt x="79" y="89"/>
                </a:lnTo>
                <a:lnTo>
                  <a:pt x="79" y="91"/>
                </a:lnTo>
                <a:lnTo>
                  <a:pt x="80" y="91"/>
                </a:lnTo>
                <a:lnTo>
                  <a:pt x="81" y="90"/>
                </a:lnTo>
                <a:lnTo>
                  <a:pt x="82" y="90"/>
                </a:lnTo>
                <a:lnTo>
                  <a:pt x="82" y="88"/>
                </a:lnTo>
                <a:lnTo>
                  <a:pt x="83" y="88"/>
                </a:lnTo>
                <a:lnTo>
                  <a:pt x="83" y="89"/>
                </a:lnTo>
                <a:lnTo>
                  <a:pt x="84" y="91"/>
                </a:lnTo>
                <a:lnTo>
                  <a:pt x="85" y="90"/>
                </a:lnTo>
                <a:lnTo>
                  <a:pt x="85" y="90"/>
                </a:lnTo>
                <a:lnTo>
                  <a:pt x="85" y="91"/>
                </a:lnTo>
                <a:lnTo>
                  <a:pt x="86" y="92"/>
                </a:lnTo>
                <a:lnTo>
                  <a:pt x="85" y="92"/>
                </a:lnTo>
                <a:lnTo>
                  <a:pt x="87" y="93"/>
                </a:lnTo>
                <a:lnTo>
                  <a:pt x="90" y="91"/>
                </a:lnTo>
                <a:lnTo>
                  <a:pt x="92" y="91"/>
                </a:lnTo>
                <a:lnTo>
                  <a:pt x="92" y="90"/>
                </a:lnTo>
                <a:lnTo>
                  <a:pt x="93" y="88"/>
                </a:lnTo>
                <a:lnTo>
                  <a:pt x="93" y="86"/>
                </a:lnTo>
                <a:lnTo>
                  <a:pt x="94" y="86"/>
                </a:lnTo>
                <a:lnTo>
                  <a:pt x="93" y="85"/>
                </a:lnTo>
                <a:lnTo>
                  <a:pt x="94" y="85"/>
                </a:lnTo>
                <a:lnTo>
                  <a:pt x="95" y="85"/>
                </a:lnTo>
                <a:lnTo>
                  <a:pt x="95" y="85"/>
                </a:lnTo>
                <a:lnTo>
                  <a:pt x="95" y="84"/>
                </a:lnTo>
                <a:lnTo>
                  <a:pt x="96" y="83"/>
                </a:lnTo>
                <a:lnTo>
                  <a:pt x="97" y="83"/>
                </a:lnTo>
                <a:lnTo>
                  <a:pt x="98" y="84"/>
                </a:lnTo>
                <a:lnTo>
                  <a:pt x="98" y="85"/>
                </a:lnTo>
                <a:lnTo>
                  <a:pt x="99" y="84"/>
                </a:lnTo>
                <a:lnTo>
                  <a:pt x="102" y="86"/>
                </a:lnTo>
                <a:lnTo>
                  <a:pt x="102" y="87"/>
                </a:lnTo>
                <a:lnTo>
                  <a:pt x="103" y="88"/>
                </a:lnTo>
                <a:lnTo>
                  <a:pt x="102" y="85"/>
                </a:lnTo>
                <a:lnTo>
                  <a:pt x="102" y="84"/>
                </a:lnTo>
                <a:lnTo>
                  <a:pt x="103" y="83"/>
                </a:lnTo>
                <a:lnTo>
                  <a:pt x="104" y="83"/>
                </a:lnTo>
                <a:lnTo>
                  <a:pt x="103" y="82"/>
                </a:lnTo>
                <a:lnTo>
                  <a:pt x="104" y="81"/>
                </a:lnTo>
                <a:lnTo>
                  <a:pt x="106" y="80"/>
                </a:lnTo>
                <a:lnTo>
                  <a:pt x="106" y="82"/>
                </a:lnTo>
                <a:lnTo>
                  <a:pt x="106" y="82"/>
                </a:lnTo>
                <a:lnTo>
                  <a:pt x="106" y="83"/>
                </a:lnTo>
                <a:lnTo>
                  <a:pt x="107" y="82"/>
                </a:lnTo>
                <a:lnTo>
                  <a:pt x="109" y="82"/>
                </a:lnTo>
                <a:lnTo>
                  <a:pt x="111" y="83"/>
                </a:lnTo>
                <a:lnTo>
                  <a:pt x="112" y="82"/>
                </a:lnTo>
                <a:lnTo>
                  <a:pt x="111" y="82"/>
                </a:lnTo>
                <a:lnTo>
                  <a:pt x="111" y="80"/>
                </a:lnTo>
                <a:lnTo>
                  <a:pt x="112" y="78"/>
                </a:lnTo>
                <a:lnTo>
                  <a:pt x="110" y="78"/>
                </a:lnTo>
                <a:lnTo>
                  <a:pt x="109" y="79"/>
                </a:lnTo>
                <a:lnTo>
                  <a:pt x="108" y="79"/>
                </a:lnTo>
                <a:lnTo>
                  <a:pt x="108" y="78"/>
                </a:lnTo>
                <a:lnTo>
                  <a:pt x="109" y="78"/>
                </a:lnTo>
                <a:lnTo>
                  <a:pt x="109" y="78"/>
                </a:lnTo>
                <a:lnTo>
                  <a:pt x="110" y="77"/>
                </a:lnTo>
                <a:lnTo>
                  <a:pt x="110" y="77"/>
                </a:lnTo>
                <a:lnTo>
                  <a:pt x="111" y="77"/>
                </a:lnTo>
                <a:lnTo>
                  <a:pt x="111" y="77"/>
                </a:lnTo>
                <a:lnTo>
                  <a:pt x="112" y="76"/>
                </a:lnTo>
                <a:lnTo>
                  <a:pt x="113" y="76"/>
                </a:lnTo>
                <a:lnTo>
                  <a:pt x="113" y="77"/>
                </a:lnTo>
                <a:lnTo>
                  <a:pt x="113" y="78"/>
                </a:lnTo>
                <a:lnTo>
                  <a:pt x="114" y="76"/>
                </a:lnTo>
                <a:lnTo>
                  <a:pt x="114" y="78"/>
                </a:lnTo>
                <a:lnTo>
                  <a:pt x="116" y="78"/>
                </a:lnTo>
                <a:lnTo>
                  <a:pt x="117" y="78"/>
                </a:lnTo>
                <a:lnTo>
                  <a:pt x="117" y="77"/>
                </a:lnTo>
                <a:lnTo>
                  <a:pt x="117" y="75"/>
                </a:lnTo>
                <a:lnTo>
                  <a:pt x="117" y="75"/>
                </a:lnTo>
                <a:lnTo>
                  <a:pt x="119" y="73"/>
                </a:lnTo>
                <a:lnTo>
                  <a:pt x="118" y="72"/>
                </a:lnTo>
                <a:lnTo>
                  <a:pt x="119" y="71"/>
                </a:lnTo>
                <a:lnTo>
                  <a:pt x="119" y="70"/>
                </a:lnTo>
                <a:lnTo>
                  <a:pt x="119" y="69"/>
                </a:lnTo>
                <a:lnTo>
                  <a:pt x="120" y="69"/>
                </a:lnTo>
                <a:lnTo>
                  <a:pt x="120" y="69"/>
                </a:lnTo>
                <a:lnTo>
                  <a:pt x="119" y="68"/>
                </a:lnTo>
                <a:lnTo>
                  <a:pt x="118" y="66"/>
                </a:lnTo>
                <a:lnTo>
                  <a:pt x="119" y="64"/>
                </a:lnTo>
                <a:lnTo>
                  <a:pt x="118" y="65"/>
                </a:lnTo>
                <a:lnTo>
                  <a:pt x="117" y="66"/>
                </a:lnTo>
                <a:lnTo>
                  <a:pt x="116" y="65"/>
                </a:lnTo>
                <a:lnTo>
                  <a:pt x="115" y="65"/>
                </a:lnTo>
                <a:lnTo>
                  <a:pt x="115" y="64"/>
                </a:lnTo>
                <a:lnTo>
                  <a:pt x="116" y="62"/>
                </a:lnTo>
                <a:lnTo>
                  <a:pt x="117" y="61"/>
                </a:lnTo>
                <a:lnTo>
                  <a:pt x="117" y="61"/>
                </a:lnTo>
                <a:lnTo>
                  <a:pt x="117" y="60"/>
                </a:lnTo>
                <a:lnTo>
                  <a:pt x="117" y="60"/>
                </a:lnTo>
                <a:lnTo>
                  <a:pt x="117" y="60"/>
                </a:lnTo>
                <a:lnTo>
                  <a:pt x="116" y="57"/>
                </a:lnTo>
                <a:lnTo>
                  <a:pt x="116" y="57"/>
                </a:lnTo>
                <a:lnTo>
                  <a:pt x="115" y="57"/>
                </a:lnTo>
                <a:lnTo>
                  <a:pt x="115" y="56"/>
                </a:lnTo>
                <a:lnTo>
                  <a:pt x="116" y="56"/>
                </a:lnTo>
                <a:lnTo>
                  <a:pt x="118" y="54"/>
                </a:lnTo>
                <a:lnTo>
                  <a:pt x="119" y="54"/>
                </a:lnTo>
                <a:lnTo>
                  <a:pt x="118" y="53"/>
                </a:lnTo>
                <a:lnTo>
                  <a:pt x="118" y="51"/>
                </a:lnTo>
                <a:lnTo>
                  <a:pt x="120" y="50"/>
                </a:lnTo>
                <a:lnTo>
                  <a:pt x="119" y="48"/>
                </a:lnTo>
                <a:lnTo>
                  <a:pt x="119" y="47"/>
                </a:lnTo>
                <a:lnTo>
                  <a:pt x="118" y="48"/>
                </a:lnTo>
                <a:lnTo>
                  <a:pt x="118" y="47"/>
                </a:lnTo>
                <a:lnTo>
                  <a:pt x="118" y="46"/>
                </a:lnTo>
                <a:lnTo>
                  <a:pt x="117" y="46"/>
                </a:lnTo>
                <a:lnTo>
                  <a:pt x="117" y="46"/>
                </a:lnTo>
                <a:lnTo>
                  <a:pt x="114" y="46"/>
                </a:lnTo>
                <a:lnTo>
                  <a:pt x="113" y="46"/>
                </a:lnTo>
                <a:lnTo>
                  <a:pt x="112" y="48"/>
                </a:lnTo>
                <a:lnTo>
                  <a:pt x="111" y="48"/>
                </a:lnTo>
                <a:lnTo>
                  <a:pt x="111" y="46"/>
                </a:lnTo>
                <a:lnTo>
                  <a:pt x="109" y="47"/>
                </a:lnTo>
                <a:lnTo>
                  <a:pt x="108" y="48"/>
                </a:lnTo>
                <a:lnTo>
                  <a:pt x="108" y="49"/>
                </a:lnTo>
                <a:lnTo>
                  <a:pt x="106" y="49"/>
                </a:lnTo>
                <a:lnTo>
                  <a:pt x="104" y="48"/>
                </a:lnTo>
                <a:lnTo>
                  <a:pt x="106" y="47"/>
                </a:lnTo>
                <a:lnTo>
                  <a:pt x="107" y="46"/>
                </a:lnTo>
                <a:lnTo>
                  <a:pt x="107" y="45"/>
                </a:lnTo>
                <a:lnTo>
                  <a:pt x="108" y="43"/>
                </a:lnTo>
                <a:lnTo>
                  <a:pt x="110" y="43"/>
                </a:lnTo>
                <a:lnTo>
                  <a:pt x="109" y="42"/>
                </a:lnTo>
                <a:lnTo>
                  <a:pt x="111" y="42"/>
                </a:lnTo>
                <a:lnTo>
                  <a:pt x="111" y="39"/>
                </a:lnTo>
                <a:lnTo>
                  <a:pt x="112" y="40"/>
                </a:lnTo>
                <a:lnTo>
                  <a:pt x="112" y="39"/>
                </a:lnTo>
                <a:lnTo>
                  <a:pt x="113" y="40"/>
                </a:lnTo>
                <a:lnTo>
                  <a:pt x="114" y="40"/>
                </a:lnTo>
                <a:lnTo>
                  <a:pt x="114" y="38"/>
                </a:lnTo>
                <a:lnTo>
                  <a:pt x="116" y="37"/>
                </a:lnTo>
                <a:lnTo>
                  <a:pt x="117" y="36"/>
                </a:lnTo>
                <a:lnTo>
                  <a:pt x="117" y="34"/>
                </a:lnTo>
                <a:lnTo>
                  <a:pt x="118" y="34"/>
                </a:lnTo>
                <a:lnTo>
                  <a:pt x="116" y="33"/>
                </a:lnTo>
                <a:lnTo>
                  <a:pt x="115" y="33"/>
                </a:lnTo>
                <a:lnTo>
                  <a:pt x="116" y="32"/>
                </a:lnTo>
                <a:lnTo>
                  <a:pt x="115" y="31"/>
                </a:lnTo>
                <a:lnTo>
                  <a:pt x="115" y="30"/>
                </a:lnTo>
                <a:lnTo>
                  <a:pt x="114" y="29"/>
                </a:lnTo>
                <a:lnTo>
                  <a:pt x="114" y="28"/>
                </a:lnTo>
                <a:lnTo>
                  <a:pt x="115" y="26"/>
                </a:lnTo>
                <a:lnTo>
                  <a:pt x="114" y="25"/>
                </a:lnTo>
                <a:lnTo>
                  <a:pt x="114" y="26"/>
                </a:lnTo>
                <a:lnTo>
                  <a:pt x="114" y="22"/>
                </a:lnTo>
                <a:lnTo>
                  <a:pt x="115" y="20"/>
                </a:lnTo>
                <a:lnTo>
                  <a:pt x="114" y="20"/>
                </a:lnTo>
                <a:lnTo>
                  <a:pt x="114" y="20"/>
                </a:lnTo>
                <a:lnTo>
                  <a:pt x="113" y="19"/>
                </a:lnTo>
                <a:lnTo>
                  <a:pt x="113" y="19"/>
                </a:lnTo>
                <a:lnTo>
                  <a:pt x="113" y="18"/>
                </a:lnTo>
                <a:lnTo>
                  <a:pt x="113" y="18"/>
                </a:lnTo>
                <a:lnTo>
                  <a:pt x="113" y="16"/>
                </a:lnTo>
                <a:close/>
              </a:path>
            </a:pathLst>
          </a:custGeom>
          <a:solidFill>
            <a:srgbClr val="AECBE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2933447" y="4974877"/>
            <a:ext cx="1154340" cy="1179992"/>
          </a:xfrm>
          <a:custGeom>
            <a:avLst/>
            <a:gdLst/>
            <a:ahLst/>
            <a:cxnLst/>
            <a:rect l="l" t="t" r="r" b="b"/>
            <a:pathLst>
              <a:path w="180" h="184">
                <a:moveTo>
                  <a:pt x="162" y="38"/>
                </a:moveTo>
                <a:lnTo>
                  <a:pt x="161" y="38"/>
                </a:lnTo>
                <a:lnTo>
                  <a:pt x="161" y="37"/>
                </a:lnTo>
                <a:lnTo>
                  <a:pt x="161" y="36"/>
                </a:lnTo>
                <a:lnTo>
                  <a:pt x="162" y="36"/>
                </a:lnTo>
                <a:lnTo>
                  <a:pt x="161" y="35"/>
                </a:lnTo>
                <a:lnTo>
                  <a:pt x="160" y="34"/>
                </a:lnTo>
                <a:lnTo>
                  <a:pt x="161" y="33"/>
                </a:lnTo>
                <a:lnTo>
                  <a:pt x="161" y="31"/>
                </a:lnTo>
                <a:lnTo>
                  <a:pt x="160" y="31"/>
                </a:lnTo>
                <a:lnTo>
                  <a:pt x="159" y="31"/>
                </a:lnTo>
                <a:lnTo>
                  <a:pt x="159" y="31"/>
                </a:lnTo>
                <a:lnTo>
                  <a:pt x="159" y="30"/>
                </a:lnTo>
                <a:lnTo>
                  <a:pt x="159" y="30"/>
                </a:lnTo>
                <a:lnTo>
                  <a:pt x="157" y="29"/>
                </a:lnTo>
                <a:lnTo>
                  <a:pt x="155" y="30"/>
                </a:lnTo>
                <a:lnTo>
                  <a:pt x="155" y="31"/>
                </a:lnTo>
                <a:lnTo>
                  <a:pt x="153" y="32"/>
                </a:lnTo>
                <a:lnTo>
                  <a:pt x="154" y="33"/>
                </a:lnTo>
                <a:lnTo>
                  <a:pt x="153" y="33"/>
                </a:lnTo>
                <a:lnTo>
                  <a:pt x="151" y="34"/>
                </a:lnTo>
                <a:lnTo>
                  <a:pt x="150" y="34"/>
                </a:lnTo>
                <a:lnTo>
                  <a:pt x="147" y="35"/>
                </a:lnTo>
                <a:lnTo>
                  <a:pt x="146" y="34"/>
                </a:lnTo>
                <a:lnTo>
                  <a:pt x="146" y="34"/>
                </a:lnTo>
                <a:lnTo>
                  <a:pt x="144" y="32"/>
                </a:lnTo>
                <a:lnTo>
                  <a:pt x="143" y="31"/>
                </a:lnTo>
                <a:lnTo>
                  <a:pt x="142" y="30"/>
                </a:lnTo>
                <a:lnTo>
                  <a:pt x="143" y="30"/>
                </a:lnTo>
                <a:lnTo>
                  <a:pt x="144" y="29"/>
                </a:lnTo>
                <a:lnTo>
                  <a:pt x="144" y="29"/>
                </a:lnTo>
                <a:lnTo>
                  <a:pt x="144" y="28"/>
                </a:lnTo>
                <a:lnTo>
                  <a:pt x="144" y="27"/>
                </a:lnTo>
                <a:lnTo>
                  <a:pt x="144" y="27"/>
                </a:lnTo>
                <a:lnTo>
                  <a:pt x="144" y="27"/>
                </a:lnTo>
                <a:lnTo>
                  <a:pt x="145" y="26"/>
                </a:lnTo>
                <a:lnTo>
                  <a:pt x="145" y="25"/>
                </a:lnTo>
                <a:lnTo>
                  <a:pt x="143" y="25"/>
                </a:lnTo>
                <a:lnTo>
                  <a:pt x="143" y="24"/>
                </a:lnTo>
                <a:lnTo>
                  <a:pt x="142" y="24"/>
                </a:lnTo>
                <a:lnTo>
                  <a:pt x="142" y="24"/>
                </a:lnTo>
                <a:lnTo>
                  <a:pt x="141" y="22"/>
                </a:lnTo>
                <a:lnTo>
                  <a:pt x="141" y="19"/>
                </a:lnTo>
                <a:lnTo>
                  <a:pt x="143" y="19"/>
                </a:lnTo>
                <a:lnTo>
                  <a:pt x="143" y="18"/>
                </a:lnTo>
                <a:lnTo>
                  <a:pt x="144" y="18"/>
                </a:lnTo>
                <a:lnTo>
                  <a:pt x="144" y="17"/>
                </a:lnTo>
                <a:lnTo>
                  <a:pt x="143" y="17"/>
                </a:lnTo>
                <a:lnTo>
                  <a:pt x="142" y="17"/>
                </a:lnTo>
                <a:lnTo>
                  <a:pt x="141" y="16"/>
                </a:lnTo>
                <a:lnTo>
                  <a:pt x="140" y="17"/>
                </a:lnTo>
                <a:lnTo>
                  <a:pt x="138" y="17"/>
                </a:lnTo>
                <a:lnTo>
                  <a:pt x="138" y="18"/>
                </a:lnTo>
                <a:lnTo>
                  <a:pt x="137" y="17"/>
                </a:lnTo>
                <a:lnTo>
                  <a:pt x="135" y="18"/>
                </a:lnTo>
                <a:lnTo>
                  <a:pt x="134" y="17"/>
                </a:lnTo>
                <a:lnTo>
                  <a:pt x="133" y="17"/>
                </a:lnTo>
                <a:lnTo>
                  <a:pt x="133" y="16"/>
                </a:lnTo>
                <a:lnTo>
                  <a:pt x="132" y="18"/>
                </a:lnTo>
                <a:lnTo>
                  <a:pt x="131" y="19"/>
                </a:lnTo>
                <a:lnTo>
                  <a:pt x="132" y="21"/>
                </a:lnTo>
                <a:lnTo>
                  <a:pt x="133" y="24"/>
                </a:lnTo>
                <a:lnTo>
                  <a:pt x="130" y="27"/>
                </a:lnTo>
                <a:lnTo>
                  <a:pt x="129" y="26"/>
                </a:lnTo>
                <a:lnTo>
                  <a:pt x="129" y="25"/>
                </a:lnTo>
                <a:lnTo>
                  <a:pt x="127" y="26"/>
                </a:lnTo>
                <a:lnTo>
                  <a:pt x="126" y="27"/>
                </a:lnTo>
                <a:lnTo>
                  <a:pt x="125" y="28"/>
                </a:lnTo>
                <a:lnTo>
                  <a:pt x="124" y="30"/>
                </a:lnTo>
                <a:lnTo>
                  <a:pt x="125" y="31"/>
                </a:lnTo>
                <a:lnTo>
                  <a:pt x="125" y="30"/>
                </a:lnTo>
                <a:lnTo>
                  <a:pt x="126" y="32"/>
                </a:lnTo>
                <a:lnTo>
                  <a:pt x="127" y="32"/>
                </a:lnTo>
                <a:lnTo>
                  <a:pt x="126" y="33"/>
                </a:lnTo>
                <a:lnTo>
                  <a:pt x="126" y="35"/>
                </a:lnTo>
                <a:lnTo>
                  <a:pt x="125" y="36"/>
                </a:lnTo>
                <a:lnTo>
                  <a:pt x="121" y="39"/>
                </a:lnTo>
                <a:lnTo>
                  <a:pt x="121" y="41"/>
                </a:lnTo>
                <a:lnTo>
                  <a:pt x="120" y="41"/>
                </a:lnTo>
                <a:lnTo>
                  <a:pt x="118" y="43"/>
                </a:lnTo>
                <a:lnTo>
                  <a:pt x="118" y="44"/>
                </a:lnTo>
                <a:lnTo>
                  <a:pt x="117" y="45"/>
                </a:lnTo>
                <a:lnTo>
                  <a:pt x="117" y="44"/>
                </a:lnTo>
                <a:lnTo>
                  <a:pt x="115" y="45"/>
                </a:lnTo>
                <a:lnTo>
                  <a:pt x="114" y="44"/>
                </a:lnTo>
                <a:lnTo>
                  <a:pt x="113" y="47"/>
                </a:lnTo>
                <a:lnTo>
                  <a:pt x="114" y="51"/>
                </a:lnTo>
                <a:lnTo>
                  <a:pt x="113" y="53"/>
                </a:lnTo>
                <a:lnTo>
                  <a:pt x="113" y="53"/>
                </a:lnTo>
                <a:lnTo>
                  <a:pt x="113" y="55"/>
                </a:lnTo>
                <a:lnTo>
                  <a:pt x="114" y="57"/>
                </a:lnTo>
                <a:lnTo>
                  <a:pt x="115" y="61"/>
                </a:lnTo>
                <a:lnTo>
                  <a:pt x="116" y="61"/>
                </a:lnTo>
                <a:lnTo>
                  <a:pt x="116" y="64"/>
                </a:lnTo>
                <a:lnTo>
                  <a:pt x="116" y="64"/>
                </a:lnTo>
                <a:lnTo>
                  <a:pt x="116" y="65"/>
                </a:lnTo>
                <a:lnTo>
                  <a:pt x="116" y="65"/>
                </a:lnTo>
                <a:lnTo>
                  <a:pt x="115" y="65"/>
                </a:lnTo>
                <a:lnTo>
                  <a:pt x="115" y="68"/>
                </a:lnTo>
                <a:lnTo>
                  <a:pt x="114" y="68"/>
                </a:lnTo>
                <a:lnTo>
                  <a:pt x="113" y="68"/>
                </a:lnTo>
                <a:lnTo>
                  <a:pt x="112" y="68"/>
                </a:lnTo>
                <a:lnTo>
                  <a:pt x="112" y="69"/>
                </a:lnTo>
                <a:lnTo>
                  <a:pt x="110" y="70"/>
                </a:lnTo>
                <a:lnTo>
                  <a:pt x="109" y="71"/>
                </a:lnTo>
                <a:lnTo>
                  <a:pt x="107" y="70"/>
                </a:lnTo>
                <a:lnTo>
                  <a:pt x="108" y="69"/>
                </a:lnTo>
                <a:lnTo>
                  <a:pt x="107" y="68"/>
                </a:lnTo>
                <a:lnTo>
                  <a:pt x="106" y="68"/>
                </a:lnTo>
                <a:lnTo>
                  <a:pt x="104" y="69"/>
                </a:lnTo>
                <a:lnTo>
                  <a:pt x="103" y="69"/>
                </a:lnTo>
                <a:lnTo>
                  <a:pt x="102" y="70"/>
                </a:lnTo>
                <a:lnTo>
                  <a:pt x="100" y="71"/>
                </a:lnTo>
                <a:lnTo>
                  <a:pt x="100" y="71"/>
                </a:lnTo>
                <a:lnTo>
                  <a:pt x="98" y="72"/>
                </a:lnTo>
                <a:lnTo>
                  <a:pt x="97" y="74"/>
                </a:lnTo>
                <a:lnTo>
                  <a:pt x="95" y="73"/>
                </a:lnTo>
                <a:lnTo>
                  <a:pt x="94" y="74"/>
                </a:lnTo>
                <a:lnTo>
                  <a:pt x="93" y="73"/>
                </a:lnTo>
                <a:lnTo>
                  <a:pt x="91" y="74"/>
                </a:lnTo>
                <a:lnTo>
                  <a:pt x="91" y="74"/>
                </a:lnTo>
                <a:lnTo>
                  <a:pt x="90" y="73"/>
                </a:lnTo>
                <a:lnTo>
                  <a:pt x="91" y="72"/>
                </a:lnTo>
                <a:lnTo>
                  <a:pt x="88" y="70"/>
                </a:lnTo>
                <a:lnTo>
                  <a:pt x="87" y="70"/>
                </a:lnTo>
                <a:lnTo>
                  <a:pt x="86" y="69"/>
                </a:lnTo>
                <a:lnTo>
                  <a:pt x="88" y="68"/>
                </a:lnTo>
                <a:lnTo>
                  <a:pt x="87" y="67"/>
                </a:lnTo>
                <a:lnTo>
                  <a:pt x="87" y="67"/>
                </a:lnTo>
                <a:lnTo>
                  <a:pt x="85" y="64"/>
                </a:lnTo>
                <a:lnTo>
                  <a:pt x="84" y="64"/>
                </a:lnTo>
                <a:lnTo>
                  <a:pt x="83" y="62"/>
                </a:lnTo>
                <a:lnTo>
                  <a:pt x="84" y="62"/>
                </a:lnTo>
                <a:lnTo>
                  <a:pt x="84" y="60"/>
                </a:lnTo>
                <a:lnTo>
                  <a:pt x="84" y="60"/>
                </a:lnTo>
                <a:lnTo>
                  <a:pt x="85" y="58"/>
                </a:lnTo>
                <a:lnTo>
                  <a:pt x="84" y="58"/>
                </a:lnTo>
                <a:lnTo>
                  <a:pt x="84" y="58"/>
                </a:lnTo>
                <a:lnTo>
                  <a:pt x="84" y="59"/>
                </a:lnTo>
                <a:lnTo>
                  <a:pt x="84" y="59"/>
                </a:lnTo>
                <a:lnTo>
                  <a:pt x="83" y="59"/>
                </a:lnTo>
                <a:lnTo>
                  <a:pt x="83" y="58"/>
                </a:lnTo>
                <a:lnTo>
                  <a:pt x="82" y="58"/>
                </a:lnTo>
                <a:lnTo>
                  <a:pt x="83" y="56"/>
                </a:lnTo>
                <a:lnTo>
                  <a:pt x="82" y="55"/>
                </a:lnTo>
                <a:lnTo>
                  <a:pt x="80" y="55"/>
                </a:lnTo>
                <a:lnTo>
                  <a:pt x="80" y="54"/>
                </a:lnTo>
                <a:lnTo>
                  <a:pt x="80" y="53"/>
                </a:lnTo>
                <a:lnTo>
                  <a:pt x="80" y="53"/>
                </a:lnTo>
                <a:lnTo>
                  <a:pt x="78" y="52"/>
                </a:lnTo>
                <a:lnTo>
                  <a:pt x="79" y="48"/>
                </a:lnTo>
                <a:lnTo>
                  <a:pt x="78" y="48"/>
                </a:lnTo>
                <a:lnTo>
                  <a:pt x="77" y="48"/>
                </a:lnTo>
                <a:lnTo>
                  <a:pt x="76" y="47"/>
                </a:lnTo>
                <a:lnTo>
                  <a:pt x="76" y="45"/>
                </a:lnTo>
                <a:lnTo>
                  <a:pt x="74" y="42"/>
                </a:lnTo>
                <a:lnTo>
                  <a:pt x="73" y="42"/>
                </a:lnTo>
                <a:lnTo>
                  <a:pt x="74" y="41"/>
                </a:lnTo>
                <a:lnTo>
                  <a:pt x="73" y="38"/>
                </a:lnTo>
                <a:lnTo>
                  <a:pt x="72" y="38"/>
                </a:lnTo>
                <a:lnTo>
                  <a:pt x="73" y="37"/>
                </a:lnTo>
                <a:lnTo>
                  <a:pt x="71" y="37"/>
                </a:lnTo>
                <a:lnTo>
                  <a:pt x="71" y="35"/>
                </a:lnTo>
                <a:lnTo>
                  <a:pt x="70" y="34"/>
                </a:lnTo>
                <a:lnTo>
                  <a:pt x="70" y="33"/>
                </a:lnTo>
                <a:lnTo>
                  <a:pt x="70" y="31"/>
                </a:lnTo>
                <a:lnTo>
                  <a:pt x="69" y="31"/>
                </a:lnTo>
                <a:lnTo>
                  <a:pt x="68" y="33"/>
                </a:lnTo>
                <a:lnTo>
                  <a:pt x="67" y="34"/>
                </a:lnTo>
                <a:lnTo>
                  <a:pt x="66" y="33"/>
                </a:lnTo>
                <a:lnTo>
                  <a:pt x="65" y="32"/>
                </a:lnTo>
                <a:lnTo>
                  <a:pt x="62" y="36"/>
                </a:lnTo>
                <a:lnTo>
                  <a:pt x="62" y="35"/>
                </a:lnTo>
                <a:lnTo>
                  <a:pt x="62" y="34"/>
                </a:lnTo>
                <a:lnTo>
                  <a:pt x="62" y="34"/>
                </a:lnTo>
                <a:lnTo>
                  <a:pt x="62" y="32"/>
                </a:lnTo>
                <a:lnTo>
                  <a:pt x="60" y="32"/>
                </a:lnTo>
                <a:lnTo>
                  <a:pt x="59" y="31"/>
                </a:lnTo>
                <a:lnTo>
                  <a:pt x="60" y="31"/>
                </a:lnTo>
                <a:lnTo>
                  <a:pt x="59" y="29"/>
                </a:lnTo>
                <a:lnTo>
                  <a:pt x="58" y="28"/>
                </a:lnTo>
                <a:lnTo>
                  <a:pt x="57" y="26"/>
                </a:lnTo>
                <a:lnTo>
                  <a:pt x="57" y="25"/>
                </a:lnTo>
                <a:lnTo>
                  <a:pt x="58" y="25"/>
                </a:lnTo>
                <a:lnTo>
                  <a:pt x="58" y="24"/>
                </a:lnTo>
                <a:lnTo>
                  <a:pt x="59" y="24"/>
                </a:lnTo>
                <a:lnTo>
                  <a:pt x="60" y="23"/>
                </a:lnTo>
                <a:lnTo>
                  <a:pt x="59" y="23"/>
                </a:lnTo>
                <a:lnTo>
                  <a:pt x="60" y="22"/>
                </a:lnTo>
                <a:lnTo>
                  <a:pt x="58" y="21"/>
                </a:lnTo>
                <a:lnTo>
                  <a:pt x="58" y="19"/>
                </a:lnTo>
                <a:lnTo>
                  <a:pt x="56" y="18"/>
                </a:lnTo>
                <a:lnTo>
                  <a:pt x="56" y="17"/>
                </a:lnTo>
                <a:lnTo>
                  <a:pt x="55" y="15"/>
                </a:lnTo>
                <a:lnTo>
                  <a:pt x="54" y="15"/>
                </a:lnTo>
                <a:lnTo>
                  <a:pt x="54" y="14"/>
                </a:lnTo>
                <a:lnTo>
                  <a:pt x="54" y="15"/>
                </a:lnTo>
                <a:lnTo>
                  <a:pt x="54" y="14"/>
                </a:lnTo>
                <a:lnTo>
                  <a:pt x="53" y="13"/>
                </a:lnTo>
                <a:lnTo>
                  <a:pt x="52" y="13"/>
                </a:lnTo>
                <a:lnTo>
                  <a:pt x="52" y="11"/>
                </a:lnTo>
                <a:lnTo>
                  <a:pt x="52" y="9"/>
                </a:lnTo>
                <a:lnTo>
                  <a:pt x="51" y="10"/>
                </a:lnTo>
                <a:lnTo>
                  <a:pt x="50" y="10"/>
                </a:lnTo>
                <a:lnTo>
                  <a:pt x="49" y="12"/>
                </a:lnTo>
                <a:lnTo>
                  <a:pt x="48" y="12"/>
                </a:lnTo>
                <a:lnTo>
                  <a:pt x="48" y="13"/>
                </a:lnTo>
                <a:lnTo>
                  <a:pt x="48" y="14"/>
                </a:lnTo>
                <a:lnTo>
                  <a:pt x="47" y="14"/>
                </a:lnTo>
                <a:lnTo>
                  <a:pt x="46" y="15"/>
                </a:lnTo>
                <a:lnTo>
                  <a:pt x="46" y="16"/>
                </a:lnTo>
                <a:lnTo>
                  <a:pt x="45" y="16"/>
                </a:lnTo>
                <a:lnTo>
                  <a:pt x="45" y="17"/>
                </a:lnTo>
                <a:lnTo>
                  <a:pt x="45" y="18"/>
                </a:lnTo>
                <a:lnTo>
                  <a:pt x="45" y="18"/>
                </a:lnTo>
                <a:lnTo>
                  <a:pt x="45" y="19"/>
                </a:lnTo>
                <a:lnTo>
                  <a:pt x="44" y="21"/>
                </a:lnTo>
                <a:lnTo>
                  <a:pt x="45" y="22"/>
                </a:lnTo>
                <a:lnTo>
                  <a:pt x="44" y="24"/>
                </a:lnTo>
                <a:lnTo>
                  <a:pt x="43" y="23"/>
                </a:lnTo>
                <a:lnTo>
                  <a:pt x="42" y="22"/>
                </a:lnTo>
                <a:lnTo>
                  <a:pt x="41" y="21"/>
                </a:lnTo>
                <a:lnTo>
                  <a:pt x="40" y="18"/>
                </a:lnTo>
                <a:lnTo>
                  <a:pt x="41" y="18"/>
                </a:lnTo>
                <a:lnTo>
                  <a:pt x="41" y="17"/>
                </a:lnTo>
                <a:lnTo>
                  <a:pt x="40" y="15"/>
                </a:lnTo>
                <a:lnTo>
                  <a:pt x="41" y="15"/>
                </a:lnTo>
                <a:lnTo>
                  <a:pt x="40" y="12"/>
                </a:lnTo>
                <a:lnTo>
                  <a:pt x="40" y="11"/>
                </a:lnTo>
                <a:lnTo>
                  <a:pt x="39" y="9"/>
                </a:lnTo>
                <a:lnTo>
                  <a:pt x="40" y="7"/>
                </a:lnTo>
                <a:lnTo>
                  <a:pt x="40" y="2"/>
                </a:lnTo>
                <a:lnTo>
                  <a:pt x="40" y="0"/>
                </a:lnTo>
                <a:lnTo>
                  <a:pt x="39" y="1"/>
                </a:lnTo>
                <a:lnTo>
                  <a:pt x="38" y="1"/>
                </a:lnTo>
                <a:lnTo>
                  <a:pt x="38" y="1"/>
                </a:lnTo>
                <a:lnTo>
                  <a:pt x="37" y="1"/>
                </a:lnTo>
                <a:lnTo>
                  <a:pt x="37" y="2"/>
                </a:lnTo>
                <a:lnTo>
                  <a:pt x="38" y="4"/>
                </a:lnTo>
                <a:lnTo>
                  <a:pt x="36" y="6"/>
                </a:lnTo>
                <a:lnTo>
                  <a:pt x="36" y="8"/>
                </a:lnTo>
                <a:lnTo>
                  <a:pt x="37" y="8"/>
                </a:lnTo>
                <a:lnTo>
                  <a:pt x="37" y="9"/>
                </a:lnTo>
                <a:lnTo>
                  <a:pt x="36" y="9"/>
                </a:lnTo>
                <a:lnTo>
                  <a:pt x="36" y="10"/>
                </a:lnTo>
                <a:lnTo>
                  <a:pt x="34" y="10"/>
                </a:lnTo>
                <a:lnTo>
                  <a:pt x="34" y="9"/>
                </a:lnTo>
                <a:lnTo>
                  <a:pt x="34" y="7"/>
                </a:lnTo>
                <a:lnTo>
                  <a:pt x="33" y="5"/>
                </a:lnTo>
                <a:lnTo>
                  <a:pt x="33" y="5"/>
                </a:lnTo>
                <a:lnTo>
                  <a:pt x="32" y="6"/>
                </a:lnTo>
                <a:lnTo>
                  <a:pt x="31" y="5"/>
                </a:lnTo>
                <a:lnTo>
                  <a:pt x="30" y="6"/>
                </a:lnTo>
                <a:lnTo>
                  <a:pt x="31" y="7"/>
                </a:lnTo>
                <a:lnTo>
                  <a:pt x="31" y="7"/>
                </a:lnTo>
                <a:lnTo>
                  <a:pt x="31" y="8"/>
                </a:lnTo>
                <a:lnTo>
                  <a:pt x="31" y="9"/>
                </a:lnTo>
                <a:lnTo>
                  <a:pt x="31" y="11"/>
                </a:lnTo>
                <a:lnTo>
                  <a:pt x="29" y="12"/>
                </a:lnTo>
                <a:lnTo>
                  <a:pt x="30" y="15"/>
                </a:lnTo>
                <a:lnTo>
                  <a:pt x="30" y="16"/>
                </a:lnTo>
                <a:lnTo>
                  <a:pt x="31" y="17"/>
                </a:lnTo>
                <a:lnTo>
                  <a:pt x="32" y="20"/>
                </a:lnTo>
                <a:lnTo>
                  <a:pt x="32" y="20"/>
                </a:lnTo>
                <a:lnTo>
                  <a:pt x="31" y="21"/>
                </a:lnTo>
                <a:lnTo>
                  <a:pt x="31" y="22"/>
                </a:lnTo>
                <a:lnTo>
                  <a:pt x="30" y="23"/>
                </a:lnTo>
                <a:lnTo>
                  <a:pt x="29" y="24"/>
                </a:lnTo>
                <a:lnTo>
                  <a:pt x="28" y="23"/>
                </a:lnTo>
                <a:lnTo>
                  <a:pt x="26" y="24"/>
                </a:lnTo>
                <a:lnTo>
                  <a:pt x="26" y="24"/>
                </a:lnTo>
                <a:lnTo>
                  <a:pt x="25" y="25"/>
                </a:lnTo>
                <a:lnTo>
                  <a:pt x="24" y="24"/>
                </a:lnTo>
                <a:lnTo>
                  <a:pt x="24" y="23"/>
                </a:lnTo>
                <a:lnTo>
                  <a:pt x="24" y="23"/>
                </a:lnTo>
                <a:lnTo>
                  <a:pt x="24" y="21"/>
                </a:lnTo>
                <a:lnTo>
                  <a:pt x="23" y="20"/>
                </a:lnTo>
                <a:lnTo>
                  <a:pt x="23" y="18"/>
                </a:lnTo>
                <a:lnTo>
                  <a:pt x="21" y="19"/>
                </a:lnTo>
                <a:lnTo>
                  <a:pt x="21" y="19"/>
                </a:lnTo>
                <a:lnTo>
                  <a:pt x="22" y="21"/>
                </a:lnTo>
                <a:lnTo>
                  <a:pt x="20" y="22"/>
                </a:lnTo>
                <a:lnTo>
                  <a:pt x="20" y="23"/>
                </a:lnTo>
                <a:lnTo>
                  <a:pt x="19" y="23"/>
                </a:lnTo>
                <a:lnTo>
                  <a:pt x="20" y="24"/>
                </a:lnTo>
                <a:lnTo>
                  <a:pt x="19" y="27"/>
                </a:lnTo>
                <a:lnTo>
                  <a:pt x="19" y="28"/>
                </a:lnTo>
                <a:lnTo>
                  <a:pt x="20" y="28"/>
                </a:lnTo>
                <a:lnTo>
                  <a:pt x="20" y="29"/>
                </a:lnTo>
                <a:lnTo>
                  <a:pt x="20" y="30"/>
                </a:lnTo>
                <a:lnTo>
                  <a:pt x="20" y="31"/>
                </a:lnTo>
                <a:lnTo>
                  <a:pt x="21" y="34"/>
                </a:lnTo>
                <a:lnTo>
                  <a:pt x="22" y="35"/>
                </a:lnTo>
                <a:lnTo>
                  <a:pt x="22" y="38"/>
                </a:lnTo>
                <a:lnTo>
                  <a:pt x="23" y="38"/>
                </a:lnTo>
                <a:lnTo>
                  <a:pt x="24" y="37"/>
                </a:lnTo>
                <a:lnTo>
                  <a:pt x="24" y="35"/>
                </a:lnTo>
                <a:lnTo>
                  <a:pt x="25" y="35"/>
                </a:lnTo>
                <a:lnTo>
                  <a:pt x="25" y="35"/>
                </a:lnTo>
                <a:lnTo>
                  <a:pt x="27" y="36"/>
                </a:lnTo>
                <a:lnTo>
                  <a:pt x="27" y="35"/>
                </a:lnTo>
                <a:lnTo>
                  <a:pt x="27" y="37"/>
                </a:lnTo>
                <a:lnTo>
                  <a:pt x="29" y="37"/>
                </a:lnTo>
                <a:lnTo>
                  <a:pt x="29" y="37"/>
                </a:lnTo>
                <a:lnTo>
                  <a:pt x="30" y="37"/>
                </a:lnTo>
                <a:lnTo>
                  <a:pt x="29" y="39"/>
                </a:lnTo>
                <a:lnTo>
                  <a:pt x="30" y="40"/>
                </a:lnTo>
                <a:lnTo>
                  <a:pt x="29" y="40"/>
                </a:lnTo>
                <a:lnTo>
                  <a:pt x="30" y="42"/>
                </a:lnTo>
                <a:lnTo>
                  <a:pt x="30" y="43"/>
                </a:lnTo>
                <a:lnTo>
                  <a:pt x="30" y="44"/>
                </a:lnTo>
                <a:lnTo>
                  <a:pt x="30" y="45"/>
                </a:lnTo>
                <a:lnTo>
                  <a:pt x="29" y="45"/>
                </a:lnTo>
                <a:lnTo>
                  <a:pt x="29" y="48"/>
                </a:lnTo>
                <a:lnTo>
                  <a:pt x="30" y="49"/>
                </a:lnTo>
                <a:lnTo>
                  <a:pt x="30" y="50"/>
                </a:lnTo>
                <a:lnTo>
                  <a:pt x="30" y="50"/>
                </a:lnTo>
                <a:lnTo>
                  <a:pt x="30" y="53"/>
                </a:lnTo>
                <a:lnTo>
                  <a:pt x="29" y="53"/>
                </a:lnTo>
                <a:lnTo>
                  <a:pt x="30" y="55"/>
                </a:lnTo>
                <a:lnTo>
                  <a:pt x="29" y="57"/>
                </a:lnTo>
                <a:lnTo>
                  <a:pt x="30" y="57"/>
                </a:lnTo>
                <a:lnTo>
                  <a:pt x="30" y="58"/>
                </a:lnTo>
                <a:lnTo>
                  <a:pt x="30" y="59"/>
                </a:lnTo>
                <a:lnTo>
                  <a:pt x="29" y="60"/>
                </a:lnTo>
                <a:lnTo>
                  <a:pt x="29" y="65"/>
                </a:lnTo>
                <a:lnTo>
                  <a:pt x="28" y="65"/>
                </a:lnTo>
                <a:lnTo>
                  <a:pt x="27" y="67"/>
                </a:lnTo>
                <a:lnTo>
                  <a:pt x="28" y="67"/>
                </a:lnTo>
                <a:lnTo>
                  <a:pt x="28" y="68"/>
                </a:lnTo>
                <a:lnTo>
                  <a:pt x="28" y="69"/>
                </a:lnTo>
                <a:lnTo>
                  <a:pt x="28" y="70"/>
                </a:lnTo>
                <a:lnTo>
                  <a:pt x="27" y="70"/>
                </a:lnTo>
                <a:lnTo>
                  <a:pt x="27" y="69"/>
                </a:lnTo>
                <a:lnTo>
                  <a:pt x="25" y="70"/>
                </a:lnTo>
                <a:lnTo>
                  <a:pt x="26" y="73"/>
                </a:lnTo>
                <a:lnTo>
                  <a:pt x="26" y="73"/>
                </a:lnTo>
                <a:lnTo>
                  <a:pt x="27" y="74"/>
                </a:lnTo>
                <a:lnTo>
                  <a:pt x="27" y="76"/>
                </a:lnTo>
                <a:lnTo>
                  <a:pt x="26" y="77"/>
                </a:lnTo>
                <a:lnTo>
                  <a:pt x="24" y="76"/>
                </a:lnTo>
                <a:lnTo>
                  <a:pt x="24" y="76"/>
                </a:lnTo>
                <a:lnTo>
                  <a:pt x="23" y="77"/>
                </a:lnTo>
                <a:lnTo>
                  <a:pt x="22" y="79"/>
                </a:lnTo>
                <a:lnTo>
                  <a:pt x="21" y="80"/>
                </a:lnTo>
                <a:lnTo>
                  <a:pt x="21" y="81"/>
                </a:lnTo>
                <a:lnTo>
                  <a:pt x="19" y="82"/>
                </a:lnTo>
                <a:lnTo>
                  <a:pt x="19" y="82"/>
                </a:lnTo>
                <a:lnTo>
                  <a:pt x="18" y="81"/>
                </a:lnTo>
                <a:lnTo>
                  <a:pt x="16" y="80"/>
                </a:lnTo>
                <a:lnTo>
                  <a:pt x="16" y="81"/>
                </a:lnTo>
                <a:lnTo>
                  <a:pt x="16" y="82"/>
                </a:lnTo>
                <a:lnTo>
                  <a:pt x="15" y="83"/>
                </a:lnTo>
                <a:lnTo>
                  <a:pt x="16" y="84"/>
                </a:lnTo>
                <a:lnTo>
                  <a:pt x="15" y="86"/>
                </a:lnTo>
                <a:lnTo>
                  <a:pt x="14" y="85"/>
                </a:lnTo>
                <a:lnTo>
                  <a:pt x="14" y="87"/>
                </a:lnTo>
                <a:lnTo>
                  <a:pt x="12" y="87"/>
                </a:lnTo>
                <a:lnTo>
                  <a:pt x="12" y="88"/>
                </a:lnTo>
                <a:lnTo>
                  <a:pt x="11" y="89"/>
                </a:lnTo>
                <a:lnTo>
                  <a:pt x="10" y="89"/>
                </a:lnTo>
                <a:lnTo>
                  <a:pt x="10" y="88"/>
                </a:lnTo>
                <a:lnTo>
                  <a:pt x="9" y="88"/>
                </a:lnTo>
                <a:lnTo>
                  <a:pt x="8" y="90"/>
                </a:lnTo>
                <a:lnTo>
                  <a:pt x="7" y="92"/>
                </a:lnTo>
                <a:lnTo>
                  <a:pt x="6" y="92"/>
                </a:lnTo>
                <a:lnTo>
                  <a:pt x="6" y="96"/>
                </a:lnTo>
                <a:lnTo>
                  <a:pt x="7" y="96"/>
                </a:lnTo>
                <a:lnTo>
                  <a:pt x="7" y="97"/>
                </a:lnTo>
                <a:lnTo>
                  <a:pt x="7" y="97"/>
                </a:lnTo>
                <a:lnTo>
                  <a:pt x="5" y="97"/>
                </a:lnTo>
                <a:lnTo>
                  <a:pt x="4" y="98"/>
                </a:lnTo>
                <a:lnTo>
                  <a:pt x="2" y="98"/>
                </a:lnTo>
                <a:lnTo>
                  <a:pt x="2" y="99"/>
                </a:lnTo>
                <a:lnTo>
                  <a:pt x="2" y="100"/>
                </a:lnTo>
                <a:lnTo>
                  <a:pt x="2" y="102"/>
                </a:lnTo>
                <a:lnTo>
                  <a:pt x="2" y="105"/>
                </a:lnTo>
                <a:lnTo>
                  <a:pt x="1" y="106"/>
                </a:lnTo>
                <a:lnTo>
                  <a:pt x="4" y="106"/>
                </a:lnTo>
                <a:lnTo>
                  <a:pt x="4" y="107"/>
                </a:lnTo>
                <a:lnTo>
                  <a:pt x="5" y="108"/>
                </a:lnTo>
                <a:lnTo>
                  <a:pt x="4" y="108"/>
                </a:lnTo>
                <a:lnTo>
                  <a:pt x="4" y="109"/>
                </a:lnTo>
                <a:lnTo>
                  <a:pt x="5" y="109"/>
                </a:lnTo>
                <a:lnTo>
                  <a:pt x="6" y="110"/>
                </a:lnTo>
                <a:lnTo>
                  <a:pt x="5" y="111"/>
                </a:lnTo>
                <a:lnTo>
                  <a:pt x="5" y="112"/>
                </a:lnTo>
                <a:lnTo>
                  <a:pt x="5" y="112"/>
                </a:lnTo>
                <a:lnTo>
                  <a:pt x="5" y="113"/>
                </a:lnTo>
                <a:lnTo>
                  <a:pt x="3" y="115"/>
                </a:lnTo>
                <a:lnTo>
                  <a:pt x="2" y="116"/>
                </a:lnTo>
                <a:lnTo>
                  <a:pt x="0" y="117"/>
                </a:lnTo>
                <a:lnTo>
                  <a:pt x="0" y="117"/>
                </a:lnTo>
                <a:lnTo>
                  <a:pt x="2" y="118"/>
                </a:lnTo>
                <a:lnTo>
                  <a:pt x="3" y="119"/>
                </a:lnTo>
                <a:lnTo>
                  <a:pt x="3" y="118"/>
                </a:lnTo>
                <a:lnTo>
                  <a:pt x="4" y="119"/>
                </a:lnTo>
                <a:lnTo>
                  <a:pt x="6" y="117"/>
                </a:lnTo>
                <a:lnTo>
                  <a:pt x="8" y="117"/>
                </a:lnTo>
                <a:lnTo>
                  <a:pt x="8" y="116"/>
                </a:lnTo>
                <a:lnTo>
                  <a:pt x="10" y="115"/>
                </a:lnTo>
                <a:lnTo>
                  <a:pt x="12" y="114"/>
                </a:lnTo>
                <a:lnTo>
                  <a:pt x="15" y="114"/>
                </a:lnTo>
                <a:lnTo>
                  <a:pt x="17" y="114"/>
                </a:lnTo>
                <a:lnTo>
                  <a:pt x="22" y="114"/>
                </a:lnTo>
                <a:lnTo>
                  <a:pt x="23" y="115"/>
                </a:lnTo>
                <a:lnTo>
                  <a:pt x="24" y="115"/>
                </a:lnTo>
                <a:lnTo>
                  <a:pt x="24" y="115"/>
                </a:lnTo>
                <a:lnTo>
                  <a:pt x="25" y="114"/>
                </a:lnTo>
                <a:lnTo>
                  <a:pt x="28" y="115"/>
                </a:lnTo>
                <a:lnTo>
                  <a:pt x="28" y="114"/>
                </a:lnTo>
                <a:lnTo>
                  <a:pt x="29" y="115"/>
                </a:lnTo>
                <a:lnTo>
                  <a:pt x="27" y="117"/>
                </a:lnTo>
                <a:lnTo>
                  <a:pt x="26" y="117"/>
                </a:lnTo>
                <a:lnTo>
                  <a:pt x="25" y="118"/>
                </a:lnTo>
                <a:lnTo>
                  <a:pt x="25" y="118"/>
                </a:lnTo>
                <a:lnTo>
                  <a:pt x="24" y="118"/>
                </a:lnTo>
                <a:lnTo>
                  <a:pt x="25" y="118"/>
                </a:lnTo>
                <a:lnTo>
                  <a:pt x="24" y="119"/>
                </a:lnTo>
                <a:lnTo>
                  <a:pt x="24" y="121"/>
                </a:lnTo>
                <a:lnTo>
                  <a:pt x="24" y="122"/>
                </a:lnTo>
                <a:lnTo>
                  <a:pt x="26" y="122"/>
                </a:lnTo>
                <a:lnTo>
                  <a:pt x="27" y="123"/>
                </a:lnTo>
                <a:lnTo>
                  <a:pt x="27" y="124"/>
                </a:lnTo>
                <a:lnTo>
                  <a:pt x="27" y="124"/>
                </a:lnTo>
                <a:lnTo>
                  <a:pt x="27" y="126"/>
                </a:lnTo>
                <a:lnTo>
                  <a:pt x="28" y="126"/>
                </a:lnTo>
                <a:lnTo>
                  <a:pt x="28" y="126"/>
                </a:lnTo>
                <a:lnTo>
                  <a:pt x="26" y="128"/>
                </a:lnTo>
                <a:lnTo>
                  <a:pt x="26" y="129"/>
                </a:lnTo>
                <a:lnTo>
                  <a:pt x="28" y="129"/>
                </a:lnTo>
                <a:lnTo>
                  <a:pt x="28" y="130"/>
                </a:lnTo>
                <a:lnTo>
                  <a:pt x="28" y="132"/>
                </a:lnTo>
                <a:lnTo>
                  <a:pt x="27" y="132"/>
                </a:lnTo>
                <a:lnTo>
                  <a:pt x="28" y="132"/>
                </a:lnTo>
                <a:lnTo>
                  <a:pt x="29" y="133"/>
                </a:lnTo>
                <a:lnTo>
                  <a:pt x="27" y="135"/>
                </a:lnTo>
                <a:lnTo>
                  <a:pt x="28" y="136"/>
                </a:lnTo>
                <a:lnTo>
                  <a:pt x="30" y="136"/>
                </a:lnTo>
                <a:lnTo>
                  <a:pt x="31" y="136"/>
                </a:lnTo>
                <a:lnTo>
                  <a:pt x="31" y="137"/>
                </a:lnTo>
                <a:lnTo>
                  <a:pt x="32" y="138"/>
                </a:lnTo>
                <a:lnTo>
                  <a:pt x="34" y="138"/>
                </a:lnTo>
                <a:lnTo>
                  <a:pt x="35" y="138"/>
                </a:lnTo>
                <a:lnTo>
                  <a:pt x="37" y="137"/>
                </a:lnTo>
                <a:lnTo>
                  <a:pt x="38" y="138"/>
                </a:lnTo>
                <a:lnTo>
                  <a:pt x="41" y="139"/>
                </a:lnTo>
                <a:lnTo>
                  <a:pt x="40" y="140"/>
                </a:lnTo>
                <a:lnTo>
                  <a:pt x="41" y="142"/>
                </a:lnTo>
                <a:lnTo>
                  <a:pt x="40" y="143"/>
                </a:lnTo>
                <a:lnTo>
                  <a:pt x="39" y="142"/>
                </a:lnTo>
                <a:lnTo>
                  <a:pt x="39" y="142"/>
                </a:lnTo>
                <a:lnTo>
                  <a:pt x="39" y="144"/>
                </a:lnTo>
                <a:lnTo>
                  <a:pt x="38" y="144"/>
                </a:lnTo>
                <a:lnTo>
                  <a:pt x="37" y="146"/>
                </a:lnTo>
                <a:lnTo>
                  <a:pt x="36" y="146"/>
                </a:lnTo>
                <a:lnTo>
                  <a:pt x="37" y="150"/>
                </a:lnTo>
                <a:lnTo>
                  <a:pt x="36" y="151"/>
                </a:lnTo>
                <a:lnTo>
                  <a:pt x="37" y="152"/>
                </a:lnTo>
                <a:lnTo>
                  <a:pt x="35" y="153"/>
                </a:lnTo>
                <a:lnTo>
                  <a:pt x="34" y="154"/>
                </a:lnTo>
                <a:lnTo>
                  <a:pt x="34" y="155"/>
                </a:lnTo>
                <a:lnTo>
                  <a:pt x="33" y="156"/>
                </a:lnTo>
                <a:lnTo>
                  <a:pt x="33" y="157"/>
                </a:lnTo>
                <a:lnTo>
                  <a:pt x="32" y="158"/>
                </a:lnTo>
                <a:lnTo>
                  <a:pt x="32" y="159"/>
                </a:lnTo>
                <a:lnTo>
                  <a:pt x="32" y="159"/>
                </a:lnTo>
                <a:lnTo>
                  <a:pt x="33" y="160"/>
                </a:lnTo>
                <a:lnTo>
                  <a:pt x="36" y="160"/>
                </a:lnTo>
                <a:lnTo>
                  <a:pt x="39" y="160"/>
                </a:lnTo>
                <a:lnTo>
                  <a:pt x="39" y="160"/>
                </a:lnTo>
                <a:lnTo>
                  <a:pt x="40" y="160"/>
                </a:lnTo>
                <a:lnTo>
                  <a:pt x="41" y="161"/>
                </a:lnTo>
                <a:lnTo>
                  <a:pt x="42" y="161"/>
                </a:lnTo>
                <a:lnTo>
                  <a:pt x="43" y="161"/>
                </a:lnTo>
                <a:lnTo>
                  <a:pt x="44" y="161"/>
                </a:lnTo>
                <a:lnTo>
                  <a:pt x="47" y="162"/>
                </a:lnTo>
                <a:lnTo>
                  <a:pt x="47" y="162"/>
                </a:lnTo>
                <a:lnTo>
                  <a:pt x="49" y="162"/>
                </a:lnTo>
                <a:lnTo>
                  <a:pt x="49" y="163"/>
                </a:lnTo>
                <a:lnTo>
                  <a:pt x="49" y="164"/>
                </a:lnTo>
                <a:lnTo>
                  <a:pt x="49" y="165"/>
                </a:lnTo>
                <a:lnTo>
                  <a:pt x="48" y="165"/>
                </a:lnTo>
                <a:lnTo>
                  <a:pt x="48" y="167"/>
                </a:lnTo>
                <a:lnTo>
                  <a:pt x="49" y="170"/>
                </a:lnTo>
                <a:lnTo>
                  <a:pt x="50" y="171"/>
                </a:lnTo>
                <a:lnTo>
                  <a:pt x="51" y="170"/>
                </a:lnTo>
                <a:lnTo>
                  <a:pt x="52" y="170"/>
                </a:lnTo>
                <a:lnTo>
                  <a:pt x="53" y="171"/>
                </a:lnTo>
                <a:lnTo>
                  <a:pt x="51" y="173"/>
                </a:lnTo>
                <a:lnTo>
                  <a:pt x="52" y="174"/>
                </a:lnTo>
                <a:lnTo>
                  <a:pt x="52" y="175"/>
                </a:lnTo>
                <a:lnTo>
                  <a:pt x="53" y="174"/>
                </a:lnTo>
                <a:lnTo>
                  <a:pt x="53" y="174"/>
                </a:lnTo>
                <a:lnTo>
                  <a:pt x="54" y="175"/>
                </a:lnTo>
                <a:lnTo>
                  <a:pt x="55" y="175"/>
                </a:lnTo>
                <a:lnTo>
                  <a:pt x="56" y="174"/>
                </a:lnTo>
                <a:lnTo>
                  <a:pt x="58" y="174"/>
                </a:lnTo>
                <a:lnTo>
                  <a:pt x="59" y="176"/>
                </a:lnTo>
                <a:lnTo>
                  <a:pt x="60" y="176"/>
                </a:lnTo>
                <a:lnTo>
                  <a:pt x="61" y="176"/>
                </a:lnTo>
                <a:lnTo>
                  <a:pt x="64" y="175"/>
                </a:lnTo>
                <a:lnTo>
                  <a:pt x="67" y="171"/>
                </a:lnTo>
                <a:lnTo>
                  <a:pt x="71" y="171"/>
                </a:lnTo>
                <a:lnTo>
                  <a:pt x="72" y="169"/>
                </a:lnTo>
                <a:lnTo>
                  <a:pt x="73" y="169"/>
                </a:lnTo>
                <a:lnTo>
                  <a:pt x="73" y="171"/>
                </a:lnTo>
                <a:lnTo>
                  <a:pt x="73" y="172"/>
                </a:lnTo>
                <a:lnTo>
                  <a:pt x="74" y="173"/>
                </a:lnTo>
                <a:lnTo>
                  <a:pt x="73" y="174"/>
                </a:lnTo>
                <a:lnTo>
                  <a:pt x="75" y="174"/>
                </a:lnTo>
                <a:lnTo>
                  <a:pt x="75" y="176"/>
                </a:lnTo>
                <a:lnTo>
                  <a:pt x="74" y="176"/>
                </a:lnTo>
                <a:lnTo>
                  <a:pt x="74" y="177"/>
                </a:lnTo>
                <a:lnTo>
                  <a:pt x="73" y="177"/>
                </a:lnTo>
                <a:lnTo>
                  <a:pt x="74" y="179"/>
                </a:lnTo>
                <a:lnTo>
                  <a:pt x="75" y="180"/>
                </a:lnTo>
                <a:lnTo>
                  <a:pt x="75" y="181"/>
                </a:lnTo>
                <a:lnTo>
                  <a:pt x="76" y="183"/>
                </a:lnTo>
                <a:lnTo>
                  <a:pt x="78" y="182"/>
                </a:lnTo>
                <a:lnTo>
                  <a:pt x="81" y="181"/>
                </a:lnTo>
                <a:lnTo>
                  <a:pt x="83" y="182"/>
                </a:lnTo>
                <a:lnTo>
                  <a:pt x="82" y="183"/>
                </a:lnTo>
                <a:lnTo>
                  <a:pt x="83" y="183"/>
                </a:lnTo>
                <a:lnTo>
                  <a:pt x="84" y="183"/>
                </a:lnTo>
                <a:lnTo>
                  <a:pt x="85" y="184"/>
                </a:lnTo>
                <a:lnTo>
                  <a:pt x="86" y="184"/>
                </a:lnTo>
                <a:lnTo>
                  <a:pt x="87" y="182"/>
                </a:lnTo>
                <a:lnTo>
                  <a:pt x="88" y="182"/>
                </a:lnTo>
                <a:lnTo>
                  <a:pt x="88" y="181"/>
                </a:lnTo>
                <a:lnTo>
                  <a:pt x="86" y="180"/>
                </a:lnTo>
                <a:lnTo>
                  <a:pt x="86" y="179"/>
                </a:lnTo>
                <a:lnTo>
                  <a:pt x="86" y="178"/>
                </a:lnTo>
                <a:lnTo>
                  <a:pt x="86" y="176"/>
                </a:lnTo>
                <a:lnTo>
                  <a:pt x="87" y="176"/>
                </a:lnTo>
                <a:lnTo>
                  <a:pt x="86" y="174"/>
                </a:lnTo>
                <a:lnTo>
                  <a:pt x="87" y="174"/>
                </a:lnTo>
                <a:lnTo>
                  <a:pt x="88" y="173"/>
                </a:lnTo>
                <a:lnTo>
                  <a:pt x="87" y="173"/>
                </a:lnTo>
                <a:lnTo>
                  <a:pt x="87" y="173"/>
                </a:lnTo>
                <a:lnTo>
                  <a:pt x="87" y="171"/>
                </a:lnTo>
                <a:lnTo>
                  <a:pt x="86" y="171"/>
                </a:lnTo>
                <a:lnTo>
                  <a:pt x="87" y="169"/>
                </a:lnTo>
                <a:lnTo>
                  <a:pt x="85" y="167"/>
                </a:lnTo>
                <a:lnTo>
                  <a:pt x="85" y="166"/>
                </a:lnTo>
                <a:lnTo>
                  <a:pt x="85" y="166"/>
                </a:lnTo>
                <a:lnTo>
                  <a:pt x="83" y="165"/>
                </a:lnTo>
                <a:lnTo>
                  <a:pt x="84" y="165"/>
                </a:lnTo>
                <a:lnTo>
                  <a:pt x="83" y="162"/>
                </a:lnTo>
                <a:lnTo>
                  <a:pt x="83" y="162"/>
                </a:lnTo>
                <a:lnTo>
                  <a:pt x="83" y="161"/>
                </a:lnTo>
                <a:lnTo>
                  <a:pt x="82" y="159"/>
                </a:lnTo>
                <a:lnTo>
                  <a:pt x="83" y="159"/>
                </a:lnTo>
                <a:lnTo>
                  <a:pt x="84" y="158"/>
                </a:lnTo>
                <a:lnTo>
                  <a:pt x="85" y="156"/>
                </a:lnTo>
                <a:lnTo>
                  <a:pt x="85" y="156"/>
                </a:lnTo>
                <a:lnTo>
                  <a:pt x="85" y="154"/>
                </a:lnTo>
                <a:lnTo>
                  <a:pt x="87" y="154"/>
                </a:lnTo>
                <a:lnTo>
                  <a:pt x="88" y="155"/>
                </a:lnTo>
                <a:lnTo>
                  <a:pt x="88" y="155"/>
                </a:lnTo>
                <a:lnTo>
                  <a:pt x="89" y="156"/>
                </a:lnTo>
                <a:lnTo>
                  <a:pt x="90" y="156"/>
                </a:lnTo>
                <a:lnTo>
                  <a:pt x="90" y="155"/>
                </a:lnTo>
                <a:lnTo>
                  <a:pt x="92" y="155"/>
                </a:lnTo>
                <a:lnTo>
                  <a:pt x="93" y="155"/>
                </a:lnTo>
                <a:lnTo>
                  <a:pt x="95" y="155"/>
                </a:lnTo>
                <a:lnTo>
                  <a:pt x="95" y="156"/>
                </a:lnTo>
                <a:lnTo>
                  <a:pt x="96" y="156"/>
                </a:lnTo>
                <a:lnTo>
                  <a:pt x="98" y="156"/>
                </a:lnTo>
                <a:lnTo>
                  <a:pt x="97" y="155"/>
                </a:lnTo>
                <a:lnTo>
                  <a:pt x="99" y="153"/>
                </a:lnTo>
                <a:lnTo>
                  <a:pt x="100" y="153"/>
                </a:lnTo>
                <a:lnTo>
                  <a:pt x="101" y="151"/>
                </a:lnTo>
                <a:lnTo>
                  <a:pt x="100" y="150"/>
                </a:lnTo>
                <a:lnTo>
                  <a:pt x="101" y="150"/>
                </a:lnTo>
                <a:lnTo>
                  <a:pt x="102" y="148"/>
                </a:lnTo>
                <a:lnTo>
                  <a:pt x="103" y="148"/>
                </a:lnTo>
                <a:lnTo>
                  <a:pt x="104" y="149"/>
                </a:lnTo>
                <a:lnTo>
                  <a:pt x="104" y="150"/>
                </a:lnTo>
                <a:lnTo>
                  <a:pt x="105" y="149"/>
                </a:lnTo>
                <a:lnTo>
                  <a:pt x="106" y="150"/>
                </a:lnTo>
                <a:lnTo>
                  <a:pt x="107" y="150"/>
                </a:lnTo>
                <a:lnTo>
                  <a:pt x="109" y="152"/>
                </a:lnTo>
                <a:lnTo>
                  <a:pt x="110" y="152"/>
                </a:lnTo>
                <a:lnTo>
                  <a:pt x="111" y="152"/>
                </a:lnTo>
                <a:lnTo>
                  <a:pt x="111" y="154"/>
                </a:lnTo>
                <a:lnTo>
                  <a:pt x="112" y="155"/>
                </a:lnTo>
                <a:lnTo>
                  <a:pt x="113" y="155"/>
                </a:lnTo>
                <a:lnTo>
                  <a:pt x="114" y="156"/>
                </a:lnTo>
                <a:lnTo>
                  <a:pt x="115" y="155"/>
                </a:lnTo>
                <a:lnTo>
                  <a:pt x="115" y="155"/>
                </a:lnTo>
                <a:lnTo>
                  <a:pt x="117" y="153"/>
                </a:lnTo>
                <a:lnTo>
                  <a:pt x="117" y="152"/>
                </a:lnTo>
                <a:lnTo>
                  <a:pt x="117" y="151"/>
                </a:lnTo>
                <a:lnTo>
                  <a:pt x="118" y="151"/>
                </a:lnTo>
                <a:lnTo>
                  <a:pt x="119" y="151"/>
                </a:lnTo>
                <a:lnTo>
                  <a:pt x="120" y="148"/>
                </a:lnTo>
                <a:lnTo>
                  <a:pt x="123" y="149"/>
                </a:lnTo>
                <a:lnTo>
                  <a:pt x="122" y="150"/>
                </a:lnTo>
                <a:lnTo>
                  <a:pt x="124" y="153"/>
                </a:lnTo>
                <a:lnTo>
                  <a:pt x="125" y="151"/>
                </a:lnTo>
                <a:lnTo>
                  <a:pt x="125" y="150"/>
                </a:lnTo>
                <a:lnTo>
                  <a:pt x="127" y="148"/>
                </a:lnTo>
                <a:lnTo>
                  <a:pt x="132" y="153"/>
                </a:lnTo>
                <a:lnTo>
                  <a:pt x="134" y="155"/>
                </a:lnTo>
                <a:lnTo>
                  <a:pt x="134" y="154"/>
                </a:lnTo>
                <a:lnTo>
                  <a:pt x="135" y="150"/>
                </a:lnTo>
                <a:lnTo>
                  <a:pt x="137" y="148"/>
                </a:lnTo>
                <a:lnTo>
                  <a:pt x="140" y="147"/>
                </a:lnTo>
                <a:lnTo>
                  <a:pt x="140" y="147"/>
                </a:lnTo>
                <a:lnTo>
                  <a:pt x="140" y="149"/>
                </a:lnTo>
                <a:lnTo>
                  <a:pt x="140" y="149"/>
                </a:lnTo>
                <a:lnTo>
                  <a:pt x="141" y="150"/>
                </a:lnTo>
                <a:lnTo>
                  <a:pt x="142" y="151"/>
                </a:lnTo>
                <a:lnTo>
                  <a:pt x="145" y="149"/>
                </a:lnTo>
                <a:lnTo>
                  <a:pt x="145" y="148"/>
                </a:lnTo>
                <a:lnTo>
                  <a:pt x="147" y="147"/>
                </a:lnTo>
                <a:lnTo>
                  <a:pt x="149" y="148"/>
                </a:lnTo>
                <a:lnTo>
                  <a:pt x="150" y="148"/>
                </a:lnTo>
                <a:lnTo>
                  <a:pt x="150" y="147"/>
                </a:lnTo>
                <a:lnTo>
                  <a:pt x="150" y="147"/>
                </a:lnTo>
                <a:lnTo>
                  <a:pt x="151" y="146"/>
                </a:lnTo>
                <a:lnTo>
                  <a:pt x="152" y="145"/>
                </a:lnTo>
                <a:lnTo>
                  <a:pt x="152" y="144"/>
                </a:lnTo>
                <a:lnTo>
                  <a:pt x="152" y="143"/>
                </a:lnTo>
                <a:lnTo>
                  <a:pt x="151" y="141"/>
                </a:lnTo>
                <a:lnTo>
                  <a:pt x="153" y="141"/>
                </a:lnTo>
                <a:lnTo>
                  <a:pt x="153" y="140"/>
                </a:lnTo>
                <a:lnTo>
                  <a:pt x="154" y="140"/>
                </a:lnTo>
                <a:lnTo>
                  <a:pt x="154" y="140"/>
                </a:lnTo>
                <a:lnTo>
                  <a:pt x="155" y="139"/>
                </a:lnTo>
                <a:lnTo>
                  <a:pt x="157" y="138"/>
                </a:lnTo>
                <a:lnTo>
                  <a:pt x="158" y="138"/>
                </a:lnTo>
                <a:lnTo>
                  <a:pt x="159" y="137"/>
                </a:lnTo>
                <a:lnTo>
                  <a:pt x="160" y="138"/>
                </a:lnTo>
                <a:lnTo>
                  <a:pt x="161" y="137"/>
                </a:lnTo>
                <a:lnTo>
                  <a:pt x="162" y="135"/>
                </a:lnTo>
                <a:lnTo>
                  <a:pt x="163" y="137"/>
                </a:lnTo>
                <a:lnTo>
                  <a:pt x="164" y="137"/>
                </a:lnTo>
                <a:lnTo>
                  <a:pt x="165" y="137"/>
                </a:lnTo>
                <a:lnTo>
                  <a:pt x="166" y="139"/>
                </a:lnTo>
                <a:lnTo>
                  <a:pt x="167" y="140"/>
                </a:lnTo>
                <a:lnTo>
                  <a:pt x="166" y="138"/>
                </a:lnTo>
                <a:lnTo>
                  <a:pt x="168" y="137"/>
                </a:lnTo>
                <a:lnTo>
                  <a:pt x="169" y="136"/>
                </a:lnTo>
                <a:lnTo>
                  <a:pt x="170" y="136"/>
                </a:lnTo>
                <a:lnTo>
                  <a:pt x="170" y="136"/>
                </a:lnTo>
                <a:lnTo>
                  <a:pt x="169" y="135"/>
                </a:lnTo>
                <a:lnTo>
                  <a:pt x="170" y="135"/>
                </a:lnTo>
                <a:lnTo>
                  <a:pt x="171" y="133"/>
                </a:lnTo>
                <a:lnTo>
                  <a:pt x="172" y="133"/>
                </a:lnTo>
                <a:lnTo>
                  <a:pt x="172" y="132"/>
                </a:lnTo>
                <a:lnTo>
                  <a:pt x="173" y="132"/>
                </a:lnTo>
                <a:lnTo>
                  <a:pt x="176" y="133"/>
                </a:lnTo>
                <a:lnTo>
                  <a:pt x="176" y="134"/>
                </a:lnTo>
                <a:lnTo>
                  <a:pt x="179" y="131"/>
                </a:lnTo>
                <a:lnTo>
                  <a:pt x="179" y="130"/>
                </a:lnTo>
                <a:lnTo>
                  <a:pt x="180" y="127"/>
                </a:lnTo>
                <a:lnTo>
                  <a:pt x="179" y="126"/>
                </a:lnTo>
                <a:lnTo>
                  <a:pt x="180" y="125"/>
                </a:lnTo>
                <a:lnTo>
                  <a:pt x="180" y="124"/>
                </a:lnTo>
                <a:lnTo>
                  <a:pt x="180" y="124"/>
                </a:lnTo>
                <a:lnTo>
                  <a:pt x="179" y="124"/>
                </a:lnTo>
                <a:lnTo>
                  <a:pt x="178" y="121"/>
                </a:lnTo>
                <a:lnTo>
                  <a:pt x="178" y="121"/>
                </a:lnTo>
                <a:lnTo>
                  <a:pt x="177" y="120"/>
                </a:lnTo>
                <a:lnTo>
                  <a:pt x="177" y="119"/>
                </a:lnTo>
                <a:lnTo>
                  <a:pt x="176" y="119"/>
                </a:lnTo>
                <a:lnTo>
                  <a:pt x="174" y="119"/>
                </a:lnTo>
                <a:lnTo>
                  <a:pt x="174" y="120"/>
                </a:lnTo>
                <a:lnTo>
                  <a:pt x="173" y="120"/>
                </a:lnTo>
                <a:lnTo>
                  <a:pt x="173" y="121"/>
                </a:lnTo>
                <a:lnTo>
                  <a:pt x="172" y="121"/>
                </a:lnTo>
                <a:lnTo>
                  <a:pt x="172" y="120"/>
                </a:lnTo>
                <a:lnTo>
                  <a:pt x="171" y="120"/>
                </a:lnTo>
                <a:lnTo>
                  <a:pt x="170" y="120"/>
                </a:lnTo>
                <a:lnTo>
                  <a:pt x="169" y="121"/>
                </a:lnTo>
                <a:lnTo>
                  <a:pt x="168" y="118"/>
                </a:lnTo>
                <a:lnTo>
                  <a:pt x="168" y="118"/>
                </a:lnTo>
                <a:lnTo>
                  <a:pt x="166" y="118"/>
                </a:lnTo>
                <a:lnTo>
                  <a:pt x="166" y="121"/>
                </a:lnTo>
                <a:lnTo>
                  <a:pt x="164" y="120"/>
                </a:lnTo>
                <a:lnTo>
                  <a:pt x="162" y="119"/>
                </a:lnTo>
                <a:lnTo>
                  <a:pt x="161" y="119"/>
                </a:lnTo>
                <a:lnTo>
                  <a:pt x="161" y="120"/>
                </a:lnTo>
                <a:lnTo>
                  <a:pt x="161" y="120"/>
                </a:lnTo>
                <a:lnTo>
                  <a:pt x="160" y="119"/>
                </a:lnTo>
                <a:lnTo>
                  <a:pt x="159" y="118"/>
                </a:lnTo>
                <a:lnTo>
                  <a:pt x="160" y="118"/>
                </a:lnTo>
                <a:lnTo>
                  <a:pt x="160" y="117"/>
                </a:lnTo>
                <a:lnTo>
                  <a:pt x="160" y="117"/>
                </a:lnTo>
                <a:lnTo>
                  <a:pt x="159" y="115"/>
                </a:lnTo>
                <a:lnTo>
                  <a:pt x="159" y="114"/>
                </a:lnTo>
                <a:lnTo>
                  <a:pt x="159" y="114"/>
                </a:lnTo>
                <a:lnTo>
                  <a:pt x="158" y="113"/>
                </a:lnTo>
                <a:lnTo>
                  <a:pt x="158" y="113"/>
                </a:lnTo>
                <a:lnTo>
                  <a:pt x="158" y="112"/>
                </a:lnTo>
                <a:lnTo>
                  <a:pt x="156" y="111"/>
                </a:lnTo>
                <a:lnTo>
                  <a:pt x="154" y="112"/>
                </a:lnTo>
                <a:lnTo>
                  <a:pt x="151" y="111"/>
                </a:lnTo>
                <a:lnTo>
                  <a:pt x="149" y="112"/>
                </a:lnTo>
                <a:lnTo>
                  <a:pt x="150" y="114"/>
                </a:lnTo>
                <a:lnTo>
                  <a:pt x="149" y="114"/>
                </a:lnTo>
                <a:lnTo>
                  <a:pt x="147" y="113"/>
                </a:lnTo>
                <a:lnTo>
                  <a:pt x="148" y="112"/>
                </a:lnTo>
                <a:lnTo>
                  <a:pt x="147" y="112"/>
                </a:lnTo>
                <a:lnTo>
                  <a:pt x="147" y="112"/>
                </a:lnTo>
                <a:lnTo>
                  <a:pt x="146" y="110"/>
                </a:lnTo>
                <a:lnTo>
                  <a:pt x="146" y="109"/>
                </a:lnTo>
                <a:lnTo>
                  <a:pt x="145" y="107"/>
                </a:lnTo>
                <a:lnTo>
                  <a:pt x="146" y="104"/>
                </a:lnTo>
                <a:lnTo>
                  <a:pt x="146" y="103"/>
                </a:lnTo>
                <a:lnTo>
                  <a:pt x="148" y="101"/>
                </a:lnTo>
                <a:lnTo>
                  <a:pt x="149" y="100"/>
                </a:lnTo>
                <a:lnTo>
                  <a:pt x="150" y="99"/>
                </a:lnTo>
                <a:lnTo>
                  <a:pt x="149" y="98"/>
                </a:lnTo>
                <a:lnTo>
                  <a:pt x="148" y="98"/>
                </a:lnTo>
                <a:lnTo>
                  <a:pt x="149" y="97"/>
                </a:lnTo>
                <a:lnTo>
                  <a:pt x="150" y="95"/>
                </a:lnTo>
                <a:lnTo>
                  <a:pt x="150" y="95"/>
                </a:lnTo>
                <a:lnTo>
                  <a:pt x="150" y="94"/>
                </a:lnTo>
                <a:lnTo>
                  <a:pt x="151" y="95"/>
                </a:lnTo>
                <a:lnTo>
                  <a:pt x="152" y="95"/>
                </a:lnTo>
                <a:lnTo>
                  <a:pt x="151" y="94"/>
                </a:lnTo>
                <a:lnTo>
                  <a:pt x="152" y="94"/>
                </a:lnTo>
                <a:lnTo>
                  <a:pt x="152" y="93"/>
                </a:lnTo>
                <a:lnTo>
                  <a:pt x="148" y="92"/>
                </a:lnTo>
                <a:lnTo>
                  <a:pt x="148" y="91"/>
                </a:lnTo>
                <a:lnTo>
                  <a:pt x="146" y="90"/>
                </a:lnTo>
                <a:lnTo>
                  <a:pt x="146" y="87"/>
                </a:lnTo>
                <a:lnTo>
                  <a:pt x="144" y="88"/>
                </a:lnTo>
                <a:lnTo>
                  <a:pt x="144" y="88"/>
                </a:lnTo>
                <a:lnTo>
                  <a:pt x="144" y="88"/>
                </a:lnTo>
                <a:lnTo>
                  <a:pt x="144" y="87"/>
                </a:lnTo>
                <a:lnTo>
                  <a:pt x="144" y="86"/>
                </a:lnTo>
                <a:lnTo>
                  <a:pt x="142" y="85"/>
                </a:lnTo>
                <a:lnTo>
                  <a:pt x="141" y="84"/>
                </a:lnTo>
                <a:lnTo>
                  <a:pt x="142" y="82"/>
                </a:lnTo>
                <a:lnTo>
                  <a:pt x="143" y="83"/>
                </a:lnTo>
                <a:lnTo>
                  <a:pt x="144" y="79"/>
                </a:lnTo>
                <a:lnTo>
                  <a:pt x="143" y="78"/>
                </a:lnTo>
                <a:lnTo>
                  <a:pt x="144" y="78"/>
                </a:lnTo>
                <a:lnTo>
                  <a:pt x="145" y="76"/>
                </a:lnTo>
                <a:lnTo>
                  <a:pt x="144" y="75"/>
                </a:lnTo>
                <a:lnTo>
                  <a:pt x="145" y="75"/>
                </a:lnTo>
                <a:lnTo>
                  <a:pt x="146" y="74"/>
                </a:lnTo>
                <a:lnTo>
                  <a:pt x="146" y="73"/>
                </a:lnTo>
                <a:lnTo>
                  <a:pt x="146" y="71"/>
                </a:lnTo>
                <a:lnTo>
                  <a:pt x="146" y="71"/>
                </a:lnTo>
                <a:lnTo>
                  <a:pt x="147" y="69"/>
                </a:lnTo>
                <a:lnTo>
                  <a:pt x="149" y="69"/>
                </a:lnTo>
                <a:lnTo>
                  <a:pt x="149" y="68"/>
                </a:lnTo>
                <a:lnTo>
                  <a:pt x="149" y="68"/>
                </a:lnTo>
                <a:lnTo>
                  <a:pt x="149" y="67"/>
                </a:lnTo>
                <a:lnTo>
                  <a:pt x="148" y="66"/>
                </a:lnTo>
                <a:lnTo>
                  <a:pt x="148" y="66"/>
                </a:lnTo>
                <a:lnTo>
                  <a:pt x="147" y="65"/>
                </a:lnTo>
                <a:lnTo>
                  <a:pt x="147" y="65"/>
                </a:lnTo>
                <a:lnTo>
                  <a:pt x="147" y="64"/>
                </a:lnTo>
                <a:lnTo>
                  <a:pt x="146" y="63"/>
                </a:lnTo>
                <a:lnTo>
                  <a:pt x="145" y="63"/>
                </a:lnTo>
                <a:lnTo>
                  <a:pt x="144" y="63"/>
                </a:lnTo>
                <a:lnTo>
                  <a:pt x="145" y="62"/>
                </a:lnTo>
                <a:lnTo>
                  <a:pt x="144" y="61"/>
                </a:lnTo>
                <a:lnTo>
                  <a:pt x="142" y="62"/>
                </a:lnTo>
                <a:lnTo>
                  <a:pt x="138" y="62"/>
                </a:lnTo>
                <a:lnTo>
                  <a:pt x="137" y="64"/>
                </a:lnTo>
                <a:lnTo>
                  <a:pt x="137" y="65"/>
                </a:lnTo>
                <a:lnTo>
                  <a:pt x="132" y="65"/>
                </a:lnTo>
                <a:lnTo>
                  <a:pt x="132" y="64"/>
                </a:lnTo>
                <a:lnTo>
                  <a:pt x="130" y="62"/>
                </a:lnTo>
                <a:lnTo>
                  <a:pt x="131" y="60"/>
                </a:lnTo>
                <a:lnTo>
                  <a:pt x="130" y="60"/>
                </a:lnTo>
                <a:lnTo>
                  <a:pt x="129" y="58"/>
                </a:lnTo>
                <a:lnTo>
                  <a:pt x="130" y="57"/>
                </a:lnTo>
                <a:lnTo>
                  <a:pt x="131" y="57"/>
                </a:lnTo>
                <a:lnTo>
                  <a:pt x="131" y="56"/>
                </a:lnTo>
                <a:lnTo>
                  <a:pt x="131" y="55"/>
                </a:lnTo>
                <a:lnTo>
                  <a:pt x="129" y="53"/>
                </a:lnTo>
                <a:lnTo>
                  <a:pt x="129" y="53"/>
                </a:lnTo>
                <a:lnTo>
                  <a:pt x="128" y="54"/>
                </a:lnTo>
                <a:lnTo>
                  <a:pt x="127" y="52"/>
                </a:lnTo>
                <a:lnTo>
                  <a:pt x="128" y="52"/>
                </a:lnTo>
                <a:lnTo>
                  <a:pt x="129" y="52"/>
                </a:lnTo>
                <a:lnTo>
                  <a:pt x="128" y="52"/>
                </a:lnTo>
                <a:lnTo>
                  <a:pt x="128" y="52"/>
                </a:lnTo>
                <a:lnTo>
                  <a:pt x="128" y="51"/>
                </a:lnTo>
                <a:lnTo>
                  <a:pt x="129" y="51"/>
                </a:lnTo>
                <a:lnTo>
                  <a:pt x="131" y="48"/>
                </a:lnTo>
                <a:lnTo>
                  <a:pt x="133" y="47"/>
                </a:lnTo>
                <a:lnTo>
                  <a:pt x="134" y="44"/>
                </a:lnTo>
                <a:lnTo>
                  <a:pt x="135" y="44"/>
                </a:lnTo>
                <a:lnTo>
                  <a:pt x="136" y="44"/>
                </a:lnTo>
                <a:lnTo>
                  <a:pt x="136" y="45"/>
                </a:lnTo>
                <a:lnTo>
                  <a:pt x="137" y="46"/>
                </a:lnTo>
                <a:lnTo>
                  <a:pt x="138" y="46"/>
                </a:lnTo>
                <a:lnTo>
                  <a:pt x="139" y="48"/>
                </a:lnTo>
                <a:lnTo>
                  <a:pt x="140" y="47"/>
                </a:lnTo>
                <a:lnTo>
                  <a:pt x="140" y="47"/>
                </a:lnTo>
                <a:lnTo>
                  <a:pt x="140" y="46"/>
                </a:lnTo>
                <a:lnTo>
                  <a:pt x="143" y="43"/>
                </a:lnTo>
                <a:lnTo>
                  <a:pt x="145" y="45"/>
                </a:lnTo>
                <a:lnTo>
                  <a:pt x="146" y="47"/>
                </a:lnTo>
                <a:lnTo>
                  <a:pt x="147" y="46"/>
                </a:lnTo>
                <a:lnTo>
                  <a:pt x="148" y="47"/>
                </a:lnTo>
                <a:lnTo>
                  <a:pt x="150" y="46"/>
                </a:lnTo>
                <a:lnTo>
                  <a:pt x="151" y="47"/>
                </a:lnTo>
                <a:lnTo>
                  <a:pt x="152" y="46"/>
                </a:lnTo>
                <a:lnTo>
                  <a:pt x="153" y="46"/>
                </a:lnTo>
                <a:lnTo>
                  <a:pt x="152" y="47"/>
                </a:lnTo>
                <a:lnTo>
                  <a:pt x="153" y="47"/>
                </a:lnTo>
                <a:lnTo>
                  <a:pt x="157" y="45"/>
                </a:lnTo>
                <a:lnTo>
                  <a:pt x="159" y="45"/>
                </a:lnTo>
                <a:lnTo>
                  <a:pt x="159" y="46"/>
                </a:lnTo>
                <a:lnTo>
                  <a:pt x="160" y="44"/>
                </a:lnTo>
                <a:lnTo>
                  <a:pt x="160" y="43"/>
                </a:lnTo>
                <a:lnTo>
                  <a:pt x="161" y="42"/>
                </a:lnTo>
                <a:lnTo>
                  <a:pt x="160" y="42"/>
                </a:lnTo>
                <a:lnTo>
                  <a:pt x="161" y="40"/>
                </a:lnTo>
                <a:lnTo>
                  <a:pt x="161" y="40"/>
                </a:lnTo>
                <a:close/>
              </a:path>
            </a:pathLst>
          </a:custGeom>
          <a:solidFill>
            <a:srgbClr val="D9E6F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746614" y="3737168"/>
            <a:ext cx="2443353" cy="1507055"/>
          </a:xfrm>
          <a:custGeom>
            <a:avLst/>
            <a:gdLst/>
            <a:ahLst/>
            <a:cxnLst/>
            <a:rect l="l" t="t" r="r" b="b"/>
            <a:pathLst>
              <a:path w="381" h="235">
                <a:moveTo>
                  <a:pt x="222" y="19"/>
                </a:moveTo>
                <a:lnTo>
                  <a:pt x="219" y="17"/>
                </a:lnTo>
                <a:lnTo>
                  <a:pt x="217" y="15"/>
                </a:lnTo>
                <a:lnTo>
                  <a:pt x="215" y="15"/>
                </a:lnTo>
                <a:lnTo>
                  <a:pt x="215" y="13"/>
                </a:lnTo>
                <a:lnTo>
                  <a:pt x="214" y="14"/>
                </a:lnTo>
                <a:lnTo>
                  <a:pt x="213" y="14"/>
                </a:lnTo>
                <a:lnTo>
                  <a:pt x="212" y="13"/>
                </a:lnTo>
                <a:lnTo>
                  <a:pt x="210" y="12"/>
                </a:lnTo>
                <a:lnTo>
                  <a:pt x="209" y="11"/>
                </a:lnTo>
                <a:lnTo>
                  <a:pt x="207" y="11"/>
                </a:lnTo>
                <a:lnTo>
                  <a:pt x="207" y="12"/>
                </a:lnTo>
                <a:lnTo>
                  <a:pt x="206" y="12"/>
                </a:lnTo>
                <a:lnTo>
                  <a:pt x="205" y="10"/>
                </a:lnTo>
                <a:lnTo>
                  <a:pt x="204" y="9"/>
                </a:lnTo>
                <a:lnTo>
                  <a:pt x="204" y="8"/>
                </a:lnTo>
                <a:lnTo>
                  <a:pt x="203" y="7"/>
                </a:lnTo>
                <a:lnTo>
                  <a:pt x="202" y="8"/>
                </a:lnTo>
                <a:lnTo>
                  <a:pt x="202" y="7"/>
                </a:lnTo>
                <a:lnTo>
                  <a:pt x="200" y="6"/>
                </a:lnTo>
                <a:lnTo>
                  <a:pt x="200" y="7"/>
                </a:lnTo>
                <a:lnTo>
                  <a:pt x="198" y="6"/>
                </a:lnTo>
                <a:lnTo>
                  <a:pt x="197" y="7"/>
                </a:lnTo>
                <a:lnTo>
                  <a:pt x="197" y="6"/>
                </a:lnTo>
                <a:lnTo>
                  <a:pt x="196" y="7"/>
                </a:lnTo>
                <a:lnTo>
                  <a:pt x="193" y="6"/>
                </a:lnTo>
                <a:lnTo>
                  <a:pt x="192" y="7"/>
                </a:lnTo>
                <a:lnTo>
                  <a:pt x="188" y="7"/>
                </a:lnTo>
                <a:lnTo>
                  <a:pt x="185" y="7"/>
                </a:lnTo>
                <a:lnTo>
                  <a:pt x="184" y="6"/>
                </a:lnTo>
                <a:lnTo>
                  <a:pt x="184" y="5"/>
                </a:lnTo>
                <a:lnTo>
                  <a:pt x="183" y="5"/>
                </a:lnTo>
                <a:lnTo>
                  <a:pt x="182" y="5"/>
                </a:lnTo>
                <a:lnTo>
                  <a:pt x="180" y="6"/>
                </a:lnTo>
                <a:lnTo>
                  <a:pt x="179" y="6"/>
                </a:lnTo>
                <a:lnTo>
                  <a:pt x="178" y="7"/>
                </a:lnTo>
                <a:lnTo>
                  <a:pt x="175" y="6"/>
                </a:lnTo>
                <a:lnTo>
                  <a:pt x="174" y="7"/>
                </a:lnTo>
                <a:lnTo>
                  <a:pt x="173" y="7"/>
                </a:lnTo>
                <a:lnTo>
                  <a:pt x="173" y="6"/>
                </a:lnTo>
                <a:lnTo>
                  <a:pt x="171" y="6"/>
                </a:lnTo>
                <a:lnTo>
                  <a:pt x="170" y="6"/>
                </a:lnTo>
                <a:lnTo>
                  <a:pt x="167" y="6"/>
                </a:lnTo>
                <a:lnTo>
                  <a:pt x="166" y="7"/>
                </a:lnTo>
                <a:lnTo>
                  <a:pt x="165" y="6"/>
                </a:lnTo>
                <a:lnTo>
                  <a:pt x="164" y="6"/>
                </a:lnTo>
                <a:lnTo>
                  <a:pt x="163" y="7"/>
                </a:lnTo>
                <a:lnTo>
                  <a:pt x="162" y="7"/>
                </a:lnTo>
                <a:lnTo>
                  <a:pt x="161" y="7"/>
                </a:lnTo>
                <a:lnTo>
                  <a:pt x="160" y="7"/>
                </a:lnTo>
                <a:lnTo>
                  <a:pt x="160" y="9"/>
                </a:lnTo>
                <a:lnTo>
                  <a:pt x="160" y="9"/>
                </a:lnTo>
                <a:lnTo>
                  <a:pt x="159" y="10"/>
                </a:lnTo>
                <a:lnTo>
                  <a:pt x="159" y="10"/>
                </a:lnTo>
                <a:lnTo>
                  <a:pt x="157" y="13"/>
                </a:lnTo>
                <a:lnTo>
                  <a:pt x="156" y="13"/>
                </a:lnTo>
                <a:lnTo>
                  <a:pt x="156" y="13"/>
                </a:lnTo>
                <a:lnTo>
                  <a:pt x="154" y="14"/>
                </a:lnTo>
                <a:lnTo>
                  <a:pt x="152" y="14"/>
                </a:lnTo>
                <a:lnTo>
                  <a:pt x="150" y="14"/>
                </a:lnTo>
                <a:lnTo>
                  <a:pt x="149" y="14"/>
                </a:lnTo>
                <a:lnTo>
                  <a:pt x="148" y="16"/>
                </a:lnTo>
                <a:lnTo>
                  <a:pt x="147" y="16"/>
                </a:lnTo>
                <a:lnTo>
                  <a:pt x="146" y="15"/>
                </a:lnTo>
                <a:lnTo>
                  <a:pt x="144" y="14"/>
                </a:lnTo>
                <a:lnTo>
                  <a:pt x="143" y="13"/>
                </a:lnTo>
                <a:lnTo>
                  <a:pt x="142" y="12"/>
                </a:lnTo>
                <a:lnTo>
                  <a:pt x="140" y="12"/>
                </a:lnTo>
                <a:lnTo>
                  <a:pt x="138" y="12"/>
                </a:lnTo>
                <a:lnTo>
                  <a:pt x="132" y="14"/>
                </a:lnTo>
                <a:lnTo>
                  <a:pt x="127" y="14"/>
                </a:lnTo>
                <a:lnTo>
                  <a:pt x="127" y="15"/>
                </a:lnTo>
                <a:lnTo>
                  <a:pt x="126" y="16"/>
                </a:lnTo>
                <a:lnTo>
                  <a:pt x="121" y="17"/>
                </a:lnTo>
                <a:lnTo>
                  <a:pt x="120" y="17"/>
                </a:lnTo>
                <a:lnTo>
                  <a:pt x="119" y="17"/>
                </a:lnTo>
                <a:lnTo>
                  <a:pt x="119" y="16"/>
                </a:lnTo>
                <a:lnTo>
                  <a:pt x="118" y="15"/>
                </a:lnTo>
                <a:lnTo>
                  <a:pt x="116" y="15"/>
                </a:lnTo>
                <a:lnTo>
                  <a:pt x="116" y="16"/>
                </a:lnTo>
                <a:lnTo>
                  <a:pt x="112" y="15"/>
                </a:lnTo>
                <a:lnTo>
                  <a:pt x="111" y="16"/>
                </a:lnTo>
                <a:lnTo>
                  <a:pt x="105" y="12"/>
                </a:lnTo>
                <a:lnTo>
                  <a:pt x="103" y="13"/>
                </a:lnTo>
                <a:lnTo>
                  <a:pt x="102" y="12"/>
                </a:lnTo>
                <a:lnTo>
                  <a:pt x="102" y="11"/>
                </a:lnTo>
                <a:lnTo>
                  <a:pt x="101" y="10"/>
                </a:lnTo>
                <a:lnTo>
                  <a:pt x="100" y="8"/>
                </a:lnTo>
                <a:lnTo>
                  <a:pt x="101" y="7"/>
                </a:lnTo>
                <a:lnTo>
                  <a:pt x="101" y="6"/>
                </a:lnTo>
                <a:lnTo>
                  <a:pt x="101" y="6"/>
                </a:lnTo>
                <a:lnTo>
                  <a:pt x="98" y="5"/>
                </a:lnTo>
                <a:lnTo>
                  <a:pt x="97" y="5"/>
                </a:lnTo>
                <a:lnTo>
                  <a:pt x="95" y="4"/>
                </a:lnTo>
                <a:lnTo>
                  <a:pt x="92" y="3"/>
                </a:lnTo>
                <a:lnTo>
                  <a:pt x="92" y="2"/>
                </a:lnTo>
                <a:lnTo>
                  <a:pt x="91" y="4"/>
                </a:lnTo>
                <a:lnTo>
                  <a:pt x="90" y="3"/>
                </a:lnTo>
                <a:lnTo>
                  <a:pt x="90" y="4"/>
                </a:lnTo>
                <a:lnTo>
                  <a:pt x="89" y="5"/>
                </a:lnTo>
                <a:lnTo>
                  <a:pt x="88" y="5"/>
                </a:lnTo>
                <a:lnTo>
                  <a:pt x="84" y="7"/>
                </a:lnTo>
                <a:lnTo>
                  <a:pt x="83" y="7"/>
                </a:lnTo>
                <a:lnTo>
                  <a:pt x="83" y="9"/>
                </a:lnTo>
                <a:lnTo>
                  <a:pt x="83" y="10"/>
                </a:lnTo>
                <a:lnTo>
                  <a:pt x="81" y="10"/>
                </a:lnTo>
                <a:lnTo>
                  <a:pt x="81" y="10"/>
                </a:lnTo>
                <a:lnTo>
                  <a:pt x="77" y="10"/>
                </a:lnTo>
                <a:lnTo>
                  <a:pt x="76" y="10"/>
                </a:lnTo>
                <a:lnTo>
                  <a:pt x="73" y="9"/>
                </a:lnTo>
                <a:lnTo>
                  <a:pt x="73" y="8"/>
                </a:lnTo>
                <a:lnTo>
                  <a:pt x="72" y="7"/>
                </a:lnTo>
                <a:lnTo>
                  <a:pt x="71" y="6"/>
                </a:lnTo>
                <a:lnTo>
                  <a:pt x="71" y="6"/>
                </a:lnTo>
                <a:lnTo>
                  <a:pt x="68" y="6"/>
                </a:lnTo>
                <a:lnTo>
                  <a:pt x="68" y="5"/>
                </a:lnTo>
                <a:lnTo>
                  <a:pt x="67" y="5"/>
                </a:lnTo>
                <a:lnTo>
                  <a:pt x="67" y="4"/>
                </a:lnTo>
                <a:lnTo>
                  <a:pt x="67" y="4"/>
                </a:lnTo>
                <a:lnTo>
                  <a:pt x="66" y="4"/>
                </a:lnTo>
                <a:lnTo>
                  <a:pt x="65" y="4"/>
                </a:lnTo>
                <a:lnTo>
                  <a:pt x="65" y="5"/>
                </a:lnTo>
                <a:lnTo>
                  <a:pt x="65" y="5"/>
                </a:lnTo>
                <a:lnTo>
                  <a:pt x="65" y="5"/>
                </a:lnTo>
                <a:lnTo>
                  <a:pt x="64" y="5"/>
                </a:lnTo>
                <a:lnTo>
                  <a:pt x="62" y="4"/>
                </a:lnTo>
                <a:lnTo>
                  <a:pt x="59" y="3"/>
                </a:lnTo>
                <a:lnTo>
                  <a:pt x="59" y="3"/>
                </a:lnTo>
                <a:lnTo>
                  <a:pt x="59" y="2"/>
                </a:lnTo>
                <a:lnTo>
                  <a:pt x="58" y="1"/>
                </a:lnTo>
                <a:lnTo>
                  <a:pt x="56" y="1"/>
                </a:lnTo>
                <a:lnTo>
                  <a:pt x="55" y="1"/>
                </a:lnTo>
                <a:lnTo>
                  <a:pt x="55" y="0"/>
                </a:lnTo>
                <a:lnTo>
                  <a:pt x="54" y="1"/>
                </a:lnTo>
                <a:lnTo>
                  <a:pt x="53" y="1"/>
                </a:lnTo>
                <a:lnTo>
                  <a:pt x="52" y="1"/>
                </a:lnTo>
                <a:lnTo>
                  <a:pt x="51" y="2"/>
                </a:lnTo>
                <a:lnTo>
                  <a:pt x="53" y="5"/>
                </a:lnTo>
                <a:lnTo>
                  <a:pt x="51" y="4"/>
                </a:lnTo>
                <a:lnTo>
                  <a:pt x="50" y="5"/>
                </a:lnTo>
                <a:lnTo>
                  <a:pt x="50" y="6"/>
                </a:lnTo>
                <a:lnTo>
                  <a:pt x="47" y="7"/>
                </a:lnTo>
                <a:lnTo>
                  <a:pt x="47" y="6"/>
                </a:lnTo>
                <a:lnTo>
                  <a:pt x="46" y="7"/>
                </a:lnTo>
                <a:lnTo>
                  <a:pt x="46" y="7"/>
                </a:lnTo>
                <a:lnTo>
                  <a:pt x="45" y="8"/>
                </a:lnTo>
                <a:lnTo>
                  <a:pt x="45" y="9"/>
                </a:lnTo>
                <a:lnTo>
                  <a:pt x="45" y="10"/>
                </a:lnTo>
                <a:lnTo>
                  <a:pt x="44" y="10"/>
                </a:lnTo>
                <a:lnTo>
                  <a:pt x="44" y="11"/>
                </a:lnTo>
                <a:lnTo>
                  <a:pt x="43" y="11"/>
                </a:lnTo>
                <a:lnTo>
                  <a:pt x="43" y="11"/>
                </a:lnTo>
                <a:lnTo>
                  <a:pt x="42" y="13"/>
                </a:lnTo>
                <a:lnTo>
                  <a:pt x="42" y="14"/>
                </a:lnTo>
                <a:lnTo>
                  <a:pt x="41" y="14"/>
                </a:lnTo>
                <a:lnTo>
                  <a:pt x="41" y="15"/>
                </a:lnTo>
                <a:lnTo>
                  <a:pt x="40" y="17"/>
                </a:lnTo>
                <a:lnTo>
                  <a:pt x="40" y="18"/>
                </a:lnTo>
                <a:lnTo>
                  <a:pt x="38" y="18"/>
                </a:lnTo>
                <a:lnTo>
                  <a:pt x="37" y="18"/>
                </a:lnTo>
                <a:lnTo>
                  <a:pt x="36" y="18"/>
                </a:lnTo>
                <a:lnTo>
                  <a:pt x="34" y="18"/>
                </a:lnTo>
                <a:lnTo>
                  <a:pt x="34" y="17"/>
                </a:lnTo>
                <a:lnTo>
                  <a:pt x="30" y="17"/>
                </a:lnTo>
                <a:lnTo>
                  <a:pt x="30" y="17"/>
                </a:lnTo>
                <a:lnTo>
                  <a:pt x="29" y="17"/>
                </a:lnTo>
                <a:lnTo>
                  <a:pt x="28" y="17"/>
                </a:lnTo>
                <a:lnTo>
                  <a:pt x="27" y="17"/>
                </a:lnTo>
                <a:lnTo>
                  <a:pt x="27" y="16"/>
                </a:lnTo>
                <a:lnTo>
                  <a:pt x="25" y="16"/>
                </a:lnTo>
                <a:lnTo>
                  <a:pt x="25" y="16"/>
                </a:lnTo>
                <a:lnTo>
                  <a:pt x="24" y="16"/>
                </a:lnTo>
                <a:lnTo>
                  <a:pt x="24" y="18"/>
                </a:lnTo>
                <a:lnTo>
                  <a:pt x="24" y="18"/>
                </a:lnTo>
                <a:lnTo>
                  <a:pt x="23" y="18"/>
                </a:lnTo>
                <a:lnTo>
                  <a:pt x="21" y="21"/>
                </a:lnTo>
                <a:lnTo>
                  <a:pt x="21" y="22"/>
                </a:lnTo>
                <a:lnTo>
                  <a:pt x="20" y="21"/>
                </a:lnTo>
                <a:lnTo>
                  <a:pt x="19" y="22"/>
                </a:lnTo>
                <a:lnTo>
                  <a:pt x="19" y="21"/>
                </a:lnTo>
                <a:lnTo>
                  <a:pt x="17" y="22"/>
                </a:lnTo>
                <a:lnTo>
                  <a:pt x="16" y="22"/>
                </a:lnTo>
                <a:lnTo>
                  <a:pt x="15" y="23"/>
                </a:lnTo>
                <a:lnTo>
                  <a:pt x="17" y="24"/>
                </a:lnTo>
                <a:lnTo>
                  <a:pt x="17" y="24"/>
                </a:lnTo>
                <a:lnTo>
                  <a:pt x="16" y="26"/>
                </a:lnTo>
                <a:lnTo>
                  <a:pt x="17" y="26"/>
                </a:lnTo>
                <a:lnTo>
                  <a:pt x="16" y="29"/>
                </a:lnTo>
                <a:lnTo>
                  <a:pt x="16" y="30"/>
                </a:lnTo>
                <a:lnTo>
                  <a:pt x="14" y="31"/>
                </a:lnTo>
                <a:lnTo>
                  <a:pt x="14" y="31"/>
                </a:lnTo>
                <a:lnTo>
                  <a:pt x="14" y="32"/>
                </a:lnTo>
                <a:lnTo>
                  <a:pt x="15" y="32"/>
                </a:lnTo>
                <a:lnTo>
                  <a:pt x="14" y="34"/>
                </a:lnTo>
                <a:lnTo>
                  <a:pt x="15" y="36"/>
                </a:lnTo>
                <a:lnTo>
                  <a:pt x="15" y="37"/>
                </a:lnTo>
                <a:lnTo>
                  <a:pt x="17" y="39"/>
                </a:lnTo>
                <a:lnTo>
                  <a:pt x="17" y="40"/>
                </a:lnTo>
                <a:lnTo>
                  <a:pt x="18" y="40"/>
                </a:lnTo>
                <a:lnTo>
                  <a:pt x="18" y="41"/>
                </a:lnTo>
                <a:lnTo>
                  <a:pt x="18" y="42"/>
                </a:lnTo>
                <a:lnTo>
                  <a:pt x="18" y="42"/>
                </a:lnTo>
                <a:lnTo>
                  <a:pt x="19" y="44"/>
                </a:lnTo>
                <a:lnTo>
                  <a:pt x="19" y="44"/>
                </a:lnTo>
                <a:lnTo>
                  <a:pt x="19" y="45"/>
                </a:lnTo>
                <a:lnTo>
                  <a:pt x="18" y="48"/>
                </a:lnTo>
                <a:lnTo>
                  <a:pt x="19" y="49"/>
                </a:lnTo>
                <a:lnTo>
                  <a:pt x="20" y="50"/>
                </a:lnTo>
                <a:lnTo>
                  <a:pt x="19" y="51"/>
                </a:lnTo>
                <a:lnTo>
                  <a:pt x="18" y="53"/>
                </a:lnTo>
                <a:lnTo>
                  <a:pt x="19" y="53"/>
                </a:lnTo>
                <a:lnTo>
                  <a:pt x="19" y="55"/>
                </a:lnTo>
                <a:lnTo>
                  <a:pt x="18" y="56"/>
                </a:lnTo>
                <a:lnTo>
                  <a:pt x="19" y="57"/>
                </a:lnTo>
                <a:lnTo>
                  <a:pt x="17" y="59"/>
                </a:lnTo>
                <a:lnTo>
                  <a:pt x="16" y="59"/>
                </a:lnTo>
                <a:lnTo>
                  <a:pt x="15" y="59"/>
                </a:lnTo>
                <a:lnTo>
                  <a:pt x="14" y="61"/>
                </a:lnTo>
                <a:lnTo>
                  <a:pt x="12" y="61"/>
                </a:lnTo>
                <a:lnTo>
                  <a:pt x="11" y="62"/>
                </a:lnTo>
                <a:lnTo>
                  <a:pt x="9" y="59"/>
                </a:lnTo>
                <a:lnTo>
                  <a:pt x="8" y="57"/>
                </a:lnTo>
                <a:lnTo>
                  <a:pt x="9" y="56"/>
                </a:lnTo>
                <a:lnTo>
                  <a:pt x="9" y="55"/>
                </a:lnTo>
                <a:lnTo>
                  <a:pt x="9" y="53"/>
                </a:lnTo>
                <a:lnTo>
                  <a:pt x="9" y="52"/>
                </a:lnTo>
                <a:lnTo>
                  <a:pt x="7" y="53"/>
                </a:lnTo>
                <a:lnTo>
                  <a:pt x="6" y="53"/>
                </a:lnTo>
                <a:lnTo>
                  <a:pt x="6" y="54"/>
                </a:lnTo>
                <a:lnTo>
                  <a:pt x="4" y="53"/>
                </a:lnTo>
                <a:lnTo>
                  <a:pt x="4" y="54"/>
                </a:lnTo>
                <a:lnTo>
                  <a:pt x="2" y="54"/>
                </a:lnTo>
                <a:lnTo>
                  <a:pt x="2" y="54"/>
                </a:lnTo>
                <a:lnTo>
                  <a:pt x="3" y="57"/>
                </a:lnTo>
                <a:lnTo>
                  <a:pt x="2" y="58"/>
                </a:lnTo>
                <a:lnTo>
                  <a:pt x="2" y="60"/>
                </a:lnTo>
                <a:lnTo>
                  <a:pt x="0" y="62"/>
                </a:lnTo>
                <a:lnTo>
                  <a:pt x="1" y="64"/>
                </a:lnTo>
                <a:lnTo>
                  <a:pt x="1" y="63"/>
                </a:lnTo>
                <a:lnTo>
                  <a:pt x="3" y="66"/>
                </a:lnTo>
                <a:lnTo>
                  <a:pt x="2" y="67"/>
                </a:lnTo>
                <a:lnTo>
                  <a:pt x="5" y="69"/>
                </a:lnTo>
                <a:lnTo>
                  <a:pt x="5" y="70"/>
                </a:lnTo>
                <a:lnTo>
                  <a:pt x="4" y="70"/>
                </a:lnTo>
                <a:lnTo>
                  <a:pt x="3" y="71"/>
                </a:lnTo>
                <a:lnTo>
                  <a:pt x="2" y="71"/>
                </a:lnTo>
                <a:lnTo>
                  <a:pt x="3" y="73"/>
                </a:lnTo>
                <a:lnTo>
                  <a:pt x="3" y="75"/>
                </a:lnTo>
                <a:lnTo>
                  <a:pt x="4" y="75"/>
                </a:lnTo>
                <a:lnTo>
                  <a:pt x="4" y="76"/>
                </a:lnTo>
                <a:lnTo>
                  <a:pt x="4" y="77"/>
                </a:lnTo>
                <a:lnTo>
                  <a:pt x="3" y="78"/>
                </a:lnTo>
                <a:lnTo>
                  <a:pt x="2" y="78"/>
                </a:lnTo>
                <a:lnTo>
                  <a:pt x="1" y="79"/>
                </a:lnTo>
                <a:lnTo>
                  <a:pt x="2" y="79"/>
                </a:lnTo>
                <a:lnTo>
                  <a:pt x="2" y="80"/>
                </a:lnTo>
                <a:lnTo>
                  <a:pt x="1" y="82"/>
                </a:lnTo>
                <a:lnTo>
                  <a:pt x="2" y="83"/>
                </a:lnTo>
                <a:lnTo>
                  <a:pt x="3" y="84"/>
                </a:lnTo>
                <a:lnTo>
                  <a:pt x="3" y="84"/>
                </a:lnTo>
                <a:lnTo>
                  <a:pt x="4" y="88"/>
                </a:lnTo>
                <a:lnTo>
                  <a:pt x="4" y="88"/>
                </a:lnTo>
                <a:lnTo>
                  <a:pt x="4" y="90"/>
                </a:lnTo>
                <a:lnTo>
                  <a:pt x="5" y="92"/>
                </a:lnTo>
                <a:lnTo>
                  <a:pt x="7" y="92"/>
                </a:lnTo>
                <a:lnTo>
                  <a:pt x="8" y="93"/>
                </a:lnTo>
                <a:lnTo>
                  <a:pt x="10" y="93"/>
                </a:lnTo>
                <a:lnTo>
                  <a:pt x="10" y="92"/>
                </a:lnTo>
                <a:lnTo>
                  <a:pt x="12" y="92"/>
                </a:lnTo>
                <a:lnTo>
                  <a:pt x="12" y="92"/>
                </a:lnTo>
                <a:lnTo>
                  <a:pt x="12" y="93"/>
                </a:lnTo>
                <a:lnTo>
                  <a:pt x="13" y="93"/>
                </a:lnTo>
                <a:lnTo>
                  <a:pt x="14" y="95"/>
                </a:lnTo>
                <a:lnTo>
                  <a:pt x="14" y="96"/>
                </a:lnTo>
                <a:lnTo>
                  <a:pt x="16" y="95"/>
                </a:lnTo>
                <a:lnTo>
                  <a:pt x="16" y="95"/>
                </a:lnTo>
                <a:lnTo>
                  <a:pt x="17" y="96"/>
                </a:lnTo>
                <a:lnTo>
                  <a:pt x="18" y="98"/>
                </a:lnTo>
                <a:lnTo>
                  <a:pt x="19" y="99"/>
                </a:lnTo>
                <a:lnTo>
                  <a:pt x="20" y="99"/>
                </a:lnTo>
                <a:lnTo>
                  <a:pt x="19" y="100"/>
                </a:lnTo>
                <a:lnTo>
                  <a:pt x="20" y="101"/>
                </a:lnTo>
                <a:lnTo>
                  <a:pt x="20" y="103"/>
                </a:lnTo>
                <a:lnTo>
                  <a:pt x="20" y="103"/>
                </a:lnTo>
                <a:lnTo>
                  <a:pt x="21" y="105"/>
                </a:lnTo>
                <a:lnTo>
                  <a:pt x="22" y="106"/>
                </a:lnTo>
                <a:lnTo>
                  <a:pt x="24" y="106"/>
                </a:lnTo>
                <a:lnTo>
                  <a:pt x="26" y="107"/>
                </a:lnTo>
                <a:lnTo>
                  <a:pt x="26" y="108"/>
                </a:lnTo>
                <a:lnTo>
                  <a:pt x="27" y="109"/>
                </a:lnTo>
                <a:lnTo>
                  <a:pt x="29" y="111"/>
                </a:lnTo>
                <a:lnTo>
                  <a:pt x="31" y="111"/>
                </a:lnTo>
                <a:lnTo>
                  <a:pt x="32" y="112"/>
                </a:lnTo>
                <a:lnTo>
                  <a:pt x="34" y="115"/>
                </a:lnTo>
                <a:lnTo>
                  <a:pt x="35" y="116"/>
                </a:lnTo>
                <a:lnTo>
                  <a:pt x="35" y="117"/>
                </a:lnTo>
                <a:lnTo>
                  <a:pt x="37" y="117"/>
                </a:lnTo>
                <a:lnTo>
                  <a:pt x="37" y="117"/>
                </a:lnTo>
                <a:lnTo>
                  <a:pt x="37" y="118"/>
                </a:lnTo>
                <a:lnTo>
                  <a:pt x="38" y="120"/>
                </a:lnTo>
                <a:lnTo>
                  <a:pt x="37" y="121"/>
                </a:lnTo>
                <a:lnTo>
                  <a:pt x="38" y="121"/>
                </a:lnTo>
                <a:lnTo>
                  <a:pt x="37" y="122"/>
                </a:lnTo>
                <a:lnTo>
                  <a:pt x="38" y="123"/>
                </a:lnTo>
                <a:lnTo>
                  <a:pt x="40" y="124"/>
                </a:lnTo>
                <a:lnTo>
                  <a:pt x="40" y="123"/>
                </a:lnTo>
                <a:lnTo>
                  <a:pt x="41" y="122"/>
                </a:lnTo>
                <a:lnTo>
                  <a:pt x="41" y="121"/>
                </a:lnTo>
                <a:lnTo>
                  <a:pt x="42" y="121"/>
                </a:lnTo>
                <a:lnTo>
                  <a:pt x="44" y="120"/>
                </a:lnTo>
                <a:lnTo>
                  <a:pt x="45" y="119"/>
                </a:lnTo>
                <a:lnTo>
                  <a:pt x="44" y="118"/>
                </a:lnTo>
                <a:lnTo>
                  <a:pt x="45" y="118"/>
                </a:lnTo>
                <a:lnTo>
                  <a:pt x="45" y="118"/>
                </a:lnTo>
                <a:lnTo>
                  <a:pt x="45" y="116"/>
                </a:lnTo>
                <a:lnTo>
                  <a:pt x="45" y="116"/>
                </a:lnTo>
                <a:lnTo>
                  <a:pt x="45" y="116"/>
                </a:lnTo>
                <a:lnTo>
                  <a:pt x="45" y="115"/>
                </a:lnTo>
                <a:lnTo>
                  <a:pt x="48" y="117"/>
                </a:lnTo>
                <a:lnTo>
                  <a:pt x="48" y="116"/>
                </a:lnTo>
                <a:lnTo>
                  <a:pt x="49" y="116"/>
                </a:lnTo>
                <a:lnTo>
                  <a:pt x="50" y="116"/>
                </a:lnTo>
                <a:lnTo>
                  <a:pt x="52" y="118"/>
                </a:lnTo>
                <a:lnTo>
                  <a:pt x="54" y="119"/>
                </a:lnTo>
                <a:lnTo>
                  <a:pt x="55" y="119"/>
                </a:lnTo>
                <a:lnTo>
                  <a:pt x="55" y="119"/>
                </a:lnTo>
                <a:lnTo>
                  <a:pt x="56" y="120"/>
                </a:lnTo>
                <a:lnTo>
                  <a:pt x="58" y="120"/>
                </a:lnTo>
                <a:lnTo>
                  <a:pt x="58" y="121"/>
                </a:lnTo>
                <a:lnTo>
                  <a:pt x="57" y="123"/>
                </a:lnTo>
                <a:lnTo>
                  <a:pt x="59" y="124"/>
                </a:lnTo>
                <a:lnTo>
                  <a:pt x="59" y="125"/>
                </a:lnTo>
                <a:lnTo>
                  <a:pt x="58" y="125"/>
                </a:lnTo>
                <a:lnTo>
                  <a:pt x="58" y="127"/>
                </a:lnTo>
                <a:lnTo>
                  <a:pt x="59" y="127"/>
                </a:lnTo>
                <a:lnTo>
                  <a:pt x="60" y="128"/>
                </a:lnTo>
                <a:lnTo>
                  <a:pt x="61" y="128"/>
                </a:lnTo>
                <a:lnTo>
                  <a:pt x="63" y="131"/>
                </a:lnTo>
                <a:lnTo>
                  <a:pt x="64" y="131"/>
                </a:lnTo>
                <a:lnTo>
                  <a:pt x="65" y="133"/>
                </a:lnTo>
                <a:lnTo>
                  <a:pt x="66" y="133"/>
                </a:lnTo>
                <a:lnTo>
                  <a:pt x="65" y="134"/>
                </a:lnTo>
                <a:lnTo>
                  <a:pt x="67" y="134"/>
                </a:lnTo>
                <a:lnTo>
                  <a:pt x="67" y="135"/>
                </a:lnTo>
                <a:lnTo>
                  <a:pt x="66" y="136"/>
                </a:lnTo>
                <a:lnTo>
                  <a:pt x="67" y="136"/>
                </a:lnTo>
                <a:lnTo>
                  <a:pt x="67" y="137"/>
                </a:lnTo>
                <a:lnTo>
                  <a:pt x="68" y="137"/>
                </a:lnTo>
                <a:lnTo>
                  <a:pt x="68" y="138"/>
                </a:lnTo>
                <a:lnTo>
                  <a:pt x="71" y="138"/>
                </a:lnTo>
                <a:lnTo>
                  <a:pt x="71" y="139"/>
                </a:lnTo>
                <a:lnTo>
                  <a:pt x="72" y="139"/>
                </a:lnTo>
                <a:lnTo>
                  <a:pt x="73" y="141"/>
                </a:lnTo>
                <a:lnTo>
                  <a:pt x="74" y="141"/>
                </a:lnTo>
                <a:lnTo>
                  <a:pt x="74" y="141"/>
                </a:lnTo>
                <a:lnTo>
                  <a:pt x="74" y="141"/>
                </a:lnTo>
                <a:lnTo>
                  <a:pt x="75" y="141"/>
                </a:lnTo>
                <a:lnTo>
                  <a:pt x="76" y="142"/>
                </a:lnTo>
                <a:lnTo>
                  <a:pt x="76" y="144"/>
                </a:lnTo>
                <a:lnTo>
                  <a:pt x="77" y="144"/>
                </a:lnTo>
                <a:lnTo>
                  <a:pt x="77" y="146"/>
                </a:lnTo>
                <a:lnTo>
                  <a:pt x="78" y="146"/>
                </a:lnTo>
                <a:lnTo>
                  <a:pt x="78" y="148"/>
                </a:lnTo>
                <a:lnTo>
                  <a:pt x="78" y="149"/>
                </a:lnTo>
                <a:lnTo>
                  <a:pt x="79" y="150"/>
                </a:lnTo>
                <a:lnTo>
                  <a:pt x="80" y="152"/>
                </a:lnTo>
                <a:lnTo>
                  <a:pt x="80" y="152"/>
                </a:lnTo>
                <a:lnTo>
                  <a:pt x="80" y="153"/>
                </a:lnTo>
                <a:lnTo>
                  <a:pt x="81" y="153"/>
                </a:lnTo>
                <a:lnTo>
                  <a:pt x="82" y="152"/>
                </a:lnTo>
                <a:lnTo>
                  <a:pt x="83" y="152"/>
                </a:lnTo>
                <a:lnTo>
                  <a:pt x="85" y="152"/>
                </a:lnTo>
                <a:lnTo>
                  <a:pt x="85" y="151"/>
                </a:lnTo>
                <a:lnTo>
                  <a:pt x="87" y="151"/>
                </a:lnTo>
                <a:lnTo>
                  <a:pt x="88" y="151"/>
                </a:lnTo>
                <a:lnTo>
                  <a:pt x="89" y="152"/>
                </a:lnTo>
                <a:lnTo>
                  <a:pt x="91" y="152"/>
                </a:lnTo>
                <a:lnTo>
                  <a:pt x="91" y="153"/>
                </a:lnTo>
                <a:lnTo>
                  <a:pt x="92" y="154"/>
                </a:lnTo>
                <a:lnTo>
                  <a:pt x="92" y="154"/>
                </a:lnTo>
                <a:lnTo>
                  <a:pt x="91" y="154"/>
                </a:lnTo>
                <a:lnTo>
                  <a:pt x="91" y="156"/>
                </a:lnTo>
                <a:lnTo>
                  <a:pt x="92" y="156"/>
                </a:lnTo>
                <a:lnTo>
                  <a:pt x="91" y="158"/>
                </a:lnTo>
                <a:lnTo>
                  <a:pt x="92" y="158"/>
                </a:lnTo>
                <a:lnTo>
                  <a:pt x="91" y="160"/>
                </a:lnTo>
                <a:lnTo>
                  <a:pt x="91" y="161"/>
                </a:lnTo>
                <a:lnTo>
                  <a:pt x="92" y="161"/>
                </a:lnTo>
                <a:lnTo>
                  <a:pt x="93" y="163"/>
                </a:lnTo>
                <a:lnTo>
                  <a:pt x="94" y="163"/>
                </a:lnTo>
                <a:lnTo>
                  <a:pt x="94" y="164"/>
                </a:lnTo>
                <a:lnTo>
                  <a:pt x="95" y="164"/>
                </a:lnTo>
                <a:lnTo>
                  <a:pt x="95" y="165"/>
                </a:lnTo>
                <a:lnTo>
                  <a:pt x="95" y="166"/>
                </a:lnTo>
                <a:lnTo>
                  <a:pt x="97" y="166"/>
                </a:lnTo>
                <a:lnTo>
                  <a:pt x="98" y="167"/>
                </a:lnTo>
                <a:lnTo>
                  <a:pt x="99" y="168"/>
                </a:lnTo>
                <a:lnTo>
                  <a:pt x="99" y="169"/>
                </a:lnTo>
                <a:lnTo>
                  <a:pt x="102" y="171"/>
                </a:lnTo>
                <a:lnTo>
                  <a:pt x="103" y="171"/>
                </a:lnTo>
                <a:lnTo>
                  <a:pt x="104" y="171"/>
                </a:lnTo>
                <a:lnTo>
                  <a:pt x="106" y="170"/>
                </a:lnTo>
                <a:lnTo>
                  <a:pt x="107" y="170"/>
                </a:lnTo>
                <a:lnTo>
                  <a:pt x="108" y="171"/>
                </a:lnTo>
                <a:lnTo>
                  <a:pt x="108" y="173"/>
                </a:lnTo>
                <a:lnTo>
                  <a:pt x="107" y="174"/>
                </a:lnTo>
                <a:lnTo>
                  <a:pt x="106" y="174"/>
                </a:lnTo>
                <a:lnTo>
                  <a:pt x="106" y="176"/>
                </a:lnTo>
                <a:lnTo>
                  <a:pt x="106" y="177"/>
                </a:lnTo>
                <a:lnTo>
                  <a:pt x="107" y="178"/>
                </a:lnTo>
                <a:lnTo>
                  <a:pt x="107" y="178"/>
                </a:lnTo>
                <a:lnTo>
                  <a:pt x="108" y="179"/>
                </a:lnTo>
                <a:lnTo>
                  <a:pt x="110" y="179"/>
                </a:lnTo>
                <a:lnTo>
                  <a:pt x="110" y="180"/>
                </a:lnTo>
                <a:lnTo>
                  <a:pt x="111" y="179"/>
                </a:lnTo>
                <a:lnTo>
                  <a:pt x="113" y="179"/>
                </a:lnTo>
                <a:lnTo>
                  <a:pt x="115" y="180"/>
                </a:lnTo>
                <a:lnTo>
                  <a:pt x="115" y="181"/>
                </a:lnTo>
                <a:lnTo>
                  <a:pt x="116" y="181"/>
                </a:lnTo>
                <a:lnTo>
                  <a:pt x="117" y="179"/>
                </a:lnTo>
                <a:lnTo>
                  <a:pt x="117" y="179"/>
                </a:lnTo>
                <a:lnTo>
                  <a:pt x="117" y="182"/>
                </a:lnTo>
                <a:lnTo>
                  <a:pt x="119" y="184"/>
                </a:lnTo>
                <a:lnTo>
                  <a:pt x="120" y="186"/>
                </a:lnTo>
                <a:lnTo>
                  <a:pt x="120" y="187"/>
                </a:lnTo>
                <a:lnTo>
                  <a:pt x="121" y="188"/>
                </a:lnTo>
                <a:lnTo>
                  <a:pt x="120" y="189"/>
                </a:lnTo>
                <a:lnTo>
                  <a:pt x="121" y="190"/>
                </a:lnTo>
                <a:lnTo>
                  <a:pt x="122" y="191"/>
                </a:lnTo>
                <a:lnTo>
                  <a:pt x="123" y="190"/>
                </a:lnTo>
                <a:lnTo>
                  <a:pt x="123" y="188"/>
                </a:lnTo>
                <a:lnTo>
                  <a:pt x="123" y="187"/>
                </a:lnTo>
                <a:lnTo>
                  <a:pt x="124" y="187"/>
                </a:lnTo>
                <a:lnTo>
                  <a:pt x="126" y="185"/>
                </a:lnTo>
                <a:lnTo>
                  <a:pt x="126" y="187"/>
                </a:lnTo>
                <a:lnTo>
                  <a:pt x="126" y="187"/>
                </a:lnTo>
                <a:lnTo>
                  <a:pt x="126" y="190"/>
                </a:lnTo>
                <a:lnTo>
                  <a:pt x="127" y="190"/>
                </a:lnTo>
                <a:lnTo>
                  <a:pt x="129" y="192"/>
                </a:lnTo>
                <a:lnTo>
                  <a:pt x="130" y="192"/>
                </a:lnTo>
                <a:lnTo>
                  <a:pt x="130" y="191"/>
                </a:lnTo>
                <a:lnTo>
                  <a:pt x="131" y="191"/>
                </a:lnTo>
                <a:lnTo>
                  <a:pt x="131" y="190"/>
                </a:lnTo>
                <a:lnTo>
                  <a:pt x="132" y="189"/>
                </a:lnTo>
                <a:lnTo>
                  <a:pt x="132" y="189"/>
                </a:lnTo>
                <a:lnTo>
                  <a:pt x="133" y="188"/>
                </a:lnTo>
                <a:lnTo>
                  <a:pt x="133" y="188"/>
                </a:lnTo>
                <a:lnTo>
                  <a:pt x="134" y="189"/>
                </a:lnTo>
                <a:lnTo>
                  <a:pt x="134" y="189"/>
                </a:lnTo>
                <a:lnTo>
                  <a:pt x="135" y="189"/>
                </a:lnTo>
                <a:lnTo>
                  <a:pt x="137" y="189"/>
                </a:lnTo>
                <a:lnTo>
                  <a:pt x="136" y="190"/>
                </a:lnTo>
                <a:lnTo>
                  <a:pt x="138" y="191"/>
                </a:lnTo>
                <a:lnTo>
                  <a:pt x="138" y="191"/>
                </a:lnTo>
                <a:lnTo>
                  <a:pt x="139" y="192"/>
                </a:lnTo>
                <a:lnTo>
                  <a:pt x="139" y="192"/>
                </a:lnTo>
                <a:lnTo>
                  <a:pt x="139" y="193"/>
                </a:lnTo>
                <a:lnTo>
                  <a:pt x="141" y="193"/>
                </a:lnTo>
                <a:lnTo>
                  <a:pt x="142" y="194"/>
                </a:lnTo>
                <a:lnTo>
                  <a:pt x="142" y="196"/>
                </a:lnTo>
                <a:lnTo>
                  <a:pt x="145" y="197"/>
                </a:lnTo>
                <a:lnTo>
                  <a:pt x="146" y="196"/>
                </a:lnTo>
                <a:lnTo>
                  <a:pt x="147" y="197"/>
                </a:lnTo>
                <a:lnTo>
                  <a:pt x="148" y="197"/>
                </a:lnTo>
                <a:lnTo>
                  <a:pt x="148" y="197"/>
                </a:lnTo>
                <a:lnTo>
                  <a:pt x="149" y="197"/>
                </a:lnTo>
                <a:lnTo>
                  <a:pt x="152" y="197"/>
                </a:lnTo>
                <a:lnTo>
                  <a:pt x="152" y="198"/>
                </a:lnTo>
                <a:lnTo>
                  <a:pt x="153" y="198"/>
                </a:lnTo>
                <a:lnTo>
                  <a:pt x="153" y="198"/>
                </a:lnTo>
                <a:lnTo>
                  <a:pt x="154" y="199"/>
                </a:lnTo>
                <a:lnTo>
                  <a:pt x="157" y="196"/>
                </a:lnTo>
                <a:lnTo>
                  <a:pt x="160" y="198"/>
                </a:lnTo>
                <a:lnTo>
                  <a:pt x="161" y="198"/>
                </a:lnTo>
                <a:lnTo>
                  <a:pt x="162" y="199"/>
                </a:lnTo>
                <a:lnTo>
                  <a:pt x="163" y="199"/>
                </a:lnTo>
                <a:lnTo>
                  <a:pt x="162" y="198"/>
                </a:lnTo>
                <a:lnTo>
                  <a:pt x="163" y="197"/>
                </a:lnTo>
                <a:lnTo>
                  <a:pt x="164" y="197"/>
                </a:lnTo>
                <a:lnTo>
                  <a:pt x="165" y="197"/>
                </a:lnTo>
                <a:lnTo>
                  <a:pt x="165" y="198"/>
                </a:lnTo>
                <a:lnTo>
                  <a:pt x="167" y="197"/>
                </a:lnTo>
                <a:lnTo>
                  <a:pt x="168" y="197"/>
                </a:lnTo>
                <a:lnTo>
                  <a:pt x="170" y="196"/>
                </a:lnTo>
                <a:lnTo>
                  <a:pt x="171" y="197"/>
                </a:lnTo>
                <a:lnTo>
                  <a:pt x="172" y="195"/>
                </a:lnTo>
                <a:lnTo>
                  <a:pt x="173" y="195"/>
                </a:lnTo>
                <a:lnTo>
                  <a:pt x="174" y="196"/>
                </a:lnTo>
                <a:lnTo>
                  <a:pt x="176" y="196"/>
                </a:lnTo>
                <a:lnTo>
                  <a:pt x="177" y="198"/>
                </a:lnTo>
                <a:lnTo>
                  <a:pt x="177" y="200"/>
                </a:lnTo>
                <a:lnTo>
                  <a:pt x="177" y="200"/>
                </a:lnTo>
                <a:lnTo>
                  <a:pt x="177" y="202"/>
                </a:lnTo>
                <a:lnTo>
                  <a:pt x="177" y="202"/>
                </a:lnTo>
                <a:lnTo>
                  <a:pt x="176" y="204"/>
                </a:lnTo>
                <a:lnTo>
                  <a:pt x="176" y="206"/>
                </a:lnTo>
                <a:lnTo>
                  <a:pt x="174" y="208"/>
                </a:lnTo>
                <a:lnTo>
                  <a:pt x="174" y="209"/>
                </a:lnTo>
                <a:lnTo>
                  <a:pt x="174" y="210"/>
                </a:lnTo>
                <a:lnTo>
                  <a:pt x="174" y="211"/>
                </a:lnTo>
                <a:lnTo>
                  <a:pt x="174" y="212"/>
                </a:lnTo>
                <a:lnTo>
                  <a:pt x="175" y="212"/>
                </a:lnTo>
                <a:lnTo>
                  <a:pt x="176" y="213"/>
                </a:lnTo>
                <a:lnTo>
                  <a:pt x="176" y="213"/>
                </a:lnTo>
                <a:lnTo>
                  <a:pt x="176" y="215"/>
                </a:lnTo>
                <a:lnTo>
                  <a:pt x="177" y="216"/>
                </a:lnTo>
                <a:lnTo>
                  <a:pt x="179" y="216"/>
                </a:lnTo>
                <a:lnTo>
                  <a:pt x="179" y="215"/>
                </a:lnTo>
                <a:lnTo>
                  <a:pt x="180" y="214"/>
                </a:lnTo>
                <a:lnTo>
                  <a:pt x="181" y="213"/>
                </a:lnTo>
                <a:lnTo>
                  <a:pt x="180" y="211"/>
                </a:lnTo>
                <a:lnTo>
                  <a:pt x="180" y="209"/>
                </a:lnTo>
                <a:lnTo>
                  <a:pt x="182" y="209"/>
                </a:lnTo>
                <a:lnTo>
                  <a:pt x="181" y="208"/>
                </a:lnTo>
                <a:lnTo>
                  <a:pt x="181" y="207"/>
                </a:lnTo>
                <a:lnTo>
                  <a:pt x="182" y="207"/>
                </a:lnTo>
                <a:lnTo>
                  <a:pt x="184" y="204"/>
                </a:lnTo>
                <a:lnTo>
                  <a:pt x="185" y="203"/>
                </a:lnTo>
                <a:lnTo>
                  <a:pt x="187" y="203"/>
                </a:lnTo>
                <a:lnTo>
                  <a:pt x="190" y="198"/>
                </a:lnTo>
                <a:lnTo>
                  <a:pt x="191" y="198"/>
                </a:lnTo>
                <a:lnTo>
                  <a:pt x="192" y="197"/>
                </a:lnTo>
                <a:lnTo>
                  <a:pt x="195" y="197"/>
                </a:lnTo>
                <a:lnTo>
                  <a:pt x="196" y="197"/>
                </a:lnTo>
                <a:lnTo>
                  <a:pt x="196" y="196"/>
                </a:lnTo>
                <a:lnTo>
                  <a:pt x="198" y="196"/>
                </a:lnTo>
                <a:lnTo>
                  <a:pt x="198" y="197"/>
                </a:lnTo>
                <a:lnTo>
                  <a:pt x="200" y="197"/>
                </a:lnTo>
                <a:lnTo>
                  <a:pt x="201" y="199"/>
                </a:lnTo>
                <a:lnTo>
                  <a:pt x="202" y="199"/>
                </a:lnTo>
                <a:lnTo>
                  <a:pt x="202" y="199"/>
                </a:lnTo>
                <a:lnTo>
                  <a:pt x="203" y="198"/>
                </a:lnTo>
                <a:lnTo>
                  <a:pt x="203" y="198"/>
                </a:lnTo>
                <a:lnTo>
                  <a:pt x="205" y="199"/>
                </a:lnTo>
                <a:lnTo>
                  <a:pt x="206" y="199"/>
                </a:lnTo>
                <a:lnTo>
                  <a:pt x="207" y="202"/>
                </a:lnTo>
                <a:lnTo>
                  <a:pt x="209" y="202"/>
                </a:lnTo>
                <a:lnTo>
                  <a:pt x="210" y="202"/>
                </a:lnTo>
                <a:lnTo>
                  <a:pt x="211" y="203"/>
                </a:lnTo>
                <a:lnTo>
                  <a:pt x="214" y="202"/>
                </a:lnTo>
                <a:lnTo>
                  <a:pt x="215" y="203"/>
                </a:lnTo>
                <a:lnTo>
                  <a:pt x="215" y="204"/>
                </a:lnTo>
                <a:lnTo>
                  <a:pt x="217" y="206"/>
                </a:lnTo>
                <a:lnTo>
                  <a:pt x="218" y="206"/>
                </a:lnTo>
                <a:lnTo>
                  <a:pt x="219" y="206"/>
                </a:lnTo>
                <a:lnTo>
                  <a:pt x="218" y="207"/>
                </a:lnTo>
                <a:lnTo>
                  <a:pt x="219" y="208"/>
                </a:lnTo>
                <a:lnTo>
                  <a:pt x="221" y="208"/>
                </a:lnTo>
                <a:lnTo>
                  <a:pt x="222" y="208"/>
                </a:lnTo>
                <a:lnTo>
                  <a:pt x="222" y="206"/>
                </a:lnTo>
                <a:lnTo>
                  <a:pt x="223" y="206"/>
                </a:lnTo>
                <a:lnTo>
                  <a:pt x="224" y="206"/>
                </a:lnTo>
                <a:lnTo>
                  <a:pt x="226" y="204"/>
                </a:lnTo>
                <a:lnTo>
                  <a:pt x="228" y="206"/>
                </a:lnTo>
                <a:lnTo>
                  <a:pt x="229" y="207"/>
                </a:lnTo>
                <a:lnTo>
                  <a:pt x="229" y="207"/>
                </a:lnTo>
                <a:lnTo>
                  <a:pt x="231" y="209"/>
                </a:lnTo>
                <a:lnTo>
                  <a:pt x="231" y="210"/>
                </a:lnTo>
                <a:lnTo>
                  <a:pt x="230" y="209"/>
                </a:lnTo>
                <a:lnTo>
                  <a:pt x="229" y="210"/>
                </a:lnTo>
                <a:lnTo>
                  <a:pt x="231" y="210"/>
                </a:lnTo>
                <a:lnTo>
                  <a:pt x="231" y="212"/>
                </a:lnTo>
                <a:lnTo>
                  <a:pt x="231" y="213"/>
                </a:lnTo>
                <a:lnTo>
                  <a:pt x="229" y="215"/>
                </a:lnTo>
                <a:lnTo>
                  <a:pt x="229" y="215"/>
                </a:lnTo>
                <a:lnTo>
                  <a:pt x="229" y="216"/>
                </a:lnTo>
                <a:lnTo>
                  <a:pt x="229" y="217"/>
                </a:lnTo>
                <a:lnTo>
                  <a:pt x="232" y="219"/>
                </a:lnTo>
                <a:lnTo>
                  <a:pt x="234" y="218"/>
                </a:lnTo>
                <a:lnTo>
                  <a:pt x="236" y="219"/>
                </a:lnTo>
                <a:lnTo>
                  <a:pt x="238" y="219"/>
                </a:lnTo>
                <a:lnTo>
                  <a:pt x="239" y="224"/>
                </a:lnTo>
                <a:lnTo>
                  <a:pt x="238" y="225"/>
                </a:lnTo>
                <a:lnTo>
                  <a:pt x="238" y="226"/>
                </a:lnTo>
                <a:lnTo>
                  <a:pt x="237" y="226"/>
                </a:lnTo>
                <a:lnTo>
                  <a:pt x="237" y="227"/>
                </a:lnTo>
                <a:lnTo>
                  <a:pt x="237" y="229"/>
                </a:lnTo>
                <a:lnTo>
                  <a:pt x="238" y="229"/>
                </a:lnTo>
                <a:lnTo>
                  <a:pt x="238" y="231"/>
                </a:lnTo>
                <a:lnTo>
                  <a:pt x="238" y="233"/>
                </a:lnTo>
                <a:lnTo>
                  <a:pt x="249" y="233"/>
                </a:lnTo>
                <a:lnTo>
                  <a:pt x="252" y="234"/>
                </a:lnTo>
                <a:lnTo>
                  <a:pt x="254" y="234"/>
                </a:lnTo>
                <a:lnTo>
                  <a:pt x="258" y="235"/>
                </a:lnTo>
                <a:lnTo>
                  <a:pt x="267" y="235"/>
                </a:lnTo>
                <a:lnTo>
                  <a:pt x="271" y="234"/>
                </a:lnTo>
                <a:lnTo>
                  <a:pt x="272" y="234"/>
                </a:lnTo>
                <a:lnTo>
                  <a:pt x="273" y="233"/>
                </a:lnTo>
                <a:lnTo>
                  <a:pt x="273" y="231"/>
                </a:lnTo>
                <a:lnTo>
                  <a:pt x="276" y="228"/>
                </a:lnTo>
                <a:lnTo>
                  <a:pt x="283" y="222"/>
                </a:lnTo>
                <a:lnTo>
                  <a:pt x="288" y="222"/>
                </a:lnTo>
                <a:lnTo>
                  <a:pt x="295" y="220"/>
                </a:lnTo>
                <a:lnTo>
                  <a:pt x="298" y="218"/>
                </a:lnTo>
                <a:lnTo>
                  <a:pt x="304" y="216"/>
                </a:lnTo>
                <a:lnTo>
                  <a:pt x="306" y="212"/>
                </a:lnTo>
                <a:lnTo>
                  <a:pt x="313" y="210"/>
                </a:lnTo>
                <a:lnTo>
                  <a:pt x="314" y="210"/>
                </a:lnTo>
                <a:lnTo>
                  <a:pt x="316" y="209"/>
                </a:lnTo>
                <a:lnTo>
                  <a:pt x="317" y="211"/>
                </a:lnTo>
                <a:lnTo>
                  <a:pt x="317" y="211"/>
                </a:lnTo>
                <a:lnTo>
                  <a:pt x="318" y="212"/>
                </a:lnTo>
                <a:lnTo>
                  <a:pt x="320" y="212"/>
                </a:lnTo>
                <a:lnTo>
                  <a:pt x="320" y="212"/>
                </a:lnTo>
                <a:lnTo>
                  <a:pt x="324" y="212"/>
                </a:lnTo>
                <a:lnTo>
                  <a:pt x="324" y="214"/>
                </a:lnTo>
                <a:lnTo>
                  <a:pt x="326" y="214"/>
                </a:lnTo>
                <a:lnTo>
                  <a:pt x="326" y="214"/>
                </a:lnTo>
                <a:lnTo>
                  <a:pt x="327" y="213"/>
                </a:lnTo>
                <a:lnTo>
                  <a:pt x="327" y="214"/>
                </a:lnTo>
                <a:lnTo>
                  <a:pt x="328" y="216"/>
                </a:lnTo>
                <a:lnTo>
                  <a:pt x="329" y="216"/>
                </a:lnTo>
                <a:lnTo>
                  <a:pt x="330" y="217"/>
                </a:lnTo>
                <a:lnTo>
                  <a:pt x="331" y="219"/>
                </a:lnTo>
                <a:lnTo>
                  <a:pt x="332" y="218"/>
                </a:lnTo>
                <a:lnTo>
                  <a:pt x="333" y="219"/>
                </a:lnTo>
                <a:lnTo>
                  <a:pt x="334" y="220"/>
                </a:lnTo>
                <a:lnTo>
                  <a:pt x="337" y="221"/>
                </a:lnTo>
                <a:lnTo>
                  <a:pt x="337" y="222"/>
                </a:lnTo>
                <a:lnTo>
                  <a:pt x="338" y="222"/>
                </a:lnTo>
                <a:lnTo>
                  <a:pt x="338" y="224"/>
                </a:lnTo>
                <a:lnTo>
                  <a:pt x="339" y="224"/>
                </a:lnTo>
                <a:lnTo>
                  <a:pt x="339" y="223"/>
                </a:lnTo>
                <a:lnTo>
                  <a:pt x="341" y="222"/>
                </a:lnTo>
                <a:lnTo>
                  <a:pt x="342" y="221"/>
                </a:lnTo>
                <a:lnTo>
                  <a:pt x="344" y="220"/>
                </a:lnTo>
                <a:lnTo>
                  <a:pt x="344" y="221"/>
                </a:lnTo>
                <a:lnTo>
                  <a:pt x="345" y="221"/>
                </a:lnTo>
                <a:lnTo>
                  <a:pt x="345" y="221"/>
                </a:lnTo>
                <a:lnTo>
                  <a:pt x="345" y="219"/>
                </a:lnTo>
                <a:lnTo>
                  <a:pt x="346" y="218"/>
                </a:lnTo>
                <a:lnTo>
                  <a:pt x="345" y="218"/>
                </a:lnTo>
                <a:lnTo>
                  <a:pt x="345" y="217"/>
                </a:lnTo>
                <a:lnTo>
                  <a:pt x="344" y="217"/>
                </a:lnTo>
                <a:lnTo>
                  <a:pt x="344" y="217"/>
                </a:lnTo>
                <a:lnTo>
                  <a:pt x="345" y="216"/>
                </a:lnTo>
                <a:lnTo>
                  <a:pt x="344" y="215"/>
                </a:lnTo>
                <a:lnTo>
                  <a:pt x="345" y="215"/>
                </a:lnTo>
                <a:lnTo>
                  <a:pt x="345" y="213"/>
                </a:lnTo>
                <a:lnTo>
                  <a:pt x="346" y="213"/>
                </a:lnTo>
                <a:lnTo>
                  <a:pt x="346" y="212"/>
                </a:lnTo>
                <a:lnTo>
                  <a:pt x="347" y="212"/>
                </a:lnTo>
                <a:lnTo>
                  <a:pt x="347" y="213"/>
                </a:lnTo>
                <a:lnTo>
                  <a:pt x="347" y="212"/>
                </a:lnTo>
                <a:lnTo>
                  <a:pt x="348" y="211"/>
                </a:lnTo>
                <a:lnTo>
                  <a:pt x="348" y="211"/>
                </a:lnTo>
                <a:lnTo>
                  <a:pt x="348" y="210"/>
                </a:lnTo>
                <a:lnTo>
                  <a:pt x="349" y="209"/>
                </a:lnTo>
                <a:lnTo>
                  <a:pt x="349" y="208"/>
                </a:lnTo>
                <a:lnTo>
                  <a:pt x="349" y="208"/>
                </a:lnTo>
                <a:lnTo>
                  <a:pt x="350" y="207"/>
                </a:lnTo>
                <a:lnTo>
                  <a:pt x="351" y="207"/>
                </a:lnTo>
                <a:lnTo>
                  <a:pt x="351" y="207"/>
                </a:lnTo>
                <a:lnTo>
                  <a:pt x="352" y="207"/>
                </a:lnTo>
                <a:lnTo>
                  <a:pt x="353" y="209"/>
                </a:lnTo>
                <a:lnTo>
                  <a:pt x="353" y="210"/>
                </a:lnTo>
                <a:lnTo>
                  <a:pt x="354" y="212"/>
                </a:lnTo>
                <a:lnTo>
                  <a:pt x="355" y="212"/>
                </a:lnTo>
                <a:lnTo>
                  <a:pt x="356" y="211"/>
                </a:lnTo>
                <a:lnTo>
                  <a:pt x="356" y="211"/>
                </a:lnTo>
                <a:lnTo>
                  <a:pt x="358" y="214"/>
                </a:lnTo>
                <a:lnTo>
                  <a:pt x="358" y="215"/>
                </a:lnTo>
                <a:lnTo>
                  <a:pt x="358" y="215"/>
                </a:lnTo>
                <a:lnTo>
                  <a:pt x="360" y="215"/>
                </a:lnTo>
                <a:lnTo>
                  <a:pt x="360" y="216"/>
                </a:lnTo>
                <a:lnTo>
                  <a:pt x="360" y="216"/>
                </a:lnTo>
                <a:lnTo>
                  <a:pt x="361" y="216"/>
                </a:lnTo>
                <a:lnTo>
                  <a:pt x="361" y="215"/>
                </a:lnTo>
                <a:lnTo>
                  <a:pt x="363" y="214"/>
                </a:lnTo>
                <a:lnTo>
                  <a:pt x="362" y="212"/>
                </a:lnTo>
                <a:lnTo>
                  <a:pt x="362" y="212"/>
                </a:lnTo>
                <a:lnTo>
                  <a:pt x="364" y="211"/>
                </a:lnTo>
                <a:lnTo>
                  <a:pt x="364" y="213"/>
                </a:lnTo>
                <a:lnTo>
                  <a:pt x="365" y="214"/>
                </a:lnTo>
                <a:lnTo>
                  <a:pt x="365" y="216"/>
                </a:lnTo>
                <a:lnTo>
                  <a:pt x="365" y="216"/>
                </a:lnTo>
                <a:lnTo>
                  <a:pt x="365" y="217"/>
                </a:lnTo>
                <a:lnTo>
                  <a:pt x="366" y="218"/>
                </a:lnTo>
                <a:lnTo>
                  <a:pt x="367" y="217"/>
                </a:lnTo>
                <a:lnTo>
                  <a:pt x="367" y="217"/>
                </a:lnTo>
                <a:lnTo>
                  <a:pt x="369" y="216"/>
                </a:lnTo>
                <a:lnTo>
                  <a:pt x="370" y="217"/>
                </a:lnTo>
                <a:lnTo>
                  <a:pt x="371" y="216"/>
                </a:lnTo>
                <a:lnTo>
                  <a:pt x="372" y="215"/>
                </a:lnTo>
                <a:lnTo>
                  <a:pt x="372" y="214"/>
                </a:lnTo>
                <a:lnTo>
                  <a:pt x="373" y="213"/>
                </a:lnTo>
                <a:lnTo>
                  <a:pt x="373" y="213"/>
                </a:lnTo>
                <a:lnTo>
                  <a:pt x="372" y="210"/>
                </a:lnTo>
                <a:lnTo>
                  <a:pt x="371" y="209"/>
                </a:lnTo>
                <a:lnTo>
                  <a:pt x="371" y="208"/>
                </a:lnTo>
                <a:lnTo>
                  <a:pt x="370" y="205"/>
                </a:lnTo>
                <a:lnTo>
                  <a:pt x="372" y="204"/>
                </a:lnTo>
                <a:lnTo>
                  <a:pt x="372" y="202"/>
                </a:lnTo>
                <a:lnTo>
                  <a:pt x="372" y="201"/>
                </a:lnTo>
                <a:lnTo>
                  <a:pt x="372" y="200"/>
                </a:lnTo>
                <a:lnTo>
                  <a:pt x="372" y="200"/>
                </a:lnTo>
                <a:lnTo>
                  <a:pt x="371" y="199"/>
                </a:lnTo>
                <a:lnTo>
                  <a:pt x="372" y="198"/>
                </a:lnTo>
                <a:lnTo>
                  <a:pt x="373" y="199"/>
                </a:lnTo>
                <a:lnTo>
                  <a:pt x="374" y="198"/>
                </a:lnTo>
                <a:lnTo>
                  <a:pt x="374" y="198"/>
                </a:lnTo>
                <a:lnTo>
                  <a:pt x="375" y="200"/>
                </a:lnTo>
                <a:lnTo>
                  <a:pt x="375" y="202"/>
                </a:lnTo>
                <a:lnTo>
                  <a:pt x="375" y="203"/>
                </a:lnTo>
                <a:lnTo>
                  <a:pt x="377" y="203"/>
                </a:lnTo>
                <a:lnTo>
                  <a:pt x="377" y="202"/>
                </a:lnTo>
                <a:lnTo>
                  <a:pt x="378" y="202"/>
                </a:lnTo>
                <a:lnTo>
                  <a:pt x="378" y="201"/>
                </a:lnTo>
                <a:lnTo>
                  <a:pt x="377" y="201"/>
                </a:lnTo>
                <a:lnTo>
                  <a:pt x="377" y="199"/>
                </a:lnTo>
                <a:lnTo>
                  <a:pt x="379" y="197"/>
                </a:lnTo>
                <a:lnTo>
                  <a:pt x="378" y="194"/>
                </a:lnTo>
                <a:lnTo>
                  <a:pt x="379" y="194"/>
                </a:lnTo>
                <a:lnTo>
                  <a:pt x="379" y="194"/>
                </a:lnTo>
                <a:lnTo>
                  <a:pt x="380" y="194"/>
                </a:lnTo>
                <a:lnTo>
                  <a:pt x="381" y="193"/>
                </a:lnTo>
                <a:lnTo>
                  <a:pt x="381" y="191"/>
                </a:lnTo>
                <a:lnTo>
                  <a:pt x="380" y="185"/>
                </a:lnTo>
                <a:lnTo>
                  <a:pt x="380" y="184"/>
                </a:lnTo>
                <a:lnTo>
                  <a:pt x="379" y="183"/>
                </a:lnTo>
                <a:lnTo>
                  <a:pt x="380" y="179"/>
                </a:lnTo>
                <a:lnTo>
                  <a:pt x="381" y="177"/>
                </a:lnTo>
                <a:lnTo>
                  <a:pt x="381" y="174"/>
                </a:lnTo>
                <a:lnTo>
                  <a:pt x="380" y="171"/>
                </a:lnTo>
                <a:lnTo>
                  <a:pt x="380" y="171"/>
                </a:lnTo>
                <a:lnTo>
                  <a:pt x="380" y="170"/>
                </a:lnTo>
                <a:lnTo>
                  <a:pt x="380" y="169"/>
                </a:lnTo>
                <a:lnTo>
                  <a:pt x="380" y="168"/>
                </a:lnTo>
                <a:lnTo>
                  <a:pt x="380" y="165"/>
                </a:lnTo>
                <a:lnTo>
                  <a:pt x="379" y="164"/>
                </a:lnTo>
                <a:lnTo>
                  <a:pt x="380" y="162"/>
                </a:lnTo>
                <a:lnTo>
                  <a:pt x="379" y="162"/>
                </a:lnTo>
                <a:lnTo>
                  <a:pt x="379" y="160"/>
                </a:lnTo>
                <a:lnTo>
                  <a:pt x="380" y="159"/>
                </a:lnTo>
                <a:lnTo>
                  <a:pt x="380" y="158"/>
                </a:lnTo>
                <a:lnTo>
                  <a:pt x="379" y="158"/>
                </a:lnTo>
                <a:lnTo>
                  <a:pt x="378" y="156"/>
                </a:lnTo>
                <a:lnTo>
                  <a:pt x="377" y="155"/>
                </a:lnTo>
                <a:lnTo>
                  <a:pt x="377" y="155"/>
                </a:lnTo>
                <a:lnTo>
                  <a:pt x="378" y="153"/>
                </a:lnTo>
                <a:lnTo>
                  <a:pt x="376" y="151"/>
                </a:lnTo>
                <a:lnTo>
                  <a:pt x="375" y="149"/>
                </a:lnTo>
                <a:lnTo>
                  <a:pt x="374" y="148"/>
                </a:lnTo>
                <a:lnTo>
                  <a:pt x="375" y="147"/>
                </a:lnTo>
                <a:lnTo>
                  <a:pt x="374" y="147"/>
                </a:lnTo>
                <a:lnTo>
                  <a:pt x="375" y="146"/>
                </a:lnTo>
                <a:lnTo>
                  <a:pt x="375" y="145"/>
                </a:lnTo>
                <a:lnTo>
                  <a:pt x="376" y="145"/>
                </a:lnTo>
                <a:lnTo>
                  <a:pt x="377" y="147"/>
                </a:lnTo>
                <a:lnTo>
                  <a:pt x="380" y="144"/>
                </a:lnTo>
                <a:lnTo>
                  <a:pt x="379" y="143"/>
                </a:lnTo>
                <a:lnTo>
                  <a:pt x="375" y="139"/>
                </a:lnTo>
                <a:lnTo>
                  <a:pt x="374" y="137"/>
                </a:lnTo>
                <a:lnTo>
                  <a:pt x="374" y="136"/>
                </a:lnTo>
                <a:lnTo>
                  <a:pt x="373" y="136"/>
                </a:lnTo>
                <a:lnTo>
                  <a:pt x="373" y="135"/>
                </a:lnTo>
                <a:lnTo>
                  <a:pt x="371" y="133"/>
                </a:lnTo>
                <a:lnTo>
                  <a:pt x="372" y="133"/>
                </a:lnTo>
                <a:lnTo>
                  <a:pt x="371" y="132"/>
                </a:lnTo>
                <a:lnTo>
                  <a:pt x="372" y="131"/>
                </a:lnTo>
                <a:lnTo>
                  <a:pt x="372" y="129"/>
                </a:lnTo>
                <a:lnTo>
                  <a:pt x="370" y="127"/>
                </a:lnTo>
                <a:lnTo>
                  <a:pt x="369" y="125"/>
                </a:lnTo>
                <a:lnTo>
                  <a:pt x="368" y="124"/>
                </a:lnTo>
                <a:lnTo>
                  <a:pt x="369" y="121"/>
                </a:lnTo>
                <a:lnTo>
                  <a:pt x="364" y="118"/>
                </a:lnTo>
                <a:lnTo>
                  <a:pt x="361" y="117"/>
                </a:lnTo>
                <a:lnTo>
                  <a:pt x="361" y="117"/>
                </a:lnTo>
                <a:lnTo>
                  <a:pt x="355" y="116"/>
                </a:lnTo>
                <a:lnTo>
                  <a:pt x="355" y="115"/>
                </a:lnTo>
                <a:lnTo>
                  <a:pt x="353" y="116"/>
                </a:lnTo>
                <a:lnTo>
                  <a:pt x="353" y="115"/>
                </a:lnTo>
                <a:lnTo>
                  <a:pt x="352" y="116"/>
                </a:lnTo>
                <a:lnTo>
                  <a:pt x="352" y="116"/>
                </a:lnTo>
                <a:lnTo>
                  <a:pt x="353" y="117"/>
                </a:lnTo>
                <a:lnTo>
                  <a:pt x="352" y="118"/>
                </a:lnTo>
                <a:lnTo>
                  <a:pt x="353" y="118"/>
                </a:lnTo>
                <a:lnTo>
                  <a:pt x="354" y="121"/>
                </a:lnTo>
                <a:lnTo>
                  <a:pt x="353" y="121"/>
                </a:lnTo>
                <a:lnTo>
                  <a:pt x="353" y="122"/>
                </a:lnTo>
                <a:lnTo>
                  <a:pt x="352" y="121"/>
                </a:lnTo>
                <a:lnTo>
                  <a:pt x="351" y="121"/>
                </a:lnTo>
                <a:lnTo>
                  <a:pt x="350" y="124"/>
                </a:lnTo>
                <a:lnTo>
                  <a:pt x="350" y="125"/>
                </a:lnTo>
                <a:lnTo>
                  <a:pt x="351" y="125"/>
                </a:lnTo>
                <a:lnTo>
                  <a:pt x="351" y="126"/>
                </a:lnTo>
                <a:lnTo>
                  <a:pt x="351" y="126"/>
                </a:lnTo>
                <a:lnTo>
                  <a:pt x="350" y="126"/>
                </a:lnTo>
                <a:lnTo>
                  <a:pt x="349" y="125"/>
                </a:lnTo>
                <a:lnTo>
                  <a:pt x="349" y="126"/>
                </a:lnTo>
                <a:lnTo>
                  <a:pt x="350" y="126"/>
                </a:lnTo>
                <a:lnTo>
                  <a:pt x="349" y="127"/>
                </a:lnTo>
                <a:lnTo>
                  <a:pt x="349" y="127"/>
                </a:lnTo>
                <a:lnTo>
                  <a:pt x="348" y="127"/>
                </a:lnTo>
                <a:lnTo>
                  <a:pt x="346" y="126"/>
                </a:lnTo>
                <a:lnTo>
                  <a:pt x="345" y="126"/>
                </a:lnTo>
                <a:lnTo>
                  <a:pt x="344" y="126"/>
                </a:lnTo>
                <a:lnTo>
                  <a:pt x="344" y="127"/>
                </a:lnTo>
                <a:lnTo>
                  <a:pt x="344" y="128"/>
                </a:lnTo>
                <a:lnTo>
                  <a:pt x="343" y="127"/>
                </a:lnTo>
                <a:lnTo>
                  <a:pt x="342" y="127"/>
                </a:lnTo>
                <a:lnTo>
                  <a:pt x="342" y="128"/>
                </a:lnTo>
                <a:lnTo>
                  <a:pt x="342" y="127"/>
                </a:lnTo>
                <a:lnTo>
                  <a:pt x="340" y="127"/>
                </a:lnTo>
                <a:lnTo>
                  <a:pt x="340" y="127"/>
                </a:lnTo>
                <a:lnTo>
                  <a:pt x="340" y="128"/>
                </a:lnTo>
                <a:lnTo>
                  <a:pt x="341" y="130"/>
                </a:lnTo>
                <a:lnTo>
                  <a:pt x="340" y="130"/>
                </a:lnTo>
                <a:lnTo>
                  <a:pt x="340" y="131"/>
                </a:lnTo>
                <a:lnTo>
                  <a:pt x="341" y="134"/>
                </a:lnTo>
                <a:lnTo>
                  <a:pt x="340" y="135"/>
                </a:lnTo>
                <a:lnTo>
                  <a:pt x="339" y="134"/>
                </a:lnTo>
                <a:lnTo>
                  <a:pt x="339" y="133"/>
                </a:lnTo>
                <a:lnTo>
                  <a:pt x="338" y="134"/>
                </a:lnTo>
                <a:lnTo>
                  <a:pt x="337" y="133"/>
                </a:lnTo>
                <a:lnTo>
                  <a:pt x="336" y="133"/>
                </a:lnTo>
                <a:lnTo>
                  <a:pt x="335" y="132"/>
                </a:lnTo>
                <a:lnTo>
                  <a:pt x="334" y="130"/>
                </a:lnTo>
                <a:lnTo>
                  <a:pt x="333" y="128"/>
                </a:lnTo>
                <a:lnTo>
                  <a:pt x="331" y="128"/>
                </a:lnTo>
                <a:lnTo>
                  <a:pt x="330" y="128"/>
                </a:lnTo>
                <a:lnTo>
                  <a:pt x="330" y="129"/>
                </a:lnTo>
                <a:lnTo>
                  <a:pt x="330" y="130"/>
                </a:lnTo>
                <a:lnTo>
                  <a:pt x="329" y="130"/>
                </a:lnTo>
                <a:lnTo>
                  <a:pt x="329" y="131"/>
                </a:lnTo>
                <a:lnTo>
                  <a:pt x="330" y="132"/>
                </a:lnTo>
                <a:lnTo>
                  <a:pt x="330" y="132"/>
                </a:lnTo>
                <a:lnTo>
                  <a:pt x="330" y="133"/>
                </a:lnTo>
                <a:lnTo>
                  <a:pt x="329" y="135"/>
                </a:lnTo>
                <a:lnTo>
                  <a:pt x="328" y="135"/>
                </a:lnTo>
                <a:lnTo>
                  <a:pt x="328" y="133"/>
                </a:lnTo>
                <a:lnTo>
                  <a:pt x="327" y="132"/>
                </a:lnTo>
                <a:lnTo>
                  <a:pt x="325" y="131"/>
                </a:lnTo>
                <a:lnTo>
                  <a:pt x="325" y="130"/>
                </a:lnTo>
                <a:lnTo>
                  <a:pt x="324" y="130"/>
                </a:lnTo>
                <a:lnTo>
                  <a:pt x="322" y="133"/>
                </a:lnTo>
                <a:lnTo>
                  <a:pt x="321" y="131"/>
                </a:lnTo>
                <a:lnTo>
                  <a:pt x="319" y="130"/>
                </a:lnTo>
                <a:lnTo>
                  <a:pt x="317" y="131"/>
                </a:lnTo>
                <a:lnTo>
                  <a:pt x="316" y="131"/>
                </a:lnTo>
                <a:lnTo>
                  <a:pt x="315" y="129"/>
                </a:lnTo>
                <a:lnTo>
                  <a:pt x="315" y="127"/>
                </a:lnTo>
                <a:lnTo>
                  <a:pt x="314" y="126"/>
                </a:lnTo>
                <a:lnTo>
                  <a:pt x="314" y="126"/>
                </a:lnTo>
                <a:lnTo>
                  <a:pt x="315" y="125"/>
                </a:lnTo>
                <a:lnTo>
                  <a:pt x="316" y="125"/>
                </a:lnTo>
                <a:lnTo>
                  <a:pt x="315" y="124"/>
                </a:lnTo>
                <a:lnTo>
                  <a:pt x="316" y="123"/>
                </a:lnTo>
                <a:lnTo>
                  <a:pt x="316" y="121"/>
                </a:lnTo>
                <a:lnTo>
                  <a:pt x="315" y="121"/>
                </a:lnTo>
                <a:lnTo>
                  <a:pt x="315" y="121"/>
                </a:lnTo>
                <a:lnTo>
                  <a:pt x="315" y="121"/>
                </a:lnTo>
                <a:lnTo>
                  <a:pt x="314" y="121"/>
                </a:lnTo>
                <a:lnTo>
                  <a:pt x="313" y="120"/>
                </a:lnTo>
                <a:lnTo>
                  <a:pt x="313" y="117"/>
                </a:lnTo>
                <a:lnTo>
                  <a:pt x="312" y="117"/>
                </a:lnTo>
                <a:lnTo>
                  <a:pt x="312" y="118"/>
                </a:lnTo>
                <a:lnTo>
                  <a:pt x="310" y="118"/>
                </a:lnTo>
                <a:lnTo>
                  <a:pt x="309" y="118"/>
                </a:lnTo>
                <a:lnTo>
                  <a:pt x="310" y="117"/>
                </a:lnTo>
                <a:lnTo>
                  <a:pt x="313" y="117"/>
                </a:lnTo>
                <a:lnTo>
                  <a:pt x="312" y="116"/>
                </a:lnTo>
                <a:lnTo>
                  <a:pt x="312" y="115"/>
                </a:lnTo>
                <a:lnTo>
                  <a:pt x="310" y="116"/>
                </a:lnTo>
                <a:lnTo>
                  <a:pt x="308" y="114"/>
                </a:lnTo>
                <a:lnTo>
                  <a:pt x="307" y="115"/>
                </a:lnTo>
                <a:lnTo>
                  <a:pt x="307" y="114"/>
                </a:lnTo>
                <a:lnTo>
                  <a:pt x="306" y="113"/>
                </a:lnTo>
                <a:lnTo>
                  <a:pt x="306" y="113"/>
                </a:lnTo>
                <a:lnTo>
                  <a:pt x="305" y="113"/>
                </a:lnTo>
                <a:lnTo>
                  <a:pt x="305" y="112"/>
                </a:lnTo>
                <a:lnTo>
                  <a:pt x="304" y="112"/>
                </a:lnTo>
                <a:lnTo>
                  <a:pt x="304" y="110"/>
                </a:lnTo>
                <a:lnTo>
                  <a:pt x="302" y="108"/>
                </a:lnTo>
                <a:lnTo>
                  <a:pt x="300" y="110"/>
                </a:lnTo>
                <a:lnTo>
                  <a:pt x="299" y="109"/>
                </a:lnTo>
                <a:lnTo>
                  <a:pt x="299" y="110"/>
                </a:lnTo>
                <a:lnTo>
                  <a:pt x="298" y="110"/>
                </a:lnTo>
                <a:lnTo>
                  <a:pt x="297" y="109"/>
                </a:lnTo>
                <a:lnTo>
                  <a:pt x="297" y="111"/>
                </a:lnTo>
                <a:lnTo>
                  <a:pt x="295" y="111"/>
                </a:lnTo>
                <a:lnTo>
                  <a:pt x="295" y="111"/>
                </a:lnTo>
                <a:lnTo>
                  <a:pt x="293" y="111"/>
                </a:lnTo>
                <a:lnTo>
                  <a:pt x="293" y="112"/>
                </a:lnTo>
                <a:lnTo>
                  <a:pt x="292" y="112"/>
                </a:lnTo>
                <a:lnTo>
                  <a:pt x="291" y="112"/>
                </a:lnTo>
                <a:lnTo>
                  <a:pt x="291" y="111"/>
                </a:lnTo>
                <a:lnTo>
                  <a:pt x="290" y="112"/>
                </a:lnTo>
                <a:lnTo>
                  <a:pt x="289" y="112"/>
                </a:lnTo>
                <a:lnTo>
                  <a:pt x="289" y="111"/>
                </a:lnTo>
                <a:lnTo>
                  <a:pt x="287" y="111"/>
                </a:lnTo>
                <a:lnTo>
                  <a:pt x="286" y="109"/>
                </a:lnTo>
                <a:lnTo>
                  <a:pt x="285" y="108"/>
                </a:lnTo>
                <a:lnTo>
                  <a:pt x="283" y="108"/>
                </a:lnTo>
                <a:lnTo>
                  <a:pt x="283" y="109"/>
                </a:lnTo>
                <a:lnTo>
                  <a:pt x="281" y="110"/>
                </a:lnTo>
                <a:lnTo>
                  <a:pt x="280" y="110"/>
                </a:lnTo>
                <a:lnTo>
                  <a:pt x="280" y="109"/>
                </a:lnTo>
                <a:lnTo>
                  <a:pt x="280" y="108"/>
                </a:lnTo>
                <a:lnTo>
                  <a:pt x="279" y="108"/>
                </a:lnTo>
                <a:lnTo>
                  <a:pt x="278" y="109"/>
                </a:lnTo>
                <a:lnTo>
                  <a:pt x="277" y="107"/>
                </a:lnTo>
                <a:lnTo>
                  <a:pt x="277" y="106"/>
                </a:lnTo>
                <a:lnTo>
                  <a:pt x="276" y="106"/>
                </a:lnTo>
                <a:lnTo>
                  <a:pt x="276" y="105"/>
                </a:lnTo>
                <a:lnTo>
                  <a:pt x="275" y="105"/>
                </a:lnTo>
                <a:lnTo>
                  <a:pt x="274" y="106"/>
                </a:lnTo>
                <a:lnTo>
                  <a:pt x="273" y="106"/>
                </a:lnTo>
                <a:lnTo>
                  <a:pt x="272" y="103"/>
                </a:lnTo>
                <a:lnTo>
                  <a:pt x="269" y="104"/>
                </a:lnTo>
                <a:lnTo>
                  <a:pt x="268" y="103"/>
                </a:lnTo>
                <a:lnTo>
                  <a:pt x="268" y="103"/>
                </a:lnTo>
                <a:lnTo>
                  <a:pt x="266" y="102"/>
                </a:lnTo>
                <a:lnTo>
                  <a:pt x="265" y="103"/>
                </a:lnTo>
                <a:lnTo>
                  <a:pt x="265" y="103"/>
                </a:lnTo>
                <a:lnTo>
                  <a:pt x="262" y="102"/>
                </a:lnTo>
                <a:lnTo>
                  <a:pt x="262" y="101"/>
                </a:lnTo>
                <a:lnTo>
                  <a:pt x="261" y="102"/>
                </a:lnTo>
                <a:lnTo>
                  <a:pt x="260" y="101"/>
                </a:lnTo>
                <a:lnTo>
                  <a:pt x="259" y="102"/>
                </a:lnTo>
                <a:lnTo>
                  <a:pt x="259" y="101"/>
                </a:lnTo>
                <a:lnTo>
                  <a:pt x="258" y="102"/>
                </a:lnTo>
                <a:lnTo>
                  <a:pt x="257" y="101"/>
                </a:lnTo>
                <a:lnTo>
                  <a:pt x="257" y="100"/>
                </a:lnTo>
                <a:lnTo>
                  <a:pt x="257" y="100"/>
                </a:lnTo>
                <a:lnTo>
                  <a:pt x="258" y="99"/>
                </a:lnTo>
                <a:lnTo>
                  <a:pt x="257" y="98"/>
                </a:lnTo>
                <a:lnTo>
                  <a:pt x="256" y="98"/>
                </a:lnTo>
                <a:lnTo>
                  <a:pt x="252" y="99"/>
                </a:lnTo>
                <a:lnTo>
                  <a:pt x="252" y="97"/>
                </a:lnTo>
                <a:lnTo>
                  <a:pt x="251" y="97"/>
                </a:lnTo>
                <a:lnTo>
                  <a:pt x="251" y="96"/>
                </a:lnTo>
                <a:lnTo>
                  <a:pt x="250" y="96"/>
                </a:lnTo>
                <a:lnTo>
                  <a:pt x="246" y="93"/>
                </a:lnTo>
                <a:lnTo>
                  <a:pt x="246" y="91"/>
                </a:lnTo>
                <a:lnTo>
                  <a:pt x="245" y="91"/>
                </a:lnTo>
                <a:lnTo>
                  <a:pt x="244" y="92"/>
                </a:lnTo>
                <a:lnTo>
                  <a:pt x="240" y="90"/>
                </a:lnTo>
                <a:lnTo>
                  <a:pt x="239" y="90"/>
                </a:lnTo>
                <a:lnTo>
                  <a:pt x="239" y="90"/>
                </a:lnTo>
                <a:lnTo>
                  <a:pt x="238" y="91"/>
                </a:lnTo>
                <a:lnTo>
                  <a:pt x="237" y="90"/>
                </a:lnTo>
                <a:lnTo>
                  <a:pt x="236" y="90"/>
                </a:lnTo>
                <a:lnTo>
                  <a:pt x="234" y="89"/>
                </a:lnTo>
                <a:lnTo>
                  <a:pt x="234" y="90"/>
                </a:lnTo>
                <a:lnTo>
                  <a:pt x="234" y="89"/>
                </a:lnTo>
                <a:lnTo>
                  <a:pt x="232" y="89"/>
                </a:lnTo>
                <a:lnTo>
                  <a:pt x="231" y="88"/>
                </a:lnTo>
                <a:lnTo>
                  <a:pt x="230" y="88"/>
                </a:lnTo>
                <a:lnTo>
                  <a:pt x="227" y="85"/>
                </a:lnTo>
                <a:lnTo>
                  <a:pt x="225" y="85"/>
                </a:lnTo>
                <a:lnTo>
                  <a:pt x="224" y="84"/>
                </a:lnTo>
                <a:lnTo>
                  <a:pt x="223" y="81"/>
                </a:lnTo>
                <a:lnTo>
                  <a:pt x="220" y="79"/>
                </a:lnTo>
                <a:lnTo>
                  <a:pt x="220" y="78"/>
                </a:lnTo>
                <a:lnTo>
                  <a:pt x="219" y="77"/>
                </a:lnTo>
                <a:lnTo>
                  <a:pt x="219" y="76"/>
                </a:lnTo>
                <a:lnTo>
                  <a:pt x="219" y="74"/>
                </a:lnTo>
                <a:lnTo>
                  <a:pt x="219" y="74"/>
                </a:lnTo>
                <a:lnTo>
                  <a:pt x="219" y="73"/>
                </a:lnTo>
                <a:lnTo>
                  <a:pt x="218" y="73"/>
                </a:lnTo>
                <a:lnTo>
                  <a:pt x="218" y="72"/>
                </a:lnTo>
                <a:lnTo>
                  <a:pt x="218" y="71"/>
                </a:lnTo>
                <a:lnTo>
                  <a:pt x="218" y="71"/>
                </a:lnTo>
                <a:lnTo>
                  <a:pt x="217" y="70"/>
                </a:lnTo>
                <a:lnTo>
                  <a:pt x="216" y="69"/>
                </a:lnTo>
                <a:lnTo>
                  <a:pt x="214" y="67"/>
                </a:lnTo>
                <a:lnTo>
                  <a:pt x="214" y="66"/>
                </a:lnTo>
                <a:lnTo>
                  <a:pt x="214" y="65"/>
                </a:lnTo>
                <a:lnTo>
                  <a:pt x="214" y="65"/>
                </a:lnTo>
                <a:lnTo>
                  <a:pt x="214" y="64"/>
                </a:lnTo>
                <a:lnTo>
                  <a:pt x="215" y="63"/>
                </a:lnTo>
                <a:lnTo>
                  <a:pt x="216" y="64"/>
                </a:lnTo>
                <a:lnTo>
                  <a:pt x="216" y="63"/>
                </a:lnTo>
                <a:lnTo>
                  <a:pt x="217" y="63"/>
                </a:lnTo>
                <a:lnTo>
                  <a:pt x="218" y="61"/>
                </a:lnTo>
                <a:lnTo>
                  <a:pt x="218" y="60"/>
                </a:lnTo>
                <a:lnTo>
                  <a:pt x="219" y="59"/>
                </a:lnTo>
                <a:lnTo>
                  <a:pt x="219" y="59"/>
                </a:lnTo>
                <a:lnTo>
                  <a:pt x="218" y="58"/>
                </a:lnTo>
                <a:lnTo>
                  <a:pt x="219" y="56"/>
                </a:lnTo>
                <a:lnTo>
                  <a:pt x="219" y="54"/>
                </a:lnTo>
                <a:lnTo>
                  <a:pt x="218" y="53"/>
                </a:lnTo>
                <a:lnTo>
                  <a:pt x="219" y="52"/>
                </a:lnTo>
                <a:lnTo>
                  <a:pt x="218" y="51"/>
                </a:lnTo>
                <a:lnTo>
                  <a:pt x="218" y="50"/>
                </a:lnTo>
                <a:lnTo>
                  <a:pt x="219" y="50"/>
                </a:lnTo>
                <a:lnTo>
                  <a:pt x="220" y="49"/>
                </a:lnTo>
                <a:lnTo>
                  <a:pt x="221" y="48"/>
                </a:lnTo>
                <a:lnTo>
                  <a:pt x="220" y="47"/>
                </a:lnTo>
                <a:lnTo>
                  <a:pt x="220" y="47"/>
                </a:lnTo>
                <a:lnTo>
                  <a:pt x="220" y="46"/>
                </a:lnTo>
                <a:lnTo>
                  <a:pt x="220" y="46"/>
                </a:lnTo>
                <a:lnTo>
                  <a:pt x="219" y="46"/>
                </a:lnTo>
                <a:lnTo>
                  <a:pt x="218" y="45"/>
                </a:lnTo>
                <a:lnTo>
                  <a:pt x="217" y="46"/>
                </a:lnTo>
                <a:lnTo>
                  <a:pt x="216" y="46"/>
                </a:lnTo>
                <a:lnTo>
                  <a:pt x="216" y="45"/>
                </a:lnTo>
                <a:lnTo>
                  <a:pt x="217" y="41"/>
                </a:lnTo>
                <a:lnTo>
                  <a:pt x="215" y="40"/>
                </a:lnTo>
                <a:lnTo>
                  <a:pt x="215" y="38"/>
                </a:lnTo>
                <a:lnTo>
                  <a:pt x="216" y="37"/>
                </a:lnTo>
                <a:lnTo>
                  <a:pt x="216" y="36"/>
                </a:lnTo>
                <a:lnTo>
                  <a:pt x="216" y="36"/>
                </a:lnTo>
                <a:lnTo>
                  <a:pt x="216" y="35"/>
                </a:lnTo>
                <a:lnTo>
                  <a:pt x="218" y="35"/>
                </a:lnTo>
                <a:lnTo>
                  <a:pt x="219" y="34"/>
                </a:lnTo>
                <a:lnTo>
                  <a:pt x="219" y="34"/>
                </a:lnTo>
                <a:lnTo>
                  <a:pt x="221" y="33"/>
                </a:lnTo>
                <a:lnTo>
                  <a:pt x="221" y="32"/>
                </a:lnTo>
                <a:lnTo>
                  <a:pt x="220" y="32"/>
                </a:lnTo>
                <a:lnTo>
                  <a:pt x="220" y="31"/>
                </a:lnTo>
                <a:lnTo>
                  <a:pt x="221" y="31"/>
                </a:lnTo>
                <a:lnTo>
                  <a:pt x="221" y="31"/>
                </a:lnTo>
                <a:lnTo>
                  <a:pt x="222" y="30"/>
                </a:lnTo>
                <a:lnTo>
                  <a:pt x="221" y="29"/>
                </a:lnTo>
                <a:lnTo>
                  <a:pt x="221" y="29"/>
                </a:lnTo>
                <a:lnTo>
                  <a:pt x="222" y="27"/>
                </a:lnTo>
                <a:lnTo>
                  <a:pt x="222" y="26"/>
                </a:lnTo>
                <a:lnTo>
                  <a:pt x="222" y="26"/>
                </a:lnTo>
                <a:lnTo>
                  <a:pt x="223" y="25"/>
                </a:lnTo>
                <a:lnTo>
                  <a:pt x="223" y="24"/>
                </a:lnTo>
                <a:lnTo>
                  <a:pt x="219" y="24"/>
                </a:lnTo>
                <a:lnTo>
                  <a:pt x="219" y="24"/>
                </a:lnTo>
                <a:lnTo>
                  <a:pt x="217" y="22"/>
                </a:lnTo>
                <a:lnTo>
                  <a:pt x="217" y="21"/>
                </a:lnTo>
                <a:lnTo>
                  <a:pt x="217" y="20"/>
                </a:lnTo>
                <a:lnTo>
                  <a:pt x="217" y="19"/>
                </a:lnTo>
                <a:lnTo>
                  <a:pt x="218" y="20"/>
                </a:lnTo>
                <a:lnTo>
                  <a:pt x="220" y="20"/>
                </a:lnTo>
                <a:lnTo>
                  <a:pt x="222" y="19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991592" y="3461409"/>
            <a:ext cx="660539" cy="1160753"/>
          </a:xfrm>
          <a:custGeom>
            <a:avLst/>
            <a:gdLst/>
            <a:ahLst/>
            <a:cxnLst/>
            <a:rect l="l" t="t" r="r" b="b"/>
            <a:pathLst>
              <a:path w="103" h="181">
                <a:moveTo>
                  <a:pt x="89" y="115"/>
                </a:moveTo>
                <a:lnTo>
                  <a:pt x="87" y="115"/>
                </a:lnTo>
                <a:lnTo>
                  <a:pt x="86" y="113"/>
                </a:lnTo>
                <a:lnTo>
                  <a:pt x="86" y="110"/>
                </a:lnTo>
                <a:lnTo>
                  <a:pt x="86" y="108"/>
                </a:lnTo>
                <a:lnTo>
                  <a:pt x="87" y="105"/>
                </a:lnTo>
                <a:lnTo>
                  <a:pt x="88" y="102"/>
                </a:lnTo>
                <a:lnTo>
                  <a:pt x="88" y="100"/>
                </a:lnTo>
                <a:lnTo>
                  <a:pt x="89" y="98"/>
                </a:lnTo>
                <a:lnTo>
                  <a:pt x="90" y="96"/>
                </a:lnTo>
                <a:lnTo>
                  <a:pt x="92" y="91"/>
                </a:lnTo>
                <a:lnTo>
                  <a:pt x="91" y="89"/>
                </a:lnTo>
                <a:lnTo>
                  <a:pt x="91" y="85"/>
                </a:lnTo>
                <a:lnTo>
                  <a:pt x="90" y="85"/>
                </a:lnTo>
                <a:lnTo>
                  <a:pt x="90" y="84"/>
                </a:lnTo>
                <a:lnTo>
                  <a:pt x="90" y="83"/>
                </a:lnTo>
                <a:lnTo>
                  <a:pt x="89" y="83"/>
                </a:lnTo>
                <a:lnTo>
                  <a:pt x="88" y="79"/>
                </a:lnTo>
                <a:lnTo>
                  <a:pt x="89" y="77"/>
                </a:lnTo>
                <a:lnTo>
                  <a:pt x="88" y="75"/>
                </a:lnTo>
                <a:lnTo>
                  <a:pt x="89" y="73"/>
                </a:lnTo>
                <a:lnTo>
                  <a:pt x="88" y="72"/>
                </a:lnTo>
                <a:lnTo>
                  <a:pt x="89" y="72"/>
                </a:lnTo>
                <a:lnTo>
                  <a:pt x="89" y="69"/>
                </a:lnTo>
                <a:lnTo>
                  <a:pt x="87" y="67"/>
                </a:lnTo>
                <a:lnTo>
                  <a:pt x="87" y="67"/>
                </a:lnTo>
                <a:lnTo>
                  <a:pt x="88" y="67"/>
                </a:lnTo>
                <a:lnTo>
                  <a:pt x="88" y="66"/>
                </a:lnTo>
                <a:lnTo>
                  <a:pt x="87" y="65"/>
                </a:lnTo>
                <a:lnTo>
                  <a:pt x="87" y="63"/>
                </a:lnTo>
                <a:lnTo>
                  <a:pt x="86" y="63"/>
                </a:lnTo>
                <a:lnTo>
                  <a:pt x="87" y="62"/>
                </a:lnTo>
                <a:lnTo>
                  <a:pt x="87" y="61"/>
                </a:lnTo>
                <a:lnTo>
                  <a:pt x="86" y="60"/>
                </a:lnTo>
                <a:lnTo>
                  <a:pt x="86" y="59"/>
                </a:lnTo>
                <a:lnTo>
                  <a:pt x="87" y="60"/>
                </a:lnTo>
                <a:lnTo>
                  <a:pt x="87" y="59"/>
                </a:lnTo>
                <a:lnTo>
                  <a:pt x="89" y="57"/>
                </a:lnTo>
                <a:lnTo>
                  <a:pt x="89" y="57"/>
                </a:lnTo>
                <a:lnTo>
                  <a:pt x="91" y="53"/>
                </a:lnTo>
                <a:lnTo>
                  <a:pt x="91" y="53"/>
                </a:lnTo>
                <a:lnTo>
                  <a:pt x="91" y="52"/>
                </a:lnTo>
                <a:lnTo>
                  <a:pt x="91" y="52"/>
                </a:lnTo>
                <a:lnTo>
                  <a:pt x="90" y="51"/>
                </a:lnTo>
                <a:lnTo>
                  <a:pt x="90" y="50"/>
                </a:lnTo>
                <a:lnTo>
                  <a:pt x="92" y="49"/>
                </a:lnTo>
                <a:lnTo>
                  <a:pt x="92" y="47"/>
                </a:lnTo>
                <a:lnTo>
                  <a:pt x="93" y="47"/>
                </a:lnTo>
                <a:lnTo>
                  <a:pt x="92" y="45"/>
                </a:lnTo>
                <a:lnTo>
                  <a:pt x="93" y="45"/>
                </a:lnTo>
                <a:lnTo>
                  <a:pt x="92" y="44"/>
                </a:lnTo>
                <a:lnTo>
                  <a:pt x="91" y="44"/>
                </a:lnTo>
                <a:lnTo>
                  <a:pt x="91" y="43"/>
                </a:lnTo>
                <a:lnTo>
                  <a:pt x="92" y="43"/>
                </a:lnTo>
                <a:lnTo>
                  <a:pt x="91" y="42"/>
                </a:lnTo>
                <a:lnTo>
                  <a:pt x="90" y="42"/>
                </a:lnTo>
                <a:lnTo>
                  <a:pt x="89" y="39"/>
                </a:lnTo>
                <a:lnTo>
                  <a:pt x="87" y="38"/>
                </a:lnTo>
                <a:lnTo>
                  <a:pt x="87" y="35"/>
                </a:lnTo>
                <a:lnTo>
                  <a:pt x="87" y="34"/>
                </a:lnTo>
                <a:lnTo>
                  <a:pt x="87" y="33"/>
                </a:lnTo>
                <a:lnTo>
                  <a:pt x="88" y="32"/>
                </a:lnTo>
                <a:lnTo>
                  <a:pt x="88" y="30"/>
                </a:lnTo>
                <a:lnTo>
                  <a:pt x="89" y="30"/>
                </a:lnTo>
                <a:lnTo>
                  <a:pt x="90" y="29"/>
                </a:lnTo>
                <a:lnTo>
                  <a:pt x="91" y="28"/>
                </a:lnTo>
                <a:lnTo>
                  <a:pt x="91" y="27"/>
                </a:lnTo>
                <a:lnTo>
                  <a:pt x="93" y="26"/>
                </a:lnTo>
                <a:lnTo>
                  <a:pt x="93" y="25"/>
                </a:lnTo>
                <a:lnTo>
                  <a:pt x="93" y="25"/>
                </a:lnTo>
                <a:lnTo>
                  <a:pt x="93" y="23"/>
                </a:lnTo>
                <a:lnTo>
                  <a:pt x="93" y="23"/>
                </a:lnTo>
                <a:lnTo>
                  <a:pt x="93" y="22"/>
                </a:lnTo>
                <a:lnTo>
                  <a:pt x="95" y="17"/>
                </a:lnTo>
                <a:lnTo>
                  <a:pt x="94" y="17"/>
                </a:lnTo>
                <a:lnTo>
                  <a:pt x="95" y="16"/>
                </a:lnTo>
                <a:lnTo>
                  <a:pt x="95" y="15"/>
                </a:lnTo>
                <a:lnTo>
                  <a:pt x="94" y="14"/>
                </a:lnTo>
                <a:lnTo>
                  <a:pt x="94" y="14"/>
                </a:lnTo>
                <a:lnTo>
                  <a:pt x="96" y="13"/>
                </a:lnTo>
                <a:lnTo>
                  <a:pt x="97" y="12"/>
                </a:lnTo>
                <a:lnTo>
                  <a:pt x="97" y="11"/>
                </a:lnTo>
                <a:lnTo>
                  <a:pt x="97" y="10"/>
                </a:lnTo>
                <a:lnTo>
                  <a:pt x="98" y="7"/>
                </a:lnTo>
                <a:lnTo>
                  <a:pt x="97" y="7"/>
                </a:lnTo>
                <a:lnTo>
                  <a:pt x="97" y="6"/>
                </a:lnTo>
                <a:lnTo>
                  <a:pt x="97" y="6"/>
                </a:lnTo>
                <a:lnTo>
                  <a:pt x="97" y="6"/>
                </a:lnTo>
                <a:lnTo>
                  <a:pt x="97" y="5"/>
                </a:lnTo>
                <a:lnTo>
                  <a:pt x="95" y="5"/>
                </a:lnTo>
                <a:lnTo>
                  <a:pt x="95" y="5"/>
                </a:lnTo>
                <a:lnTo>
                  <a:pt x="95" y="5"/>
                </a:lnTo>
                <a:lnTo>
                  <a:pt x="95" y="4"/>
                </a:lnTo>
                <a:lnTo>
                  <a:pt x="95" y="3"/>
                </a:lnTo>
                <a:lnTo>
                  <a:pt x="95" y="2"/>
                </a:lnTo>
                <a:lnTo>
                  <a:pt x="96" y="2"/>
                </a:lnTo>
                <a:lnTo>
                  <a:pt x="96" y="1"/>
                </a:lnTo>
                <a:lnTo>
                  <a:pt x="96" y="0"/>
                </a:lnTo>
                <a:lnTo>
                  <a:pt x="95" y="1"/>
                </a:lnTo>
                <a:lnTo>
                  <a:pt x="94" y="1"/>
                </a:lnTo>
                <a:lnTo>
                  <a:pt x="91" y="3"/>
                </a:lnTo>
                <a:lnTo>
                  <a:pt x="89" y="6"/>
                </a:lnTo>
                <a:lnTo>
                  <a:pt x="89" y="8"/>
                </a:lnTo>
                <a:lnTo>
                  <a:pt x="87" y="8"/>
                </a:lnTo>
                <a:lnTo>
                  <a:pt x="87" y="8"/>
                </a:lnTo>
                <a:lnTo>
                  <a:pt x="86" y="6"/>
                </a:lnTo>
                <a:lnTo>
                  <a:pt x="85" y="6"/>
                </a:lnTo>
                <a:lnTo>
                  <a:pt x="84" y="6"/>
                </a:lnTo>
                <a:lnTo>
                  <a:pt x="84" y="7"/>
                </a:lnTo>
                <a:lnTo>
                  <a:pt x="83" y="7"/>
                </a:lnTo>
                <a:lnTo>
                  <a:pt x="81" y="5"/>
                </a:lnTo>
                <a:lnTo>
                  <a:pt x="79" y="4"/>
                </a:lnTo>
                <a:lnTo>
                  <a:pt x="79" y="5"/>
                </a:lnTo>
                <a:lnTo>
                  <a:pt x="79" y="6"/>
                </a:lnTo>
                <a:lnTo>
                  <a:pt x="79" y="6"/>
                </a:lnTo>
                <a:lnTo>
                  <a:pt x="80" y="8"/>
                </a:lnTo>
                <a:lnTo>
                  <a:pt x="77" y="10"/>
                </a:lnTo>
                <a:lnTo>
                  <a:pt x="76" y="10"/>
                </a:lnTo>
                <a:lnTo>
                  <a:pt x="75" y="9"/>
                </a:lnTo>
                <a:lnTo>
                  <a:pt x="75" y="9"/>
                </a:lnTo>
                <a:lnTo>
                  <a:pt x="76" y="10"/>
                </a:lnTo>
                <a:lnTo>
                  <a:pt x="75" y="12"/>
                </a:lnTo>
                <a:lnTo>
                  <a:pt x="76" y="12"/>
                </a:lnTo>
                <a:lnTo>
                  <a:pt x="74" y="12"/>
                </a:lnTo>
                <a:lnTo>
                  <a:pt x="73" y="14"/>
                </a:lnTo>
                <a:lnTo>
                  <a:pt x="71" y="15"/>
                </a:lnTo>
                <a:lnTo>
                  <a:pt x="72" y="16"/>
                </a:lnTo>
                <a:lnTo>
                  <a:pt x="71" y="17"/>
                </a:lnTo>
                <a:lnTo>
                  <a:pt x="71" y="18"/>
                </a:lnTo>
                <a:lnTo>
                  <a:pt x="69" y="20"/>
                </a:lnTo>
                <a:lnTo>
                  <a:pt x="69" y="19"/>
                </a:lnTo>
                <a:lnTo>
                  <a:pt x="68" y="20"/>
                </a:lnTo>
                <a:lnTo>
                  <a:pt x="67" y="22"/>
                </a:lnTo>
                <a:lnTo>
                  <a:pt x="66" y="22"/>
                </a:lnTo>
                <a:lnTo>
                  <a:pt x="66" y="23"/>
                </a:lnTo>
                <a:lnTo>
                  <a:pt x="66" y="24"/>
                </a:lnTo>
                <a:lnTo>
                  <a:pt x="66" y="24"/>
                </a:lnTo>
                <a:lnTo>
                  <a:pt x="65" y="24"/>
                </a:lnTo>
                <a:lnTo>
                  <a:pt x="63" y="26"/>
                </a:lnTo>
                <a:lnTo>
                  <a:pt x="61" y="28"/>
                </a:lnTo>
                <a:lnTo>
                  <a:pt x="61" y="29"/>
                </a:lnTo>
                <a:lnTo>
                  <a:pt x="60" y="30"/>
                </a:lnTo>
                <a:lnTo>
                  <a:pt x="60" y="32"/>
                </a:lnTo>
                <a:lnTo>
                  <a:pt x="60" y="33"/>
                </a:lnTo>
                <a:lnTo>
                  <a:pt x="59" y="34"/>
                </a:lnTo>
                <a:lnTo>
                  <a:pt x="60" y="35"/>
                </a:lnTo>
                <a:lnTo>
                  <a:pt x="62" y="36"/>
                </a:lnTo>
                <a:lnTo>
                  <a:pt x="61" y="37"/>
                </a:lnTo>
                <a:lnTo>
                  <a:pt x="62" y="38"/>
                </a:lnTo>
                <a:lnTo>
                  <a:pt x="61" y="38"/>
                </a:lnTo>
                <a:lnTo>
                  <a:pt x="61" y="39"/>
                </a:lnTo>
                <a:lnTo>
                  <a:pt x="60" y="40"/>
                </a:lnTo>
                <a:lnTo>
                  <a:pt x="59" y="38"/>
                </a:lnTo>
                <a:lnTo>
                  <a:pt x="58" y="37"/>
                </a:lnTo>
                <a:lnTo>
                  <a:pt x="57" y="37"/>
                </a:lnTo>
                <a:lnTo>
                  <a:pt x="58" y="39"/>
                </a:lnTo>
                <a:lnTo>
                  <a:pt x="57" y="40"/>
                </a:lnTo>
                <a:lnTo>
                  <a:pt x="57" y="43"/>
                </a:lnTo>
                <a:lnTo>
                  <a:pt x="57" y="46"/>
                </a:lnTo>
                <a:lnTo>
                  <a:pt x="54" y="47"/>
                </a:lnTo>
                <a:lnTo>
                  <a:pt x="53" y="46"/>
                </a:lnTo>
                <a:lnTo>
                  <a:pt x="51" y="47"/>
                </a:lnTo>
                <a:lnTo>
                  <a:pt x="49" y="47"/>
                </a:lnTo>
                <a:lnTo>
                  <a:pt x="48" y="46"/>
                </a:lnTo>
                <a:lnTo>
                  <a:pt x="46" y="47"/>
                </a:lnTo>
                <a:lnTo>
                  <a:pt x="44" y="47"/>
                </a:lnTo>
                <a:lnTo>
                  <a:pt x="44" y="46"/>
                </a:lnTo>
                <a:lnTo>
                  <a:pt x="44" y="46"/>
                </a:lnTo>
                <a:lnTo>
                  <a:pt x="43" y="45"/>
                </a:lnTo>
                <a:lnTo>
                  <a:pt x="43" y="44"/>
                </a:lnTo>
                <a:lnTo>
                  <a:pt x="38" y="43"/>
                </a:lnTo>
                <a:lnTo>
                  <a:pt x="38" y="42"/>
                </a:lnTo>
                <a:lnTo>
                  <a:pt x="37" y="42"/>
                </a:lnTo>
                <a:lnTo>
                  <a:pt x="37" y="44"/>
                </a:lnTo>
                <a:lnTo>
                  <a:pt x="37" y="44"/>
                </a:lnTo>
                <a:lnTo>
                  <a:pt x="36" y="44"/>
                </a:lnTo>
                <a:lnTo>
                  <a:pt x="34" y="45"/>
                </a:lnTo>
                <a:lnTo>
                  <a:pt x="34" y="46"/>
                </a:lnTo>
                <a:lnTo>
                  <a:pt x="33" y="46"/>
                </a:lnTo>
                <a:lnTo>
                  <a:pt x="32" y="46"/>
                </a:lnTo>
                <a:lnTo>
                  <a:pt x="33" y="47"/>
                </a:lnTo>
                <a:lnTo>
                  <a:pt x="33" y="47"/>
                </a:lnTo>
                <a:lnTo>
                  <a:pt x="32" y="48"/>
                </a:lnTo>
                <a:lnTo>
                  <a:pt x="31" y="48"/>
                </a:lnTo>
                <a:lnTo>
                  <a:pt x="32" y="49"/>
                </a:lnTo>
                <a:lnTo>
                  <a:pt x="32" y="49"/>
                </a:lnTo>
                <a:lnTo>
                  <a:pt x="32" y="50"/>
                </a:lnTo>
                <a:lnTo>
                  <a:pt x="31" y="51"/>
                </a:lnTo>
                <a:lnTo>
                  <a:pt x="30" y="54"/>
                </a:lnTo>
                <a:lnTo>
                  <a:pt x="31" y="57"/>
                </a:lnTo>
                <a:lnTo>
                  <a:pt x="31" y="57"/>
                </a:lnTo>
                <a:lnTo>
                  <a:pt x="32" y="58"/>
                </a:lnTo>
                <a:lnTo>
                  <a:pt x="31" y="60"/>
                </a:lnTo>
                <a:lnTo>
                  <a:pt x="31" y="59"/>
                </a:lnTo>
                <a:lnTo>
                  <a:pt x="31" y="60"/>
                </a:lnTo>
                <a:lnTo>
                  <a:pt x="32" y="64"/>
                </a:lnTo>
                <a:lnTo>
                  <a:pt x="32" y="64"/>
                </a:lnTo>
                <a:lnTo>
                  <a:pt x="33" y="64"/>
                </a:lnTo>
                <a:lnTo>
                  <a:pt x="35" y="64"/>
                </a:lnTo>
                <a:lnTo>
                  <a:pt x="36" y="65"/>
                </a:lnTo>
                <a:lnTo>
                  <a:pt x="36" y="66"/>
                </a:lnTo>
                <a:lnTo>
                  <a:pt x="37" y="66"/>
                </a:lnTo>
                <a:lnTo>
                  <a:pt x="38" y="66"/>
                </a:lnTo>
                <a:lnTo>
                  <a:pt x="38" y="66"/>
                </a:lnTo>
                <a:lnTo>
                  <a:pt x="42" y="68"/>
                </a:lnTo>
                <a:lnTo>
                  <a:pt x="43" y="69"/>
                </a:lnTo>
                <a:lnTo>
                  <a:pt x="43" y="70"/>
                </a:lnTo>
                <a:lnTo>
                  <a:pt x="44" y="69"/>
                </a:lnTo>
                <a:lnTo>
                  <a:pt x="44" y="70"/>
                </a:lnTo>
                <a:lnTo>
                  <a:pt x="44" y="70"/>
                </a:lnTo>
                <a:lnTo>
                  <a:pt x="45" y="71"/>
                </a:lnTo>
                <a:lnTo>
                  <a:pt x="45" y="71"/>
                </a:lnTo>
                <a:lnTo>
                  <a:pt x="46" y="71"/>
                </a:lnTo>
                <a:lnTo>
                  <a:pt x="47" y="72"/>
                </a:lnTo>
                <a:lnTo>
                  <a:pt x="48" y="70"/>
                </a:lnTo>
                <a:lnTo>
                  <a:pt x="48" y="70"/>
                </a:lnTo>
                <a:lnTo>
                  <a:pt x="48" y="71"/>
                </a:lnTo>
                <a:lnTo>
                  <a:pt x="49" y="72"/>
                </a:lnTo>
                <a:lnTo>
                  <a:pt x="50" y="72"/>
                </a:lnTo>
                <a:lnTo>
                  <a:pt x="51" y="73"/>
                </a:lnTo>
                <a:lnTo>
                  <a:pt x="51" y="74"/>
                </a:lnTo>
                <a:lnTo>
                  <a:pt x="52" y="75"/>
                </a:lnTo>
                <a:lnTo>
                  <a:pt x="53" y="75"/>
                </a:lnTo>
                <a:lnTo>
                  <a:pt x="53" y="74"/>
                </a:lnTo>
                <a:lnTo>
                  <a:pt x="53" y="73"/>
                </a:lnTo>
                <a:lnTo>
                  <a:pt x="54" y="74"/>
                </a:lnTo>
                <a:lnTo>
                  <a:pt x="55" y="74"/>
                </a:lnTo>
                <a:lnTo>
                  <a:pt x="56" y="75"/>
                </a:lnTo>
                <a:lnTo>
                  <a:pt x="56" y="78"/>
                </a:lnTo>
                <a:lnTo>
                  <a:pt x="57" y="81"/>
                </a:lnTo>
                <a:lnTo>
                  <a:pt x="57" y="83"/>
                </a:lnTo>
                <a:lnTo>
                  <a:pt x="57" y="84"/>
                </a:lnTo>
                <a:lnTo>
                  <a:pt x="56" y="84"/>
                </a:lnTo>
                <a:lnTo>
                  <a:pt x="56" y="85"/>
                </a:lnTo>
                <a:lnTo>
                  <a:pt x="55" y="85"/>
                </a:lnTo>
                <a:lnTo>
                  <a:pt x="54" y="86"/>
                </a:lnTo>
                <a:lnTo>
                  <a:pt x="54" y="87"/>
                </a:lnTo>
                <a:lnTo>
                  <a:pt x="54" y="88"/>
                </a:lnTo>
                <a:lnTo>
                  <a:pt x="54" y="90"/>
                </a:lnTo>
                <a:lnTo>
                  <a:pt x="54" y="91"/>
                </a:lnTo>
                <a:lnTo>
                  <a:pt x="55" y="93"/>
                </a:lnTo>
                <a:lnTo>
                  <a:pt x="56" y="95"/>
                </a:lnTo>
                <a:lnTo>
                  <a:pt x="56" y="96"/>
                </a:lnTo>
                <a:lnTo>
                  <a:pt x="56" y="97"/>
                </a:lnTo>
                <a:lnTo>
                  <a:pt x="56" y="100"/>
                </a:lnTo>
                <a:lnTo>
                  <a:pt x="56" y="100"/>
                </a:lnTo>
                <a:lnTo>
                  <a:pt x="55" y="100"/>
                </a:lnTo>
                <a:lnTo>
                  <a:pt x="54" y="101"/>
                </a:lnTo>
                <a:lnTo>
                  <a:pt x="52" y="101"/>
                </a:lnTo>
                <a:lnTo>
                  <a:pt x="51" y="100"/>
                </a:lnTo>
                <a:lnTo>
                  <a:pt x="49" y="101"/>
                </a:lnTo>
                <a:lnTo>
                  <a:pt x="49" y="101"/>
                </a:lnTo>
                <a:lnTo>
                  <a:pt x="48" y="100"/>
                </a:lnTo>
                <a:lnTo>
                  <a:pt x="46" y="102"/>
                </a:lnTo>
                <a:lnTo>
                  <a:pt x="44" y="102"/>
                </a:lnTo>
                <a:lnTo>
                  <a:pt x="44" y="101"/>
                </a:lnTo>
                <a:lnTo>
                  <a:pt x="43" y="102"/>
                </a:lnTo>
                <a:lnTo>
                  <a:pt x="40" y="100"/>
                </a:lnTo>
                <a:lnTo>
                  <a:pt x="40" y="101"/>
                </a:lnTo>
                <a:lnTo>
                  <a:pt x="39" y="102"/>
                </a:lnTo>
                <a:lnTo>
                  <a:pt x="39" y="103"/>
                </a:lnTo>
                <a:lnTo>
                  <a:pt x="41" y="106"/>
                </a:lnTo>
                <a:lnTo>
                  <a:pt x="43" y="107"/>
                </a:lnTo>
                <a:lnTo>
                  <a:pt x="42" y="108"/>
                </a:lnTo>
                <a:lnTo>
                  <a:pt x="39" y="109"/>
                </a:lnTo>
                <a:lnTo>
                  <a:pt x="38" y="108"/>
                </a:lnTo>
                <a:lnTo>
                  <a:pt x="37" y="108"/>
                </a:lnTo>
                <a:lnTo>
                  <a:pt x="37" y="110"/>
                </a:lnTo>
                <a:lnTo>
                  <a:pt x="32" y="109"/>
                </a:lnTo>
                <a:lnTo>
                  <a:pt x="32" y="110"/>
                </a:lnTo>
                <a:lnTo>
                  <a:pt x="30" y="110"/>
                </a:lnTo>
                <a:lnTo>
                  <a:pt x="30" y="109"/>
                </a:lnTo>
                <a:lnTo>
                  <a:pt x="29" y="109"/>
                </a:lnTo>
                <a:lnTo>
                  <a:pt x="29" y="108"/>
                </a:lnTo>
                <a:lnTo>
                  <a:pt x="28" y="107"/>
                </a:lnTo>
                <a:lnTo>
                  <a:pt x="27" y="107"/>
                </a:lnTo>
                <a:lnTo>
                  <a:pt x="27" y="106"/>
                </a:lnTo>
                <a:lnTo>
                  <a:pt x="26" y="106"/>
                </a:lnTo>
                <a:lnTo>
                  <a:pt x="25" y="106"/>
                </a:lnTo>
                <a:lnTo>
                  <a:pt x="24" y="106"/>
                </a:lnTo>
                <a:lnTo>
                  <a:pt x="22" y="106"/>
                </a:lnTo>
                <a:lnTo>
                  <a:pt x="22" y="106"/>
                </a:lnTo>
                <a:lnTo>
                  <a:pt x="20" y="106"/>
                </a:lnTo>
                <a:lnTo>
                  <a:pt x="19" y="106"/>
                </a:lnTo>
                <a:lnTo>
                  <a:pt x="18" y="108"/>
                </a:lnTo>
                <a:lnTo>
                  <a:pt x="18" y="111"/>
                </a:lnTo>
                <a:lnTo>
                  <a:pt x="19" y="111"/>
                </a:lnTo>
                <a:lnTo>
                  <a:pt x="19" y="113"/>
                </a:lnTo>
                <a:lnTo>
                  <a:pt x="18" y="114"/>
                </a:lnTo>
                <a:lnTo>
                  <a:pt x="17" y="115"/>
                </a:lnTo>
                <a:lnTo>
                  <a:pt x="17" y="115"/>
                </a:lnTo>
                <a:lnTo>
                  <a:pt x="17" y="116"/>
                </a:lnTo>
                <a:lnTo>
                  <a:pt x="16" y="116"/>
                </a:lnTo>
                <a:lnTo>
                  <a:pt x="15" y="118"/>
                </a:lnTo>
                <a:lnTo>
                  <a:pt x="15" y="118"/>
                </a:lnTo>
                <a:lnTo>
                  <a:pt x="15" y="119"/>
                </a:lnTo>
                <a:lnTo>
                  <a:pt x="17" y="119"/>
                </a:lnTo>
                <a:lnTo>
                  <a:pt x="18" y="119"/>
                </a:lnTo>
                <a:lnTo>
                  <a:pt x="18" y="119"/>
                </a:lnTo>
                <a:lnTo>
                  <a:pt x="20" y="120"/>
                </a:lnTo>
                <a:lnTo>
                  <a:pt x="21" y="122"/>
                </a:lnTo>
                <a:lnTo>
                  <a:pt x="22" y="122"/>
                </a:lnTo>
                <a:lnTo>
                  <a:pt x="22" y="123"/>
                </a:lnTo>
                <a:lnTo>
                  <a:pt x="22" y="124"/>
                </a:lnTo>
                <a:lnTo>
                  <a:pt x="21" y="125"/>
                </a:lnTo>
                <a:lnTo>
                  <a:pt x="21" y="125"/>
                </a:lnTo>
                <a:lnTo>
                  <a:pt x="21" y="125"/>
                </a:lnTo>
                <a:lnTo>
                  <a:pt x="20" y="125"/>
                </a:lnTo>
                <a:lnTo>
                  <a:pt x="19" y="124"/>
                </a:lnTo>
                <a:lnTo>
                  <a:pt x="19" y="124"/>
                </a:lnTo>
                <a:lnTo>
                  <a:pt x="18" y="125"/>
                </a:lnTo>
                <a:lnTo>
                  <a:pt x="19" y="125"/>
                </a:lnTo>
                <a:lnTo>
                  <a:pt x="19" y="126"/>
                </a:lnTo>
                <a:lnTo>
                  <a:pt x="20" y="127"/>
                </a:lnTo>
                <a:lnTo>
                  <a:pt x="19" y="128"/>
                </a:lnTo>
                <a:lnTo>
                  <a:pt x="18" y="128"/>
                </a:lnTo>
                <a:lnTo>
                  <a:pt x="18" y="130"/>
                </a:lnTo>
                <a:lnTo>
                  <a:pt x="18" y="130"/>
                </a:lnTo>
                <a:lnTo>
                  <a:pt x="18" y="132"/>
                </a:lnTo>
                <a:lnTo>
                  <a:pt x="17" y="133"/>
                </a:lnTo>
                <a:lnTo>
                  <a:pt x="17" y="134"/>
                </a:lnTo>
                <a:lnTo>
                  <a:pt x="18" y="134"/>
                </a:lnTo>
                <a:lnTo>
                  <a:pt x="18" y="135"/>
                </a:lnTo>
                <a:lnTo>
                  <a:pt x="18" y="136"/>
                </a:lnTo>
                <a:lnTo>
                  <a:pt x="18" y="136"/>
                </a:lnTo>
                <a:lnTo>
                  <a:pt x="18" y="138"/>
                </a:lnTo>
                <a:lnTo>
                  <a:pt x="19" y="138"/>
                </a:lnTo>
                <a:lnTo>
                  <a:pt x="20" y="139"/>
                </a:lnTo>
                <a:lnTo>
                  <a:pt x="20" y="140"/>
                </a:lnTo>
                <a:lnTo>
                  <a:pt x="19" y="142"/>
                </a:lnTo>
                <a:lnTo>
                  <a:pt x="17" y="142"/>
                </a:lnTo>
                <a:lnTo>
                  <a:pt x="17" y="140"/>
                </a:lnTo>
                <a:lnTo>
                  <a:pt x="16" y="140"/>
                </a:lnTo>
                <a:lnTo>
                  <a:pt x="16" y="140"/>
                </a:lnTo>
                <a:lnTo>
                  <a:pt x="15" y="140"/>
                </a:lnTo>
                <a:lnTo>
                  <a:pt x="12" y="141"/>
                </a:lnTo>
                <a:lnTo>
                  <a:pt x="11" y="141"/>
                </a:lnTo>
                <a:lnTo>
                  <a:pt x="11" y="140"/>
                </a:lnTo>
                <a:lnTo>
                  <a:pt x="11" y="140"/>
                </a:lnTo>
                <a:lnTo>
                  <a:pt x="8" y="140"/>
                </a:lnTo>
                <a:lnTo>
                  <a:pt x="6" y="143"/>
                </a:lnTo>
                <a:lnTo>
                  <a:pt x="6" y="145"/>
                </a:lnTo>
                <a:lnTo>
                  <a:pt x="4" y="145"/>
                </a:lnTo>
                <a:lnTo>
                  <a:pt x="4" y="146"/>
                </a:lnTo>
                <a:lnTo>
                  <a:pt x="4" y="147"/>
                </a:lnTo>
                <a:lnTo>
                  <a:pt x="5" y="148"/>
                </a:lnTo>
                <a:lnTo>
                  <a:pt x="7" y="148"/>
                </a:lnTo>
                <a:lnTo>
                  <a:pt x="8" y="148"/>
                </a:lnTo>
                <a:lnTo>
                  <a:pt x="8" y="149"/>
                </a:lnTo>
                <a:lnTo>
                  <a:pt x="9" y="150"/>
                </a:lnTo>
                <a:lnTo>
                  <a:pt x="8" y="150"/>
                </a:lnTo>
                <a:lnTo>
                  <a:pt x="7" y="150"/>
                </a:lnTo>
                <a:lnTo>
                  <a:pt x="8" y="150"/>
                </a:lnTo>
                <a:lnTo>
                  <a:pt x="8" y="151"/>
                </a:lnTo>
                <a:lnTo>
                  <a:pt x="8" y="152"/>
                </a:lnTo>
                <a:lnTo>
                  <a:pt x="8" y="154"/>
                </a:lnTo>
                <a:lnTo>
                  <a:pt x="7" y="155"/>
                </a:lnTo>
                <a:lnTo>
                  <a:pt x="6" y="155"/>
                </a:lnTo>
                <a:lnTo>
                  <a:pt x="2" y="157"/>
                </a:lnTo>
                <a:lnTo>
                  <a:pt x="1" y="157"/>
                </a:lnTo>
                <a:lnTo>
                  <a:pt x="0" y="156"/>
                </a:lnTo>
                <a:lnTo>
                  <a:pt x="0" y="156"/>
                </a:lnTo>
                <a:lnTo>
                  <a:pt x="0" y="157"/>
                </a:lnTo>
                <a:lnTo>
                  <a:pt x="0" y="157"/>
                </a:lnTo>
                <a:lnTo>
                  <a:pt x="0" y="159"/>
                </a:lnTo>
                <a:lnTo>
                  <a:pt x="1" y="159"/>
                </a:lnTo>
                <a:lnTo>
                  <a:pt x="1" y="160"/>
                </a:lnTo>
                <a:lnTo>
                  <a:pt x="1" y="160"/>
                </a:lnTo>
                <a:lnTo>
                  <a:pt x="2" y="161"/>
                </a:lnTo>
                <a:lnTo>
                  <a:pt x="4" y="159"/>
                </a:lnTo>
                <a:lnTo>
                  <a:pt x="5" y="159"/>
                </a:lnTo>
                <a:lnTo>
                  <a:pt x="5" y="159"/>
                </a:lnTo>
                <a:lnTo>
                  <a:pt x="6" y="159"/>
                </a:lnTo>
                <a:lnTo>
                  <a:pt x="6" y="158"/>
                </a:lnTo>
                <a:lnTo>
                  <a:pt x="7" y="157"/>
                </a:lnTo>
                <a:lnTo>
                  <a:pt x="8" y="158"/>
                </a:lnTo>
                <a:lnTo>
                  <a:pt x="9" y="157"/>
                </a:lnTo>
                <a:lnTo>
                  <a:pt x="9" y="158"/>
                </a:lnTo>
                <a:lnTo>
                  <a:pt x="10" y="157"/>
                </a:lnTo>
                <a:lnTo>
                  <a:pt x="11" y="158"/>
                </a:lnTo>
                <a:lnTo>
                  <a:pt x="11" y="159"/>
                </a:lnTo>
                <a:lnTo>
                  <a:pt x="11" y="160"/>
                </a:lnTo>
                <a:lnTo>
                  <a:pt x="14" y="161"/>
                </a:lnTo>
                <a:lnTo>
                  <a:pt x="14" y="161"/>
                </a:lnTo>
                <a:lnTo>
                  <a:pt x="16" y="161"/>
                </a:lnTo>
                <a:lnTo>
                  <a:pt x="17" y="162"/>
                </a:lnTo>
                <a:lnTo>
                  <a:pt x="18" y="161"/>
                </a:lnTo>
                <a:lnTo>
                  <a:pt x="19" y="162"/>
                </a:lnTo>
                <a:lnTo>
                  <a:pt x="20" y="161"/>
                </a:lnTo>
                <a:lnTo>
                  <a:pt x="21" y="161"/>
                </a:lnTo>
                <a:lnTo>
                  <a:pt x="23" y="160"/>
                </a:lnTo>
                <a:lnTo>
                  <a:pt x="24" y="160"/>
                </a:lnTo>
                <a:lnTo>
                  <a:pt x="24" y="160"/>
                </a:lnTo>
                <a:lnTo>
                  <a:pt x="25" y="160"/>
                </a:lnTo>
                <a:lnTo>
                  <a:pt x="25" y="160"/>
                </a:lnTo>
                <a:lnTo>
                  <a:pt x="26" y="160"/>
                </a:lnTo>
                <a:lnTo>
                  <a:pt x="26" y="160"/>
                </a:lnTo>
                <a:lnTo>
                  <a:pt x="28" y="160"/>
                </a:lnTo>
                <a:lnTo>
                  <a:pt x="29" y="160"/>
                </a:lnTo>
                <a:lnTo>
                  <a:pt x="29" y="161"/>
                </a:lnTo>
                <a:lnTo>
                  <a:pt x="30" y="161"/>
                </a:lnTo>
                <a:lnTo>
                  <a:pt x="30" y="163"/>
                </a:lnTo>
                <a:lnTo>
                  <a:pt x="30" y="164"/>
                </a:lnTo>
                <a:lnTo>
                  <a:pt x="30" y="165"/>
                </a:lnTo>
                <a:lnTo>
                  <a:pt x="32" y="166"/>
                </a:lnTo>
                <a:lnTo>
                  <a:pt x="32" y="166"/>
                </a:lnTo>
                <a:lnTo>
                  <a:pt x="33" y="167"/>
                </a:lnTo>
                <a:lnTo>
                  <a:pt x="34" y="165"/>
                </a:lnTo>
                <a:lnTo>
                  <a:pt x="35" y="165"/>
                </a:lnTo>
                <a:lnTo>
                  <a:pt x="35" y="164"/>
                </a:lnTo>
                <a:lnTo>
                  <a:pt x="36" y="164"/>
                </a:lnTo>
                <a:lnTo>
                  <a:pt x="37" y="167"/>
                </a:lnTo>
                <a:lnTo>
                  <a:pt x="37" y="166"/>
                </a:lnTo>
                <a:lnTo>
                  <a:pt x="38" y="167"/>
                </a:lnTo>
                <a:lnTo>
                  <a:pt x="39" y="167"/>
                </a:lnTo>
                <a:lnTo>
                  <a:pt x="41" y="167"/>
                </a:lnTo>
                <a:lnTo>
                  <a:pt x="41" y="168"/>
                </a:lnTo>
                <a:lnTo>
                  <a:pt x="42" y="168"/>
                </a:lnTo>
                <a:lnTo>
                  <a:pt x="45" y="171"/>
                </a:lnTo>
                <a:lnTo>
                  <a:pt x="45" y="171"/>
                </a:lnTo>
                <a:lnTo>
                  <a:pt x="47" y="172"/>
                </a:lnTo>
                <a:lnTo>
                  <a:pt x="48" y="172"/>
                </a:lnTo>
                <a:lnTo>
                  <a:pt x="47" y="171"/>
                </a:lnTo>
                <a:lnTo>
                  <a:pt x="49" y="170"/>
                </a:lnTo>
                <a:lnTo>
                  <a:pt x="50" y="171"/>
                </a:lnTo>
                <a:lnTo>
                  <a:pt x="50" y="170"/>
                </a:lnTo>
                <a:lnTo>
                  <a:pt x="50" y="171"/>
                </a:lnTo>
                <a:lnTo>
                  <a:pt x="52" y="169"/>
                </a:lnTo>
                <a:lnTo>
                  <a:pt x="53" y="170"/>
                </a:lnTo>
                <a:lnTo>
                  <a:pt x="56" y="169"/>
                </a:lnTo>
                <a:lnTo>
                  <a:pt x="57" y="170"/>
                </a:lnTo>
                <a:lnTo>
                  <a:pt x="57" y="171"/>
                </a:lnTo>
                <a:lnTo>
                  <a:pt x="58" y="171"/>
                </a:lnTo>
                <a:lnTo>
                  <a:pt x="60" y="173"/>
                </a:lnTo>
                <a:lnTo>
                  <a:pt x="61" y="173"/>
                </a:lnTo>
                <a:lnTo>
                  <a:pt x="62" y="174"/>
                </a:lnTo>
                <a:lnTo>
                  <a:pt x="63" y="174"/>
                </a:lnTo>
                <a:lnTo>
                  <a:pt x="64" y="176"/>
                </a:lnTo>
                <a:lnTo>
                  <a:pt x="66" y="176"/>
                </a:lnTo>
                <a:lnTo>
                  <a:pt x="68" y="177"/>
                </a:lnTo>
                <a:lnTo>
                  <a:pt x="70" y="178"/>
                </a:lnTo>
                <a:lnTo>
                  <a:pt x="70" y="179"/>
                </a:lnTo>
                <a:lnTo>
                  <a:pt x="72" y="179"/>
                </a:lnTo>
                <a:lnTo>
                  <a:pt x="72" y="180"/>
                </a:lnTo>
                <a:lnTo>
                  <a:pt x="71" y="180"/>
                </a:lnTo>
                <a:lnTo>
                  <a:pt x="72" y="181"/>
                </a:lnTo>
                <a:lnTo>
                  <a:pt x="72" y="181"/>
                </a:lnTo>
                <a:lnTo>
                  <a:pt x="74" y="181"/>
                </a:lnTo>
                <a:lnTo>
                  <a:pt x="78" y="181"/>
                </a:lnTo>
                <a:lnTo>
                  <a:pt x="78" y="179"/>
                </a:lnTo>
                <a:lnTo>
                  <a:pt x="78" y="179"/>
                </a:lnTo>
                <a:lnTo>
                  <a:pt x="77" y="177"/>
                </a:lnTo>
                <a:lnTo>
                  <a:pt x="78" y="175"/>
                </a:lnTo>
                <a:lnTo>
                  <a:pt x="77" y="174"/>
                </a:lnTo>
                <a:lnTo>
                  <a:pt x="78" y="172"/>
                </a:lnTo>
                <a:lnTo>
                  <a:pt x="77" y="171"/>
                </a:lnTo>
                <a:lnTo>
                  <a:pt x="77" y="170"/>
                </a:lnTo>
                <a:lnTo>
                  <a:pt x="77" y="170"/>
                </a:lnTo>
                <a:lnTo>
                  <a:pt x="76" y="170"/>
                </a:lnTo>
                <a:lnTo>
                  <a:pt x="75" y="168"/>
                </a:lnTo>
                <a:lnTo>
                  <a:pt x="76" y="167"/>
                </a:lnTo>
                <a:lnTo>
                  <a:pt x="75" y="166"/>
                </a:lnTo>
                <a:lnTo>
                  <a:pt x="76" y="165"/>
                </a:lnTo>
                <a:lnTo>
                  <a:pt x="76" y="165"/>
                </a:lnTo>
                <a:lnTo>
                  <a:pt x="77" y="163"/>
                </a:lnTo>
                <a:lnTo>
                  <a:pt x="78" y="162"/>
                </a:lnTo>
                <a:lnTo>
                  <a:pt x="77" y="162"/>
                </a:lnTo>
                <a:lnTo>
                  <a:pt x="77" y="161"/>
                </a:lnTo>
                <a:lnTo>
                  <a:pt x="79" y="161"/>
                </a:lnTo>
                <a:lnTo>
                  <a:pt x="81" y="161"/>
                </a:lnTo>
                <a:lnTo>
                  <a:pt x="83" y="161"/>
                </a:lnTo>
                <a:lnTo>
                  <a:pt x="85" y="162"/>
                </a:lnTo>
                <a:lnTo>
                  <a:pt x="86" y="161"/>
                </a:lnTo>
                <a:lnTo>
                  <a:pt x="86" y="160"/>
                </a:lnTo>
                <a:lnTo>
                  <a:pt x="87" y="161"/>
                </a:lnTo>
                <a:lnTo>
                  <a:pt x="88" y="160"/>
                </a:lnTo>
                <a:lnTo>
                  <a:pt x="87" y="159"/>
                </a:lnTo>
                <a:lnTo>
                  <a:pt x="87" y="157"/>
                </a:lnTo>
                <a:lnTo>
                  <a:pt x="87" y="156"/>
                </a:lnTo>
                <a:lnTo>
                  <a:pt x="87" y="156"/>
                </a:lnTo>
                <a:lnTo>
                  <a:pt x="86" y="155"/>
                </a:lnTo>
                <a:lnTo>
                  <a:pt x="82" y="154"/>
                </a:lnTo>
                <a:lnTo>
                  <a:pt x="81" y="154"/>
                </a:lnTo>
                <a:lnTo>
                  <a:pt x="81" y="154"/>
                </a:lnTo>
                <a:lnTo>
                  <a:pt x="80" y="154"/>
                </a:lnTo>
                <a:lnTo>
                  <a:pt x="80" y="154"/>
                </a:lnTo>
                <a:lnTo>
                  <a:pt x="80" y="150"/>
                </a:lnTo>
                <a:lnTo>
                  <a:pt x="78" y="149"/>
                </a:lnTo>
                <a:lnTo>
                  <a:pt x="76" y="149"/>
                </a:lnTo>
                <a:lnTo>
                  <a:pt x="73" y="149"/>
                </a:lnTo>
                <a:lnTo>
                  <a:pt x="75" y="146"/>
                </a:lnTo>
                <a:lnTo>
                  <a:pt x="76" y="146"/>
                </a:lnTo>
                <a:lnTo>
                  <a:pt x="77" y="146"/>
                </a:lnTo>
                <a:lnTo>
                  <a:pt x="79" y="146"/>
                </a:lnTo>
                <a:lnTo>
                  <a:pt x="81" y="146"/>
                </a:lnTo>
                <a:lnTo>
                  <a:pt x="84" y="147"/>
                </a:lnTo>
                <a:lnTo>
                  <a:pt x="87" y="147"/>
                </a:lnTo>
                <a:lnTo>
                  <a:pt x="88" y="148"/>
                </a:lnTo>
                <a:lnTo>
                  <a:pt x="90" y="147"/>
                </a:lnTo>
                <a:lnTo>
                  <a:pt x="91" y="147"/>
                </a:lnTo>
                <a:lnTo>
                  <a:pt x="93" y="147"/>
                </a:lnTo>
                <a:lnTo>
                  <a:pt x="94" y="145"/>
                </a:lnTo>
                <a:lnTo>
                  <a:pt x="94" y="145"/>
                </a:lnTo>
                <a:lnTo>
                  <a:pt x="95" y="147"/>
                </a:lnTo>
                <a:lnTo>
                  <a:pt x="95" y="148"/>
                </a:lnTo>
                <a:lnTo>
                  <a:pt x="96" y="147"/>
                </a:lnTo>
                <a:lnTo>
                  <a:pt x="97" y="149"/>
                </a:lnTo>
                <a:lnTo>
                  <a:pt x="98" y="147"/>
                </a:lnTo>
                <a:lnTo>
                  <a:pt x="99" y="147"/>
                </a:lnTo>
                <a:lnTo>
                  <a:pt x="99" y="146"/>
                </a:lnTo>
                <a:lnTo>
                  <a:pt x="101" y="146"/>
                </a:lnTo>
                <a:lnTo>
                  <a:pt x="102" y="145"/>
                </a:lnTo>
                <a:lnTo>
                  <a:pt x="102" y="145"/>
                </a:lnTo>
                <a:lnTo>
                  <a:pt x="103" y="143"/>
                </a:lnTo>
                <a:lnTo>
                  <a:pt x="103" y="142"/>
                </a:lnTo>
                <a:lnTo>
                  <a:pt x="102" y="141"/>
                </a:lnTo>
                <a:lnTo>
                  <a:pt x="102" y="140"/>
                </a:lnTo>
                <a:lnTo>
                  <a:pt x="102" y="137"/>
                </a:lnTo>
                <a:lnTo>
                  <a:pt x="101" y="137"/>
                </a:lnTo>
                <a:lnTo>
                  <a:pt x="100" y="136"/>
                </a:lnTo>
                <a:lnTo>
                  <a:pt x="98" y="135"/>
                </a:lnTo>
                <a:lnTo>
                  <a:pt x="99" y="134"/>
                </a:lnTo>
                <a:lnTo>
                  <a:pt x="97" y="133"/>
                </a:lnTo>
                <a:lnTo>
                  <a:pt x="97" y="133"/>
                </a:lnTo>
                <a:lnTo>
                  <a:pt x="96" y="132"/>
                </a:lnTo>
                <a:lnTo>
                  <a:pt x="95" y="131"/>
                </a:lnTo>
                <a:lnTo>
                  <a:pt x="94" y="131"/>
                </a:lnTo>
                <a:lnTo>
                  <a:pt x="94" y="131"/>
                </a:lnTo>
                <a:lnTo>
                  <a:pt x="95" y="129"/>
                </a:lnTo>
                <a:lnTo>
                  <a:pt x="95" y="129"/>
                </a:lnTo>
                <a:lnTo>
                  <a:pt x="94" y="127"/>
                </a:lnTo>
                <a:lnTo>
                  <a:pt x="94" y="128"/>
                </a:lnTo>
                <a:lnTo>
                  <a:pt x="94" y="126"/>
                </a:lnTo>
                <a:lnTo>
                  <a:pt x="94" y="124"/>
                </a:lnTo>
                <a:lnTo>
                  <a:pt x="93" y="124"/>
                </a:lnTo>
                <a:lnTo>
                  <a:pt x="93" y="123"/>
                </a:lnTo>
                <a:lnTo>
                  <a:pt x="91" y="123"/>
                </a:lnTo>
                <a:lnTo>
                  <a:pt x="90" y="122"/>
                </a:lnTo>
                <a:lnTo>
                  <a:pt x="92" y="121"/>
                </a:lnTo>
                <a:lnTo>
                  <a:pt x="91" y="119"/>
                </a:lnTo>
                <a:lnTo>
                  <a:pt x="90" y="118"/>
                </a:lnTo>
                <a:lnTo>
                  <a:pt x="89" y="117"/>
                </a:lnTo>
                <a:lnTo>
                  <a:pt x="89" y="116"/>
                </a:lnTo>
                <a:lnTo>
                  <a:pt x="90" y="116"/>
                </a:lnTo>
                <a:lnTo>
                  <a:pt x="89" y="115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2529428" y="2980434"/>
            <a:ext cx="1827705" cy="1526294"/>
          </a:xfrm>
          <a:custGeom>
            <a:avLst/>
            <a:gdLst/>
            <a:ahLst/>
            <a:cxnLst/>
            <a:rect l="l" t="t" r="r" b="b"/>
            <a:pathLst>
              <a:path w="285" h="238">
                <a:moveTo>
                  <a:pt x="246" y="166"/>
                </a:moveTo>
                <a:lnTo>
                  <a:pt x="244" y="167"/>
                </a:lnTo>
                <a:lnTo>
                  <a:pt x="245" y="170"/>
                </a:lnTo>
                <a:lnTo>
                  <a:pt x="245" y="170"/>
                </a:lnTo>
                <a:lnTo>
                  <a:pt x="245" y="171"/>
                </a:lnTo>
                <a:lnTo>
                  <a:pt x="245" y="172"/>
                </a:lnTo>
                <a:lnTo>
                  <a:pt x="245" y="172"/>
                </a:lnTo>
                <a:lnTo>
                  <a:pt x="246" y="175"/>
                </a:lnTo>
                <a:lnTo>
                  <a:pt x="245" y="176"/>
                </a:lnTo>
                <a:lnTo>
                  <a:pt x="244" y="177"/>
                </a:lnTo>
                <a:lnTo>
                  <a:pt x="243" y="177"/>
                </a:lnTo>
                <a:lnTo>
                  <a:pt x="243" y="178"/>
                </a:lnTo>
                <a:lnTo>
                  <a:pt x="241" y="175"/>
                </a:lnTo>
                <a:lnTo>
                  <a:pt x="241" y="174"/>
                </a:lnTo>
                <a:lnTo>
                  <a:pt x="240" y="174"/>
                </a:lnTo>
                <a:lnTo>
                  <a:pt x="240" y="173"/>
                </a:lnTo>
                <a:lnTo>
                  <a:pt x="239" y="175"/>
                </a:lnTo>
                <a:lnTo>
                  <a:pt x="238" y="174"/>
                </a:lnTo>
                <a:lnTo>
                  <a:pt x="238" y="173"/>
                </a:lnTo>
                <a:lnTo>
                  <a:pt x="237" y="172"/>
                </a:lnTo>
                <a:lnTo>
                  <a:pt x="237" y="173"/>
                </a:lnTo>
                <a:lnTo>
                  <a:pt x="235" y="174"/>
                </a:lnTo>
                <a:lnTo>
                  <a:pt x="235" y="173"/>
                </a:lnTo>
                <a:lnTo>
                  <a:pt x="237" y="172"/>
                </a:lnTo>
                <a:lnTo>
                  <a:pt x="235" y="171"/>
                </a:lnTo>
                <a:lnTo>
                  <a:pt x="234" y="171"/>
                </a:lnTo>
                <a:lnTo>
                  <a:pt x="234" y="172"/>
                </a:lnTo>
                <a:lnTo>
                  <a:pt x="233" y="170"/>
                </a:lnTo>
                <a:lnTo>
                  <a:pt x="233" y="170"/>
                </a:lnTo>
                <a:lnTo>
                  <a:pt x="232" y="169"/>
                </a:lnTo>
                <a:lnTo>
                  <a:pt x="232" y="169"/>
                </a:lnTo>
                <a:lnTo>
                  <a:pt x="231" y="168"/>
                </a:lnTo>
                <a:lnTo>
                  <a:pt x="231" y="168"/>
                </a:lnTo>
                <a:lnTo>
                  <a:pt x="231" y="167"/>
                </a:lnTo>
                <a:lnTo>
                  <a:pt x="232" y="167"/>
                </a:lnTo>
                <a:lnTo>
                  <a:pt x="232" y="167"/>
                </a:lnTo>
                <a:lnTo>
                  <a:pt x="232" y="167"/>
                </a:lnTo>
                <a:lnTo>
                  <a:pt x="230" y="166"/>
                </a:lnTo>
                <a:lnTo>
                  <a:pt x="229" y="167"/>
                </a:lnTo>
                <a:lnTo>
                  <a:pt x="227" y="167"/>
                </a:lnTo>
                <a:lnTo>
                  <a:pt x="226" y="165"/>
                </a:lnTo>
                <a:lnTo>
                  <a:pt x="226" y="165"/>
                </a:lnTo>
                <a:lnTo>
                  <a:pt x="226" y="164"/>
                </a:lnTo>
                <a:lnTo>
                  <a:pt x="225" y="165"/>
                </a:lnTo>
                <a:lnTo>
                  <a:pt x="225" y="164"/>
                </a:lnTo>
                <a:lnTo>
                  <a:pt x="226" y="164"/>
                </a:lnTo>
                <a:lnTo>
                  <a:pt x="225" y="163"/>
                </a:lnTo>
                <a:lnTo>
                  <a:pt x="224" y="162"/>
                </a:lnTo>
                <a:lnTo>
                  <a:pt x="225" y="160"/>
                </a:lnTo>
                <a:lnTo>
                  <a:pt x="226" y="158"/>
                </a:lnTo>
                <a:lnTo>
                  <a:pt x="227" y="158"/>
                </a:lnTo>
                <a:lnTo>
                  <a:pt x="228" y="157"/>
                </a:lnTo>
                <a:lnTo>
                  <a:pt x="227" y="155"/>
                </a:lnTo>
                <a:lnTo>
                  <a:pt x="227" y="154"/>
                </a:lnTo>
                <a:lnTo>
                  <a:pt x="226" y="152"/>
                </a:lnTo>
                <a:lnTo>
                  <a:pt x="226" y="151"/>
                </a:lnTo>
                <a:lnTo>
                  <a:pt x="225" y="150"/>
                </a:lnTo>
                <a:lnTo>
                  <a:pt x="225" y="149"/>
                </a:lnTo>
                <a:lnTo>
                  <a:pt x="224" y="148"/>
                </a:lnTo>
                <a:lnTo>
                  <a:pt x="223" y="148"/>
                </a:lnTo>
                <a:lnTo>
                  <a:pt x="223" y="148"/>
                </a:lnTo>
                <a:lnTo>
                  <a:pt x="223" y="148"/>
                </a:lnTo>
                <a:lnTo>
                  <a:pt x="223" y="147"/>
                </a:lnTo>
                <a:lnTo>
                  <a:pt x="222" y="146"/>
                </a:lnTo>
                <a:lnTo>
                  <a:pt x="222" y="145"/>
                </a:lnTo>
                <a:lnTo>
                  <a:pt x="222" y="144"/>
                </a:lnTo>
                <a:lnTo>
                  <a:pt x="222" y="144"/>
                </a:lnTo>
                <a:lnTo>
                  <a:pt x="223" y="143"/>
                </a:lnTo>
                <a:lnTo>
                  <a:pt x="224" y="143"/>
                </a:lnTo>
                <a:lnTo>
                  <a:pt x="224" y="143"/>
                </a:lnTo>
                <a:lnTo>
                  <a:pt x="224" y="142"/>
                </a:lnTo>
                <a:lnTo>
                  <a:pt x="223" y="140"/>
                </a:lnTo>
                <a:lnTo>
                  <a:pt x="222" y="140"/>
                </a:lnTo>
                <a:lnTo>
                  <a:pt x="222" y="139"/>
                </a:lnTo>
                <a:lnTo>
                  <a:pt x="221" y="138"/>
                </a:lnTo>
                <a:lnTo>
                  <a:pt x="219" y="137"/>
                </a:lnTo>
                <a:lnTo>
                  <a:pt x="219" y="137"/>
                </a:lnTo>
                <a:lnTo>
                  <a:pt x="218" y="137"/>
                </a:lnTo>
                <a:lnTo>
                  <a:pt x="218" y="137"/>
                </a:lnTo>
                <a:lnTo>
                  <a:pt x="218" y="136"/>
                </a:lnTo>
                <a:lnTo>
                  <a:pt x="217" y="135"/>
                </a:lnTo>
                <a:lnTo>
                  <a:pt x="216" y="133"/>
                </a:lnTo>
                <a:lnTo>
                  <a:pt x="214" y="132"/>
                </a:lnTo>
                <a:lnTo>
                  <a:pt x="213" y="133"/>
                </a:lnTo>
                <a:lnTo>
                  <a:pt x="212" y="133"/>
                </a:lnTo>
                <a:lnTo>
                  <a:pt x="211" y="132"/>
                </a:lnTo>
                <a:lnTo>
                  <a:pt x="212" y="131"/>
                </a:lnTo>
                <a:lnTo>
                  <a:pt x="212" y="131"/>
                </a:lnTo>
                <a:lnTo>
                  <a:pt x="213" y="130"/>
                </a:lnTo>
                <a:lnTo>
                  <a:pt x="212" y="129"/>
                </a:lnTo>
                <a:lnTo>
                  <a:pt x="213" y="128"/>
                </a:lnTo>
                <a:lnTo>
                  <a:pt x="210" y="128"/>
                </a:lnTo>
                <a:lnTo>
                  <a:pt x="209" y="128"/>
                </a:lnTo>
                <a:lnTo>
                  <a:pt x="208" y="127"/>
                </a:lnTo>
                <a:lnTo>
                  <a:pt x="207" y="128"/>
                </a:lnTo>
                <a:lnTo>
                  <a:pt x="206" y="128"/>
                </a:lnTo>
                <a:lnTo>
                  <a:pt x="206" y="128"/>
                </a:lnTo>
                <a:lnTo>
                  <a:pt x="204" y="128"/>
                </a:lnTo>
                <a:lnTo>
                  <a:pt x="199" y="124"/>
                </a:lnTo>
                <a:lnTo>
                  <a:pt x="195" y="120"/>
                </a:lnTo>
                <a:lnTo>
                  <a:pt x="190" y="118"/>
                </a:lnTo>
                <a:lnTo>
                  <a:pt x="190" y="114"/>
                </a:lnTo>
                <a:lnTo>
                  <a:pt x="190" y="112"/>
                </a:lnTo>
                <a:lnTo>
                  <a:pt x="193" y="111"/>
                </a:lnTo>
                <a:lnTo>
                  <a:pt x="192" y="108"/>
                </a:lnTo>
                <a:lnTo>
                  <a:pt x="191" y="105"/>
                </a:lnTo>
                <a:lnTo>
                  <a:pt x="199" y="100"/>
                </a:lnTo>
                <a:lnTo>
                  <a:pt x="202" y="94"/>
                </a:lnTo>
                <a:lnTo>
                  <a:pt x="204" y="93"/>
                </a:lnTo>
                <a:lnTo>
                  <a:pt x="204" y="92"/>
                </a:lnTo>
                <a:lnTo>
                  <a:pt x="205" y="90"/>
                </a:lnTo>
                <a:lnTo>
                  <a:pt x="204" y="88"/>
                </a:lnTo>
                <a:lnTo>
                  <a:pt x="202" y="85"/>
                </a:lnTo>
                <a:lnTo>
                  <a:pt x="203" y="82"/>
                </a:lnTo>
                <a:lnTo>
                  <a:pt x="200" y="81"/>
                </a:lnTo>
                <a:lnTo>
                  <a:pt x="199" y="81"/>
                </a:lnTo>
                <a:lnTo>
                  <a:pt x="190" y="84"/>
                </a:lnTo>
                <a:lnTo>
                  <a:pt x="184" y="89"/>
                </a:lnTo>
                <a:lnTo>
                  <a:pt x="177" y="88"/>
                </a:lnTo>
                <a:lnTo>
                  <a:pt x="174" y="86"/>
                </a:lnTo>
                <a:lnTo>
                  <a:pt x="173" y="86"/>
                </a:lnTo>
                <a:lnTo>
                  <a:pt x="171" y="87"/>
                </a:lnTo>
                <a:lnTo>
                  <a:pt x="165" y="89"/>
                </a:lnTo>
                <a:lnTo>
                  <a:pt x="164" y="89"/>
                </a:lnTo>
                <a:lnTo>
                  <a:pt x="168" y="94"/>
                </a:lnTo>
                <a:lnTo>
                  <a:pt x="165" y="95"/>
                </a:lnTo>
                <a:lnTo>
                  <a:pt x="162" y="99"/>
                </a:lnTo>
                <a:lnTo>
                  <a:pt x="161" y="98"/>
                </a:lnTo>
                <a:lnTo>
                  <a:pt x="159" y="99"/>
                </a:lnTo>
                <a:lnTo>
                  <a:pt x="159" y="97"/>
                </a:lnTo>
                <a:lnTo>
                  <a:pt x="155" y="96"/>
                </a:lnTo>
                <a:lnTo>
                  <a:pt x="154" y="95"/>
                </a:lnTo>
                <a:lnTo>
                  <a:pt x="155" y="95"/>
                </a:lnTo>
                <a:lnTo>
                  <a:pt x="155" y="94"/>
                </a:lnTo>
                <a:lnTo>
                  <a:pt x="153" y="94"/>
                </a:lnTo>
                <a:lnTo>
                  <a:pt x="153" y="93"/>
                </a:lnTo>
                <a:lnTo>
                  <a:pt x="153" y="92"/>
                </a:lnTo>
                <a:lnTo>
                  <a:pt x="153" y="90"/>
                </a:lnTo>
                <a:lnTo>
                  <a:pt x="151" y="91"/>
                </a:lnTo>
                <a:lnTo>
                  <a:pt x="149" y="92"/>
                </a:lnTo>
                <a:lnTo>
                  <a:pt x="148" y="90"/>
                </a:lnTo>
                <a:lnTo>
                  <a:pt x="147" y="90"/>
                </a:lnTo>
                <a:lnTo>
                  <a:pt x="147" y="90"/>
                </a:lnTo>
                <a:lnTo>
                  <a:pt x="146" y="90"/>
                </a:lnTo>
                <a:lnTo>
                  <a:pt x="146" y="89"/>
                </a:lnTo>
                <a:lnTo>
                  <a:pt x="147" y="88"/>
                </a:lnTo>
                <a:lnTo>
                  <a:pt x="147" y="86"/>
                </a:lnTo>
                <a:lnTo>
                  <a:pt x="147" y="81"/>
                </a:lnTo>
                <a:lnTo>
                  <a:pt x="143" y="81"/>
                </a:lnTo>
                <a:lnTo>
                  <a:pt x="141" y="81"/>
                </a:lnTo>
                <a:lnTo>
                  <a:pt x="141" y="79"/>
                </a:lnTo>
                <a:lnTo>
                  <a:pt x="138" y="78"/>
                </a:lnTo>
                <a:lnTo>
                  <a:pt x="138" y="77"/>
                </a:lnTo>
                <a:lnTo>
                  <a:pt x="138" y="76"/>
                </a:lnTo>
                <a:lnTo>
                  <a:pt x="137" y="74"/>
                </a:lnTo>
                <a:lnTo>
                  <a:pt x="135" y="74"/>
                </a:lnTo>
                <a:lnTo>
                  <a:pt x="133" y="73"/>
                </a:lnTo>
                <a:lnTo>
                  <a:pt x="131" y="72"/>
                </a:lnTo>
                <a:lnTo>
                  <a:pt x="130" y="70"/>
                </a:lnTo>
                <a:lnTo>
                  <a:pt x="127" y="69"/>
                </a:lnTo>
                <a:lnTo>
                  <a:pt x="123" y="69"/>
                </a:lnTo>
                <a:lnTo>
                  <a:pt x="125" y="69"/>
                </a:lnTo>
                <a:lnTo>
                  <a:pt x="128" y="67"/>
                </a:lnTo>
                <a:lnTo>
                  <a:pt x="129" y="67"/>
                </a:lnTo>
                <a:lnTo>
                  <a:pt x="130" y="67"/>
                </a:lnTo>
                <a:lnTo>
                  <a:pt x="132" y="65"/>
                </a:lnTo>
                <a:lnTo>
                  <a:pt x="132" y="63"/>
                </a:lnTo>
                <a:lnTo>
                  <a:pt x="133" y="62"/>
                </a:lnTo>
                <a:lnTo>
                  <a:pt x="136" y="61"/>
                </a:lnTo>
                <a:lnTo>
                  <a:pt x="136" y="55"/>
                </a:lnTo>
                <a:lnTo>
                  <a:pt x="138" y="53"/>
                </a:lnTo>
                <a:lnTo>
                  <a:pt x="138" y="51"/>
                </a:lnTo>
                <a:lnTo>
                  <a:pt x="136" y="47"/>
                </a:lnTo>
                <a:lnTo>
                  <a:pt x="135" y="46"/>
                </a:lnTo>
                <a:lnTo>
                  <a:pt x="129" y="45"/>
                </a:lnTo>
                <a:lnTo>
                  <a:pt x="127" y="47"/>
                </a:lnTo>
                <a:lnTo>
                  <a:pt x="120" y="47"/>
                </a:lnTo>
                <a:lnTo>
                  <a:pt x="120" y="49"/>
                </a:lnTo>
                <a:lnTo>
                  <a:pt x="119" y="51"/>
                </a:lnTo>
                <a:lnTo>
                  <a:pt x="118" y="50"/>
                </a:lnTo>
                <a:lnTo>
                  <a:pt x="117" y="48"/>
                </a:lnTo>
                <a:lnTo>
                  <a:pt x="113" y="50"/>
                </a:lnTo>
                <a:lnTo>
                  <a:pt x="113" y="52"/>
                </a:lnTo>
                <a:lnTo>
                  <a:pt x="112" y="50"/>
                </a:lnTo>
                <a:lnTo>
                  <a:pt x="111" y="48"/>
                </a:lnTo>
                <a:lnTo>
                  <a:pt x="110" y="49"/>
                </a:lnTo>
                <a:lnTo>
                  <a:pt x="111" y="50"/>
                </a:lnTo>
                <a:lnTo>
                  <a:pt x="106" y="52"/>
                </a:lnTo>
                <a:lnTo>
                  <a:pt x="106" y="44"/>
                </a:lnTo>
                <a:lnTo>
                  <a:pt x="105" y="44"/>
                </a:lnTo>
                <a:lnTo>
                  <a:pt x="100" y="40"/>
                </a:lnTo>
                <a:lnTo>
                  <a:pt x="95" y="32"/>
                </a:lnTo>
                <a:lnTo>
                  <a:pt x="95" y="31"/>
                </a:lnTo>
                <a:lnTo>
                  <a:pt x="99" y="27"/>
                </a:lnTo>
                <a:lnTo>
                  <a:pt x="90" y="0"/>
                </a:lnTo>
                <a:lnTo>
                  <a:pt x="86" y="1"/>
                </a:lnTo>
                <a:lnTo>
                  <a:pt x="77" y="1"/>
                </a:lnTo>
                <a:lnTo>
                  <a:pt x="72" y="3"/>
                </a:lnTo>
                <a:lnTo>
                  <a:pt x="70" y="5"/>
                </a:lnTo>
                <a:lnTo>
                  <a:pt x="70" y="6"/>
                </a:lnTo>
                <a:lnTo>
                  <a:pt x="69" y="7"/>
                </a:lnTo>
                <a:lnTo>
                  <a:pt x="71" y="8"/>
                </a:lnTo>
                <a:lnTo>
                  <a:pt x="70" y="9"/>
                </a:lnTo>
                <a:lnTo>
                  <a:pt x="72" y="12"/>
                </a:lnTo>
                <a:lnTo>
                  <a:pt x="70" y="14"/>
                </a:lnTo>
                <a:lnTo>
                  <a:pt x="71" y="16"/>
                </a:lnTo>
                <a:lnTo>
                  <a:pt x="71" y="17"/>
                </a:lnTo>
                <a:lnTo>
                  <a:pt x="70" y="18"/>
                </a:lnTo>
                <a:lnTo>
                  <a:pt x="66" y="20"/>
                </a:lnTo>
                <a:lnTo>
                  <a:pt x="63" y="20"/>
                </a:lnTo>
                <a:lnTo>
                  <a:pt x="61" y="21"/>
                </a:lnTo>
                <a:lnTo>
                  <a:pt x="57" y="24"/>
                </a:lnTo>
                <a:lnTo>
                  <a:pt x="56" y="25"/>
                </a:lnTo>
                <a:lnTo>
                  <a:pt x="56" y="24"/>
                </a:lnTo>
                <a:lnTo>
                  <a:pt x="55" y="22"/>
                </a:lnTo>
                <a:lnTo>
                  <a:pt x="55" y="22"/>
                </a:lnTo>
                <a:lnTo>
                  <a:pt x="54" y="21"/>
                </a:lnTo>
                <a:lnTo>
                  <a:pt x="49" y="22"/>
                </a:lnTo>
                <a:lnTo>
                  <a:pt x="47" y="25"/>
                </a:lnTo>
                <a:lnTo>
                  <a:pt x="43" y="26"/>
                </a:lnTo>
                <a:lnTo>
                  <a:pt x="37" y="30"/>
                </a:lnTo>
                <a:lnTo>
                  <a:pt x="34" y="33"/>
                </a:lnTo>
                <a:lnTo>
                  <a:pt x="30" y="38"/>
                </a:lnTo>
                <a:lnTo>
                  <a:pt x="30" y="40"/>
                </a:lnTo>
                <a:lnTo>
                  <a:pt x="28" y="43"/>
                </a:lnTo>
                <a:lnTo>
                  <a:pt x="14" y="44"/>
                </a:lnTo>
                <a:lnTo>
                  <a:pt x="13" y="49"/>
                </a:lnTo>
                <a:lnTo>
                  <a:pt x="11" y="53"/>
                </a:lnTo>
                <a:lnTo>
                  <a:pt x="9" y="59"/>
                </a:lnTo>
                <a:lnTo>
                  <a:pt x="6" y="67"/>
                </a:lnTo>
                <a:lnTo>
                  <a:pt x="4" y="70"/>
                </a:lnTo>
                <a:lnTo>
                  <a:pt x="0" y="73"/>
                </a:lnTo>
                <a:lnTo>
                  <a:pt x="0" y="77"/>
                </a:lnTo>
                <a:lnTo>
                  <a:pt x="1" y="77"/>
                </a:lnTo>
                <a:lnTo>
                  <a:pt x="2" y="77"/>
                </a:lnTo>
                <a:lnTo>
                  <a:pt x="3" y="76"/>
                </a:lnTo>
                <a:lnTo>
                  <a:pt x="9" y="76"/>
                </a:lnTo>
                <a:lnTo>
                  <a:pt x="10" y="75"/>
                </a:lnTo>
                <a:lnTo>
                  <a:pt x="11" y="76"/>
                </a:lnTo>
                <a:lnTo>
                  <a:pt x="12" y="76"/>
                </a:lnTo>
                <a:lnTo>
                  <a:pt x="13" y="75"/>
                </a:lnTo>
                <a:lnTo>
                  <a:pt x="14" y="76"/>
                </a:lnTo>
                <a:lnTo>
                  <a:pt x="14" y="77"/>
                </a:lnTo>
                <a:lnTo>
                  <a:pt x="15" y="79"/>
                </a:lnTo>
                <a:lnTo>
                  <a:pt x="14" y="81"/>
                </a:lnTo>
                <a:lnTo>
                  <a:pt x="15" y="82"/>
                </a:lnTo>
                <a:lnTo>
                  <a:pt x="23" y="82"/>
                </a:lnTo>
                <a:lnTo>
                  <a:pt x="25" y="84"/>
                </a:lnTo>
                <a:lnTo>
                  <a:pt x="26" y="84"/>
                </a:lnTo>
                <a:lnTo>
                  <a:pt x="26" y="85"/>
                </a:lnTo>
                <a:lnTo>
                  <a:pt x="24" y="85"/>
                </a:lnTo>
                <a:lnTo>
                  <a:pt x="24" y="87"/>
                </a:lnTo>
                <a:lnTo>
                  <a:pt x="26" y="87"/>
                </a:lnTo>
                <a:lnTo>
                  <a:pt x="34" y="87"/>
                </a:lnTo>
                <a:lnTo>
                  <a:pt x="36" y="95"/>
                </a:lnTo>
                <a:lnTo>
                  <a:pt x="36" y="97"/>
                </a:lnTo>
                <a:lnTo>
                  <a:pt x="36" y="97"/>
                </a:lnTo>
                <a:lnTo>
                  <a:pt x="38" y="96"/>
                </a:lnTo>
                <a:lnTo>
                  <a:pt x="42" y="97"/>
                </a:lnTo>
                <a:lnTo>
                  <a:pt x="42" y="96"/>
                </a:lnTo>
                <a:lnTo>
                  <a:pt x="44" y="96"/>
                </a:lnTo>
                <a:lnTo>
                  <a:pt x="45" y="97"/>
                </a:lnTo>
                <a:lnTo>
                  <a:pt x="46" y="97"/>
                </a:lnTo>
                <a:lnTo>
                  <a:pt x="47" y="98"/>
                </a:lnTo>
                <a:lnTo>
                  <a:pt x="48" y="99"/>
                </a:lnTo>
                <a:lnTo>
                  <a:pt x="48" y="99"/>
                </a:lnTo>
                <a:lnTo>
                  <a:pt x="49" y="99"/>
                </a:lnTo>
                <a:lnTo>
                  <a:pt x="51" y="100"/>
                </a:lnTo>
                <a:lnTo>
                  <a:pt x="52" y="100"/>
                </a:lnTo>
                <a:lnTo>
                  <a:pt x="52" y="100"/>
                </a:lnTo>
                <a:lnTo>
                  <a:pt x="52" y="100"/>
                </a:lnTo>
                <a:lnTo>
                  <a:pt x="53" y="100"/>
                </a:lnTo>
                <a:lnTo>
                  <a:pt x="56" y="98"/>
                </a:lnTo>
                <a:lnTo>
                  <a:pt x="57" y="99"/>
                </a:lnTo>
                <a:lnTo>
                  <a:pt x="58" y="99"/>
                </a:lnTo>
                <a:lnTo>
                  <a:pt x="59" y="101"/>
                </a:lnTo>
                <a:lnTo>
                  <a:pt x="59" y="101"/>
                </a:lnTo>
                <a:lnTo>
                  <a:pt x="60" y="102"/>
                </a:lnTo>
                <a:lnTo>
                  <a:pt x="62" y="104"/>
                </a:lnTo>
                <a:lnTo>
                  <a:pt x="63" y="103"/>
                </a:lnTo>
                <a:lnTo>
                  <a:pt x="65" y="104"/>
                </a:lnTo>
                <a:lnTo>
                  <a:pt x="65" y="104"/>
                </a:lnTo>
                <a:lnTo>
                  <a:pt x="66" y="105"/>
                </a:lnTo>
                <a:lnTo>
                  <a:pt x="66" y="104"/>
                </a:lnTo>
                <a:lnTo>
                  <a:pt x="66" y="104"/>
                </a:lnTo>
                <a:lnTo>
                  <a:pt x="67" y="102"/>
                </a:lnTo>
                <a:lnTo>
                  <a:pt x="68" y="102"/>
                </a:lnTo>
                <a:lnTo>
                  <a:pt x="69" y="102"/>
                </a:lnTo>
                <a:lnTo>
                  <a:pt x="73" y="103"/>
                </a:lnTo>
                <a:lnTo>
                  <a:pt x="72" y="100"/>
                </a:lnTo>
                <a:lnTo>
                  <a:pt x="74" y="99"/>
                </a:lnTo>
                <a:lnTo>
                  <a:pt x="74" y="98"/>
                </a:lnTo>
                <a:lnTo>
                  <a:pt x="73" y="98"/>
                </a:lnTo>
                <a:lnTo>
                  <a:pt x="74" y="97"/>
                </a:lnTo>
                <a:lnTo>
                  <a:pt x="75" y="97"/>
                </a:lnTo>
                <a:lnTo>
                  <a:pt x="76" y="97"/>
                </a:lnTo>
                <a:lnTo>
                  <a:pt x="75" y="96"/>
                </a:lnTo>
                <a:lnTo>
                  <a:pt x="76" y="96"/>
                </a:lnTo>
                <a:lnTo>
                  <a:pt x="76" y="95"/>
                </a:lnTo>
                <a:lnTo>
                  <a:pt x="78" y="96"/>
                </a:lnTo>
                <a:lnTo>
                  <a:pt x="80" y="96"/>
                </a:lnTo>
                <a:lnTo>
                  <a:pt x="80" y="94"/>
                </a:lnTo>
                <a:lnTo>
                  <a:pt x="80" y="93"/>
                </a:lnTo>
                <a:lnTo>
                  <a:pt x="80" y="92"/>
                </a:lnTo>
                <a:lnTo>
                  <a:pt x="80" y="92"/>
                </a:lnTo>
                <a:lnTo>
                  <a:pt x="79" y="91"/>
                </a:lnTo>
                <a:lnTo>
                  <a:pt x="79" y="89"/>
                </a:lnTo>
                <a:lnTo>
                  <a:pt x="79" y="88"/>
                </a:lnTo>
                <a:lnTo>
                  <a:pt x="80" y="84"/>
                </a:lnTo>
                <a:lnTo>
                  <a:pt x="80" y="83"/>
                </a:lnTo>
                <a:lnTo>
                  <a:pt x="80" y="82"/>
                </a:lnTo>
                <a:lnTo>
                  <a:pt x="83" y="82"/>
                </a:lnTo>
                <a:lnTo>
                  <a:pt x="86" y="83"/>
                </a:lnTo>
                <a:lnTo>
                  <a:pt x="87" y="84"/>
                </a:lnTo>
                <a:lnTo>
                  <a:pt x="87" y="84"/>
                </a:lnTo>
                <a:lnTo>
                  <a:pt x="88" y="84"/>
                </a:lnTo>
                <a:lnTo>
                  <a:pt x="89" y="85"/>
                </a:lnTo>
                <a:lnTo>
                  <a:pt x="92" y="87"/>
                </a:lnTo>
                <a:lnTo>
                  <a:pt x="92" y="88"/>
                </a:lnTo>
                <a:lnTo>
                  <a:pt x="97" y="91"/>
                </a:lnTo>
                <a:lnTo>
                  <a:pt x="98" y="93"/>
                </a:lnTo>
                <a:lnTo>
                  <a:pt x="101" y="91"/>
                </a:lnTo>
                <a:lnTo>
                  <a:pt x="101" y="90"/>
                </a:lnTo>
                <a:lnTo>
                  <a:pt x="102" y="89"/>
                </a:lnTo>
                <a:lnTo>
                  <a:pt x="102" y="87"/>
                </a:lnTo>
                <a:lnTo>
                  <a:pt x="103" y="87"/>
                </a:lnTo>
                <a:lnTo>
                  <a:pt x="104" y="87"/>
                </a:lnTo>
                <a:lnTo>
                  <a:pt x="105" y="89"/>
                </a:lnTo>
                <a:lnTo>
                  <a:pt x="106" y="89"/>
                </a:lnTo>
                <a:lnTo>
                  <a:pt x="107" y="90"/>
                </a:lnTo>
                <a:lnTo>
                  <a:pt x="108" y="89"/>
                </a:lnTo>
                <a:lnTo>
                  <a:pt x="108" y="89"/>
                </a:lnTo>
                <a:lnTo>
                  <a:pt x="109" y="89"/>
                </a:lnTo>
                <a:lnTo>
                  <a:pt x="110" y="87"/>
                </a:lnTo>
                <a:lnTo>
                  <a:pt x="111" y="87"/>
                </a:lnTo>
                <a:lnTo>
                  <a:pt x="111" y="87"/>
                </a:lnTo>
                <a:lnTo>
                  <a:pt x="113" y="88"/>
                </a:lnTo>
                <a:lnTo>
                  <a:pt x="114" y="89"/>
                </a:lnTo>
                <a:lnTo>
                  <a:pt x="115" y="89"/>
                </a:lnTo>
                <a:lnTo>
                  <a:pt x="116" y="90"/>
                </a:lnTo>
                <a:lnTo>
                  <a:pt x="116" y="91"/>
                </a:lnTo>
                <a:lnTo>
                  <a:pt x="118" y="94"/>
                </a:lnTo>
                <a:lnTo>
                  <a:pt x="120" y="96"/>
                </a:lnTo>
                <a:lnTo>
                  <a:pt x="122" y="98"/>
                </a:lnTo>
                <a:lnTo>
                  <a:pt x="123" y="98"/>
                </a:lnTo>
                <a:lnTo>
                  <a:pt x="123" y="100"/>
                </a:lnTo>
                <a:lnTo>
                  <a:pt x="125" y="102"/>
                </a:lnTo>
                <a:lnTo>
                  <a:pt x="132" y="106"/>
                </a:lnTo>
                <a:lnTo>
                  <a:pt x="133" y="107"/>
                </a:lnTo>
                <a:lnTo>
                  <a:pt x="134" y="108"/>
                </a:lnTo>
                <a:lnTo>
                  <a:pt x="134" y="105"/>
                </a:lnTo>
                <a:lnTo>
                  <a:pt x="133" y="105"/>
                </a:lnTo>
                <a:lnTo>
                  <a:pt x="133" y="103"/>
                </a:lnTo>
                <a:lnTo>
                  <a:pt x="132" y="103"/>
                </a:lnTo>
                <a:lnTo>
                  <a:pt x="131" y="102"/>
                </a:lnTo>
                <a:lnTo>
                  <a:pt x="132" y="101"/>
                </a:lnTo>
                <a:lnTo>
                  <a:pt x="132" y="101"/>
                </a:lnTo>
                <a:lnTo>
                  <a:pt x="133" y="101"/>
                </a:lnTo>
                <a:lnTo>
                  <a:pt x="133" y="101"/>
                </a:lnTo>
                <a:lnTo>
                  <a:pt x="134" y="102"/>
                </a:lnTo>
                <a:lnTo>
                  <a:pt x="135" y="103"/>
                </a:lnTo>
                <a:lnTo>
                  <a:pt x="136" y="104"/>
                </a:lnTo>
                <a:lnTo>
                  <a:pt x="136" y="104"/>
                </a:lnTo>
                <a:lnTo>
                  <a:pt x="137" y="105"/>
                </a:lnTo>
                <a:lnTo>
                  <a:pt x="137" y="105"/>
                </a:lnTo>
                <a:lnTo>
                  <a:pt x="138" y="106"/>
                </a:lnTo>
                <a:lnTo>
                  <a:pt x="138" y="106"/>
                </a:lnTo>
                <a:lnTo>
                  <a:pt x="139" y="107"/>
                </a:lnTo>
                <a:lnTo>
                  <a:pt x="139" y="107"/>
                </a:lnTo>
                <a:lnTo>
                  <a:pt x="139" y="106"/>
                </a:lnTo>
                <a:lnTo>
                  <a:pt x="140" y="107"/>
                </a:lnTo>
                <a:lnTo>
                  <a:pt x="141" y="107"/>
                </a:lnTo>
                <a:lnTo>
                  <a:pt x="142" y="107"/>
                </a:lnTo>
                <a:lnTo>
                  <a:pt x="143" y="107"/>
                </a:lnTo>
                <a:lnTo>
                  <a:pt x="144" y="108"/>
                </a:lnTo>
                <a:lnTo>
                  <a:pt x="145" y="110"/>
                </a:lnTo>
                <a:lnTo>
                  <a:pt x="146" y="110"/>
                </a:lnTo>
                <a:lnTo>
                  <a:pt x="147" y="109"/>
                </a:lnTo>
                <a:lnTo>
                  <a:pt x="147" y="110"/>
                </a:lnTo>
                <a:lnTo>
                  <a:pt x="147" y="110"/>
                </a:lnTo>
                <a:lnTo>
                  <a:pt x="147" y="111"/>
                </a:lnTo>
                <a:lnTo>
                  <a:pt x="146" y="112"/>
                </a:lnTo>
                <a:lnTo>
                  <a:pt x="146" y="113"/>
                </a:lnTo>
                <a:lnTo>
                  <a:pt x="147" y="113"/>
                </a:lnTo>
                <a:lnTo>
                  <a:pt x="148" y="113"/>
                </a:lnTo>
                <a:lnTo>
                  <a:pt x="150" y="115"/>
                </a:lnTo>
                <a:lnTo>
                  <a:pt x="150" y="115"/>
                </a:lnTo>
                <a:lnTo>
                  <a:pt x="151" y="116"/>
                </a:lnTo>
                <a:lnTo>
                  <a:pt x="152" y="117"/>
                </a:lnTo>
                <a:lnTo>
                  <a:pt x="153" y="117"/>
                </a:lnTo>
                <a:lnTo>
                  <a:pt x="154" y="118"/>
                </a:lnTo>
                <a:lnTo>
                  <a:pt x="155" y="118"/>
                </a:lnTo>
                <a:lnTo>
                  <a:pt x="156" y="117"/>
                </a:lnTo>
                <a:lnTo>
                  <a:pt x="159" y="118"/>
                </a:lnTo>
                <a:lnTo>
                  <a:pt x="160" y="119"/>
                </a:lnTo>
                <a:lnTo>
                  <a:pt x="160" y="120"/>
                </a:lnTo>
                <a:lnTo>
                  <a:pt x="162" y="121"/>
                </a:lnTo>
                <a:lnTo>
                  <a:pt x="162" y="122"/>
                </a:lnTo>
                <a:lnTo>
                  <a:pt x="165" y="120"/>
                </a:lnTo>
                <a:lnTo>
                  <a:pt x="166" y="120"/>
                </a:lnTo>
                <a:lnTo>
                  <a:pt x="166" y="121"/>
                </a:lnTo>
                <a:lnTo>
                  <a:pt x="166" y="122"/>
                </a:lnTo>
                <a:lnTo>
                  <a:pt x="166" y="122"/>
                </a:lnTo>
                <a:lnTo>
                  <a:pt x="168" y="124"/>
                </a:lnTo>
                <a:lnTo>
                  <a:pt x="167" y="126"/>
                </a:lnTo>
                <a:lnTo>
                  <a:pt x="168" y="126"/>
                </a:lnTo>
                <a:lnTo>
                  <a:pt x="169" y="127"/>
                </a:lnTo>
                <a:lnTo>
                  <a:pt x="171" y="128"/>
                </a:lnTo>
                <a:lnTo>
                  <a:pt x="171" y="128"/>
                </a:lnTo>
                <a:lnTo>
                  <a:pt x="173" y="130"/>
                </a:lnTo>
                <a:lnTo>
                  <a:pt x="173" y="130"/>
                </a:lnTo>
                <a:lnTo>
                  <a:pt x="173" y="131"/>
                </a:lnTo>
                <a:lnTo>
                  <a:pt x="176" y="133"/>
                </a:lnTo>
                <a:lnTo>
                  <a:pt x="177" y="135"/>
                </a:lnTo>
                <a:lnTo>
                  <a:pt x="175" y="135"/>
                </a:lnTo>
                <a:lnTo>
                  <a:pt x="174" y="135"/>
                </a:lnTo>
                <a:lnTo>
                  <a:pt x="174" y="137"/>
                </a:lnTo>
                <a:lnTo>
                  <a:pt x="173" y="138"/>
                </a:lnTo>
                <a:lnTo>
                  <a:pt x="175" y="139"/>
                </a:lnTo>
                <a:lnTo>
                  <a:pt x="175" y="140"/>
                </a:lnTo>
                <a:lnTo>
                  <a:pt x="176" y="140"/>
                </a:lnTo>
                <a:lnTo>
                  <a:pt x="178" y="142"/>
                </a:lnTo>
                <a:lnTo>
                  <a:pt x="177" y="142"/>
                </a:lnTo>
                <a:lnTo>
                  <a:pt x="176" y="143"/>
                </a:lnTo>
                <a:lnTo>
                  <a:pt x="176" y="143"/>
                </a:lnTo>
                <a:lnTo>
                  <a:pt x="176" y="144"/>
                </a:lnTo>
                <a:lnTo>
                  <a:pt x="176" y="145"/>
                </a:lnTo>
                <a:lnTo>
                  <a:pt x="178" y="146"/>
                </a:lnTo>
                <a:lnTo>
                  <a:pt x="178" y="146"/>
                </a:lnTo>
                <a:lnTo>
                  <a:pt x="178" y="147"/>
                </a:lnTo>
                <a:lnTo>
                  <a:pt x="178" y="147"/>
                </a:lnTo>
                <a:lnTo>
                  <a:pt x="179" y="149"/>
                </a:lnTo>
                <a:lnTo>
                  <a:pt x="179" y="149"/>
                </a:lnTo>
                <a:lnTo>
                  <a:pt x="180" y="152"/>
                </a:lnTo>
                <a:lnTo>
                  <a:pt x="181" y="152"/>
                </a:lnTo>
                <a:lnTo>
                  <a:pt x="181" y="153"/>
                </a:lnTo>
                <a:lnTo>
                  <a:pt x="183" y="154"/>
                </a:lnTo>
                <a:lnTo>
                  <a:pt x="183" y="155"/>
                </a:lnTo>
                <a:lnTo>
                  <a:pt x="184" y="155"/>
                </a:lnTo>
                <a:lnTo>
                  <a:pt x="183" y="156"/>
                </a:lnTo>
                <a:lnTo>
                  <a:pt x="182" y="156"/>
                </a:lnTo>
                <a:lnTo>
                  <a:pt x="182" y="157"/>
                </a:lnTo>
                <a:lnTo>
                  <a:pt x="182" y="157"/>
                </a:lnTo>
                <a:lnTo>
                  <a:pt x="181" y="158"/>
                </a:lnTo>
                <a:lnTo>
                  <a:pt x="180" y="158"/>
                </a:lnTo>
                <a:lnTo>
                  <a:pt x="182" y="159"/>
                </a:lnTo>
                <a:lnTo>
                  <a:pt x="182" y="160"/>
                </a:lnTo>
                <a:lnTo>
                  <a:pt x="182" y="160"/>
                </a:lnTo>
                <a:lnTo>
                  <a:pt x="181" y="162"/>
                </a:lnTo>
                <a:lnTo>
                  <a:pt x="181" y="164"/>
                </a:lnTo>
                <a:lnTo>
                  <a:pt x="178" y="163"/>
                </a:lnTo>
                <a:lnTo>
                  <a:pt x="177" y="164"/>
                </a:lnTo>
                <a:lnTo>
                  <a:pt x="177" y="165"/>
                </a:lnTo>
                <a:lnTo>
                  <a:pt x="177" y="167"/>
                </a:lnTo>
                <a:lnTo>
                  <a:pt x="178" y="168"/>
                </a:lnTo>
                <a:lnTo>
                  <a:pt x="178" y="169"/>
                </a:lnTo>
                <a:lnTo>
                  <a:pt x="179" y="170"/>
                </a:lnTo>
                <a:lnTo>
                  <a:pt x="178" y="170"/>
                </a:lnTo>
                <a:lnTo>
                  <a:pt x="177" y="171"/>
                </a:lnTo>
                <a:lnTo>
                  <a:pt x="178" y="171"/>
                </a:lnTo>
                <a:lnTo>
                  <a:pt x="177" y="171"/>
                </a:lnTo>
                <a:lnTo>
                  <a:pt x="177" y="171"/>
                </a:lnTo>
                <a:lnTo>
                  <a:pt x="174" y="170"/>
                </a:lnTo>
                <a:lnTo>
                  <a:pt x="173" y="169"/>
                </a:lnTo>
                <a:lnTo>
                  <a:pt x="173" y="170"/>
                </a:lnTo>
                <a:lnTo>
                  <a:pt x="172" y="172"/>
                </a:lnTo>
                <a:lnTo>
                  <a:pt x="172" y="173"/>
                </a:lnTo>
                <a:lnTo>
                  <a:pt x="171" y="173"/>
                </a:lnTo>
                <a:lnTo>
                  <a:pt x="170" y="173"/>
                </a:lnTo>
                <a:lnTo>
                  <a:pt x="169" y="173"/>
                </a:lnTo>
                <a:lnTo>
                  <a:pt x="169" y="174"/>
                </a:lnTo>
                <a:lnTo>
                  <a:pt x="170" y="175"/>
                </a:lnTo>
                <a:lnTo>
                  <a:pt x="170" y="175"/>
                </a:lnTo>
                <a:lnTo>
                  <a:pt x="169" y="176"/>
                </a:lnTo>
                <a:lnTo>
                  <a:pt x="171" y="177"/>
                </a:lnTo>
                <a:lnTo>
                  <a:pt x="170" y="177"/>
                </a:lnTo>
                <a:lnTo>
                  <a:pt x="171" y="179"/>
                </a:lnTo>
                <a:lnTo>
                  <a:pt x="170" y="179"/>
                </a:lnTo>
                <a:lnTo>
                  <a:pt x="169" y="180"/>
                </a:lnTo>
                <a:lnTo>
                  <a:pt x="169" y="181"/>
                </a:lnTo>
                <a:lnTo>
                  <a:pt x="168" y="181"/>
                </a:lnTo>
                <a:lnTo>
                  <a:pt x="168" y="181"/>
                </a:lnTo>
                <a:lnTo>
                  <a:pt x="168" y="182"/>
                </a:lnTo>
                <a:lnTo>
                  <a:pt x="165" y="183"/>
                </a:lnTo>
                <a:lnTo>
                  <a:pt x="164" y="184"/>
                </a:lnTo>
                <a:lnTo>
                  <a:pt x="165" y="185"/>
                </a:lnTo>
                <a:lnTo>
                  <a:pt x="163" y="185"/>
                </a:lnTo>
                <a:lnTo>
                  <a:pt x="162" y="185"/>
                </a:lnTo>
                <a:lnTo>
                  <a:pt x="162" y="191"/>
                </a:lnTo>
                <a:lnTo>
                  <a:pt x="162" y="192"/>
                </a:lnTo>
                <a:lnTo>
                  <a:pt x="163" y="193"/>
                </a:lnTo>
                <a:lnTo>
                  <a:pt x="165" y="193"/>
                </a:lnTo>
                <a:lnTo>
                  <a:pt x="166" y="194"/>
                </a:lnTo>
                <a:lnTo>
                  <a:pt x="166" y="195"/>
                </a:lnTo>
                <a:lnTo>
                  <a:pt x="168" y="197"/>
                </a:lnTo>
                <a:lnTo>
                  <a:pt x="167" y="197"/>
                </a:lnTo>
                <a:lnTo>
                  <a:pt x="166" y="199"/>
                </a:lnTo>
                <a:lnTo>
                  <a:pt x="164" y="199"/>
                </a:lnTo>
                <a:lnTo>
                  <a:pt x="164" y="200"/>
                </a:lnTo>
                <a:lnTo>
                  <a:pt x="163" y="200"/>
                </a:lnTo>
                <a:lnTo>
                  <a:pt x="164" y="201"/>
                </a:lnTo>
                <a:lnTo>
                  <a:pt x="163" y="202"/>
                </a:lnTo>
                <a:lnTo>
                  <a:pt x="162" y="201"/>
                </a:lnTo>
                <a:lnTo>
                  <a:pt x="162" y="203"/>
                </a:lnTo>
                <a:lnTo>
                  <a:pt x="161" y="202"/>
                </a:lnTo>
                <a:lnTo>
                  <a:pt x="160" y="202"/>
                </a:lnTo>
                <a:lnTo>
                  <a:pt x="160" y="202"/>
                </a:lnTo>
                <a:lnTo>
                  <a:pt x="159" y="202"/>
                </a:lnTo>
                <a:lnTo>
                  <a:pt x="158" y="203"/>
                </a:lnTo>
                <a:lnTo>
                  <a:pt x="158" y="203"/>
                </a:lnTo>
                <a:lnTo>
                  <a:pt x="158" y="202"/>
                </a:lnTo>
                <a:lnTo>
                  <a:pt x="157" y="202"/>
                </a:lnTo>
                <a:lnTo>
                  <a:pt x="156" y="201"/>
                </a:lnTo>
                <a:lnTo>
                  <a:pt x="155" y="200"/>
                </a:lnTo>
                <a:lnTo>
                  <a:pt x="154" y="200"/>
                </a:lnTo>
                <a:lnTo>
                  <a:pt x="154" y="200"/>
                </a:lnTo>
                <a:lnTo>
                  <a:pt x="151" y="199"/>
                </a:lnTo>
                <a:lnTo>
                  <a:pt x="151" y="199"/>
                </a:lnTo>
                <a:lnTo>
                  <a:pt x="149" y="198"/>
                </a:lnTo>
                <a:lnTo>
                  <a:pt x="149" y="197"/>
                </a:lnTo>
                <a:lnTo>
                  <a:pt x="148" y="197"/>
                </a:lnTo>
                <a:lnTo>
                  <a:pt x="148" y="197"/>
                </a:lnTo>
                <a:lnTo>
                  <a:pt x="146" y="197"/>
                </a:lnTo>
                <a:lnTo>
                  <a:pt x="144" y="196"/>
                </a:lnTo>
                <a:lnTo>
                  <a:pt x="143" y="196"/>
                </a:lnTo>
                <a:lnTo>
                  <a:pt x="142" y="197"/>
                </a:lnTo>
                <a:lnTo>
                  <a:pt x="142" y="197"/>
                </a:lnTo>
                <a:lnTo>
                  <a:pt x="141" y="198"/>
                </a:lnTo>
                <a:lnTo>
                  <a:pt x="141" y="199"/>
                </a:lnTo>
                <a:lnTo>
                  <a:pt x="140" y="200"/>
                </a:lnTo>
                <a:lnTo>
                  <a:pt x="142" y="203"/>
                </a:lnTo>
                <a:lnTo>
                  <a:pt x="142" y="204"/>
                </a:lnTo>
                <a:lnTo>
                  <a:pt x="143" y="205"/>
                </a:lnTo>
                <a:lnTo>
                  <a:pt x="143" y="205"/>
                </a:lnTo>
                <a:lnTo>
                  <a:pt x="144" y="206"/>
                </a:lnTo>
                <a:lnTo>
                  <a:pt x="144" y="207"/>
                </a:lnTo>
                <a:lnTo>
                  <a:pt x="145" y="207"/>
                </a:lnTo>
                <a:lnTo>
                  <a:pt x="145" y="208"/>
                </a:lnTo>
                <a:lnTo>
                  <a:pt x="147" y="208"/>
                </a:lnTo>
                <a:lnTo>
                  <a:pt x="147" y="209"/>
                </a:lnTo>
                <a:lnTo>
                  <a:pt x="148" y="209"/>
                </a:lnTo>
                <a:lnTo>
                  <a:pt x="148" y="211"/>
                </a:lnTo>
                <a:lnTo>
                  <a:pt x="147" y="211"/>
                </a:lnTo>
                <a:lnTo>
                  <a:pt x="147" y="212"/>
                </a:lnTo>
                <a:lnTo>
                  <a:pt x="147" y="212"/>
                </a:lnTo>
                <a:lnTo>
                  <a:pt x="149" y="212"/>
                </a:lnTo>
                <a:lnTo>
                  <a:pt x="151" y="213"/>
                </a:lnTo>
                <a:lnTo>
                  <a:pt x="152" y="213"/>
                </a:lnTo>
                <a:lnTo>
                  <a:pt x="152" y="212"/>
                </a:lnTo>
                <a:lnTo>
                  <a:pt x="154" y="212"/>
                </a:lnTo>
                <a:lnTo>
                  <a:pt x="155" y="212"/>
                </a:lnTo>
                <a:lnTo>
                  <a:pt x="156" y="214"/>
                </a:lnTo>
                <a:lnTo>
                  <a:pt x="156" y="216"/>
                </a:lnTo>
                <a:lnTo>
                  <a:pt x="158" y="216"/>
                </a:lnTo>
                <a:lnTo>
                  <a:pt x="159" y="215"/>
                </a:lnTo>
                <a:lnTo>
                  <a:pt x="160" y="215"/>
                </a:lnTo>
                <a:lnTo>
                  <a:pt x="160" y="214"/>
                </a:lnTo>
                <a:lnTo>
                  <a:pt x="161" y="215"/>
                </a:lnTo>
                <a:lnTo>
                  <a:pt x="161" y="216"/>
                </a:lnTo>
                <a:lnTo>
                  <a:pt x="161" y="217"/>
                </a:lnTo>
                <a:lnTo>
                  <a:pt x="162" y="218"/>
                </a:lnTo>
                <a:lnTo>
                  <a:pt x="160" y="219"/>
                </a:lnTo>
                <a:lnTo>
                  <a:pt x="160" y="221"/>
                </a:lnTo>
                <a:lnTo>
                  <a:pt x="158" y="222"/>
                </a:lnTo>
                <a:lnTo>
                  <a:pt x="158" y="222"/>
                </a:lnTo>
                <a:lnTo>
                  <a:pt x="159" y="223"/>
                </a:lnTo>
                <a:lnTo>
                  <a:pt x="159" y="224"/>
                </a:lnTo>
                <a:lnTo>
                  <a:pt x="159" y="225"/>
                </a:lnTo>
                <a:lnTo>
                  <a:pt x="160" y="226"/>
                </a:lnTo>
                <a:lnTo>
                  <a:pt x="161" y="224"/>
                </a:lnTo>
                <a:lnTo>
                  <a:pt x="164" y="223"/>
                </a:lnTo>
                <a:lnTo>
                  <a:pt x="165" y="221"/>
                </a:lnTo>
                <a:lnTo>
                  <a:pt x="166" y="223"/>
                </a:lnTo>
                <a:lnTo>
                  <a:pt x="167" y="222"/>
                </a:lnTo>
                <a:lnTo>
                  <a:pt x="166" y="220"/>
                </a:lnTo>
                <a:lnTo>
                  <a:pt x="167" y="219"/>
                </a:lnTo>
                <a:lnTo>
                  <a:pt x="170" y="219"/>
                </a:lnTo>
                <a:lnTo>
                  <a:pt x="171" y="218"/>
                </a:lnTo>
                <a:lnTo>
                  <a:pt x="171" y="218"/>
                </a:lnTo>
                <a:lnTo>
                  <a:pt x="171" y="216"/>
                </a:lnTo>
                <a:lnTo>
                  <a:pt x="172" y="216"/>
                </a:lnTo>
                <a:lnTo>
                  <a:pt x="171" y="215"/>
                </a:lnTo>
                <a:lnTo>
                  <a:pt x="169" y="214"/>
                </a:lnTo>
                <a:lnTo>
                  <a:pt x="169" y="213"/>
                </a:lnTo>
                <a:lnTo>
                  <a:pt x="169" y="212"/>
                </a:lnTo>
                <a:lnTo>
                  <a:pt x="168" y="212"/>
                </a:lnTo>
                <a:lnTo>
                  <a:pt x="169" y="211"/>
                </a:lnTo>
                <a:lnTo>
                  <a:pt x="168" y="210"/>
                </a:lnTo>
                <a:lnTo>
                  <a:pt x="167" y="210"/>
                </a:lnTo>
                <a:lnTo>
                  <a:pt x="168" y="209"/>
                </a:lnTo>
                <a:lnTo>
                  <a:pt x="168" y="209"/>
                </a:lnTo>
                <a:lnTo>
                  <a:pt x="165" y="206"/>
                </a:lnTo>
                <a:lnTo>
                  <a:pt x="166" y="206"/>
                </a:lnTo>
                <a:lnTo>
                  <a:pt x="167" y="206"/>
                </a:lnTo>
                <a:lnTo>
                  <a:pt x="168" y="206"/>
                </a:lnTo>
                <a:lnTo>
                  <a:pt x="168" y="206"/>
                </a:lnTo>
                <a:lnTo>
                  <a:pt x="169" y="206"/>
                </a:lnTo>
                <a:lnTo>
                  <a:pt x="169" y="206"/>
                </a:lnTo>
                <a:lnTo>
                  <a:pt x="170" y="206"/>
                </a:lnTo>
                <a:lnTo>
                  <a:pt x="171" y="203"/>
                </a:lnTo>
                <a:lnTo>
                  <a:pt x="172" y="204"/>
                </a:lnTo>
                <a:lnTo>
                  <a:pt x="174" y="203"/>
                </a:lnTo>
                <a:lnTo>
                  <a:pt x="175" y="204"/>
                </a:lnTo>
                <a:lnTo>
                  <a:pt x="175" y="203"/>
                </a:lnTo>
                <a:lnTo>
                  <a:pt x="174" y="202"/>
                </a:lnTo>
                <a:lnTo>
                  <a:pt x="175" y="202"/>
                </a:lnTo>
                <a:lnTo>
                  <a:pt x="177" y="200"/>
                </a:lnTo>
                <a:lnTo>
                  <a:pt x="177" y="200"/>
                </a:lnTo>
                <a:lnTo>
                  <a:pt x="178" y="199"/>
                </a:lnTo>
                <a:lnTo>
                  <a:pt x="179" y="199"/>
                </a:lnTo>
                <a:lnTo>
                  <a:pt x="179" y="199"/>
                </a:lnTo>
                <a:lnTo>
                  <a:pt x="180" y="199"/>
                </a:lnTo>
                <a:lnTo>
                  <a:pt x="181" y="200"/>
                </a:lnTo>
                <a:lnTo>
                  <a:pt x="181" y="201"/>
                </a:lnTo>
                <a:lnTo>
                  <a:pt x="182" y="201"/>
                </a:lnTo>
                <a:lnTo>
                  <a:pt x="183" y="202"/>
                </a:lnTo>
                <a:lnTo>
                  <a:pt x="184" y="202"/>
                </a:lnTo>
                <a:lnTo>
                  <a:pt x="184" y="203"/>
                </a:lnTo>
                <a:lnTo>
                  <a:pt x="185" y="204"/>
                </a:lnTo>
                <a:lnTo>
                  <a:pt x="184" y="204"/>
                </a:lnTo>
                <a:lnTo>
                  <a:pt x="184" y="205"/>
                </a:lnTo>
                <a:lnTo>
                  <a:pt x="184" y="205"/>
                </a:lnTo>
                <a:lnTo>
                  <a:pt x="184" y="206"/>
                </a:lnTo>
                <a:lnTo>
                  <a:pt x="184" y="207"/>
                </a:lnTo>
                <a:lnTo>
                  <a:pt x="185" y="208"/>
                </a:lnTo>
                <a:lnTo>
                  <a:pt x="184" y="210"/>
                </a:lnTo>
                <a:lnTo>
                  <a:pt x="184" y="210"/>
                </a:lnTo>
                <a:lnTo>
                  <a:pt x="186" y="210"/>
                </a:lnTo>
                <a:lnTo>
                  <a:pt x="186" y="210"/>
                </a:lnTo>
                <a:lnTo>
                  <a:pt x="187" y="210"/>
                </a:lnTo>
                <a:lnTo>
                  <a:pt x="187" y="211"/>
                </a:lnTo>
                <a:lnTo>
                  <a:pt x="188" y="212"/>
                </a:lnTo>
                <a:lnTo>
                  <a:pt x="189" y="211"/>
                </a:lnTo>
                <a:lnTo>
                  <a:pt x="190" y="210"/>
                </a:lnTo>
                <a:lnTo>
                  <a:pt x="191" y="210"/>
                </a:lnTo>
                <a:lnTo>
                  <a:pt x="191" y="212"/>
                </a:lnTo>
                <a:lnTo>
                  <a:pt x="191" y="213"/>
                </a:lnTo>
                <a:lnTo>
                  <a:pt x="192" y="213"/>
                </a:lnTo>
                <a:lnTo>
                  <a:pt x="192" y="212"/>
                </a:lnTo>
                <a:lnTo>
                  <a:pt x="196" y="214"/>
                </a:lnTo>
                <a:lnTo>
                  <a:pt x="197" y="213"/>
                </a:lnTo>
                <a:lnTo>
                  <a:pt x="199" y="213"/>
                </a:lnTo>
                <a:lnTo>
                  <a:pt x="201" y="213"/>
                </a:lnTo>
                <a:lnTo>
                  <a:pt x="202" y="214"/>
                </a:lnTo>
                <a:lnTo>
                  <a:pt x="203" y="215"/>
                </a:lnTo>
                <a:lnTo>
                  <a:pt x="203" y="216"/>
                </a:lnTo>
                <a:lnTo>
                  <a:pt x="204" y="220"/>
                </a:lnTo>
                <a:lnTo>
                  <a:pt x="205" y="220"/>
                </a:lnTo>
                <a:lnTo>
                  <a:pt x="205" y="221"/>
                </a:lnTo>
                <a:lnTo>
                  <a:pt x="207" y="221"/>
                </a:lnTo>
                <a:lnTo>
                  <a:pt x="208" y="221"/>
                </a:lnTo>
                <a:lnTo>
                  <a:pt x="207" y="222"/>
                </a:lnTo>
                <a:lnTo>
                  <a:pt x="206" y="222"/>
                </a:lnTo>
                <a:lnTo>
                  <a:pt x="205" y="222"/>
                </a:lnTo>
                <a:lnTo>
                  <a:pt x="207" y="226"/>
                </a:lnTo>
                <a:lnTo>
                  <a:pt x="206" y="228"/>
                </a:lnTo>
                <a:lnTo>
                  <a:pt x="207" y="228"/>
                </a:lnTo>
                <a:lnTo>
                  <a:pt x="208" y="229"/>
                </a:lnTo>
                <a:lnTo>
                  <a:pt x="207" y="229"/>
                </a:lnTo>
                <a:lnTo>
                  <a:pt x="207" y="230"/>
                </a:lnTo>
                <a:lnTo>
                  <a:pt x="205" y="230"/>
                </a:lnTo>
                <a:lnTo>
                  <a:pt x="205" y="231"/>
                </a:lnTo>
                <a:lnTo>
                  <a:pt x="205" y="233"/>
                </a:lnTo>
                <a:lnTo>
                  <a:pt x="206" y="233"/>
                </a:lnTo>
                <a:lnTo>
                  <a:pt x="208" y="235"/>
                </a:lnTo>
                <a:lnTo>
                  <a:pt x="209" y="234"/>
                </a:lnTo>
                <a:lnTo>
                  <a:pt x="210" y="235"/>
                </a:lnTo>
                <a:lnTo>
                  <a:pt x="211" y="235"/>
                </a:lnTo>
                <a:lnTo>
                  <a:pt x="212" y="237"/>
                </a:lnTo>
                <a:lnTo>
                  <a:pt x="213" y="236"/>
                </a:lnTo>
                <a:lnTo>
                  <a:pt x="214" y="237"/>
                </a:lnTo>
                <a:lnTo>
                  <a:pt x="215" y="237"/>
                </a:lnTo>
                <a:lnTo>
                  <a:pt x="216" y="238"/>
                </a:lnTo>
                <a:lnTo>
                  <a:pt x="219" y="237"/>
                </a:lnTo>
                <a:lnTo>
                  <a:pt x="220" y="237"/>
                </a:lnTo>
                <a:lnTo>
                  <a:pt x="221" y="238"/>
                </a:lnTo>
                <a:lnTo>
                  <a:pt x="222" y="237"/>
                </a:lnTo>
                <a:lnTo>
                  <a:pt x="223" y="236"/>
                </a:lnTo>
                <a:lnTo>
                  <a:pt x="224" y="237"/>
                </a:lnTo>
                <a:lnTo>
                  <a:pt x="225" y="235"/>
                </a:lnTo>
                <a:lnTo>
                  <a:pt x="227" y="235"/>
                </a:lnTo>
                <a:lnTo>
                  <a:pt x="227" y="234"/>
                </a:lnTo>
                <a:lnTo>
                  <a:pt x="226" y="234"/>
                </a:lnTo>
                <a:lnTo>
                  <a:pt x="226" y="232"/>
                </a:lnTo>
                <a:lnTo>
                  <a:pt x="226" y="231"/>
                </a:lnTo>
                <a:lnTo>
                  <a:pt x="226" y="231"/>
                </a:lnTo>
                <a:lnTo>
                  <a:pt x="228" y="231"/>
                </a:lnTo>
                <a:lnTo>
                  <a:pt x="229" y="232"/>
                </a:lnTo>
                <a:lnTo>
                  <a:pt x="232" y="231"/>
                </a:lnTo>
                <a:lnTo>
                  <a:pt x="234" y="230"/>
                </a:lnTo>
                <a:lnTo>
                  <a:pt x="235" y="230"/>
                </a:lnTo>
                <a:lnTo>
                  <a:pt x="236" y="229"/>
                </a:lnTo>
                <a:lnTo>
                  <a:pt x="236" y="228"/>
                </a:lnTo>
                <a:lnTo>
                  <a:pt x="236" y="227"/>
                </a:lnTo>
                <a:lnTo>
                  <a:pt x="236" y="226"/>
                </a:lnTo>
                <a:lnTo>
                  <a:pt x="236" y="225"/>
                </a:lnTo>
                <a:lnTo>
                  <a:pt x="235" y="225"/>
                </a:lnTo>
                <a:lnTo>
                  <a:pt x="236" y="225"/>
                </a:lnTo>
                <a:lnTo>
                  <a:pt x="237" y="225"/>
                </a:lnTo>
                <a:lnTo>
                  <a:pt x="236" y="224"/>
                </a:lnTo>
                <a:lnTo>
                  <a:pt x="236" y="223"/>
                </a:lnTo>
                <a:lnTo>
                  <a:pt x="235" y="223"/>
                </a:lnTo>
                <a:lnTo>
                  <a:pt x="233" y="223"/>
                </a:lnTo>
                <a:lnTo>
                  <a:pt x="232" y="222"/>
                </a:lnTo>
                <a:lnTo>
                  <a:pt x="232" y="221"/>
                </a:lnTo>
                <a:lnTo>
                  <a:pt x="232" y="220"/>
                </a:lnTo>
                <a:lnTo>
                  <a:pt x="234" y="220"/>
                </a:lnTo>
                <a:lnTo>
                  <a:pt x="234" y="218"/>
                </a:lnTo>
                <a:lnTo>
                  <a:pt x="235" y="216"/>
                </a:lnTo>
                <a:lnTo>
                  <a:pt x="236" y="216"/>
                </a:lnTo>
                <a:lnTo>
                  <a:pt x="236" y="215"/>
                </a:lnTo>
                <a:lnTo>
                  <a:pt x="239" y="215"/>
                </a:lnTo>
                <a:lnTo>
                  <a:pt x="239" y="215"/>
                </a:lnTo>
                <a:lnTo>
                  <a:pt x="239" y="216"/>
                </a:lnTo>
                <a:lnTo>
                  <a:pt x="240" y="216"/>
                </a:lnTo>
                <a:lnTo>
                  <a:pt x="243" y="215"/>
                </a:lnTo>
                <a:lnTo>
                  <a:pt x="244" y="215"/>
                </a:lnTo>
                <a:lnTo>
                  <a:pt x="244" y="215"/>
                </a:lnTo>
                <a:lnTo>
                  <a:pt x="245" y="215"/>
                </a:lnTo>
                <a:lnTo>
                  <a:pt x="245" y="217"/>
                </a:lnTo>
                <a:lnTo>
                  <a:pt x="247" y="217"/>
                </a:lnTo>
                <a:lnTo>
                  <a:pt x="248" y="215"/>
                </a:lnTo>
                <a:lnTo>
                  <a:pt x="248" y="214"/>
                </a:lnTo>
                <a:lnTo>
                  <a:pt x="247" y="213"/>
                </a:lnTo>
                <a:lnTo>
                  <a:pt x="246" y="213"/>
                </a:lnTo>
                <a:lnTo>
                  <a:pt x="246" y="211"/>
                </a:lnTo>
                <a:lnTo>
                  <a:pt x="246" y="211"/>
                </a:lnTo>
                <a:lnTo>
                  <a:pt x="246" y="210"/>
                </a:lnTo>
                <a:lnTo>
                  <a:pt x="246" y="209"/>
                </a:lnTo>
                <a:lnTo>
                  <a:pt x="245" y="209"/>
                </a:lnTo>
                <a:lnTo>
                  <a:pt x="245" y="208"/>
                </a:lnTo>
                <a:lnTo>
                  <a:pt x="246" y="207"/>
                </a:lnTo>
                <a:lnTo>
                  <a:pt x="246" y="205"/>
                </a:lnTo>
                <a:lnTo>
                  <a:pt x="246" y="205"/>
                </a:lnTo>
                <a:lnTo>
                  <a:pt x="246" y="203"/>
                </a:lnTo>
                <a:lnTo>
                  <a:pt x="247" y="203"/>
                </a:lnTo>
                <a:lnTo>
                  <a:pt x="248" y="202"/>
                </a:lnTo>
                <a:lnTo>
                  <a:pt x="247" y="201"/>
                </a:lnTo>
                <a:lnTo>
                  <a:pt x="247" y="200"/>
                </a:lnTo>
                <a:lnTo>
                  <a:pt x="246" y="200"/>
                </a:lnTo>
                <a:lnTo>
                  <a:pt x="247" y="199"/>
                </a:lnTo>
                <a:lnTo>
                  <a:pt x="247" y="199"/>
                </a:lnTo>
                <a:lnTo>
                  <a:pt x="248" y="200"/>
                </a:lnTo>
                <a:lnTo>
                  <a:pt x="249" y="200"/>
                </a:lnTo>
                <a:lnTo>
                  <a:pt x="249" y="200"/>
                </a:lnTo>
                <a:lnTo>
                  <a:pt x="249" y="200"/>
                </a:lnTo>
                <a:lnTo>
                  <a:pt x="250" y="199"/>
                </a:lnTo>
                <a:lnTo>
                  <a:pt x="250" y="198"/>
                </a:lnTo>
                <a:lnTo>
                  <a:pt x="250" y="197"/>
                </a:lnTo>
                <a:lnTo>
                  <a:pt x="249" y="197"/>
                </a:lnTo>
                <a:lnTo>
                  <a:pt x="248" y="195"/>
                </a:lnTo>
                <a:lnTo>
                  <a:pt x="246" y="194"/>
                </a:lnTo>
                <a:lnTo>
                  <a:pt x="246" y="194"/>
                </a:lnTo>
                <a:lnTo>
                  <a:pt x="245" y="194"/>
                </a:lnTo>
                <a:lnTo>
                  <a:pt x="243" y="194"/>
                </a:lnTo>
                <a:lnTo>
                  <a:pt x="243" y="193"/>
                </a:lnTo>
                <a:lnTo>
                  <a:pt x="243" y="193"/>
                </a:lnTo>
                <a:lnTo>
                  <a:pt x="244" y="191"/>
                </a:lnTo>
                <a:lnTo>
                  <a:pt x="245" y="191"/>
                </a:lnTo>
                <a:lnTo>
                  <a:pt x="245" y="190"/>
                </a:lnTo>
                <a:lnTo>
                  <a:pt x="245" y="190"/>
                </a:lnTo>
                <a:lnTo>
                  <a:pt x="246" y="189"/>
                </a:lnTo>
                <a:lnTo>
                  <a:pt x="247" y="188"/>
                </a:lnTo>
                <a:lnTo>
                  <a:pt x="247" y="186"/>
                </a:lnTo>
                <a:lnTo>
                  <a:pt x="246" y="186"/>
                </a:lnTo>
                <a:lnTo>
                  <a:pt x="246" y="183"/>
                </a:lnTo>
                <a:lnTo>
                  <a:pt x="247" y="181"/>
                </a:lnTo>
                <a:lnTo>
                  <a:pt x="248" y="181"/>
                </a:lnTo>
                <a:lnTo>
                  <a:pt x="250" y="181"/>
                </a:lnTo>
                <a:lnTo>
                  <a:pt x="250" y="181"/>
                </a:lnTo>
                <a:lnTo>
                  <a:pt x="252" y="181"/>
                </a:lnTo>
                <a:lnTo>
                  <a:pt x="253" y="181"/>
                </a:lnTo>
                <a:lnTo>
                  <a:pt x="254" y="181"/>
                </a:lnTo>
                <a:lnTo>
                  <a:pt x="255" y="181"/>
                </a:lnTo>
                <a:lnTo>
                  <a:pt x="255" y="182"/>
                </a:lnTo>
                <a:lnTo>
                  <a:pt x="256" y="182"/>
                </a:lnTo>
                <a:lnTo>
                  <a:pt x="257" y="183"/>
                </a:lnTo>
                <a:lnTo>
                  <a:pt x="257" y="184"/>
                </a:lnTo>
                <a:lnTo>
                  <a:pt x="258" y="184"/>
                </a:lnTo>
                <a:lnTo>
                  <a:pt x="258" y="185"/>
                </a:lnTo>
                <a:lnTo>
                  <a:pt x="260" y="185"/>
                </a:lnTo>
                <a:lnTo>
                  <a:pt x="260" y="184"/>
                </a:lnTo>
                <a:lnTo>
                  <a:pt x="265" y="185"/>
                </a:lnTo>
                <a:lnTo>
                  <a:pt x="265" y="183"/>
                </a:lnTo>
                <a:lnTo>
                  <a:pt x="266" y="183"/>
                </a:lnTo>
                <a:lnTo>
                  <a:pt x="267" y="184"/>
                </a:lnTo>
                <a:lnTo>
                  <a:pt x="270" y="183"/>
                </a:lnTo>
                <a:lnTo>
                  <a:pt x="271" y="182"/>
                </a:lnTo>
                <a:lnTo>
                  <a:pt x="269" y="181"/>
                </a:lnTo>
                <a:lnTo>
                  <a:pt x="267" y="178"/>
                </a:lnTo>
                <a:lnTo>
                  <a:pt x="267" y="177"/>
                </a:lnTo>
                <a:lnTo>
                  <a:pt x="268" y="176"/>
                </a:lnTo>
                <a:lnTo>
                  <a:pt x="268" y="175"/>
                </a:lnTo>
                <a:lnTo>
                  <a:pt x="271" y="177"/>
                </a:lnTo>
                <a:lnTo>
                  <a:pt x="272" y="176"/>
                </a:lnTo>
                <a:lnTo>
                  <a:pt x="272" y="177"/>
                </a:lnTo>
                <a:lnTo>
                  <a:pt x="274" y="177"/>
                </a:lnTo>
                <a:lnTo>
                  <a:pt x="276" y="175"/>
                </a:lnTo>
                <a:lnTo>
                  <a:pt x="277" y="176"/>
                </a:lnTo>
                <a:lnTo>
                  <a:pt x="277" y="176"/>
                </a:lnTo>
                <a:lnTo>
                  <a:pt x="279" y="175"/>
                </a:lnTo>
                <a:lnTo>
                  <a:pt x="280" y="176"/>
                </a:lnTo>
                <a:lnTo>
                  <a:pt x="282" y="176"/>
                </a:lnTo>
                <a:lnTo>
                  <a:pt x="283" y="175"/>
                </a:lnTo>
                <a:lnTo>
                  <a:pt x="284" y="175"/>
                </a:lnTo>
                <a:lnTo>
                  <a:pt x="284" y="175"/>
                </a:lnTo>
                <a:lnTo>
                  <a:pt x="284" y="172"/>
                </a:lnTo>
                <a:lnTo>
                  <a:pt x="284" y="171"/>
                </a:lnTo>
                <a:lnTo>
                  <a:pt x="284" y="170"/>
                </a:lnTo>
                <a:lnTo>
                  <a:pt x="283" y="168"/>
                </a:lnTo>
                <a:lnTo>
                  <a:pt x="282" y="166"/>
                </a:lnTo>
                <a:lnTo>
                  <a:pt x="282" y="165"/>
                </a:lnTo>
                <a:lnTo>
                  <a:pt x="282" y="163"/>
                </a:lnTo>
                <a:lnTo>
                  <a:pt x="282" y="162"/>
                </a:lnTo>
                <a:lnTo>
                  <a:pt x="282" y="161"/>
                </a:lnTo>
                <a:lnTo>
                  <a:pt x="283" y="160"/>
                </a:lnTo>
                <a:lnTo>
                  <a:pt x="284" y="160"/>
                </a:lnTo>
                <a:lnTo>
                  <a:pt x="284" y="159"/>
                </a:lnTo>
                <a:lnTo>
                  <a:pt x="285" y="159"/>
                </a:lnTo>
                <a:lnTo>
                  <a:pt x="285" y="158"/>
                </a:lnTo>
                <a:lnTo>
                  <a:pt x="285" y="156"/>
                </a:lnTo>
                <a:lnTo>
                  <a:pt x="284" y="153"/>
                </a:lnTo>
                <a:lnTo>
                  <a:pt x="284" y="150"/>
                </a:lnTo>
                <a:lnTo>
                  <a:pt x="283" y="149"/>
                </a:lnTo>
                <a:lnTo>
                  <a:pt x="282" y="149"/>
                </a:lnTo>
                <a:lnTo>
                  <a:pt x="281" y="148"/>
                </a:lnTo>
                <a:lnTo>
                  <a:pt x="281" y="149"/>
                </a:lnTo>
                <a:lnTo>
                  <a:pt x="281" y="150"/>
                </a:lnTo>
                <a:lnTo>
                  <a:pt x="280" y="150"/>
                </a:lnTo>
                <a:lnTo>
                  <a:pt x="279" y="149"/>
                </a:lnTo>
                <a:lnTo>
                  <a:pt x="279" y="148"/>
                </a:lnTo>
                <a:lnTo>
                  <a:pt x="278" y="147"/>
                </a:lnTo>
                <a:lnTo>
                  <a:pt x="277" y="147"/>
                </a:lnTo>
                <a:lnTo>
                  <a:pt x="276" y="146"/>
                </a:lnTo>
                <a:lnTo>
                  <a:pt x="276" y="145"/>
                </a:lnTo>
                <a:lnTo>
                  <a:pt x="276" y="145"/>
                </a:lnTo>
                <a:lnTo>
                  <a:pt x="275" y="147"/>
                </a:lnTo>
                <a:lnTo>
                  <a:pt x="274" y="146"/>
                </a:lnTo>
                <a:lnTo>
                  <a:pt x="273" y="146"/>
                </a:lnTo>
                <a:lnTo>
                  <a:pt x="273" y="146"/>
                </a:lnTo>
                <a:lnTo>
                  <a:pt x="272" y="145"/>
                </a:lnTo>
                <a:lnTo>
                  <a:pt x="272" y="145"/>
                </a:lnTo>
                <a:lnTo>
                  <a:pt x="272" y="144"/>
                </a:lnTo>
                <a:lnTo>
                  <a:pt x="271" y="145"/>
                </a:lnTo>
                <a:lnTo>
                  <a:pt x="271" y="144"/>
                </a:lnTo>
                <a:lnTo>
                  <a:pt x="270" y="143"/>
                </a:lnTo>
                <a:lnTo>
                  <a:pt x="266" y="141"/>
                </a:lnTo>
                <a:lnTo>
                  <a:pt x="266" y="141"/>
                </a:lnTo>
                <a:lnTo>
                  <a:pt x="265" y="141"/>
                </a:lnTo>
                <a:lnTo>
                  <a:pt x="264" y="141"/>
                </a:lnTo>
                <a:lnTo>
                  <a:pt x="264" y="140"/>
                </a:lnTo>
                <a:lnTo>
                  <a:pt x="263" y="139"/>
                </a:lnTo>
                <a:lnTo>
                  <a:pt x="261" y="139"/>
                </a:lnTo>
                <a:lnTo>
                  <a:pt x="260" y="139"/>
                </a:lnTo>
                <a:lnTo>
                  <a:pt x="260" y="139"/>
                </a:lnTo>
                <a:lnTo>
                  <a:pt x="259" y="135"/>
                </a:lnTo>
                <a:lnTo>
                  <a:pt x="258" y="135"/>
                </a:lnTo>
                <a:lnTo>
                  <a:pt x="257" y="134"/>
                </a:lnTo>
                <a:lnTo>
                  <a:pt x="256" y="135"/>
                </a:lnTo>
                <a:lnTo>
                  <a:pt x="254" y="134"/>
                </a:lnTo>
                <a:lnTo>
                  <a:pt x="254" y="135"/>
                </a:lnTo>
                <a:lnTo>
                  <a:pt x="254" y="135"/>
                </a:lnTo>
                <a:lnTo>
                  <a:pt x="252" y="134"/>
                </a:lnTo>
                <a:lnTo>
                  <a:pt x="252" y="135"/>
                </a:lnTo>
                <a:lnTo>
                  <a:pt x="252" y="135"/>
                </a:lnTo>
                <a:lnTo>
                  <a:pt x="250" y="134"/>
                </a:lnTo>
                <a:lnTo>
                  <a:pt x="250" y="135"/>
                </a:lnTo>
                <a:lnTo>
                  <a:pt x="250" y="135"/>
                </a:lnTo>
                <a:lnTo>
                  <a:pt x="249" y="135"/>
                </a:lnTo>
                <a:lnTo>
                  <a:pt x="248" y="134"/>
                </a:lnTo>
                <a:lnTo>
                  <a:pt x="248" y="135"/>
                </a:lnTo>
                <a:lnTo>
                  <a:pt x="247" y="134"/>
                </a:lnTo>
                <a:lnTo>
                  <a:pt x="247" y="134"/>
                </a:lnTo>
                <a:lnTo>
                  <a:pt x="248" y="137"/>
                </a:lnTo>
                <a:lnTo>
                  <a:pt x="248" y="138"/>
                </a:lnTo>
                <a:lnTo>
                  <a:pt x="247" y="138"/>
                </a:lnTo>
                <a:lnTo>
                  <a:pt x="247" y="139"/>
                </a:lnTo>
                <a:lnTo>
                  <a:pt x="246" y="138"/>
                </a:lnTo>
                <a:lnTo>
                  <a:pt x="246" y="139"/>
                </a:lnTo>
                <a:lnTo>
                  <a:pt x="247" y="139"/>
                </a:lnTo>
                <a:lnTo>
                  <a:pt x="247" y="140"/>
                </a:lnTo>
                <a:lnTo>
                  <a:pt x="247" y="140"/>
                </a:lnTo>
                <a:lnTo>
                  <a:pt x="248" y="141"/>
                </a:lnTo>
                <a:lnTo>
                  <a:pt x="247" y="143"/>
                </a:lnTo>
                <a:lnTo>
                  <a:pt x="248" y="144"/>
                </a:lnTo>
                <a:lnTo>
                  <a:pt x="247" y="143"/>
                </a:lnTo>
                <a:lnTo>
                  <a:pt x="245" y="144"/>
                </a:lnTo>
                <a:lnTo>
                  <a:pt x="246" y="144"/>
                </a:lnTo>
                <a:lnTo>
                  <a:pt x="245" y="145"/>
                </a:lnTo>
                <a:lnTo>
                  <a:pt x="245" y="146"/>
                </a:lnTo>
                <a:lnTo>
                  <a:pt x="244" y="146"/>
                </a:lnTo>
                <a:lnTo>
                  <a:pt x="245" y="147"/>
                </a:lnTo>
                <a:lnTo>
                  <a:pt x="244" y="147"/>
                </a:lnTo>
                <a:lnTo>
                  <a:pt x="243" y="147"/>
                </a:lnTo>
                <a:lnTo>
                  <a:pt x="243" y="148"/>
                </a:lnTo>
                <a:lnTo>
                  <a:pt x="243" y="147"/>
                </a:lnTo>
                <a:lnTo>
                  <a:pt x="243" y="148"/>
                </a:lnTo>
                <a:lnTo>
                  <a:pt x="246" y="149"/>
                </a:lnTo>
                <a:lnTo>
                  <a:pt x="245" y="151"/>
                </a:lnTo>
                <a:lnTo>
                  <a:pt x="245" y="152"/>
                </a:lnTo>
                <a:lnTo>
                  <a:pt x="245" y="153"/>
                </a:lnTo>
                <a:lnTo>
                  <a:pt x="245" y="153"/>
                </a:lnTo>
                <a:lnTo>
                  <a:pt x="246" y="154"/>
                </a:lnTo>
                <a:lnTo>
                  <a:pt x="246" y="154"/>
                </a:lnTo>
                <a:lnTo>
                  <a:pt x="248" y="154"/>
                </a:lnTo>
                <a:lnTo>
                  <a:pt x="249" y="154"/>
                </a:lnTo>
                <a:lnTo>
                  <a:pt x="249" y="155"/>
                </a:lnTo>
                <a:lnTo>
                  <a:pt x="250" y="155"/>
                </a:lnTo>
                <a:lnTo>
                  <a:pt x="251" y="155"/>
                </a:lnTo>
                <a:lnTo>
                  <a:pt x="254" y="158"/>
                </a:lnTo>
                <a:lnTo>
                  <a:pt x="253" y="160"/>
                </a:lnTo>
                <a:lnTo>
                  <a:pt x="254" y="160"/>
                </a:lnTo>
                <a:lnTo>
                  <a:pt x="253" y="161"/>
                </a:lnTo>
                <a:lnTo>
                  <a:pt x="253" y="161"/>
                </a:lnTo>
                <a:lnTo>
                  <a:pt x="253" y="162"/>
                </a:lnTo>
                <a:lnTo>
                  <a:pt x="253" y="162"/>
                </a:lnTo>
                <a:lnTo>
                  <a:pt x="252" y="163"/>
                </a:lnTo>
                <a:lnTo>
                  <a:pt x="253" y="164"/>
                </a:lnTo>
                <a:lnTo>
                  <a:pt x="253" y="166"/>
                </a:lnTo>
                <a:lnTo>
                  <a:pt x="252" y="165"/>
                </a:lnTo>
                <a:lnTo>
                  <a:pt x="252" y="166"/>
                </a:lnTo>
                <a:lnTo>
                  <a:pt x="251" y="166"/>
                </a:lnTo>
                <a:lnTo>
                  <a:pt x="251" y="167"/>
                </a:lnTo>
                <a:lnTo>
                  <a:pt x="250" y="166"/>
                </a:lnTo>
                <a:lnTo>
                  <a:pt x="250" y="167"/>
                </a:lnTo>
                <a:lnTo>
                  <a:pt x="249" y="166"/>
                </a:lnTo>
                <a:lnTo>
                  <a:pt x="248" y="167"/>
                </a:lnTo>
                <a:lnTo>
                  <a:pt x="248" y="167"/>
                </a:lnTo>
                <a:lnTo>
                  <a:pt x="248" y="166"/>
                </a:lnTo>
                <a:lnTo>
                  <a:pt x="247" y="166"/>
                </a:lnTo>
                <a:lnTo>
                  <a:pt x="247" y="166"/>
                </a:lnTo>
                <a:close/>
              </a:path>
            </a:pathLst>
          </a:custGeom>
          <a:solidFill>
            <a:srgbClr val="1F4E79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2118996" y="3461409"/>
            <a:ext cx="1590424" cy="1141514"/>
          </a:xfrm>
          <a:custGeom>
            <a:avLst/>
            <a:gdLst/>
            <a:ahLst/>
            <a:cxnLst/>
            <a:rect l="l" t="t" r="r" b="b"/>
            <a:pathLst>
              <a:path w="248" h="178">
                <a:moveTo>
                  <a:pt x="243" y="77"/>
                </a:moveTo>
                <a:lnTo>
                  <a:pt x="243" y="74"/>
                </a:lnTo>
                <a:lnTo>
                  <a:pt x="243" y="74"/>
                </a:lnTo>
                <a:lnTo>
                  <a:pt x="242" y="72"/>
                </a:lnTo>
                <a:lnTo>
                  <a:pt x="242" y="72"/>
                </a:lnTo>
                <a:lnTo>
                  <a:pt x="242" y="71"/>
                </a:lnTo>
                <a:lnTo>
                  <a:pt x="242" y="71"/>
                </a:lnTo>
                <a:lnTo>
                  <a:pt x="240" y="70"/>
                </a:lnTo>
                <a:lnTo>
                  <a:pt x="240" y="69"/>
                </a:lnTo>
                <a:lnTo>
                  <a:pt x="240" y="68"/>
                </a:lnTo>
                <a:lnTo>
                  <a:pt x="240" y="68"/>
                </a:lnTo>
                <a:lnTo>
                  <a:pt x="241" y="67"/>
                </a:lnTo>
                <a:lnTo>
                  <a:pt x="242" y="67"/>
                </a:lnTo>
                <a:lnTo>
                  <a:pt x="240" y="65"/>
                </a:lnTo>
                <a:lnTo>
                  <a:pt x="239" y="65"/>
                </a:lnTo>
                <a:lnTo>
                  <a:pt x="239" y="64"/>
                </a:lnTo>
                <a:lnTo>
                  <a:pt x="237" y="63"/>
                </a:lnTo>
                <a:lnTo>
                  <a:pt x="238" y="62"/>
                </a:lnTo>
                <a:lnTo>
                  <a:pt x="238" y="60"/>
                </a:lnTo>
                <a:lnTo>
                  <a:pt x="239" y="60"/>
                </a:lnTo>
                <a:lnTo>
                  <a:pt x="241" y="60"/>
                </a:lnTo>
                <a:lnTo>
                  <a:pt x="240" y="58"/>
                </a:lnTo>
                <a:lnTo>
                  <a:pt x="238" y="57"/>
                </a:lnTo>
                <a:lnTo>
                  <a:pt x="237" y="55"/>
                </a:lnTo>
                <a:lnTo>
                  <a:pt x="237" y="55"/>
                </a:lnTo>
                <a:lnTo>
                  <a:pt x="235" y="53"/>
                </a:lnTo>
                <a:lnTo>
                  <a:pt x="235" y="53"/>
                </a:lnTo>
                <a:lnTo>
                  <a:pt x="233" y="52"/>
                </a:lnTo>
                <a:lnTo>
                  <a:pt x="232" y="51"/>
                </a:lnTo>
                <a:lnTo>
                  <a:pt x="231" y="51"/>
                </a:lnTo>
                <a:lnTo>
                  <a:pt x="232" y="49"/>
                </a:lnTo>
                <a:lnTo>
                  <a:pt x="230" y="47"/>
                </a:lnTo>
                <a:lnTo>
                  <a:pt x="230" y="47"/>
                </a:lnTo>
                <a:lnTo>
                  <a:pt x="230" y="46"/>
                </a:lnTo>
                <a:lnTo>
                  <a:pt x="230" y="45"/>
                </a:lnTo>
                <a:lnTo>
                  <a:pt x="229" y="45"/>
                </a:lnTo>
                <a:lnTo>
                  <a:pt x="226" y="47"/>
                </a:lnTo>
                <a:lnTo>
                  <a:pt x="226" y="46"/>
                </a:lnTo>
                <a:lnTo>
                  <a:pt x="224" y="45"/>
                </a:lnTo>
                <a:lnTo>
                  <a:pt x="224" y="44"/>
                </a:lnTo>
                <a:lnTo>
                  <a:pt x="223" y="43"/>
                </a:lnTo>
                <a:lnTo>
                  <a:pt x="220" y="42"/>
                </a:lnTo>
                <a:lnTo>
                  <a:pt x="219" y="43"/>
                </a:lnTo>
                <a:lnTo>
                  <a:pt x="218" y="43"/>
                </a:lnTo>
                <a:lnTo>
                  <a:pt x="217" y="42"/>
                </a:lnTo>
                <a:lnTo>
                  <a:pt x="216" y="42"/>
                </a:lnTo>
                <a:lnTo>
                  <a:pt x="215" y="41"/>
                </a:lnTo>
                <a:lnTo>
                  <a:pt x="214" y="40"/>
                </a:lnTo>
                <a:lnTo>
                  <a:pt x="214" y="40"/>
                </a:lnTo>
                <a:lnTo>
                  <a:pt x="212" y="38"/>
                </a:lnTo>
                <a:lnTo>
                  <a:pt x="211" y="38"/>
                </a:lnTo>
                <a:lnTo>
                  <a:pt x="210" y="38"/>
                </a:lnTo>
                <a:lnTo>
                  <a:pt x="210" y="37"/>
                </a:lnTo>
                <a:lnTo>
                  <a:pt x="211" y="36"/>
                </a:lnTo>
                <a:lnTo>
                  <a:pt x="211" y="35"/>
                </a:lnTo>
                <a:lnTo>
                  <a:pt x="211" y="35"/>
                </a:lnTo>
                <a:lnTo>
                  <a:pt x="211" y="34"/>
                </a:lnTo>
                <a:lnTo>
                  <a:pt x="210" y="35"/>
                </a:lnTo>
                <a:lnTo>
                  <a:pt x="209" y="35"/>
                </a:lnTo>
                <a:lnTo>
                  <a:pt x="208" y="33"/>
                </a:lnTo>
                <a:lnTo>
                  <a:pt x="207" y="32"/>
                </a:lnTo>
                <a:lnTo>
                  <a:pt x="206" y="32"/>
                </a:lnTo>
                <a:lnTo>
                  <a:pt x="205" y="32"/>
                </a:lnTo>
                <a:lnTo>
                  <a:pt x="204" y="32"/>
                </a:lnTo>
                <a:lnTo>
                  <a:pt x="203" y="31"/>
                </a:lnTo>
                <a:lnTo>
                  <a:pt x="203" y="32"/>
                </a:lnTo>
                <a:lnTo>
                  <a:pt x="203" y="32"/>
                </a:lnTo>
                <a:lnTo>
                  <a:pt x="202" y="31"/>
                </a:lnTo>
                <a:lnTo>
                  <a:pt x="202" y="31"/>
                </a:lnTo>
                <a:lnTo>
                  <a:pt x="201" y="30"/>
                </a:lnTo>
                <a:lnTo>
                  <a:pt x="201" y="30"/>
                </a:lnTo>
                <a:lnTo>
                  <a:pt x="200" y="29"/>
                </a:lnTo>
                <a:lnTo>
                  <a:pt x="200" y="29"/>
                </a:lnTo>
                <a:lnTo>
                  <a:pt x="199" y="28"/>
                </a:lnTo>
                <a:lnTo>
                  <a:pt x="198" y="27"/>
                </a:lnTo>
                <a:lnTo>
                  <a:pt x="197" y="26"/>
                </a:lnTo>
                <a:lnTo>
                  <a:pt x="197" y="26"/>
                </a:lnTo>
                <a:lnTo>
                  <a:pt x="196" y="26"/>
                </a:lnTo>
                <a:lnTo>
                  <a:pt x="196" y="26"/>
                </a:lnTo>
                <a:lnTo>
                  <a:pt x="195" y="27"/>
                </a:lnTo>
                <a:lnTo>
                  <a:pt x="196" y="28"/>
                </a:lnTo>
                <a:lnTo>
                  <a:pt x="197" y="28"/>
                </a:lnTo>
                <a:lnTo>
                  <a:pt x="197" y="30"/>
                </a:lnTo>
                <a:lnTo>
                  <a:pt x="198" y="30"/>
                </a:lnTo>
                <a:lnTo>
                  <a:pt x="198" y="33"/>
                </a:lnTo>
                <a:lnTo>
                  <a:pt x="197" y="32"/>
                </a:lnTo>
                <a:lnTo>
                  <a:pt x="196" y="31"/>
                </a:lnTo>
                <a:lnTo>
                  <a:pt x="189" y="27"/>
                </a:lnTo>
                <a:lnTo>
                  <a:pt x="187" y="25"/>
                </a:lnTo>
                <a:lnTo>
                  <a:pt x="187" y="23"/>
                </a:lnTo>
                <a:lnTo>
                  <a:pt x="186" y="23"/>
                </a:lnTo>
                <a:lnTo>
                  <a:pt x="184" y="21"/>
                </a:lnTo>
                <a:lnTo>
                  <a:pt x="182" y="19"/>
                </a:lnTo>
                <a:lnTo>
                  <a:pt x="180" y="16"/>
                </a:lnTo>
                <a:lnTo>
                  <a:pt x="180" y="15"/>
                </a:lnTo>
                <a:lnTo>
                  <a:pt x="179" y="14"/>
                </a:lnTo>
                <a:lnTo>
                  <a:pt x="178" y="14"/>
                </a:lnTo>
                <a:lnTo>
                  <a:pt x="177" y="13"/>
                </a:lnTo>
                <a:lnTo>
                  <a:pt x="175" y="12"/>
                </a:lnTo>
                <a:lnTo>
                  <a:pt x="175" y="12"/>
                </a:lnTo>
                <a:lnTo>
                  <a:pt x="174" y="12"/>
                </a:lnTo>
                <a:lnTo>
                  <a:pt x="173" y="14"/>
                </a:lnTo>
                <a:lnTo>
                  <a:pt x="172" y="14"/>
                </a:lnTo>
                <a:lnTo>
                  <a:pt x="172" y="14"/>
                </a:lnTo>
                <a:lnTo>
                  <a:pt x="171" y="15"/>
                </a:lnTo>
                <a:lnTo>
                  <a:pt x="170" y="14"/>
                </a:lnTo>
                <a:lnTo>
                  <a:pt x="169" y="14"/>
                </a:lnTo>
                <a:lnTo>
                  <a:pt x="168" y="12"/>
                </a:lnTo>
                <a:lnTo>
                  <a:pt x="167" y="12"/>
                </a:lnTo>
                <a:lnTo>
                  <a:pt x="166" y="12"/>
                </a:lnTo>
                <a:lnTo>
                  <a:pt x="166" y="14"/>
                </a:lnTo>
                <a:lnTo>
                  <a:pt x="165" y="15"/>
                </a:lnTo>
                <a:lnTo>
                  <a:pt x="165" y="16"/>
                </a:lnTo>
                <a:lnTo>
                  <a:pt x="162" y="18"/>
                </a:lnTo>
                <a:lnTo>
                  <a:pt x="161" y="16"/>
                </a:lnTo>
                <a:lnTo>
                  <a:pt x="156" y="13"/>
                </a:lnTo>
                <a:lnTo>
                  <a:pt x="156" y="12"/>
                </a:lnTo>
                <a:lnTo>
                  <a:pt x="153" y="10"/>
                </a:lnTo>
                <a:lnTo>
                  <a:pt x="152" y="9"/>
                </a:lnTo>
                <a:lnTo>
                  <a:pt x="151" y="9"/>
                </a:lnTo>
                <a:lnTo>
                  <a:pt x="151" y="9"/>
                </a:lnTo>
                <a:lnTo>
                  <a:pt x="150" y="8"/>
                </a:lnTo>
                <a:lnTo>
                  <a:pt x="147" y="7"/>
                </a:lnTo>
                <a:lnTo>
                  <a:pt x="144" y="7"/>
                </a:lnTo>
                <a:lnTo>
                  <a:pt x="144" y="8"/>
                </a:lnTo>
                <a:lnTo>
                  <a:pt x="144" y="9"/>
                </a:lnTo>
                <a:lnTo>
                  <a:pt x="143" y="13"/>
                </a:lnTo>
                <a:lnTo>
                  <a:pt x="143" y="14"/>
                </a:lnTo>
                <a:lnTo>
                  <a:pt x="143" y="16"/>
                </a:lnTo>
                <a:lnTo>
                  <a:pt x="144" y="17"/>
                </a:lnTo>
                <a:lnTo>
                  <a:pt x="144" y="17"/>
                </a:lnTo>
                <a:lnTo>
                  <a:pt x="144" y="18"/>
                </a:lnTo>
                <a:lnTo>
                  <a:pt x="144" y="19"/>
                </a:lnTo>
                <a:lnTo>
                  <a:pt x="144" y="21"/>
                </a:lnTo>
                <a:lnTo>
                  <a:pt x="142" y="21"/>
                </a:lnTo>
                <a:lnTo>
                  <a:pt x="140" y="20"/>
                </a:lnTo>
                <a:lnTo>
                  <a:pt x="140" y="21"/>
                </a:lnTo>
                <a:lnTo>
                  <a:pt x="139" y="21"/>
                </a:lnTo>
                <a:lnTo>
                  <a:pt x="140" y="22"/>
                </a:lnTo>
                <a:lnTo>
                  <a:pt x="139" y="22"/>
                </a:lnTo>
                <a:lnTo>
                  <a:pt x="138" y="22"/>
                </a:lnTo>
                <a:lnTo>
                  <a:pt x="137" y="23"/>
                </a:lnTo>
                <a:lnTo>
                  <a:pt x="138" y="23"/>
                </a:lnTo>
                <a:lnTo>
                  <a:pt x="138" y="24"/>
                </a:lnTo>
                <a:lnTo>
                  <a:pt x="136" y="25"/>
                </a:lnTo>
                <a:lnTo>
                  <a:pt x="137" y="28"/>
                </a:lnTo>
                <a:lnTo>
                  <a:pt x="133" y="27"/>
                </a:lnTo>
                <a:lnTo>
                  <a:pt x="132" y="27"/>
                </a:lnTo>
                <a:lnTo>
                  <a:pt x="131" y="27"/>
                </a:lnTo>
                <a:lnTo>
                  <a:pt x="130" y="29"/>
                </a:lnTo>
                <a:lnTo>
                  <a:pt x="130" y="29"/>
                </a:lnTo>
                <a:lnTo>
                  <a:pt x="130" y="30"/>
                </a:lnTo>
                <a:lnTo>
                  <a:pt x="129" y="29"/>
                </a:lnTo>
                <a:lnTo>
                  <a:pt x="129" y="29"/>
                </a:lnTo>
                <a:lnTo>
                  <a:pt x="127" y="28"/>
                </a:lnTo>
                <a:lnTo>
                  <a:pt x="126" y="29"/>
                </a:lnTo>
                <a:lnTo>
                  <a:pt x="124" y="27"/>
                </a:lnTo>
                <a:lnTo>
                  <a:pt x="123" y="26"/>
                </a:lnTo>
                <a:lnTo>
                  <a:pt x="123" y="26"/>
                </a:lnTo>
                <a:lnTo>
                  <a:pt x="122" y="24"/>
                </a:lnTo>
                <a:lnTo>
                  <a:pt x="121" y="24"/>
                </a:lnTo>
                <a:lnTo>
                  <a:pt x="120" y="23"/>
                </a:lnTo>
                <a:lnTo>
                  <a:pt x="117" y="25"/>
                </a:lnTo>
                <a:lnTo>
                  <a:pt x="116" y="25"/>
                </a:lnTo>
                <a:lnTo>
                  <a:pt x="116" y="25"/>
                </a:lnTo>
                <a:lnTo>
                  <a:pt x="116" y="25"/>
                </a:lnTo>
                <a:lnTo>
                  <a:pt x="115" y="25"/>
                </a:lnTo>
                <a:lnTo>
                  <a:pt x="113" y="24"/>
                </a:lnTo>
                <a:lnTo>
                  <a:pt x="112" y="24"/>
                </a:lnTo>
                <a:lnTo>
                  <a:pt x="112" y="24"/>
                </a:lnTo>
                <a:lnTo>
                  <a:pt x="111" y="23"/>
                </a:lnTo>
                <a:lnTo>
                  <a:pt x="110" y="22"/>
                </a:lnTo>
                <a:lnTo>
                  <a:pt x="109" y="22"/>
                </a:lnTo>
                <a:lnTo>
                  <a:pt x="108" y="21"/>
                </a:lnTo>
                <a:lnTo>
                  <a:pt x="106" y="21"/>
                </a:lnTo>
                <a:lnTo>
                  <a:pt x="106" y="22"/>
                </a:lnTo>
                <a:lnTo>
                  <a:pt x="102" y="21"/>
                </a:lnTo>
                <a:lnTo>
                  <a:pt x="100" y="22"/>
                </a:lnTo>
                <a:lnTo>
                  <a:pt x="100" y="22"/>
                </a:lnTo>
                <a:lnTo>
                  <a:pt x="100" y="20"/>
                </a:lnTo>
                <a:lnTo>
                  <a:pt x="98" y="12"/>
                </a:lnTo>
                <a:lnTo>
                  <a:pt x="90" y="12"/>
                </a:lnTo>
                <a:lnTo>
                  <a:pt x="88" y="12"/>
                </a:lnTo>
                <a:lnTo>
                  <a:pt x="88" y="10"/>
                </a:lnTo>
                <a:lnTo>
                  <a:pt x="90" y="10"/>
                </a:lnTo>
                <a:lnTo>
                  <a:pt x="90" y="9"/>
                </a:lnTo>
                <a:lnTo>
                  <a:pt x="89" y="9"/>
                </a:lnTo>
                <a:lnTo>
                  <a:pt x="87" y="7"/>
                </a:lnTo>
                <a:lnTo>
                  <a:pt x="79" y="7"/>
                </a:lnTo>
                <a:lnTo>
                  <a:pt x="78" y="6"/>
                </a:lnTo>
                <a:lnTo>
                  <a:pt x="79" y="4"/>
                </a:lnTo>
                <a:lnTo>
                  <a:pt x="78" y="2"/>
                </a:lnTo>
                <a:lnTo>
                  <a:pt x="78" y="1"/>
                </a:lnTo>
                <a:lnTo>
                  <a:pt x="77" y="0"/>
                </a:lnTo>
                <a:lnTo>
                  <a:pt x="76" y="1"/>
                </a:lnTo>
                <a:lnTo>
                  <a:pt x="75" y="1"/>
                </a:lnTo>
                <a:lnTo>
                  <a:pt x="74" y="0"/>
                </a:lnTo>
                <a:lnTo>
                  <a:pt x="73" y="1"/>
                </a:lnTo>
                <a:lnTo>
                  <a:pt x="68" y="1"/>
                </a:lnTo>
                <a:lnTo>
                  <a:pt x="67" y="1"/>
                </a:lnTo>
                <a:lnTo>
                  <a:pt x="66" y="2"/>
                </a:lnTo>
                <a:lnTo>
                  <a:pt x="65" y="2"/>
                </a:lnTo>
                <a:lnTo>
                  <a:pt x="65" y="3"/>
                </a:lnTo>
                <a:lnTo>
                  <a:pt x="64" y="3"/>
                </a:lnTo>
                <a:lnTo>
                  <a:pt x="62" y="3"/>
                </a:lnTo>
                <a:lnTo>
                  <a:pt x="61" y="3"/>
                </a:lnTo>
                <a:lnTo>
                  <a:pt x="57" y="4"/>
                </a:lnTo>
                <a:lnTo>
                  <a:pt x="55" y="4"/>
                </a:lnTo>
                <a:lnTo>
                  <a:pt x="55" y="4"/>
                </a:lnTo>
                <a:lnTo>
                  <a:pt x="48" y="5"/>
                </a:lnTo>
                <a:lnTo>
                  <a:pt x="45" y="6"/>
                </a:lnTo>
                <a:lnTo>
                  <a:pt x="44" y="6"/>
                </a:lnTo>
                <a:lnTo>
                  <a:pt x="35" y="7"/>
                </a:lnTo>
                <a:lnTo>
                  <a:pt x="34" y="6"/>
                </a:lnTo>
                <a:lnTo>
                  <a:pt x="33" y="6"/>
                </a:lnTo>
                <a:lnTo>
                  <a:pt x="33" y="7"/>
                </a:lnTo>
                <a:lnTo>
                  <a:pt x="33" y="8"/>
                </a:lnTo>
                <a:lnTo>
                  <a:pt x="33" y="8"/>
                </a:lnTo>
                <a:lnTo>
                  <a:pt x="30" y="8"/>
                </a:lnTo>
                <a:lnTo>
                  <a:pt x="30" y="9"/>
                </a:lnTo>
                <a:lnTo>
                  <a:pt x="29" y="10"/>
                </a:lnTo>
                <a:lnTo>
                  <a:pt x="24" y="9"/>
                </a:lnTo>
                <a:lnTo>
                  <a:pt x="24" y="9"/>
                </a:lnTo>
                <a:lnTo>
                  <a:pt x="23" y="11"/>
                </a:lnTo>
                <a:lnTo>
                  <a:pt x="24" y="11"/>
                </a:lnTo>
                <a:lnTo>
                  <a:pt x="25" y="11"/>
                </a:lnTo>
                <a:lnTo>
                  <a:pt x="24" y="12"/>
                </a:lnTo>
                <a:lnTo>
                  <a:pt x="26" y="15"/>
                </a:lnTo>
                <a:lnTo>
                  <a:pt x="27" y="15"/>
                </a:lnTo>
                <a:lnTo>
                  <a:pt x="27" y="14"/>
                </a:lnTo>
                <a:lnTo>
                  <a:pt x="30" y="14"/>
                </a:lnTo>
                <a:lnTo>
                  <a:pt x="30" y="16"/>
                </a:lnTo>
                <a:lnTo>
                  <a:pt x="28" y="27"/>
                </a:lnTo>
                <a:lnTo>
                  <a:pt x="32" y="30"/>
                </a:lnTo>
                <a:lnTo>
                  <a:pt x="34" y="32"/>
                </a:lnTo>
                <a:lnTo>
                  <a:pt x="34" y="33"/>
                </a:lnTo>
                <a:lnTo>
                  <a:pt x="34" y="33"/>
                </a:lnTo>
                <a:lnTo>
                  <a:pt x="35" y="34"/>
                </a:lnTo>
                <a:lnTo>
                  <a:pt x="36" y="34"/>
                </a:lnTo>
                <a:lnTo>
                  <a:pt x="37" y="34"/>
                </a:lnTo>
                <a:lnTo>
                  <a:pt x="37" y="35"/>
                </a:lnTo>
                <a:lnTo>
                  <a:pt x="38" y="38"/>
                </a:lnTo>
                <a:lnTo>
                  <a:pt x="38" y="39"/>
                </a:lnTo>
                <a:lnTo>
                  <a:pt x="38" y="41"/>
                </a:lnTo>
                <a:lnTo>
                  <a:pt x="40" y="42"/>
                </a:lnTo>
                <a:lnTo>
                  <a:pt x="40" y="45"/>
                </a:lnTo>
                <a:lnTo>
                  <a:pt x="37" y="45"/>
                </a:lnTo>
                <a:lnTo>
                  <a:pt x="37" y="45"/>
                </a:lnTo>
                <a:lnTo>
                  <a:pt x="36" y="46"/>
                </a:lnTo>
                <a:lnTo>
                  <a:pt x="35" y="46"/>
                </a:lnTo>
                <a:lnTo>
                  <a:pt x="35" y="47"/>
                </a:lnTo>
                <a:lnTo>
                  <a:pt x="34" y="47"/>
                </a:lnTo>
                <a:lnTo>
                  <a:pt x="31" y="46"/>
                </a:lnTo>
                <a:lnTo>
                  <a:pt x="29" y="48"/>
                </a:lnTo>
                <a:lnTo>
                  <a:pt x="29" y="48"/>
                </a:lnTo>
                <a:lnTo>
                  <a:pt x="29" y="50"/>
                </a:lnTo>
                <a:lnTo>
                  <a:pt x="29" y="51"/>
                </a:lnTo>
                <a:lnTo>
                  <a:pt x="28" y="51"/>
                </a:lnTo>
                <a:lnTo>
                  <a:pt x="28" y="52"/>
                </a:lnTo>
                <a:lnTo>
                  <a:pt x="28" y="52"/>
                </a:lnTo>
                <a:lnTo>
                  <a:pt x="28" y="53"/>
                </a:lnTo>
                <a:lnTo>
                  <a:pt x="28" y="54"/>
                </a:lnTo>
                <a:lnTo>
                  <a:pt x="30" y="54"/>
                </a:lnTo>
                <a:lnTo>
                  <a:pt x="30" y="54"/>
                </a:lnTo>
                <a:lnTo>
                  <a:pt x="31" y="55"/>
                </a:lnTo>
                <a:lnTo>
                  <a:pt x="33" y="56"/>
                </a:lnTo>
                <a:lnTo>
                  <a:pt x="33" y="58"/>
                </a:lnTo>
                <a:lnTo>
                  <a:pt x="33" y="58"/>
                </a:lnTo>
                <a:lnTo>
                  <a:pt x="32" y="60"/>
                </a:lnTo>
                <a:lnTo>
                  <a:pt x="33" y="61"/>
                </a:lnTo>
                <a:lnTo>
                  <a:pt x="33" y="62"/>
                </a:lnTo>
                <a:lnTo>
                  <a:pt x="33" y="63"/>
                </a:lnTo>
                <a:lnTo>
                  <a:pt x="33" y="64"/>
                </a:lnTo>
                <a:lnTo>
                  <a:pt x="34" y="65"/>
                </a:lnTo>
                <a:lnTo>
                  <a:pt x="33" y="66"/>
                </a:lnTo>
                <a:lnTo>
                  <a:pt x="31" y="65"/>
                </a:lnTo>
                <a:lnTo>
                  <a:pt x="30" y="67"/>
                </a:lnTo>
                <a:lnTo>
                  <a:pt x="28" y="67"/>
                </a:lnTo>
                <a:lnTo>
                  <a:pt x="27" y="65"/>
                </a:lnTo>
                <a:lnTo>
                  <a:pt x="25" y="64"/>
                </a:lnTo>
                <a:lnTo>
                  <a:pt x="24" y="64"/>
                </a:lnTo>
                <a:lnTo>
                  <a:pt x="23" y="63"/>
                </a:lnTo>
                <a:lnTo>
                  <a:pt x="21" y="63"/>
                </a:lnTo>
                <a:lnTo>
                  <a:pt x="18" y="62"/>
                </a:lnTo>
                <a:lnTo>
                  <a:pt x="16" y="61"/>
                </a:lnTo>
                <a:lnTo>
                  <a:pt x="17" y="60"/>
                </a:lnTo>
                <a:lnTo>
                  <a:pt x="14" y="59"/>
                </a:lnTo>
                <a:lnTo>
                  <a:pt x="15" y="59"/>
                </a:lnTo>
                <a:lnTo>
                  <a:pt x="14" y="60"/>
                </a:lnTo>
                <a:lnTo>
                  <a:pt x="14" y="61"/>
                </a:lnTo>
                <a:lnTo>
                  <a:pt x="13" y="62"/>
                </a:lnTo>
                <a:lnTo>
                  <a:pt x="12" y="63"/>
                </a:lnTo>
                <a:lnTo>
                  <a:pt x="9" y="63"/>
                </a:lnTo>
                <a:lnTo>
                  <a:pt x="8" y="62"/>
                </a:lnTo>
                <a:lnTo>
                  <a:pt x="6" y="63"/>
                </a:lnTo>
                <a:lnTo>
                  <a:pt x="4" y="63"/>
                </a:lnTo>
                <a:lnTo>
                  <a:pt x="3" y="62"/>
                </a:lnTo>
                <a:lnTo>
                  <a:pt x="3" y="63"/>
                </a:lnTo>
                <a:lnTo>
                  <a:pt x="3" y="64"/>
                </a:lnTo>
                <a:lnTo>
                  <a:pt x="3" y="65"/>
                </a:lnTo>
                <a:lnTo>
                  <a:pt x="5" y="67"/>
                </a:lnTo>
                <a:lnTo>
                  <a:pt x="5" y="67"/>
                </a:lnTo>
                <a:lnTo>
                  <a:pt x="9" y="67"/>
                </a:lnTo>
                <a:lnTo>
                  <a:pt x="9" y="68"/>
                </a:lnTo>
                <a:lnTo>
                  <a:pt x="8" y="69"/>
                </a:lnTo>
                <a:lnTo>
                  <a:pt x="8" y="69"/>
                </a:lnTo>
                <a:lnTo>
                  <a:pt x="8" y="70"/>
                </a:lnTo>
                <a:lnTo>
                  <a:pt x="7" y="72"/>
                </a:lnTo>
                <a:lnTo>
                  <a:pt x="7" y="72"/>
                </a:lnTo>
                <a:lnTo>
                  <a:pt x="8" y="73"/>
                </a:lnTo>
                <a:lnTo>
                  <a:pt x="7" y="74"/>
                </a:lnTo>
                <a:lnTo>
                  <a:pt x="7" y="74"/>
                </a:lnTo>
                <a:lnTo>
                  <a:pt x="6" y="74"/>
                </a:lnTo>
                <a:lnTo>
                  <a:pt x="6" y="75"/>
                </a:lnTo>
                <a:lnTo>
                  <a:pt x="7" y="75"/>
                </a:lnTo>
                <a:lnTo>
                  <a:pt x="7" y="76"/>
                </a:lnTo>
                <a:lnTo>
                  <a:pt x="5" y="77"/>
                </a:lnTo>
                <a:lnTo>
                  <a:pt x="5" y="77"/>
                </a:lnTo>
                <a:lnTo>
                  <a:pt x="4" y="78"/>
                </a:lnTo>
                <a:lnTo>
                  <a:pt x="2" y="78"/>
                </a:lnTo>
                <a:lnTo>
                  <a:pt x="2" y="79"/>
                </a:lnTo>
                <a:lnTo>
                  <a:pt x="2" y="79"/>
                </a:lnTo>
                <a:lnTo>
                  <a:pt x="2" y="80"/>
                </a:lnTo>
                <a:lnTo>
                  <a:pt x="1" y="81"/>
                </a:lnTo>
                <a:lnTo>
                  <a:pt x="1" y="83"/>
                </a:lnTo>
                <a:lnTo>
                  <a:pt x="3" y="84"/>
                </a:lnTo>
                <a:lnTo>
                  <a:pt x="2" y="88"/>
                </a:lnTo>
                <a:lnTo>
                  <a:pt x="2" y="89"/>
                </a:lnTo>
                <a:lnTo>
                  <a:pt x="3" y="89"/>
                </a:lnTo>
                <a:lnTo>
                  <a:pt x="4" y="88"/>
                </a:lnTo>
                <a:lnTo>
                  <a:pt x="5" y="89"/>
                </a:lnTo>
                <a:lnTo>
                  <a:pt x="6" y="89"/>
                </a:lnTo>
                <a:lnTo>
                  <a:pt x="6" y="89"/>
                </a:lnTo>
                <a:lnTo>
                  <a:pt x="6" y="90"/>
                </a:lnTo>
                <a:lnTo>
                  <a:pt x="6" y="90"/>
                </a:lnTo>
                <a:lnTo>
                  <a:pt x="7" y="91"/>
                </a:lnTo>
                <a:lnTo>
                  <a:pt x="6" y="92"/>
                </a:lnTo>
                <a:lnTo>
                  <a:pt x="5" y="93"/>
                </a:lnTo>
                <a:lnTo>
                  <a:pt x="4" y="93"/>
                </a:lnTo>
                <a:lnTo>
                  <a:pt x="4" y="94"/>
                </a:lnTo>
                <a:lnTo>
                  <a:pt x="5" y="95"/>
                </a:lnTo>
                <a:lnTo>
                  <a:pt x="4" y="96"/>
                </a:lnTo>
                <a:lnTo>
                  <a:pt x="5" y="97"/>
                </a:lnTo>
                <a:lnTo>
                  <a:pt x="5" y="99"/>
                </a:lnTo>
                <a:lnTo>
                  <a:pt x="4" y="101"/>
                </a:lnTo>
                <a:lnTo>
                  <a:pt x="5" y="102"/>
                </a:lnTo>
                <a:lnTo>
                  <a:pt x="5" y="102"/>
                </a:lnTo>
                <a:lnTo>
                  <a:pt x="4" y="103"/>
                </a:lnTo>
                <a:lnTo>
                  <a:pt x="4" y="104"/>
                </a:lnTo>
                <a:lnTo>
                  <a:pt x="3" y="106"/>
                </a:lnTo>
                <a:lnTo>
                  <a:pt x="2" y="106"/>
                </a:lnTo>
                <a:lnTo>
                  <a:pt x="2" y="107"/>
                </a:lnTo>
                <a:lnTo>
                  <a:pt x="1" y="106"/>
                </a:lnTo>
                <a:lnTo>
                  <a:pt x="0" y="107"/>
                </a:lnTo>
                <a:lnTo>
                  <a:pt x="0" y="108"/>
                </a:lnTo>
                <a:lnTo>
                  <a:pt x="0" y="108"/>
                </a:lnTo>
                <a:lnTo>
                  <a:pt x="0" y="109"/>
                </a:lnTo>
                <a:lnTo>
                  <a:pt x="0" y="110"/>
                </a:lnTo>
                <a:lnTo>
                  <a:pt x="2" y="112"/>
                </a:lnTo>
                <a:lnTo>
                  <a:pt x="3" y="113"/>
                </a:lnTo>
                <a:lnTo>
                  <a:pt x="4" y="114"/>
                </a:lnTo>
                <a:lnTo>
                  <a:pt x="4" y="114"/>
                </a:lnTo>
                <a:lnTo>
                  <a:pt x="4" y="115"/>
                </a:lnTo>
                <a:lnTo>
                  <a:pt x="4" y="116"/>
                </a:lnTo>
                <a:lnTo>
                  <a:pt x="5" y="116"/>
                </a:lnTo>
                <a:lnTo>
                  <a:pt x="5" y="117"/>
                </a:lnTo>
                <a:lnTo>
                  <a:pt x="5" y="117"/>
                </a:lnTo>
                <a:lnTo>
                  <a:pt x="5" y="119"/>
                </a:lnTo>
                <a:lnTo>
                  <a:pt x="5" y="120"/>
                </a:lnTo>
                <a:lnTo>
                  <a:pt x="6" y="121"/>
                </a:lnTo>
                <a:lnTo>
                  <a:pt x="6" y="122"/>
                </a:lnTo>
                <a:lnTo>
                  <a:pt x="9" y="124"/>
                </a:lnTo>
                <a:lnTo>
                  <a:pt x="10" y="127"/>
                </a:lnTo>
                <a:lnTo>
                  <a:pt x="11" y="128"/>
                </a:lnTo>
                <a:lnTo>
                  <a:pt x="13" y="128"/>
                </a:lnTo>
                <a:lnTo>
                  <a:pt x="16" y="131"/>
                </a:lnTo>
                <a:lnTo>
                  <a:pt x="17" y="131"/>
                </a:lnTo>
                <a:lnTo>
                  <a:pt x="18" y="132"/>
                </a:lnTo>
                <a:lnTo>
                  <a:pt x="20" y="132"/>
                </a:lnTo>
                <a:lnTo>
                  <a:pt x="20" y="133"/>
                </a:lnTo>
                <a:lnTo>
                  <a:pt x="20" y="132"/>
                </a:lnTo>
                <a:lnTo>
                  <a:pt x="22" y="133"/>
                </a:lnTo>
                <a:lnTo>
                  <a:pt x="23" y="133"/>
                </a:lnTo>
                <a:lnTo>
                  <a:pt x="24" y="134"/>
                </a:lnTo>
                <a:lnTo>
                  <a:pt x="25" y="133"/>
                </a:lnTo>
                <a:lnTo>
                  <a:pt x="25" y="133"/>
                </a:lnTo>
                <a:lnTo>
                  <a:pt x="26" y="133"/>
                </a:lnTo>
                <a:lnTo>
                  <a:pt x="30" y="135"/>
                </a:lnTo>
                <a:lnTo>
                  <a:pt x="31" y="134"/>
                </a:lnTo>
                <a:lnTo>
                  <a:pt x="32" y="134"/>
                </a:lnTo>
                <a:lnTo>
                  <a:pt x="32" y="136"/>
                </a:lnTo>
                <a:lnTo>
                  <a:pt x="36" y="139"/>
                </a:lnTo>
                <a:lnTo>
                  <a:pt x="37" y="139"/>
                </a:lnTo>
                <a:lnTo>
                  <a:pt x="37" y="140"/>
                </a:lnTo>
                <a:lnTo>
                  <a:pt x="38" y="140"/>
                </a:lnTo>
                <a:lnTo>
                  <a:pt x="38" y="142"/>
                </a:lnTo>
                <a:lnTo>
                  <a:pt x="42" y="141"/>
                </a:lnTo>
                <a:lnTo>
                  <a:pt x="43" y="141"/>
                </a:lnTo>
                <a:lnTo>
                  <a:pt x="44" y="142"/>
                </a:lnTo>
                <a:lnTo>
                  <a:pt x="43" y="143"/>
                </a:lnTo>
                <a:lnTo>
                  <a:pt x="43" y="143"/>
                </a:lnTo>
                <a:lnTo>
                  <a:pt x="43" y="144"/>
                </a:lnTo>
                <a:lnTo>
                  <a:pt x="44" y="145"/>
                </a:lnTo>
                <a:lnTo>
                  <a:pt x="45" y="144"/>
                </a:lnTo>
                <a:lnTo>
                  <a:pt x="45" y="145"/>
                </a:lnTo>
                <a:lnTo>
                  <a:pt x="46" y="144"/>
                </a:lnTo>
                <a:lnTo>
                  <a:pt x="47" y="145"/>
                </a:lnTo>
                <a:lnTo>
                  <a:pt x="48" y="144"/>
                </a:lnTo>
                <a:lnTo>
                  <a:pt x="48" y="145"/>
                </a:lnTo>
                <a:lnTo>
                  <a:pt x="51" y="146"/>
                </a:lnTo>
                <a:lnTo>
                  <a:pt x="51" y="146"/>
                </a:lnTo>
                <a:lnTo>
                  <a:pt x="52" y="145"/>
                </a:lnTo>
                <a:lnTo>
                  <a:pt x="54" y="146"/>
                </a:lnTo>
                <a:lnTo>
                  <a:pt x="54" y="146"/>
                </a:lnTo>
                <a:lnTo>
                  <a:pt x="55" y="147"/>
                </a:lnTo>
                <a:lnTo>
                  <a:pt x="58" y="146"/>
                </a:lnTo>
                <a:lnTo>
                  <a:pt x="59" y="149"/>
                </a:lnTo>
                <a:lnTo>
                  <a:pt x="60" y="149"/>
                </a:lnTo>
                <a:lnTo>
                  <a:pt x="61" y="148"/>
                </a:lnTo>
                <a:lnTo>
                  <a:pt x="62" y="148"/>
                </a:lnTo>
                <a:lnTo>
                  <a:pt x="62" y="149"/>
                </a:lnTo>
                <a:lnTo>
                  <a:pt x="63" y="149"/>
                </a:lnTo>
                <a:lnTo>
                  <a:pt x="63" y="150"/>
                </a:lnTo>
                <a:lnTo>
                  <a:pt x="64" y="152"/>
                </a:lnTo>
                <a:lnTo>
                  <a:pt x="65" y="151"/>
                </a:lnTo>
                <a:lnTo>
                  <a:pt x="66" y="151"/>
                </a:lnTo>
                <a:lnTo>
                  <a:pt x="66" y="152"/>
                </a:lnTo>
                <a:lnTo>
                  <a:pt x="66" y="153"/>
                </a:lnTo>
                <a:lnTo>
                  <a:pt x="67" y="153"/>
                </a:lnTo>
                <a:lnTo>
                  <a:pt x="69" y="152"/>
                </a:lnTo>
                <a:lnTo>
                  <a:pt x="69" y="151"/>
                </a:lnTo>
                <a:lnTo>
                  <a:pt x="71" y="151"/>
                </a:lnTo>
                <a:lnTo>
                  <a:pt x="72" y="152"/>
                </a:lnTo>
                <a:lnTo>
                  <a:pt x="73" y="154"/>
                </a:lnTo>
                <a:lnTo>
                  <a:pt x="75" y="154"/>
                </a:lnTo>
                <a:lnTo>
                  <a:pt x="75" y="155"/>
                </a:lnTo>
                <a:lnTo>
                  <a:pt x="76" y="155"/>
                </a:lnTo>
                <a:lnTo>
                  <a:pt x="77" y="154"/>
                </a:lnTo>
                <a:lnTo>
                  <a:pt x="77" y="155"/>
                </a:lnTo>
                <a:lnTo>
                  <a:pt x="78" y="155"/>
                </a:lnTo>
                <a:lnTo>
                  <a:pt x="79" y="155"/>
                </a:lnTo>
                <a:lnTo>
                  <a:pt x="79" y="154"/>
                </a:lnTo>
                <a:lnTo>
                  <a:pt x="81" y="154"/>
                </a:lnTo>
                <a:lnTo>
                  <a:pt x="81" y="154"/>
                </a:lnTo>
                <a:lnTo>
                  <a:pt x="83" y="154"/>
                </a:lnTo>
                <a:lnTo>
                  <a:pt x="83" y="152"/>
                </a:lnTo>
                <a:lnTo>
                  <a:pt x="84" y="153"/>
                </a:lnTo>
                <a:lnTo>
                  <a:pt x="85" y="153"/>
                </a:lnTo>
                <a:lnTo>
                  <a:pt x="85" y="152"/>
                </a:lnTo>
                <a:lnTo>
                  <a:pt x="86" y="153"/>
                </a:lnTo>
                <a:lnTo>
                  <a:pt x="88" y="151"/>
                </a:lnTo>
                <a:lnTo>
                  <a:pt x="90" y="153"/>
                </a:lnTo>
                <a:lnTo>
                  <a:pt x="90" y="155"/>
                </a:lnTo>
                <a:lnTo>
                  <a:pt x="91" y="155"/>
                </a:lnTo>
                <a:lnTo>
                  <a:pt x="91" y="156"/>
                </a:lnTo>
                <a:lnTo>
                  <a:pt x="92" y="156"/>
                </a:lnTo>
                <a:lnTo>
                  <a:pt x="92" y="156"/>
                </a:lnTo>
                <a:lnTo>
                  <a:pt x="93" y="157"/>
                </a:lnTo>
                <a:lnTo>
                  <a:pt x="93" y="158"/>
                </a:lnTo>
                <a:lnTo>
                  <a:pt x="94" y="157"/>
                </a:lnTo>
                <a:lnTo>
                  <a:pt x="96" y="159"/>
                </a:lnTo>
                <a:lnTo>
                  <a:pt x="98" y="158"/>
                </a:lnTo>
                <a:lnTo>
                  <a:pt x="98" y="159"/>
                </a:lnTo>
                <a:lnTo>
                  <a:pt x="99" y="160"/>
                </a:lnTo>
                <a:lnTo>
                  <a:pt x="96" y="160"/>
                </a:lnTo>
                <a:lnTo>
                  <a:pt x="95" y="161"/>
                </a:lnTo>
                <a:lnTo>
                  <a:pt x="96" y="161"/>
                </a:lnTo>
                <a:lnTo>
                  <a:pt x="98" y="161"/>
                </a:lnTo>
                <a:lnTo>
                  <a:pt x="98" y="160"/>
                </a:lnTo>
                <a:lnTo>
                  <a:pt x="99" y="160"/>
                </a:lnTo>
                <a:lnTo>
                  <a:pt x="99" y="163"/>
                </a:lnTo>
                <a:lnTo>
                  <a:pt x="100" y="164"/>
                </a:lnTo>
                <a:lnTo>
                  <a:pt x="101" y="164"/>
                </a:lnTo>
                <a:lnTo>
                  <a:pt x="101" y="164"/>
                </a:lnTo>
                <a:lnTo>
                  <a:pt x="101" y="164"/>
                </a:lnTo>
                <a:lnTo>
                  <a:pt x="102" y="164"/>
                </a:lnTo>
                <a:lnTo>
                  <a:pt x="102" y="166"/>
                </a:lnTo>
                <a:lnTo>
                  <a:pt x="101" y="167"/>
                </a:lnTo>
                <a:lnTo>
                  <a:pt x="102" y="168"/>
                </a:lnTo>
                <a:lnTo>
                  <a:pt x="101" y="168"/>
                </a:lnTo>
                <a:lnTo>
                  <a:pt x="100" y="169"/>
                </a:lnTo>
                <a:lnTo>
                  <a:pt x="100" y="169"/>
                </a:lnTo>
                <a:lnTo>
                  <a:pt x="101" y="170"/>
                </a:lnTo>
                <a:lnTo>
                  <a:pt x="101" y="172"/>
                </a:lnTo>
                <a:lnTo>
                  <a:pt x="102" y="174"/>
                </a:lnTo>
                <a:lnTo>
                  <a:pt x="103" y="174"/>
                </a:lnTo>
                <a:lnTo>
                  <a:pt x="105" y="173"/>
                </a:lnTo>
                <a:lnTo>
                  <a:pt x="107" y="174"/>
                </a:lnTo>
                <a:lnTo>
                  <a:pt x="108" y="176"/>
                </a:lnTo>
                <a:lnTo>
                  <a:pt x="110" y="173"/>
                </a:lnTo>
                <a:lnTo>
                  <a:pt x="111" y="173"/>
                </a:lnTo>
                <a:lnTo>
                  <a:pt x="111" y="174"/>
                </a:lnTo>
                <a:lnTo>
                  <a:pt x="113" y="175"/>
                </a:lnTo>
                <a:lnTo>
                  <a:pt x="114" y="176"/>
                </a:lnTo>
                <a:lnTo>
                  <a:pt x="114" y="178"/>
                </a:lnTo>
                <a:lnTo>
                  <a:pt x="115" y="178"/>
                </a:lnTo>
                <a:lnTo>
                  <a:pt x="116" y="176"/>
                </a:lnTo>
                <a:lnTo>
                  <a:pt x="116" y="175"/>
                </a:lnTo>
                <a:lnTo>
                  <a:pt x="116" y="175"/>
                </a:lnTo>
                <a:lnTo>
                  <a:pt x="115" y="174"/>
                </a:lnTo>
                <a:lnTo>
                  <a:pt x="115" y="173"/>
                </a:lnTo>
                <a:lnTo>
                  <a:pt x="116" y="173"/>
                </a:lnTo>
                <a:lnTo>
                  <a:pt x="116" y="172"/>
                </a:lnTo>
                <a:lnTo>
                  <a:pt x="116" y="171"/>
                </a:lnTo>
                <a:lnTo>
                  <a:pt x="117" y="171"/>
                </a:lnTo>
                <a:lnTo>
                  <a:pt x="119" y="171"/>
                </a:lnTo>
                <a:lnTo>
                  <a:pt x="120" y="174"/>
                </a:lnTo>
                <a:lnTo>
                  <a:pt x="122" y="176"/>
                </a:lnTo>
                <a:lnTo>
                  <a:pt x="123" y="176"/>
                </a:lnTo>
                <a:lnTo>
                  <a:pt x="124" y="177"/>
                </a:lnTo>
                <a:lnTo>
                  <a:pt x="125" y="176"/>
                </a:lnTo>
                <a:lnTo>
                  <a:pt x="125" y="177"/>
                </a:lnTo>
                <a:lnTo>
                  <a:pt x="126" y="178"/>
                </a:lnTo>
                <a:lnTo>
                  <a:pt x="127" y="177"/>
                </a:lnTo>
                <a:lnTo>
                  <a:pt x="126" y="174"/>
                </a:lnTo>
                <a:lnTo>
                  <a:pt x="126" y="173"/>
                </a:lnTo>
                <a:lnTo>
                  <a:pt x="127" y="173"/>
                </a:lnTo>
                <a:lnTo>
                  <a:pt x="126" y="171"/>
                </a:lnTo>
                <a:lnTo>
                  <a:pt x="126" y="170"/>
                </a:lnTo>
                <a:lnTo>
                  <a:pt x="126" y="170"/>
                </a:lnTo>
                <a:lnTo>
                  <a:pt x="128" y="170"/>
                </a:lnTo>
                <a:lnTo>
                  <a:pt x="128" y="171"/>
                </a:lnTo>
                <a:lnTo>
                  <a:pt x="128" y="170"/>
                </a:lnTo>
                <a:lnTo>
                  <a:pt x="129" y="170"/>
                </a:lnTo>
                <a:lnTo>
                  <a:pt x="130" y="171"/>
                </a:lnTo>
                <a:lnTo>
                  <a:pt x="130" y="170"/>
                </a:lnTo>
                <a:lnTo>
                  <a:pt x="130" y="169"/>
                </a:lnTo>
                <a:lnTo>
                  <a:pt x="131" y="169"/>
                </a:lnTo>
                <a:lnTo>
                  <a:pt x="132" y="169"/>
                </a:lnTo>
                <a:lnTo>
                  <a:pt x="134" y="170"/>
                </a:lnTo>
                <a:lnTo>
                  <a:pt x="135" y="170"/>
                </a:lnTo>
                <a:lnTo>
                  <a:pt x="135" y="170"/>
                </a:lnTo>
                <a:lnTo>
                  <a:pt x="136" y="169"/>
                </a:lnTo>
                <a:lnTo>
                  <a:pt x="135" y="169"/>
                </a:lnTo>
                <a:lnTo>
                  <a:pt x="135" y="168"/>
                </a:lnTo>
                <a:lnTo>
                  <a:pt x="136" y="169"/>
                </a:lnTo>
                <a:lnTo>
                  <a:pt x="137" y="169"/>
                </a:lnTo>
                <a:lnTo>
                  <a:pt x="137" y="169"/>
                </a:lnTo>
                <a:lnTo>
                  <a:pt x="137" y="168"/>
                </a:lnTo>
                <a:lnTo>
                  <a:pt x="136" y="168"/>
                </a:lnTo>
                <a:lnTo>
                  <a:pt x="136" y="167"/>
                </a:lnTo>
                <a:lnTo>
                  <a:pt x="137" y="164"/>
                </a:lnTo>
                <a:lnTo>
                  <a:pt x="138" y="164"/>
                </a:lnTo>
                <a:lnTo>
                  <a:pt x="139" y="165"/>
                </a:lnTo>
                <a:lnTo>
                  <a:pt x="139" y="164"/>
                </a:lnTo>
                <a:lnTo>
                  <a:pt x="140" y="164"/>
                </a:lnTo>
                <a:lnTo>
                  <a:pt x="139" y="161"/>
                </a:lnTo>
                <a:lnTo>
                  <a:pt x="138" y="161"/>
                </a:lnTo>
                <a:lnTo>
                  <a:pt x="139" y="160"/>
                </a:lnTo>
                <a:lnTo>
                  <a:pt x="138" y="159"/>
                </a:lnTo>
                <a:lnTo>
                  <a:pt x="138" y="159"/>
                </a:lnTo>
                <a:lnTo>
                  <a:pt x="141" y="158"/>
                </a:lnTo>
                <a:lnTo>
                  <a:pt x="141" y="159"/>
                </a:lnTo>
                <a:lnTo>
                  <a:pt x="146" y="160"/>
                </a:lnTo>
                <a:lnTo>
                  <a:pt x="144" y="158"/>
                </a:lnTo>
                <a:lnTo>
                  <a:pt x="144" y="157"/>
                </a:lnTo>
                <a:lnTo>
                  <a:pt x="142" y="157"/>
                </a:lnTo>
                <a:lnTo>
                  <a:pt x="141" y="156"/>
                </a:lnTo>
                <a:lnTo>
                  <a:pt x="140" y="155"/>
                </a:lnTo>
                <a:lnTo>
                  <a:pt x="140" y="153"/>
                </a:lnTo>
                <a:lnTo>
                  <a:pt x="140" y="151"/>
                </a:lnTo>
                <a:lnTo>
                  <a:pt x="139" y="151"/>
                </a:lnTo>
                <a:lnTo>
                  <a:pt x="140" y="149"/>
                </a:lnTo>
                <a:lnTo>
                  <a:pt x="143" y="149"/>
                </a:lnTo>
                <a:lnTo>
                  <a:pt x="142" y="148"/>
                </a:lnTo>
                <a:lnTo>
                  <a:pt x="143" y="148"/>
                </a:lnTo>
                <a:lnTo>
                  <a:pt x="143" y="146"/>
                </a:lnTo>
                <a:lnTo>
                  <a:pt x="142" y="146"/>
                </a:lnTo>
                <a:lnTo>
                  <a:pt x="142" y="145"/>
                </a:lnTo>
                <a:lnTo>
                  <a:pt x="145" y="143"/>
                </a:lnTo>
                <a:lnTo>
                  <a:pt x="145" y="141"/>
                </a:lnTo>
                <a:lnTo>
                  <a:pt x="146" y="141"/>
                </a:lnTo>
                <a:lnTo>
                  <a:pt x="148" y="140"/>
                </a:lnTo>
                <a:lnTo>
                  <a:pt x="145" y="138"/>
                </a:lnTo>
                <a:lnTo>
                  <a:pt x="144" y="138"/>
                </a:lnTo>
                <a:lnTo>
                  <a:pt x="143" y="137"/>
                </a:lnTo>
                <a:lnTo>
                  <a:pt x="144" y="135"/>
                </a:lnTo>
                <a:lnTo>
                  <a:pt x="142" y="135"/>
                </a:lnTo>
                <a:lnTo>
                  <a:pt x="142" y="135"/>
                </a:lnTo>
                <a:lnTo>
                  <a:pt x="142" y="133"/>
                </a:lnTo>
                <a:lnTo>
                  <a:pt x="142" y="131"/>
                </a:lnTo>
                <a:lnTo>
                  <a:pt x="141" y="129"/>
                </a:lnTo>
                <a:lnTo>
                  <a:pt x="142" y="129"/>
                </a:lnTo>
                <a:lnTo>
                  <a:pt x="142" y="128"/>
                </a:lnTo>
                <a:lnTo>
                  <a:pt x="143" y="128"/>
                </a:lnTo>
                <a:lnTo>
                  <a:pt x="146" y="128"/>
                </a:lnTo>
                <a:lnTo>
                  <a:pt x="146" y="128"/>
                </a:lnTo>
                <a:lnTo>
                  <a:pt x="147" y="127"/>
                </a:lnTo>
                <a:lnTo>
                  <a:pt x="147" y="126"/>
                </a:lnTo>
                <a:lnTo>
                  <a:pt x="148" y="125"/>
                </a:lnTo>
                <a:lnTo>
                  <a:pt x="147" y="123"/>
                </a:lnTo>
                <a:lnTo>
                  <a:pt x="149" y="123"/>
                </a:lnTo>
                <a:lnTo>
                  <a:pt x="150" y="121"/>
                </a:lnTo>
                <a:lnTo>
                  <a:pt x="152" y="122"/>
                </a:lnTo>
                <a:lnTo>
                  <a:pt x="153" y="122"/>
                </a:lnTo>
                <a:lnTo>
                  <a:pt x="154" y="124"/>
                </a:lnTo>
                <a:lnTo>
                  <a:pt x="155" y="124"/>
                </a:lnTo>
                <a:lnTo>
                  <a:pt x="157" y="125"/>
                </a:lnTo>
                <a:lnTo>
                  <a:pt x="161" y="125"/>
                </a:lnTo>
                <a:lnTo>
                  <a:pt x="161" y="126"/>
                </a:lnTo>
                <a:lnTo>
                  <a:pt x="161" y="126"/>
                </a:lnTo>
                <a:lnTo>
                  <a:pt x="161" y="127"/>
                </a:lnTo>
                <a:lnTo>
                  <a:pt x="161" y="128"/>
                </a:lnTo>
                <a:lnTo>
                  <a:pt x="161" y="129"/>
                </a:lnTo>
                <a:lnTo>
                  <a:pt x="160" y="130"/>
                </a:lnTo>
                <a:lnTo>
                  <a:pt x="161" y="131"/>
                </a:lnTo>
                <a:lnTo>
                  <a:pt x="161" y="130"/>
                </a:lnTo>
                <a:lnTo>
                  <a:pt x="162" y="132"/>
                </a:lnTo>
                <a:lnTo>
                  <a:pt x="162" y="132"/>
                </a:lnTo>
                <a:lnTo>
                  <a:pt x="163" y="133"/>
                </a:lnTo>
                <a:lnTo>
                  <a:pt x="165" y="135"/>
                </a:lnTo>
                <a:lnTo>
                  <a:pt x="164" y="135"/>
                </a:lnTo>
                <a:lnTo>
                  <a:pt x="164" y="136"/>
                </a:lnTo>
                <a:lnTo>
                  <a:pt x="165" y="136"/>
                </a:lnTo>
                <a:lnTo>
                  <a:pt x="164" y="138"/>
                </a:lnTo>
                <a:lnTo>
                  <a:pt x="166" y="139"/>
                </a:lnTo>
                <a:lnTo>
                  <a:pt x="166" y="139"/>
                </a:lnTo>
                <a:lnTo>
                  <a:pt x="166" y="141"/>
                </a:lnTo>
                <a:lnTo>
                  <a:pt x="167" y="142"/>
                </a:lnTo>
                <a:lnTo>
                  <a:pt x="166" y="144"/>
                </a:lnTo>
                <a:lnTo>
                  <a:pt x="167" y="144"/>
                </a:lnTo>
                <a:lnTo>
                  <a:pt x="167" y="145"/>
                </a:lnTo>
                <a:lnTo>
                  <a:pt x="168" y="147"/>
                </a:lnTo>
                <a:lnTo>
                  <a:pt x="171" y="149"/>
                </a:lnTo>
                <a:lnTo>
                  <a:pt x="171" y="148"/>
                </a:lnTo>
                <a:lnTo>
                  <a:pt x="172" y="149"/>
                </a:lnTo>
                <a:lnTo>
                  <a:pt x="173" y="150"/>
                </a:lnTo>
                <a:lnTo>
                  <a:pt x="174" y="150"/>
                </a:lnTo>
                <a:lnTo>
                  <a:pt x="175" y="151"/>
                </a:lnTo>
                <a:lnTo>
                  <a:pt x="175" y="154"/>
                </a:lnTo>
                <a:lnTo>
                  <a:pt x="177" y="153"/>
                </a:lnTo>
                <a:lnTo>
                  <a:pt x="180" y="155"/>
                </a:lnTo>
                <a:lnTo>
                  <a:pt x="181" y="156"/>
                </a:lnTo>
                <a:lnTo>
                  <a:pt x="183" y="156"/>
                </a:lnTo>
                <a:lnTo>
                  <a:pt x="183" y="157"/>
                </a:lnTo>
                <a:lnTo>
                  <a:pt x="184" y="156"/>
                </a:lnTo>
                <a:lnTo>
                  <a:pt x="185" y="154"/>
                </a:lnTo>
                <a:lnTo>
                  <a:pt x="184" y="153"/>
                </a:lnTo>
                <a:lnTo>
                  <a:pt x="185" y="152"/>
                </a:lnTo>
                <a:lnTo>
                  <a:pt x="186" y="153"/>
                </a:lnTo>
                <a:lnTo>
                  <a:pt x="187" y="152"/>
                </a:lnTo>
                <a:lnTo>
                  <a:pt x="187" y="150"/>
                </a:lnTo>
                <a:lnTo>
                  <a:pt x="188" y="152"/>
                </a:lnTo>
                <a:lnTo>
                  <a:pt x="188" y="153"/>
                </a:lnTo>
                <a:lnTo>
                  <a:pt x="190" y="153"/>
                </a:lnTo>
                <a:lnTo>
                  <a:pt x="189" y="154"/>
                </a:lnTo>
                <a:lnTo>
                  <a:pt x="190" y="154"/>
                </a:lnTo>
                <a:lnTo>
                  <a:pt x="191" y="155"/>
                </a:lnTo>
                <a:lnTo>
                  <a:pt x="191" y="158"/>
                </a:lnTo>
                <a:lnTo>
                  <a:pt x="190" y="159"/>
                </a:lnTo>
                <a:lnTo>
                  <a:pt x="191" y="160"/>
                </a:lnTo>
                <a:lnTo>
                  <a:pt x="192" y="160"/>
                </a:lnTo>
                <a:lnTo>
                  <a:pt x="192" y="161"/>
                </a:lnTo>
                <a:lnTo>
                  <a:pt x="193" y="158"/>
                </a:lnTo>
                <a:lnTo>
                  <a:pt x="195" y="158"/>
                </a:lnTo>
                <a:lnTo>
                  <a:pt x="196" y="157"/>
                </a:lnTo>
                <a:lnTo>
                  <a:pt x="196" y="159"/>
                </a:lnTo>
                <a:lnTo>
                  <a:pt x="196" y="158"/>
                </a:lnTo>
                <a:lnTo>
                  <a:pt x="197" y="159"/>
                </a:lnTo>
                <a:lnTo>
                  <a:pt x="199" y="162"/>
                </a:lnTo>
                <a:lnTo>
                  <a:pt x="200" y="163"/>
                </a:lnTo>
                <a:lnTo>
                  <a:pt x="201" y="161"/>
                </a:lnTo>
                <a:lnTo>
                  <a:pt x="201" y="161"/>
                </a:lnTo>
                <a:lnTo>
                  <a:pt x="202" y="161"/>
                </a:lnTo>
                <a:lnTo>
                  <a:pt x="201" y="159"/>
                </a:lnTo>
                <a:lnTo>
                  <a:pt x="203" y="160"/>
                </a:lnTo>
                <a:lnTo>
                  <a:pt x="205" y="161"/>
                </a:lnTo>
                <a:lnTo>
                  <a:pt x="206" y="161"/>
                </a:lnTo>
                <a:lnTo>
                  <a:pt x="209" y="160"/>
                </a:lnTo>
                <a:lnTo>
                  <a:pt x="210" y="160"/>
                </a:lnTo>
                <a:lnTo>
                  <a:pt x="212" y="159"/>
                </a:lnTo>
                <a:lnTo>
                  <a:pt x="212" y="156"/>
                </a:lnTo>
                <a:lnTo>
                  <a:pt x="211" y="155"/>
                </a:lnTo>
                <a:lnTo>
                  <a:pt x="210" y="154"/>
                </a:lnTo>
                <a:lnTo>
                  <a:pt x="210" y="153"/>
                </a:lnTo>
                <a:lnTo>
                  <a:pt x="211" y="153"/>
                </a:lnTo>
                <a:lnTo>
                  <a:pt x="211" y="152"/>
                </a:lnTo>
                <a:lnTo>
                  <a:pt x="211" y="152"/>
                </a:lnTo>
                <a:lnTo>
                  <a:pt x="210" y="151"/>
                </a:lnTo>
                <a:lnTo>
                  <a:pt x="210" y="150"/>
                </a:lnTo>
                <a:lnTo>
                  <a:pt x="211" y="150"/>
                </a:lnTo>
                <a:lnTo>
                  <a:pt x="210" y="148"/>
                </a:lnTo>
                <a:lnTo>
                  <a:pt x="210" y="147"/>
                </a:lnTo>
                <a:lnTo>
                  <a:pt x="211" y="146"/>
                </a:lnTo>
                <a:lnTo>
                  <a:pt x="213" y="147"/>
                </a:lnTo>
                <a:lnTo>
                  <a:pt x="215" y="149"/>
                </a:lnTo>
                <a:lnTo>
                  <a:pt x="215" y="147"/>
                </a:lnTo>
                <a:lnTo>
                  <a:pt x="217" y="148"/>
                </a:lnTo>
                <a:lnTo>
                  <a:pt x="220" y="150"/>
                </a:lnTo>
                <a:lnTo>
                  <a:pt x="220" y="150"/>
                </a:lnTo>
                <a:lnTo>
                  <a:pt x="220" y="149"/>
                </a:lnTo>
                <a:lnTo>
                  <a:pt x="221" y="148"/>
                </a:lnTo>
                <a:lnTo>
                  <a:pt x="222" y="146"/>
                </a:lnTo>
                <a:lnTo>
                  <a:pt x="220" y="145"/>
                </a:lnTo>
                <a:lnTo>
                  <a:pt x="220" y="144"/>
                </a:lnTo>
                <a:lnTo>
                  <a:pt x="221" y="143"/>
                </a:lnTo>
                <a:lnTo>
                  <a:pt x="222" y="142"/>
                </a:lnTo>
                <a:lnTo>
                  <a:pt x="223" y="141"/>
                </a:lnTo>
                <a:lnTo>
                  <a:pt x="221" y="142"/>
                </a:lnTo>
                <a:lnTo>
                  <a:pt x="220" y="141"/>
                </a:lnTo>
                <a:lnTo>
                  <a:pt x="220" y="139"/>
                </a:lnTo>
                <a:lnTo>
                  <a:pt x="219" y="137"/>
                </a:lnTo>
                <a:lnTo>
                  <a:pt x="218" y="137"/>
                </a:lnTo>
                <a:lnTo>
                  <a:pt x="216" y="137"/>
                </a:lnTo>
                <a:lnTo>
                  <a:pt x="216" y="138"/>
                </a:lnTo>
                <a:lnTo>
                  <a:pt x="215" y="138"/>
                </a:lnTo>
                <a:lnTo>
                  <a:pt x="213" y="137"/>
                </a:lnTo>
                <a:lnTo>
                  <a:pt x="211" y="137"/>
                </a:lnTo>
                <a:lnTo>
                  <a:pt x="211" y="137"/>
                </a:lnTo>
                <a:lnTo>
                  <a:pt x="211" y="136"/>
                </a:lnTo>
                <a:lnTo>
                  <a:pt x="212" y="136"/>
                </a:lnTo>
                <a:lnTo>
                  <a:pt x="212" y="134"/>
                </a:lnTo>
                <a:lnTo>
                  <a:pt x="211" y="134"/>
                </a:lnTo>
                <a:lnTo>
                  <a:pt x="211" y="133"/>
                </a:lnTo>
                <a:lnTo>
                  <a:pt x="209" y="133"/>
                </a:lnTo>
                <a:lnTo>
                  <a:pt x="209" y="132"/>
                </a:lnTo>
                <a:lnTo>
                  <a:pt x="208" y="132"/>
                </a:lnTo>
                <a:lnTo>
                  <a:pt x="208" y="131"/>
                </a:lnTo>
                <a:lnTo>
                  <a:pt x="207" y="130"/>
                </a:lnTo>
                <a:lnTo>
                  <a:pt x="207" y="130"/>
                </a:lnTo>
                <a:lnTo>
                  <a:pt x="206" y="129"/>
                </a:lnTo>
                <a:lnTo>
                  <a:pt x="206" y="128"/>
                </a:lnTo>
                <a:lnTo>
                  <a:pt x="204" y="125"/>
                </a:lnTo>
                <a:lnTo>
                  <a:pt x="205" y="124"/>
                </a:lnTo>
                <a:lnTo>
                  <a:pt x="205" y="123"/>
                </a:lnTo>
                <a:lnTo>
                  <a:pt x="206" y="122"/>
                </a:lnTo>
                <a:lnTo>
                  <a:pt x="206" y="122"/>
                </a:lnTo>
                <a:lnTo>
                  <a:pt x="207" y="121"/>
                </a:lnTo>
                <a:lnTo>
                  <a:pt x="208" y="121"/>
                </a:lnTo>
                <a:lnTo>
                  <a:pt x="210" y="122"/>
                </a:lnTo>
                <a:lnTo>
                  <a:pt x="212" y="122"/>
                </a:lnTo>
                <a:lnTo>
                  <a:pt x="212" y="122"/>
                </a:lnTo>
                <a:lnTo>
                  <a:pt x="213" y="122"/>
                </a:lnTo>
                <a:lnTo>
                  <a:pt x="213" y="123"/>
                </a:lnTo>
                <a:lnTo>
                  <a:pt x="215" y="124"/>
                </a:lnTo>
                <a:lnTo>
                  <a:pt x="215" y="124"/>
                </a:lnTo>
                <a:lnTo>
                  <a:pt x="218" y="125"/>
                </a:lnTo>
                <a:lnTo>
                  <a:pt x="218" y="125"/>
                </a:lnTo>
                <a:lnTo>
                  <a:pt x="219" y="125"/>
                </a:lnTo>
                <a:lnTo>
                  <a:pt x="220" y="126"/>
                </a:lnTo>
                <a:lnTo>
                  <a:pt x="221" y="127"/>
                </a:lnTo>
                <a:lnTo>
                  <a:pt x="222" y="127"/>
                </a:lnTo>
                <a:lnTo>
                  <a:pt x="222" y="128"/>
                </a:lnTo>
                <a:lnTo>
                  <a:pt x="223" y="127"/>
                </a:lnTo>
                <a:lnTo>
                  <a:pt x="224" y="127"/>
                </a:lnTo>
                <a:lnTo>
                  <a:pt x="224" y="127"/>
                </a:lnTo>
                <a:lnTo>
                  <a:pt x="225" y="127"/>
                </a:lnTo>
                <a:lnTo>
                  <a:pt x="226" y="128"/>
                </a:lnTo>
                <a:lnTo>
                  <a:pt x="226" y="126"/>
                </a:lnTo>
                <a:lnTo>
                  <a:pt x="227" y="127"/>
                </a:lnTo>
                <a:lnTo>
                  <a:pt x="228" y="126"/>
                </a:lnTo>
                <a:lnTo>
                  <a:pt x="227" y="125"/>
                </a:lnTo>
                <a:lnTo>
                  <a:pt x="228" y="125"/>
                </a:lnTo>
                <a:lnTo>
                  <a:pt x="228" y="124"/>
                </a:lnTo>
                <a:lnTo>
                  <a:pt x="230" y="124"/>
                </a:lnTo>
                <a:lnTo>
                  <a:pt x="231" y="122"/>
                </a:lnTo>
                <a:lnTo>
                  <a:pt x="232" y="122"/>
                </a:lnTo>
                <a:lnTo>
                  <a:pt x="230" y="120"/>
                </a:lnTo>
                <a:lnTo>
                  <a:pt x="230" y="119"/>
                </a:lnTo>
                <a:lnTo>
                  <a:pt x="229" y="118"/>
                </a:lnTo>
                <a:lnTo>
                  <a:pt x="227" y="118"/>
                </a:lnTo>
                <a:lnTo>
                  <a:pt x="226" y="117"/>
                </a:lnTo>
                <a:lnTo>
                  <a:pt x="226" y="116"/>
                </a:lnTo>
                <a:lnTo>
                  <a:pt x="226" y="110"/>
                </a:lnTo>
                <a:lnTo>
                  <a:pt x="227" y="110"/>
                </a:lnTo>
                <a:lnTo>
                  <a:pt x="229" y="110"/>
                </a:lnTo>
                <a:lnTo>
                  <a:pt x="228" y="109"/>
                </a:lnTo>
                <a:lnTo>
                  <a:pt x="229" y="108"/>
                </a:lnTo>
                <a:lnTo>
                  <a:pt x="232" y="107"/>
                </a:lnTo>
                <a:lnTo>
                  <a:pt x="232" y="106"/>
                </a:lnTo>
                <a:lnTo>
                  <a:pt x="232" y="106"/>
                </a:lnTo>
                <a:lnTo>
                  <a:pt x="233" y="106"/>
                </a:lnTo>
                <a:lnTo>
                  <a:pt x="233" y="105"/>
                </a:lnTo>
                <a:lnTo>
                  <a:pt x="234" y="104"/>
                </a:lnTo>
                <a:lnTo>
                  <a:pt x="235" y="104"/>
                </a:lnTo>
                <a:lnTo>
                  <a:pt x="234" y="102"/>
                </a:lnTo>
                <a:lnTo>
                  <a:pt x="235" y="102"/>
                </a:lnTo>
                <a:lnTo>
                  <a:pt x="233" y="101"/>
                </a:lnTo>
                <a:lnTo>
                  <a:pt x="234" y="100"/>
                </a:lnTo>
                <a:lnTo>
                  <a:pt x="234" y="100"/>
                </a:lnTo>
                <a:lnTo>
                  <a:pt x="233" y="99"/>
                </a:lnTo>
                <a:lnTo>
                  <a:pt x="233" y="98"/>
                </a:lnTo>
                <a:lnTo>
                  <a:pt x="234" y="98"/>
                </a:lnTo>
                <a:lnTo>
                  <a:pt x="235" y="98"/>
                </a:lnTo>
                <a:lnTo>
                  <a:pt x="236" y="98"/>
                </a:lnTo>
                <a:lnTo>
                  <a:pt x="236" y="97"/>
                </a:lnTo>
                <a:lnTo>
                  <a:pt x="237" y="95"/>
                </a:lnTo>
                <a:lnTo>
                  <a:pt x="237" y="94"/>
                </a:lnTo>
                <a:lnTo>
                  <a:pt x="238" y="95"/>
                </a:lnTo>
                <a:lnTo>
                  <a:pt x="241" y="96"/>
                </a:lnTo>
                <a:lnTo>
                  <a:pt x="241" y="96"/>
                </a:lnTo>
                <a:lnTo>
                  <a:pt x="242" y="96"/>
                </a:lnTo>
                <a:lnTo>
                  <a:pt x="241" y="96"/>
                </a:lnTo>
                <a:lnTo>
                  <a:pt x="242" y="95"/>
                </a:lnTo>
                <a:lnTo>
                  <a:pt x="243" y="95"/>
                </a:lnTo>
                <a:lnTo>
                  <a:pt x="242" y="94"/>
                </a:lnTo>
                <a:lnTo>
                  <a:pt x="242" y="93"/>
                </a:lnTo>
                <a:lnTo>
                  <a:pt x="241" y="92"/>
                </a:lnTo>
                <a:lnTo>
                  <a:pt x="241" y="90"/>
                </a:lnTo>
                <a:lnTo>
                  <a:pt x="241" y="89"/>
                </a:lnTo>
                <a:lnTo>
                  <a:pt x="242" y="88"/>
                </a:lnTo>
                <a:lnTo>
                  <a:pt x="245" y="89"/>
                </a:lnTo>
                <a:lnTo>
                  <a:pt x="245" y="87"/>
                </a:lnTo>
                <a:lnTo>
                  <a:pt x="246" y="85"/>
                </a:lnTo>
                <a:lnTo>
                  <a:pt x="246" y="85"/>
                </a:lnTo>
                <a:lnTo>
                  <a:pt x="246" y="84"/>
                </a:lnTo>
                <a:lnTo>
                  <a:pt x="244" y="83"/>
                </a:lnTo>
                <a:lnTo>
                  <a:pt x="245" y="83"/>
                </a:lnTo>
                <a:lnTo>
                  <a:pt x="246" y="82"/>
                </a:lnTo>
                <a:lnTo>
                  <a:pt x="246" y="82"/>
                </a:lnTo>
                <a:lnTo>
                  <a:pt x="246" y="81"/>
                </a:lnTo>
                <a:lnTo>
                  <a:pt x="247" y="81"/>
                </a:lnTo>
                <a:lnTo>
                  <a:pt x="248" y="80"/>
                </a:lnTo>
                <a:lnTo>
                  <a:pt x="247" y="80"/>
                </a:lnTo>
                <a:lnTo>
                  <a:pt x="247" y="79"/>
                </a:lnTo>
                <a:lnTo>
                  <a:pt x="245" y="78"/>
                </a:lnTo>
                <a:lnTo>
                  <a:pt x="245" y="77"/>
                </a:lnTo>
                <a:lnTo>
                  <a:pt x="244" y="77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3850506" y="3512713"/>
            <a:ext cx="378367" cy="609235"/>
          </a:xfrm>
          <a:custGeom>
            <a:avLst/>
            <a:gdLst/>
            <a:ahLst/>
            <a:cxnLst/>
            <a:rect l="l" t="t" r="r" b="b"/>
            <a:pathLst>
              <a:path w="59" h="95">
                <a:moveTo>
                  <a:pt x="53" y="52"/>
                </a:moveTo>
                <a:lnTo>
                  <a:pt x="53" y="51"/>
                </a:lnTo>
                <a:lnTo>
                  <a:pt x="53" y="52"/>
                </a:lnTo>
                <a:lnTo>
                  <a:pt x="54" y="51"/>
                </a:lnTo>
                <a:lnTo>
                  <a:pt x="54" y="50"/>
                </a:lnTo>
                <a:lnTo>
                  <a:pt x="53" y="49"/>
                </a:lnTo>
                <a:lnTo>
                  <a:pt x="53" y="49"/>
                </a:lnTo>
                <a:lnTo>
                  <a:pt x="52" y="46"/>
                </a:lnTo>
                <a:lnTo>
                  <a:pt x="53" y="43"/>
                </a:lnTo>
                <a:lnTo>
                  <a:pt x="54" y="42"/>
                </a:lnTo>
                <a:lnTo>
                  <a:pt x="54" y="41"/>
                </a:lnTo>
                <a:lnTo>
                  <a:pt x="54" y="41"/>
                </a:lnTo>
                <a:lnTo>
                  <a:pt x="53" y="40"/>
                </a:lnTo>
                <a:lnTo>
                  <a:pt x="54" y="40"/>
                </a:lnTo>
                <a:lnTo>
                  <a:pt x="55" y="39"/>
                </a:lnTo>
                <a:lnTo>
                  <a:pt x="55" y="39"/>
                </a:lnTo>
                <a:lnTo>
                  <a:pt x="54" y="38"/>
                </a:lnTo>
                <a:lnTo>
                  <a:pt x="55" y="38"/>
                </a:lnTo>
                <a:lnTo>
                  <a:pt x="56" y="38"/>
                </a:lnTo>
                <a:lnTo>
                  <a:pt x="56" y="37"/>
                </a:lnTo>
                <a:lnTo>
                  <a:pt x="58" y="36"/>
                </a:lnTo>
                <a:lnTo>
                  <a:pt x="59" y="36"/>
                </a:lnTo>
                <a:lnTo>
                  <a:pt x="59" y="35"/>
                </a:lnTo>
                <a:lnTo>
                  <a:pt x="59" y="34"/>
                </a:lnTo>
                <a:lnTo>
                  <a:pt x="57" y="34"/>
                </a:lnTo>
                <a:lnTo>
                  <a:pt x="56" y="32"/>
                </a:lnTo>
                <a:lnTo>
                  <a:pt x="55" y="33"/>
                </a:lnTo>
                <a:lnTo>
                  <a:pt x="55" y="32"/>
                </a:lnTo>
                <a:lnTo>
                  <a:pt x="55" y="31"/>
                </a:lnTo>
                <a:lnTo>
                  <a:pt x="54" y="31"/>
                </a:lnTo>
                <a:lnTo>
                  <a:pt x="53" y="29"/>
                </a:lnTo>
                <a:lnTo>
                  <a:pt x="52" y="29"/>
                </a:lnTo>
                <a:lnTo>
                  <a:pt x="51" y="28"/>
                </a:lnTo>
                <a:lnTo>
                  <a:pt x="50" y="28"/>
                </a:lnTo>
                <a:lnTo>
                  <a:pt x="50" y="28"/>
                </a:lnTo>
                <a:lnTo>
                  <a:pt x="49" y="28"/>
                </a:lnTo>
                <a:lnTo>
                  <a:pt x="48" y="29"/>
                </a:lnTo>
                <a:lnTo>
                  <a:pt x="46" y="28"/>
                </a:lnTo>
                <a:lnTo>
                  <a:pt x="41" y="26"/>
                </a:lnTo>
                <a:lnTo>
                  <a:pt x="38" y="24"/>
                </a:lnTo>
                <a:lnTo>
                  <a:pt x="40" y="23"/>
                </a:lnTo>
                <a:lnTo>
                  <a:pt x="41" y="21"/>
                </a:lnTo>
                <a:lnTo>
                  <a:pt x="41" y="18"/>
                </a:lnTo>
                <a:lnTo>
                  <a:pt x="42" y="15"/>
                </a:lnTo>
                <a:lnTo>
                  <a:pt x="46" y="10"/>
                </a:lnTo>
                <a:lnTo>
                  <a:pt x="47" y="8"/>
                </a:lnTo>
                <a:lnTo>
                  <a:pt x="46" y="7"/>
                </a:lnTo>
                <a:lnTo>
                  <a:pt x="45" y="6"/>
                </a:lnTo>
                <a:lnTo>
                  <a:pt x="44" y="4"/>
                </a:lnTo>
                <a:lnTo>
                  <a:pt x="43" y="4"/>
                </a:lnTo>
                <a:lnTo>
                  <a:pt x="44" y="1"/>
                </a:lnTo>
                <a:lnTo>
                  <a:pt x="43" y="0"/>
                </a:lnTo>
                <a:lnTo>
                  <a:pt x="43" y="0"/>
                </a:lnTo>
                <a:lnTo>
                  <a:pt x="41" y="1"/>
                </a:lnTo>
                <a:lnTo>
                  <a:pt x="40" y="0"/>
                </a:lnTo>
                <a:lnTo>
                  <a:pt x="39" y="2"/>
                </a:lnTo>
                <a:lnTo>
                  <a:pt x="39" y="3"/>
                </a:lnTo>
                <a:lnTo>
                  <a:pt x="37" y="2"/>
                </a:lnTo>
                <a:lnTo>
                  <a:pt x="35" y="3"/>
                </a:lnTo>
                <a:lnTo>
                  <a:pt x="35" y="5"/>
                </a:lnTo>
                <a:lnTo>
                  <a:pt x="34" y="6"/>
                </a:lnTo>
                <a:lnTo>
                  <a:pt x="33" y="5"/>
                </a:lnTo>
                <a:lnTo>
                  <a:pt x="32" y="5"/>
                </a:lnTo>
                <a:lnTo>
                  <a:pt x="31" y="7"/>
                </a:lnTo>
                <a:lnTo>
                  <a:pt x="31" y="9"/>
                </a:lnTo>
                <a:lnTo>
                  <a:pt x="31" y="10"/>
                </a:lnTo>
                <a:lnTo>
                  <a:pt x="29" y="11"/>
                </a:lnTo>
                <a:lnTo>
                  <a:pt x="30" y="12"/>
                </a:lnTo>
                <a:lnTo>
                  <a:pt x="28" y="14"/>
                </a:lnTo>
                <a:lnTo>
                  <a:pt x="28" y="16"/>
                </a:lnTo>
                <a:lnTo>
                  <a:pt x="27" y="17"/>
                </a:lnTo>
                <a:lnTo>
                  <a:pt x="28" y="18"/>
                </a:lnTo>
                <a:lnTo>
                  <a:pt x="27" y="19"/>
                </a:lnTo>
                <a:lnTo>
                  <a:pt x="27" y="19"/>
                </a:lnTo>
                <a:lnTo>
                  <a:pt x="27" y="21"/>
                </a:lnTo>
                <a:lnTo>
                  <a:pt x="27" y="22"/>
                </a:lnTo>
                <a:lnTo>
                  <a:pt x="27" y="22"/>
                </a:lnTo>
                <a:lnTo>
                  <a:pt x="27" y="23"/>
                </a:lnTo>
                <a:lnTo>
                  <a:pt x="27" y="23"/>
                </a:lnTo>
                <a:lnTo>
                  <a:pt x="28" y="25"/>
                </a:lnTo>
                <a:lnTo>
                  <a:pt x="27" y="26"/>
                </a:lnTo>
                <a:lnTo>
                  <a:pt x="26" y="27"/>
                </a:lnTo>
                <a:lnTo>
                  <a:pt x="26" y="29"/>
                </a:lnTo>
                <a:lnTo>
                  <a:pt x="27" y="32"/>
                </a:lnTo>
                <a:lnTo>
                  <a:pt x="26" y="33"/>
                </a:lnTo>
                <a:lnTo>
                  <a:pt x="27" y="35"/>
                </a:lnTo>
                <a:lnTo>
                  <a:pt x="26" y="36"/>
                </a:lnTo>
                <a:lnTo>
                  <a:pt x="24" y="37"/>
                </a:lnTo>
                <a:lnTo>
                  <a:pt x="23" y="37"/>
                </a:lnTo>
                <a:lnTo>
                  <a:pt x="23" y="39"/>
                </a:lnTo>
                <a:lnTo>
                  <a:pt x="18" y="39"/>
                </a:lnTo>
                <a:lnTo>
                  <a:pt x="14" y="40"/>
                </a:lnTo>
                <a:lnTo>
                  <a:pt x="13" y="41"/>
                </a:lnTo>
                <a:lnTo>
                  <a:pt x="10" y="42"/>
                </a:lnTo>
                <a:lnTo>
                  <a:pt x="9" y="42"/>
                </a:lnTo>
                <a:lnTo>
                  <a:pt x="2" y="43"/>
                </a:lnTo>
                <a:lnTo>
                  <a:pt x="2" y="44"/>
                </a:lnTo>
                <a:lnTo>
                  <a:pt x="0" y="45"/>
                </a:lnTo>
                <a:lnTo>
                  <a:pt x="0" y="45"/>
                </a:lnTo>
                <a:lnTo>
                  <a:pt x="1" y="45"/>
                </a:lnTo>
                <a:lnTo>
                  <a:pt x="2" y="44"/>
                </a:lnTo>
                <a:lnTo>
                  <a:pt x="3" y="45"/>
                </a:lnTo>
                <a:lnTo>
                  <a:pt x="4" y="45"/>
                </a:lnTo>
                <a:lnTo>
                  <a:pt x="7" y="45"/>
                </a:lnTo>
                <a:lnTo>
                  <a:pt x="6" y="46"/>
                </a:lnTo>
                <a:lnTo>
                  <a:pt x="7" y="47"/>
                </a:lnTo>
                <a:lnTo>
                  <a:pt x="6" y="48"/>
                </a:lnTo>
                <a:lnTo>
                  <a:pt x="6" y="48"/>
                </a:lnTo>
                <a:lnTo>
                  <a:pt x="5" y="49"/>
                </a:lnTo>
                <a:lnTo>
                  <a:pt x="6" y="50"/>
                </a:lnTo>
                <a:lnTo>
                  <a:pt x="7" y="50"/>
                </a:lnTo>
                <a:lnTo>
                  <a:pt x="8" y="49"/>
                </a:lnTo>
                <a:lnTo>
                  <a:pt x="10" y="50"/>
                </a:lnTo>
                <a:lnTo>
                  <a:pt x="11" y="52"/>
                </a:lnTo>
                <a:lnTo>
                  <a:pt x="12" y="53"/>
                </a:lnTo>
                <a:lnTo>
                  <a:pt x="12" y="54"/>
                </a:lnTo>
                <a:lnTo>
                  <a:pt x="12" y="54"/>
                </a:lnTo>
                <a:lnTo>
                  <a:pt x="13" y="54"/>
                </a:lnTo>
                <a:lnTo>
                  <a:pt x="13" y="54"/>
                </a:lnTo>
                <a:lnTo>
                  <a:pt x="15" y="55"/>
                </a:lnTo>
                <a:lnTo>
                  <a:pt x="16" y="56"/>
                </a:lnTo>
                <a:lnTo>
                  <a:pt x="16" y="57"/>
                </a:lnTo>
                <a:lnTo>
                  <a:pt x="17" y="57"/>
                </a:lnTo>
                <a:lnTo>
                  <a:pt x="18" y="59"/>
                </a:lnTo>
                <a:lnTo>
                  <a:pt x="18" y="60"/>
                </a:lnTo>
                <a:lnTo>
                  <a:pt x="18" y="60"/>
                </a:lnTo>
                <a:lnTo>
                  <a:pt x="17" y="60"/>
                </a:lnTo>
                <a:lnTo>
                  <a:pt x="16" y="61"/>
                </a:lnTo>
                <a:lnTo>
                  <a:pt x="16" y="61"/>
                </a:lnTo>
                <a:lnTo>
                  <a:pt x="16" y="62"/>
                </a:lnTo>
                <a:lnTo>
                  <a:pt x="16" y="63"/>
                </a:lnTo>
                <a:lnTo>
                  <a:pt x="17" y="64"/>
                </a:lnTo>
                <a:lnTo>
                  <a:pt x="17" y="65"/>
                </a:lnTo>
                <a:lnTo>
                  <a:pt x="17" y="65"/>
                </a:lnTo>
                <a:lnTo>
                  <a:pt x="17" y="65"/>
                </a:lnTo>
                <a:lnTo>
                  <a:pt x="18" y="65"/>
                </a:lnTo>
                <a:lnTo>
                  <a:pt x="19" y="66"/>
                </a:lnTo>
                <a:lnTo>
                  <a:pt x="19" y="67"/>
                </a:lnTo>
                <a:lnTo>
                  <a:pt x="20" y="68"/>
                </a:lnTo>
                <a:lnTo>
                  <a:pt x="20" y="69"/>
                </a:lnTo>
                <a:lnTo>
                  <a:pt x="21" y="71"/>
                </a:lnTo>
                <a:lnTo>
                  <a:pt x="21" y="72"/>
                </a:lnTo>
                <a:lnTo>
                  <a:pt x="22" y="74"/>
                </a:lnTo>
                <a:lnTo>
                  <a:pt x="21" y="75"/>
                </a:lnTo>
                <a:lnTo>
                  <a:pt x="20" y="75"/>
                </a:lnTo>
                <a:lnTo>
                  <a:pt x="19" y="77"/>
                </a:lnTo>
                <a:lnTo>
                  <a:pt x="18" y="79"/>
                </a:lnTo>
                <a:lnTo>
                  <a:pt x="19" y="80"/>
                </a:lnTo>
                <a:lnTo>
                  <a:pt x="20" y="81"/>
                </a:lnTo>
                <a:lnTo>
                  <a:pt x="19" y="81"/>
                </a:lnTo>
                <a:lnTo>
                  <a:pt x="19" y="82"/>
                </a:lnTo>
                <a:lnTo>
                  <a:pt x="20" y="81"/>
                </a:lnTo>
                <a:lnTo>
                  <a:pt x="20" y="82"/>
                </a:lnTo>
                <a:lnTo>
                  <a:pt x="20" y="82"/>
                </a:lnTo>
                <a:lnTo>
                  <a:pt x="21" y="84"/>
                </a:lnTo>
                <a:lnTo>
                  <a:pt x="23" y="84"/>
                </a:lnTo>
                <a:lnTo>
                  <a:pt x="24" y="83"/>
                </a:lnTo>
                <a:lnTo>
                  <a:pt x="26" y="84"/>
                </a:lnTo>
                <a:lnTo>
                  <a:pt x="26" y="84"/>
                </a:lnTo>
                <a:lnTo>
                  <a:pt x="26" y="84"/>
                </a:lnTo>
                <a:lnTo>
                  <a:pt x="25" y="84"/>
                </a:lnTo>
                <a:lnTo>
                  <a:pt x="25" y="85"/>
                </a:lnTo>
                <a:lnTo>
                  <a:pt x="25" y="85"/>
                </a:lnTo>
                <a:lnTo>
                  <a:pt x="26" y="86"/>
                </a:lnTo>
                <a:lnTo>
                  <a:pt x="26" y="86"/>
                </a:lnTo>
                <a:lnTo>
                  <a:pt x="27" y="87"/>
                </a:lnTo>
                <a:lnTo>
                  <a:pt x="27" y="87"/>
                </a:lnTo>
                <a:lnTo>
                  <a:pt x="28" y="89"/>
                </a:lnTo>
                <a:lnTo>
                  <a:pt x="28" y="88"/>
                </a:lnTo>
                <a:lnTo>
                  <a:pt x="29" y="88"/>
                </a:lnTo>
                <a:lnTo>
                  <a:pt x="31" y="88"/>
                </a:lnTo>
                <a:lnTo>
                  <a:pt x="31" y="89"/>
                </a:lnTo>
                <a:lnTo>
                  <a:pt x="32" y="88"/>
                </a:lnTo>
                <a:lnTo>
                  <a:pt x="32" y="90"/>
                </a:lnTo>
                <a:lnTo>
                  <a:pt x="33" y="92"/>
                </a:lnTo>
                <a:lnTo>
                  <a:pt x="34" y="90"/>
                </a:lnTo>
                <a:lnTo>
                  <a:pt x="34" y="91"/>
                </a:lnTo>
                <a:lnTo>
                  <a:pt x="35" y="91"/>
                </a:lnTo>
                <a:lnTo>
                  <a:pt x="35" y="92"/>
                </a:lnTo>
                <a:lnTo>
                  <a:pt x="37" y="95"/>
                </a:lnTo>
                <a:lnTo>
                  <a:pt x="37" y="94"/>
                </a:lnTo>
                <a:lnTo>
                  <a:pt x="38" y="94"/>
                </a:lnTo>
                <a:lnTo>
                  <a:pt x="39" y="93"/>
                </a:lnTo>
                <a:lnTo>
                  <a:pt x="40" y="92"/>
                </a:lnTo>
                <a:lnTo>
                  <a:pt x="39" y="89"/>
                </a:lnTo>
                <a:lnTo>
                  <a:pt x="39" y="89"/>
                </a:lnTo>
                <a:lnTo>
                  <a:pt x="39" y="88"/>
                </a:lnTo>
                <a:lnTo>
                  <a:pt x="39" y="87"/>
                </a:lnTo>
                <a:lnTo>
                  <a:pt x="39" y="87"/>
                </a:lnTo>
                <a:lnTo>
                  <a:pt x="38" y="84"/>
                </a:lnTo>
                <a:lnTo>
                  <a:pt x="40" y="83"/>
                </a:lnTo>
                <a:lnTo>
                  <a:pt x="41" y="83"/>
                </a:lnTo>
                <a:lnTo>
                  <a:pt x="42" y="83"/>
                </a:lnTo>
                <a:lnTo>
                  <a:pt x="42" y="84"/>
                </a:lnTo>
                <a:lnTo>
                  <a:pt x="42" y="84"/>
                </a:lnTo>
                <a:lnTo>
                  <a:pt x="43" y="83"/>
                </a:lnTo>
                <a:lnTo>
                  <a:pt x="44" y="84"/>
                </a:lnTo>
                <a:lnTo>
                  <a:pt x="44" y="83"/>
                </a:lnTo>
                <a:lnTo>
                  <a:pt x="45" y="84"/>
                </a:lnTo>
                <a:lnTo>
                  <a:pt x="45" y="83"/>
                </a:lnTo>
                <a:lnTo>
                  <a:pt x="46" y="83"/>
                </a:lnTo>
                <a:lnTo>
                  <a:pt x="46" y="82"/>
                </a:lnTo>
                <a:lnTo>
                  <a:pt x="47" y="83"/>
                </a:lnTo>
                <a:lnTo>
                  <a:pt x="47" y="81"/>
                </a:lnTo>
                <a:lnTo>
                  <a:pt x="46" y="80"/>
                </a:lnTo>
                <a:lnTo>
                  <a:pt x="47" y="79"/>
                </a:lnTo>
                <a:lnTo>
                  <a:pt x="47" y="79"/>
                </a:lnTo>
                <a:lnTo>
                  <a:pt x="47" y="78"/>
                </a:lnTo>
                <a:lnTo>
                  <a:pt x="47" y="78"/>
                </a:lnTo>
                <a:lnTo>
                  <a:pt x="48" y="77"/>
                </a:lnTo>
                <a:lnTo>
                  <a:pt x="47" y="77"/>
                </a:lnTo>
                <a:lnTo>
                  <a:pt x="48" y="75"/>
                </a:lnTo>
                <a:lnTo>
                  <a:pt x="47" y="74"/>
                </a:lnTo>
                <a:lnTo>
                  <a:pt x="47" y="74"/>
                </a:lnTo>
                <a:lnTo>
                  <a:pt x="45" y="72"/>
                </a:lnTo>
                <a:lnTo>
                  <a:pt x="44" y="72"/>
                </a:lnTo>
                <a:lnTo>
                  <a:pt x="43" y="72"/>
                </a:lnTo>
                <a:lnTo>
                  <a:pt x="43" y="71"/>
                </a:lnTo>
                <a:lnTo>
                  <a:pt x="42" y="71"/>
                </a:lnTo>
                <a:lnTo>
                  <a:pt x="40" y="71"/>
                </a:lnTo>
                <a:lnTo>
                  <a:pt x="40" y="71"/>
                </a:lnTo>
                <a:lnTo>
                  <a:pt x="39" y="71"/>
                </a:lnTo>
                <a:lnTo>
                  <a:pt x="39" y="70"/>
                </a:lnTo>
                <a:lnTo>
                  <a:pt x="39" y="70"/>
                </a:lnTo>
                <a:lnTo>
                  <a:pt x="39" y="69"/>
                </a:lnTo>
                <a:lnTo>
                  <a:pt x="39" y="68"/>
                </a:lnTo>
                <a:lnTo>
                  <a:pt x="40" y="66"/>
                </a:lnTo>
                <a:lnTo>
                  <a:pt x="37" y="65"/>
                </a:lnTo>
                <a:lnTo>
                  <a:pt x="37" y="64"/>
                </a:lnTo>
                <a:lnTo>
                  <a:pt x="37" y="65"/>
                </a:lnTo>
                <a:lnTo>
                  <a:pt x="37" y="64"/>
                </a:lnTo>
                <a:lnTo>
                  <a:pt x="38" y="64"/>
                </a:lnTo>
                <a:lnTo>
                  <a:pt x="39" y="64"/>
                </a:lnTo>
                <a:lnTo>
                  <a:pt x="38" y="63"/>
                </a:lnTo>
                <a:lnTo>
                  <a:pt x="39" y="63"/>
                </a:lnTo>
                <a:lnTo>
                  <a:pt x="39" y="62"/>
                </a:lnTo>
                <a:lnTo>
                  <a:pt x="40" y="61"/>
                </a:lnTo>
                <a:lnTo>
                  <a:pt x="39" y="61"/>
                </a:lnTo>
                <a:lnTo>
                  <a:pt x="41" y="60"/>
                </a:lnTo>
                <a:lnTo>
                  <a:pt x="42" y="61"/>
                </a:lnTo>
                <a:lnTo>
                  <a:pt x="41" y="60"/>
                </a:lnTo>
                <a:lnTo>
                  <a:pt x="42" y="58"/>
                </a:lnTo>
                <a:lnTo>
                  <a:pt x="41" y="57"/>
                </a:lnTo>
                <a:lnTo>
                  <a:pt x="41" y="57"/>
                </a:lnTo>
                <a:lnTo>
                  <a:pt x="41" y="56"/>
                </a:lnTo>
                <a:lnTo>
                  <a:pt x="40" y="56"/>
                </a:lnTo>
                <a:lnTo>
                  <a:pt x="40" y="55"/>
                </a:lnTo>
                <a:lnTo>
                  <a:pt x="41" y="56"/>
                </a:lnTo>
                <a:lnTo>
                  <a:pt x="41" y="55"/>
                </a:lnTo>
                <a:lnTo>
                  <a:pt x="42" y="55"/>
                </a:lnTo>
                <a:lnTo>
                  <a:pt x="42" y="54"/>
                </a:lnTo>
                <a:lnTo>
                  <a:pt x="41" y="51"/>
                </a:lnTo>
                <a:lnTo>
                  <a:pt x="42" y="52"/>
                </a:lnTo>
                <a:lnTo>
                  <a:pt x="42" y="51"/>
                </a:lnTo>
                <a:lnTo>
                  <a:pt x="44" y="52"/>
                </a:lnTo>
                <a:lnTo>
                  <a:pt x="44" y="52"/>
                </a:lnTo>
                <a:lnTo>
                  <a:pt x="44" y="51"/>
                </a:lnTo>
                <a:lnTo>
                  <a:pt x="46" y="52"/>
                </a:lnTo>
                <a:lnTo>
                  <a:pt x="46" y="52"/>
                </a:lnTo>
                <a:lnTo>
                  <a:pt x="46" y="51"/>
                </a:lnTo>
                <a:lnTo>
                  <a:pt x="48" y="52"/>
                </a:lnTo>
                <a:lnTo>
                  <a:pt x="48" y="52"/>
                </a:lnTo>
                <a:lnTo>
                  <a:pt x="48" y="51"/>
                </a:lnTo>
                <a:lnTo>
                  <a:pt x="50" y="52"/>
                </a:lnTo>
                <a:lnTo>
                  <a:pt x="51" y="51"/>
                </a:lnTo>
                <a:lnTo>
                  <a:pt x="52" y="52"/>
                </a:lnTo>
                <a:close/>
              </a:path>
            </a:pathLst>
          </a:custGeom>
          <a:solidFill>
            <a:srgbClr val="AECBE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502920" y="1941528"/>
            <a:ext cx="2520309" cy="1949552"/>
          </a:xfrm>
          <a:custGeom>
            <a:avLst/>
            <a:gdLst/>
            <a:ahLst/>
            <a:cxnLst/>
            <a:rect l="l" t="t" r="r" b="b"/>
            <a:pathLst>
              <a:path w="393" h="304">
                <a:moveTo>
                  <a:pt x="393" y="163"/>
                </a:moveTo>
                <a:lnTo>
                  <a:pt x="393" y="159"/>
                </a:lnTo>
                <a:lnTo>
                  <a:pt x="386" y="151"/>
                </a:lnTo>
                <a:lnTo>
                  <a:pt x="386" y="150"/>
                </a:lnTo>
                <a:lnTo>
                  <a:pt x="386" y="147"/>
                </a:lnTo>
                <a:lnTo>
                  <a:pt x="384" y="142"/>
                </a:lnTo>
                <a:lnTo>
                  <a:pt x="383" y="136"/>
                </a:lnTo>
                <a:lnTo>
                  <a:pt x="381" y="133"/>
                </a:lnTo>
                <a:lnTo>
                  <a:pt x="378" y="132"/>
                </a:lnTo>
                <a:lnTo>
                  <a:pt x="379" y="128"/>
                </a:lnTo>
                <a:lnTo>
                  <a:pt x="380" y="127"/>
                </a:lnTo>
                <a:lnTo>
                  <a:pt x="380" y="126"/>
                </a:lnTo>
                <a:lnTo>
                  <a:pt x="380" y="126"/>
                </a:lnTo>
                <a:lnTo>
                  <a:pt x="373" y="126"/>
                </a:lnTo>
                <a:lnTo>
                  <a:pt x="373" y="125"/>
                </a:lnTo>
                <a:lnTo>
                  <a:pt x="369" y="124"/>
                </a:lnTo>
                <a:lnTo>
                  <a:pt x="368" y="121"/>
                </a:lnTo>
                <a:lnTo>
                  <a:pt x="366" y="120"/>
                </a:lnTo>
                <a:lnTo>
                  <a:pt x="364" y="119"/>
                </a:lnTo>
                <a:lnTo>
                  <a:pt x="364" y="118"/>
                </a:lnTo>
                <a:lnTo>
                  <a:pt x="363" y="117"/>
                </a:lnTo>
                <a:lnTo>
                  <a:pt x="362" y="116"/>
                </a:lnTo>
                <a:lnTo>
                  <a:pt x="355" y="110"/>
                </a:lnTo>
                <a:lnTo>
                  <a:pt x="355" y="110"/>
                </a:lnTo>
                <a:lnTo>
                  <a:pt x="352" y="108"/>
                </a:lnTo>
                <a:lnTo>
                  <a:pt x="350" y="108"/>
                </a:lnTo>
                <a:lnTo>
                  <a:pt x="349" y="107"/>
                </a:lnTo>
                <a:lnTo>
                  <a:pt x="348" y="107"/>
                </a:lnTo>
                <a:lnTo>
                  <a:pt x="348" y="107"/>
                </a:lnTo>
                <a:lnTo>
                  <a:pt x="346" y="106"/>
                </a:lnTo>
                <a:lnTo>
                  <a:pt x="343" y="106"/>
                </a:lnTo>
                <a:lnTo>
                  <a:pt x="342" y="105"/>
                </a:lnTo>
                <a:lnTo>
                  <a:pt x="340" y="104"/>
                </a:lnTo>
                <a:lnTo>
                  <a:pt x="336" y="105"/>
                </a:lnTo>
                <a:lnTo>
                  <a:pt x="333" y="104"/>
                </a:lnTo>
                <a:lnTo>
                  <a:pt x="332" y="104"/>
                </a:lnTo>
                <a:lnTo>
                  <a:pt x="329" y="102"/>
                </a:lnTo>
                <a:lnTo>
                  <a:pt x="323" y="102"/>
                </a:lnTo>
                <a:lnTo>
                  <a:pt x="321" y="101"/>
                </a:lnTo>
                <a:lnTo>
                  <a:pt x="320" y="101"/>
                </a:lnTo>
                <a:lnTo>
                  <a:pt x="319" y="99"/>
                </a:lnTo>
                <a:lnTo>
                  <a:pt x="318" y="100"/>
                </a:lnTo>
                <a:lnTo>
                  <a:pt x="316" y="99"/>
                </a:lnTo>
                <a:lnTo>
                  <a:pt x="315" y="97"/>
                </a:lnTo>
                <a:lnTo>
                  <a:pt x="313" y="97"/>
                </a:lnTo>
                <a:lnTo>
                  <a:pt x="311" y="97"/>
                </a:lnTo>
                <a:lnTo>
                  <a:pt x="310" y="97"/>
                </a:lnTo>
                <a:lnTo>
                  <a:pt x="311" y="96"/>
                </a:lnTo>
                <a:lnTo>
                  <a:pt x="311" y="95"/>
                </a:lnTo>
                <a:lnTo>
                  <a:pt x="310" y="95"/>
                </a:lnTo>
                <a:lnTo>
                  <a:pt x="310" y="94"/>
                </a:lnTo>
                <a:lnTo>
                  <a:pt x="310" y="92"/>
                </a:lnTo>
                <a:lnTo>
                  <a:pt x="308" y="90"/>
                </a:lnTo>
                <a:lnTo>
                  <a:pt x="309" y="88"/>
                </a:lnTo>
                <a:lnTo>
                  <a:pt x="310" y="85"/>
                </a:lnTo>
                <a:lnTo>
                  <a:pt x="313" y="81"/>
                </a:lnTo>
                <a:lnTo>
                  <a:pt x="316" y="79"/>
                </a:lnTo>
                <a:lnTo>
                  <a:pt x="316" y="77"/>
                </a:lnTo>
                <a:lnTo>
                  <a:pt x="315" y="72"/>
                </a:lnTo>
                <a:lnTo>
                  <a:pt x="316" y="71"/>
                </a:lnTo>
                <a:lnTo>
                  <a:pt x="318" y="67"/>
                </a:lnTo>
                <a:lnTo>
                  <a:pt x="318" y="67"/>
                </a:lnTo>
                <a:lnTo>
                  <a:pt x="317" y="67"/>
                </a:lnTo>
                <a:lnTo>
                  <a:pt x="318" y="64"/>
                </a:lnTo>
                <a:lnTo>
                  <a:pt x="317" y="61"/>
                </a:lnTo>
                <a:lnTo>
                  <a:pt x="317" y="60"/>
                </a:lnTo>
                <a:lnTo>
                  <a:pt x="317" y="60"/>
                </a:lnTo>
                <a:lnTo>
                  <a:pt x="317" y="58"/>
                </a:lnTo>
                <a:lnTo>
                  <a:pt x="316" y="57"/>
                </a:lnTo>
                <a:lnTo>
                  <a:pt x="315" y="57"/>
                </a:lnTo>
                <a:lnTo>
                  <a:pt x="312" y="52"/>
                </a:lnTo>
                <a:lnTo>
                  <a:pt x="311" y="49"/>
                </a:lnTo>
                <a:lnTo>
                  <a:pt x="312" y="48"/>
                </a:lnTo>
                <a:lnTo>
                  <a:pt x="311" y="47"/>
                </a:lnTo>
                <a:lnTo>
                  <a:pt x="312" y="45"/>
                </a:lnTo>
                <a:lnTo>
                  <a:pt x="311" y="44"/>
                </a:lnTo>
                <a:lnTo>
                  <a:pt x="310" y="42"/>
                </a:lnTo>
                <a:lnTo>
                  <a:pt x="311" y="42"/>
                </a:lnTo>
                <a:lnTo>
                  <a:pt x="310" y="41"/>
                </a:lnTo>
                <a:lnTo>
                  <a:pt x="307" y="39"/>
                </a:lnTo>
                <a:lnTo>
                  <a:pt x="307" y="38"/>
                </a:lnTo>
                <a:lnTo>
                  <a:pt x="307" y="36"/>
                </a:lnTo>
                <a:lnTo>
                  <a:pt x="307" y="36"/>
                </a:lnTo>
                <a:lnTo>
                  <a:pt x="305" y="35"/>
                </a:lnTo>
                <a:lnTo>
                  <a:pt x="305" y="36"/>
                </a:lnTo>
                <a:lnTo>
                  <a:pt x="302" y="36"/>
                </a:lnTo>
                <a:lnTo>
                  <a:pt x="302" y="35"/>
                </a:lnTo>
                <a:lnTo>
                  <a:pt x="301" y="34"/>
                </a:lnTo>
                <a:lnTo>
                  <a:pt x="301" y="33"/>
                </a:lnTo>
                <a:lnTo>
                  <a:pt x="300" y="33"/>
                </a:lnTo>
                <a:lnTo>
                  <a:pt x="300" y="32"/>
                </a:lnTo>
                <a:lnTo>
                  <a:pt x="300" y="31"/>
                </a:lnTo>
                <a:lnTo>
                  <a:pt x="299" y="31"/>
                </a:lnTo>
                <a:lnTo>
                  <a:pt x="297" y="31"/>
                </a:lnTo>
                <a:lnTo>
                  <a:pt x="295" y="32"/>
                </a:lnTo>
                <a:lnTo>
                  <a:pt x="294" y="31"/>
                </a:lnTo>
                <a:lnTo>
                  <a:pt x="292" y="31"/>
                </a:lnTo>
                <a:lnTo>
                  <a:pt x="292" y="30"/>
                </a:lnTo>
                <a:lnTo>
                  <a:pt x="291" y="28"/>
                </a:lnTo>
                <a:lnTo>
                  <a:pt x="289" y="28"/>
                </a:lnTo>
                <a:lnTo>
                  <a:pt x="287" y="26"/>
                </a:lnTo>
                <a:lnTo>
                  <a:pt x="286" y="26"/>
                </a:lnTo>
                <a:lnTo>
                  <a:pt x="286" y="23"/>
                </a:lnTo>
                <a:lnTo>
                  <a:pt x="287" y="22"/>
                </a:lnTo>
                <a:lnTo>
                  <a:pt x="286" y="22"/>
                </a:lnTo>
                <a:lnTo>
                  <a:pt x="286" y="21"/>
                </a:lnTo>
                <a:lnTo>
                  <a:pt x="286" y="21"/>
                </a:lnTo>
                <a:lnTo>
                  <a:pt x="286" y="21"/>
                </a:lnTo>
                <a:lnTo>
                  <a:pt x="284" y="21"/>
                </a:lnTo>
                <a:lnTo>
                  <a:pt x="283" y="20"/>
                </a:lnTo>
                <a:lnTo>
                  <a:pt x="283" y="19"/>
                </a:lnTo>
                <a:lnTo>
                  <a:pt x="283" y="18"/>
                </a:lnTo>
                <a:lnTo>
                  <a:pt x="281" y="18"/>
                </a:lnTo>
                <a:lnTo>
                  <a:pt x="280" y="16"/>
                </a:lnTo>
                <a:lnTo>
                  <a:pt x="279" y="16"/>
                </a:lnTo>
                <a:lnTo>
                  <a:pt x="278" y="15"/>
                </a:lnTo>
                <a:lnTo>
                  <a:pt x="278" y="15"/>
                </a:lnTo>
                <a:lnTo>
                  <a:pt x="279" y="15"/>
                </a:lnTo>
                <a:lnTo>
                  <a:pt x="279" y="14"/>
                </a:lnTo>
                <a:lnTo>
                  <a:pt x="280" y="13"/>
                </a:lnTo>
                <a:lnTo>
                  <a:pt x="280" y="13"/>
                </a:lnTo>
                <a:lnTo>
                  <a:pt x="280" y="13"/>
                </a:lnTo>
                <a:lnTo>
                  <a:pt x="279" y="12"/>
                </a:lnTo>
                <a:lnTo>
                  <a:pt x="279" y="11"/>
                </a:lnTo>
                <a:lnTo>
                  <a:pt x="278" y="11"/>
                </a:lnTo>
                <a:lnTo>
                  <a:pt x="277" y="10"/>
                </a:lnTo>
                <a:lnTo>
                  <a:pt x="277" y="10"/>
                </a:lnTo>
                <a:lnTo>
                  <a:pt x="276" y="9"/>
                </a:lnTo>
                <a:lnTo>
                  <a:pt x="277" y="10"/>
                </a:lnTo>
                <a:lnTo>
                  <a:pt x="276" y="8"/>
                </a:lnTo>
                <a:lnTo>
                  <a:pt x="276" y="8"/>
                </a:lnTo>
                <a:lnTo>
                  <a:pt x="276" y="7"/>
                </a:lnTo>
                <a:lnTo>
                  <a:pt x="278" y="7"/>
                </a:lnTo>
                <a:lnTo>
                  <a:pt x="278" y="7"/>
                </a:lnTo>
                <a:lnTo>
                  <a:pt x="279" y="6"/>
                </a:lnTo>
                <a:lnTo>
                  <a:pt x="278" y="5"/>
                </a:lnTo>
                <a:lnTo>
                  <a:pt x="278" y="3"/>
                </a:lnTo>
                <a:lnTo>
                  <a:pt x="278" y="3"/>
                </a:lnTo>
                <a:lnTo>
                  <a:pt x="278" y="2"/>
                </a:lnTo>
                <a:lnTo>
                  <a:pt x="278" y="2"/>
                </a:lnTo>
                <a:lnTo>
                  <a:pt x="276" y="2"/>
                </a:lnTo>
                <a:lnTo>
                  <a:pt x="276" y="2"/>
                </a:lnTo>
                <a:lnTo>
                  <a:pt x="273" y="2"/>
                </a:lnTo>
                <a:lnTo>
                  <a:pt x="273" y="2"/>
                </a:lnTo>
                <a:lnTo>
                  <a:pt x="273" y="3"/>
                </a:lnTo>
                <a:lnTo>
                  <a:pt x="272" y="3"/>
                </a:lnTo>
                <a:lnTo>
                  <a:pt x="267" y="0"/>
                </a:lnTo>
                <a:lnTo>
                  <a:pt x="267" y="1"/>
                </a:lnTo>
                <a:lnTo>
                  <a:pt x="264" y="0"/>
                </a:lnTo>
                <a:lnTo>
                  <a:pt x="263" y="1"/>
                </a:lnTo>
                <a:lnTo>
                  <a:pt x="263" y="2"/>
                </a:lnTo>
                <a:lnTo>
                  <a:pt x="261" y="3"/>
                </a:lnTo>
                <a:lnTo>
                  <a:pt x="261" y="5"/>
                </a:lnTo>
                <a:lnTo>
                  <a:pt x="262" y="6"/>
                </a:lnTo>
                <a:lnTo>
                  <a:pt x="262" y="7"/>
                </a:lnTo>
                <a:lnTo>
                  <a:pt x="261" y="8"/>
                </a:lnTo>
                <a:lnTo>
                  <a:pt x="261" y="9"/>
                </a:lnTo>
                <a:lnTo>
                  <a:pt x="259" y="10"/>
                </a:lnTo>
                <a:lnTo>
                  <a:pt x="258" y="11"/>
                </a:lnTo>
                <a:lnTo>
                  <a:pt x="257" y="12"/>
                </a:lnTo>
                <a:lnTo>
                  <a:pt x="254" y="13"/>
                </a:lnTo>
                <a:lnTo>
                  <a:pt x="253" y="13"/>
                </a:lnTo>
                <a:lnTo>
                  <a:pt x="251" y="14"/>
                </a:lnTo>
                <a:lnTo>
                  <a:pt x="247" y="13"/>
                </a:lnTo>
                <a:lnTo>
                  <a:pt x="245" y="13"/>
                </a:lnTo>
                <a:lnTo>
                  <a:pt x="243" y="14"/>
                </a:lnTo>
                <a:lnTo>
                  <a:pt x="243" y="16"/>
                </a:lnTo>
                <a:lnTo>
                  <a:pt x="241" y="17"/>
                </a:lnTo>
                <a:lnTo>
                  <a:pt x="241" y="17"/>
                </a:lnTo>
                <a:lnTo>
                  <a:pt x="239" y="20"/>
                </a:lnTo>
                <a:lnTo>
                  <a:pt x="238" y="32"/>
                </a:lnTo>
                <a:lnTo>
                  <a:pt x="239" y="34"/>
                </a:lnTo>
                <a:lnTo>
                  <a:pt x="239" y="35"/>
                </a:lnTo>
                <a:lnTo>
                  <a:pt x="238" y="36"/>
                </a:lnTo>
                <a:lnTo>
                  <a:pt x="239" y="37"/>
                </a:lnTo>
                <a:lnTo>
                  <a:pt x="238" y="39"/>
                </a:lnTo>
                <a:lnTo>
                  <a:pt x="236" y="40"/>
                </a:lnTo>
                <a:lnTo>
                  <a:pt x="235" y="41"/>
                </a:lnTo>
                <a:lnTo>
                  <a:pt x="235" y="42"/>
                </a:lnTo>
                <a:lnTo>
                  <a:pt x="232" y="41"/>
                </a:lnTo>
                <a:lnTo>
                  <a:pt x="231" y="41"/>
                </a:lnTo>
                <a:lnTo>
                  <a:pt x="228" y="42"/>
                </a:lnTo>
                <a:lnTo>
                  <a:pt x="228" y="43"/>
                </a:lnTo>
                <a:lnTo>
                  <a:pt x="226" y="43"/>
                </a:lnTo>
                <a:lnTo>
                  <a:pt x="225" y="44"/>
                </a:lnTo>
                <a:lnTo>
                  <a:pt x="224" y="42"/>
                </a:lnTo>
                <a:lnTo>
                  <a:pt x="223" y="40"/>
                </a:lnTo>
                <a:lnTo>
                  <a:pt x="219" y="40"/>
                </a:lnTo>
                <a:lnTo>
                  <a:pt x="218" y="39"/>
                </a:lnTo>
                <a:lnTo>
                  <a:pt x="217" y="40"/>
                </a:lnTo>
                <a:lnTo>
                  <a:pt x="215" y="39"/>
                </a:lnTo>
                <a:lnTo>
                  <a:pt x="213" y="39"/>
                </a:lnTo>
                <a:lnTo>
                  <a:pt x="212" y="38"/>
                </a:lnTo>
                <a:lnTo>
                  <a:pt x="210" y="39"/>
                </a:lnTo>
                <a:lnTo>
                  <a:pt x="208" y="37"/>
                </a:lnTo>
                <a:lnTo>
                  <a:pt x="207" y="37"/>
                </a:lnTo>
                <a:lnTo>
                  <a:pt x="207" y="37"/>
                </a:lnTo>
                <a:lnTo>
                  <a:pt x="205" y="36"/>
                </a:lnTo>
                <a:lnTo>
                  <a:pt x="205" y="35"/>
                </a:lnTo>
                <a:lnTo>
                  <a:pt x="204" y="34"/>
                </a:lnTo>
                <a:lnTo>
                  <a:pt x="203" y="34"/>
                </a:lnTo>
                <a:lnTo>
                  <a:pt x="203" y="32"/>
                </a:lnTo>
                <a:lnTo>
                  <a:pt x="201" y="32"/>
                </a:lnTo>
                <a:lnTo>
                  <a:pt x="200" y="30"/>
                </a:lnTo>
                <a:lnTo>
                  <a:pt x="198" y="30"/>
                </a:lnTo>
                <a:lnTo>
                  <a:pt x="198" y="31"/>
                </a:lnTo>
                <a:lnTo>
                  <a:pt x="197" y="33"/>
                </a:lnTo>
                <a:lnTo>
                  <a:pt x="196" y="34"/>
                </a:lnTo>
                <a:lnTo>
                  <a:pt x="194" y="39"/>
                </a:lnTo>
                <a:lnTo>
                  <a:pt x="193" y="39"/>
                </a:lnTo>
                <a:lnTo>
                  <a:pt x="190" y="45"/>
                </a:lnTo>
                <a:lnTo>
                  <a:pt x="185" y="52"/>
                </a:lnTo>
                <a:lnTo>
                  <a:pt x="183" y="55"/>
                </a:lnTo>
                <a:lnTo>
                  <a:pt x="182" y="55"/>
                </a:lnTo>
                <a:lnTo>
                  <a:pt x="181" y="56"/>
                </a:lnTo>
                <a:lnTo>
                  <a:pt x="180" y="59"/>
                </a:lnTo>
                <a:lnTo>
                  <a:pt x="179" y="60"/>
                </a:lnTo>
                <a:lnTo>
                  <a:pt x="179" y="62"/>
                </a:lnTo>
                <a:lnTo>
                  <a:pt x="178" y="63"/>
                </a:lnTo>
                <a:lnTo>
                  <a:pt x="178" y="64"/>
                </a:lnTo>
                <a:lnTo>
                  <a:pt x="182" y="68"/>
                </a:lnTo>
                <a:lnTo>
                  <a:pt x="182" y="70"/>
                </a:lnTo>
                <a:lnTo>
                  <a:pt x="181" y="72"/>
                </a:lnTo>
                <a:lnTo>
                  <a:pt x="181" y="73"/>
                </a:lnTo>
                <a:lnTo>
                  <a:pt x="179" y="73"/>
                </a:lnTo>
                <a:lnTo>
                  <a:pt x="177" y="71"/>
                </a:lnTo>
                <a:lnTo>
                  <a:pt x="174" y="71"/>
                </a:lnTo>
                <a:lnTo>
                  <a:pt x="174" y="71"/>
                </a:lnTo>
                <a:lnTo>
                  <a:pt x="174" y="70"/>
                </a:lnTo>
                <a:lnTo>
                  <a:pt x="173" y="70"/>
                </a:lnTo>
                <a:lnTo>
                  <a:pt x="171" y="70"/>
                </a:lnTo>
                <a:lnTo>
                  <a:pt x="170" y="66"/>
                </a:lnTo>
                <a:lnTo>
                  <a:pt x="166" y="66"/>
                </a:lnTo>
                <a:lnTo>
                  <a:pt x="166" y="67"/>
                </a:lnTo>
                <a:lnTo>
                  <a:pt x="164" y="67"/>
                </a:lnTo>
                <a:lnTo>
                  <a:pt x="164" y="67"/>
                </a:lnTo>
                <a:lnTo>
                  <a:pt x="161" y="67"/>
                </a:lnTo>
                <a:lnTo>
                  <a:pt x="160" y="67"/>
                </a:lnTo>
                <a:lnTo>
                  <a:pt x="159" y="67"/>
                </a:lnTo>
                <a:lnTo>
                  <a:pt x="159" y="67"/>
                </a:lnTo>
                <a:lnTo>
                  <a:pt x="158" y="67"/>
                </a:lnTo>
                <a:lnTo>
                  <a:pt x="158" y="68"/>
                </a:lnTo>
                <a:lnTo>
                  <a:pt x="155" y="68"/>
                </a:lnTo>
                <a:lnTo>
                  <a:pt x="155" y="68"/>
                </a:lnTo>
                <a:lnTo>
                  <a:pt x="152" y="67"/>
                </a:lnTo>
                <a:lnTo>
                  <a:pt x="150" y="68"/>
                </a:lnTo>
                <a:lnTo>
                  <a:pt x="149" y="67"/>
                </a:lnTo>
                <a:lnTo>
                  <a:pt x="148" y="67"/>
                </a:lnTo>
                <a:lnTo>
                  <a:pt x="147" y="68"/>
                </a:lnTo>
                <a:lnTo>
                  <a:pt x="146" y="68"/>
                </a:lnTo>
                <a:lnTo>
                  <a:pt x="145" y="67"/>
                </a:lnTo>
                <a:lnTo>
                  <a:pt x="144" y="68"/>
                </a:lnTo>
                <a:lnTo>
                  <a:pt x="142" y="67"/>
                </a:lnTo>
                <a:lnTo>
                  <a:pt x="138" y="69"/>
                </a:lnTo>
                <a:lnTo>
                  <a:pt x="139" y="70"/>
                </a:lnTo>
                <a:lnTo>
                  <a:pt x="138" y="71"/>
                </a:lnTo>
                <a:lnTo>
                  <a:pt x="139" y="71"/>
                </a:lnTo>
                <a:lnTo>
                  <a:pt x="139" y="72"/>
                </a:lnTo>
                <a:lnTo>
                  <a:pt x="141" y="72"/>
                </a:lnTo>
                <a:lnTo>
                  <a:pt x="142" y="72"/>
                </a:lnTo>
                <a:lnTo>
                  <a:pt x="142" y="74"/>
                </a:lnTo>
                <a:lnTo>
                  <a:pt x="142" y="74"/>
                </a:lnTo>
                <a:lnTo>
                  <a:pt x="143" y="75"/>
                </a:lnTo>
                <a:lnTo>
                  <a:pt x="144" y="77"/>
                </a:lnTo>
                <a:lnTo>
                  <a:pt x="144" y="78"/>
                </a:lnTo>
                <a:lnTo>
                  <a:pt x="143" y="80"/>
                </a:lnTo>
                <a:lnTo>
                  <a:pt x="142" y="85"/>
                </a:lnTo>
                <a:lnTo>
                  <a:pt x="141" y="88"/>
                </a:lnTo>
                <a:lnTo>
                  <a:pt x="142" y="89"/>
                </a:lnTo>
                <a:lnTo>
                  <a:pt x="141" y="92"/>
                </a:lnTo>
                <a:lnTo>
                  <a:pt x="142" y="93"/>
                </a:lnTo>
                <a:lnTo>
                  <a:pt x="142" y="95"/>
                </a:lnTo>
                <a:lnTo>
                  <a:pt x="143" y="103"/>
                </a:lnTo>
                <a:lnTo>
                  <a:pt x="143" y="105"/>
                </a:lnTo>
                <a:lnTo>
                  <a:pt x="141" y="107"/>
                </a:lnTo>
                <a:lnTo>
                  <a:pt x="143" y="108"/>
                </a:lnTo>
                <a:lnTo>
                  <a:pt x="142" y="109"/>
                </a:lnTo>
                <a:lnTo>
                  <a:pt x="142" y="111"/>
                </a:lnTo>
                <a:lnTo>
                  <a:pt x="142" y="111"/>
                </a:lnTo>
                <a:lnTo>
                  <a:pt x="140" y="111"/>
                </a:lnTo>
                <a:lnTo>
                  <a:pt x="139" y="111"/>
                </a:lnTo>
                <a:lnTo>
                  <a:pt x="135" y="112"/>
                </a:lnTo>
                <a:lnTo>
                  <a:pt x="135" y="113"/>
                </a:lnTo>
                <a:lnTo>
                  <a:pt x="136" y="114"/>
                </a:lnTo>
                <a:lnTo>
                  <a:pt x="138" y="115"/>
                </a:lnTo>
                <a:lnTo>
                  <a:pt x="138" y="116"/>
                </a:lnTo>
                <a:lnTo>
                  <a:pt x="136" y="116"/>
                </a:lnTo>
                <a:lnTo>
                  <a:pt x="134" y="117"/>
                </a:lnTo>
                <a:lnTo>
                  <a:pt x="132" y="116"/>
                </a:lnTo>
                <a:lnTo>
                  <a:pt x="131" y="119"/>
                </a:lnTo>
                <a:lnTo>
                  <a:pt x="130" y="119"/>
                </a:lnTo>
                <a:lnTo>
                  <a:pt x="129" y="120"/>
                </a:lnTo>
                <a:lnTo>
                  <a:pt x="130" y="122"/>
                </a:lnTo>
                <a:lnTo>
                  <a:pt x="130" y="123"/>
                </a:lnTo>
                <a:lnTo>
                  <a:pt x="129" y="123"/>
                </a:lnTo>
                <a:lnTo>
                  <a:pt x="129" y="125"/>
                </a:lnTo>
                <a:lnTo>
                  <a:pt x="129" y="126"/>
                </a:lnTo>
                <a:lnTo>
                  <a:pt x="129" y="126"/>
                </a:lnTo>
                <a:lnTo>
                  <a:pt x="129" y="127"/>
                </a:lnTo>
                <a:lnTo>
                  <a:pt x="129" y="128"/>
                </a:lnTo>
                <a:lnTo>
                  <a:pt x="129" y="129"/>
                </a:lnTo>
                <a:lnTo>
                  <a:pt x="129" y="129"/>
                </a:lnTo>
                <a:lnTo>
                  <a:pt x="127" y="130"/>
                </a:lnTo>
                <a:lnTo>
                  <a:pt x="126" y="131"/>
                </a:lnTo>
                <a:lnTo>
                  <a:pt x="126" y="130"/>
                </a:lnTo>
                <a:lnTo>
                  <a:pt x="127" y="132"/>
                </a:lnTo>
                <a:lnTo>
                  <a:pt x="125" y="133"/>
                </a:lnTo>
                <a:lnTo>
                  <a:pt x="122" y="132"/>
                </a:lnTo>
                <a:lnTo>
                  <a:pt x="121" y="132"/>
                </a:lnTo>
                <a:lnTo>
                  <a:pt x="121" y="133"/>
                </a:lnTo>
                <a:lnTo>
                  <a:pt x="119" y="135"/>
                </a:lnTo>
                <a:lnTo>
                  <a:pt x="117" y="134"/>
                </a:lnTo>
                <a:lnTo>
                  <a:pt x="116" y="135"/>
                </a:lnTo>
                <a:lnTo>
                  <a:pt x="115" y="135"/>
                </a:lnTo>
                <a:lnTo>
                  <a:pt x="113" y="134"/>
                </a:lnTo>
                <a:lnTo>
                  <a:pt x="111" y="135"/>
                </a:lnTo>
                <a:lnTo>
                  <a:pt x="111" y="135"/>
                </a:lnTo>
                <a:lnTo>
                  <a:pt x="109" y="136"/>
                </a:lnTo>
                <a:lnTo>
                  <a:pt x="107" y="136"/>
                </a:lnTo>
                <a:lnTo>
                  <a:pt x="105" y="137"/>
                </a:lnTo>
                <a:lnTo>
                  <a:pt x="104" y="136"/>
                </a:lnTo>
                <a:lnTo>
                  <a:pt x="101" y="138"/>
                </a:lnTo>
                <a:lnTo>
                  <a:pt x="99" y="138"/>
                </a:lnTo>
                <a:lnTo>
                  <a:pt x="99" y="138"/>
                </a:lnTo>
                <a:lnTo>
                  <a:pt x="98" y="139"/>
                </a:lnTo>
                <a:lnTo>
                  <a:pt x="97" y="138"/>
                </a:lnTo>
                <a:lnTo>
                  <a:pt x="96" y="139"/>
                </a:lnTo>
                <a:lnTo>
                  <a:pt x="93" y="140"/>
                </a:lnTo>
                <a:lnTo>
                  <a:pt x="92" y="139"/>
                </a:lnTo>
                <a:lnTo>
                  <a:pt x="91" y="139"/>
                </a:lnTo>
                <a:lnTo>
                  <a:pt x="90" y="139"/>
                </a:lnTo>
                <a:lnTo>
                  <a:pt x="88" y="142"/>
                </a:lnTo>
                <a:lnTo>
                  <a:pt x="85" y="143"/>
                </a:lnTo>
                <a:lnTo>
                  <a:pt x="84" y="142"/>
                </a:lnTo>
                <a:lnTo>
                  <a:pt x="83" y="142"/>
                </a:lnTo>
                <a:lnTo>
                  <a:pt x="82" y="144"/>
                </a:lnTo>
                <a:lnTo>
                  <a:pt x="82" y="144"/>
                </a:lnTo>
                <a:lnTo>
                  <a:pt x="81" y="145"/>
                </a:lnTo>
                <a:lnTo>
                  <a:pt x="81" y="145"/>
                </a:lnTo>
                <a:lnTo>
                  <a:pt x="78" y="145"/>
                </a:lnTo>
                <a:lnTo>
                  <a:pt x="76" y="144"/>
                </a:lnTo>
                <a:lnTo>
                  <a:pt x="76" y="144"/>
                </a:lnTo>
                <a:lnTo>
                  <a:pt x="75" y="143"/>
                </a:lnTo>
                <a:lnTo>
                  <a:pt x="73" y="143"/>
                </a:lnTo>
                <a:lnTo>
                  <a:pt x="73" y="142"/>
                </a:lnTo>
                <a:lnTo>
                  <a:pt x="71" y="142"/>
                </a:lnTo>
                <a:lnTo>
                  <a:pt x="70" y="141"/>
                </a:lnTo>
                <a:lnTo>
                  <a:pt x="69" y="140"/>
                </a:lnTo>
                <a:lnTo>
                  <a:pt x="68" y="141"/>
                </a:lnTo>
                <a:lnTo>
                  <a:pt x="67" y="141"/>
                </a:lnTo>
                <a:lnTo>
                  <a:pt x="66" y="142"/>
                </a:lnTo>
                <a:lnTo>
                  <a:pt x="64" y="142"/>
                </a:lnTo>
                <a:lnTo>
                  <a:pt x="63" y="144"/>
                </a:lnTo>
                <a:lnTo>
                  <a:pt x="61" y="145"/>
                </a:lnTo>
                <a:lnTo>
                  <a:pt x="61" y="147"/>
                </a:lnTo>
                <a:lnTo>
                  <a:pt x="61" y="148"/>
                </a:lnTo>
                <a:lnTo>
                  <a:pt x="60" y="149"/>
                </a:lnTo>
                <a:lnTo>
                  <a:pt x="58" y="150"/>
                </a:lnTo>
                <a:lnTo>
                  <a:pt x="58" y="151"/>
                </a:lnTo>
                <a:lnTo>
                  <a:pt x="56" y="152"/>
                </a:lnTo>
                <a:lnTo>
                  <a:pt x="55" y="152"/>
                </a:lnTo>
                <a:lnTo>
                  <a:pt x="55" y="152"/>
                </a:lnTo>
                <a:lnTo>
                  <a:pt x="53" y="153"/>
                </a:lnTo>
                <a:lnTo>
                  <a:pt x="54" y="152"/>
                </a:lnTo>
                <a:lnTo>
                  <a:pt x="53" y="151"/>
                </a:lnTo>
                <a:lnTo>
                  <a:pt x="53" y="151"/>
                </a:lnTo>
                <a:lnTo>
                  <a:pt x="51" y="151"/>
                </a:lnTo>
                <a:lnTo>
                  <a:pt x="50" y="151"/>
                </a:lnTo>
                <a:lnTo>
                  <a:pt x="49" y="151"/>
                </a:lnTo>
                <a:lnTo>
                  <a:pt x="49" y="151"/>
                </a:lnTo>
                <a:lnTo>
                  <a:pt x="49" y="151"/>
                </a:lnTo>
                <a:lnTo>
                  <a:pt x="48" y="150"/>
                </a:lnTo>
                <a:lnTo>
                  <a:pt x="47" y="151"/>
                </a:lnTo>
                <a:lnTo>
                  <a:pt x="46" y="152"/>
                </a:lnTo>
                <a:lnTo>
                  <a:pt x="45" y="151"/>
                </a:lnTo>
                <a:lnTo>
                  <a:pt x="43" y="151"/>
                </a:lnTo>
                <a:lnTo>
                  <a:pt x="43" y="149"/>
                </a:lnTo>
                <a:lnTo>
                  <a:pt x="43" y="148"/>
                </a:lnTo>
                <a:lnTo>
                  <a:pt x="45" y="147"/>
                </a:lnTo>
                <a:lnTo>
                  <a:pt x="43" y="146"/>
                </a:lnTo>
                <a:lnTo>
                  <a:pt x="43" y="145"/>
                </a:lnTo>
                <a:lnTo>
                  <a:pt x="44" y="143"/>
                </a:lnTo>
                <a:lnTo>
                  <a:pt x="44" y="142"/>
                </a:lnTo>
                <a:lnTo>
                  <a:pt x="43" y="142"/>
                </a:lnTo>
                <a:lnTo>
                  <a:pt x="40" y="144"/>
                </a:lnTo>
                <a:lnTo>
                  <a:pt x="39" y="144"/>
                </a:lnTo>
                <a:lnTo>
                  <a:pt x="36" y="145"/>
                </a:lnTo>
                <a:lnTo>
                  <a:pt x="35" y="144"/>
                </a:lnTo>
                <a:lnTo>
                  <a:pt x="34" y="145"/>
                </a:lnTo>
                <a:lnTo>
                  <a:pt x="33" y="144"/>
                </a:lnTo>
                <a:lnTo>
                  <a:pt x="32" y="144"/>
                </a:lnTo>
                <a:lnTo>
                  <a:pt x="30" y="142"/>
                </a:lnTo>
                <a:lnTo>
                  <a:pt x="30" y="142"/>
                </a:lnTo>
                <a:lnTo>
                  <a:pt x="30" y="143"/>
                </a:lnTo>
                <a:lnTo>
                  <a:pt x="29" y="143"/>
                </a:lnTo>
                <a:lnTo>
                  <a:pt x="30" y="146"/>
                </a:lnTo>
                <a:lnTo>
                  <a:pt x="29" y="146"/>
                </a:lnTo>
                <a:lnTo>
                  <a:pt x="29" y="145"/>
                </a:lnTo>
                <a:lnTo>
                  <a:pt x="27" y="145"/>
                </a:lnTo>
                <a:lnTo>
                  <a:pt x="26" y="146"/>
                </a:lnTo>
                <a:lnTo>
                  <a:pt x="24" y="146"/>
                </a:lnTo>
                <a:lnTo>
                  <a:pt x="23" y="147"/>
                </a:lnTo>
                <a:lnTo>
                  <a:pt x="20" y="149"/>
                </a:lnTo>
                <a:lnTo>
                  <a:pt x="19" y="148"/>
                </a:lnTo>
                <a:lnTo>
                  <a:pt x="18" y="148"/>
                </a:lnTo>
                <a:lnTo>
                  <a:pt x="18" y="147"/>
                </a:lnTo>
                <a:lnTo>
                  <a:pt x="16" y="147"/>
                </a:lnTo>
                <a:lnTo>
                  <a:pt x="16" y="147"/>
                </a:lnTo>
                <a:lnTo>
                  <a:pt x="14" y="147"/>
                </a:lnTo>
                <a:lnTo>
                  <a:pt x="14" y="148"/>
                </a:lnTo>
                <a:lnTo>
                  <a:pt x="12" y="148"/>
                </a:lnTo>
                <a:lnTo>
                  <a:pt x="13" y="148"/>
                </a:lnTo>
                <a:lnTo>
                  <a:pt x="11" y="150"/>
                </a:lnTo>
                <a:lnTo>
                  <a:pt x="11" y="151"/>
                </a:lnTo>
                <a:lnTo>
                  <a:pt x="9" y="151"/>
                </a:lnTo>
                <a:lnTo>
                  <a:pt x="9" y="153"/>
                </a:lnTo>
                <a:lnTo>
                  <a:pt x="10" y="154"/>
                </a:lnTo>
                <a:lnTo>
                  <a:pt x="10" y="157"/>
                </a:lnTo>
                <a:lnTo>
                  <a:pt x="9" y="157"/>
                </a:lnTo>
                <a:lnTo>
                  <a:pt x="7" y="159"/>
                </a:lnTo>
                <a:lnTo>
                  <a:pt x="5" y="159"/>
                </a:lnTo>
                <a:lnTo>
                  <a:pt x="3" y="158"/>
                </a:lnTo>
                <a:lnTo>
                  <a:pt x="2" y="159"/>
                </a:lnTo>
                <a:lnTo>
                  <a:pt x="1" y="159"/>
                </a:lnTo>
                <a:lnTo>
                  <a:pt x="1" y="160"/>
                </a:lnTo>
                <a:lnTo>
                  <a:pt x="0" y="162"/>
                </a:lnTo>
                <a:lnTo>
                  <a:pt x="2" y="164"/>
                </a:lnTo>
                <a:lnTo>
                  <a:pt x="2" y="165"/>
                </a:lnTo>
                <a:lnTo>
                  <a:pt x="2" y="165"/>
                </a:lnTo>
                <a:lnTo>
                  <a:pt x="2" y="166"/>
                </a:lnTo>
                <a:lnTo>
                  <a:pt x="2" y="168"/>
                </a:lnTo>
                <a:lnTo>
                  <a:pt x="3" y="168"/>
                </a:lnTo>
                <a:lnTo>
                  <a:pt x="3" y="169"/>
                </a:lnTo>
                <a:lnTo>
                  <a:pt x="3" y="170"/>
                </a:lnTo>
                <a:lnTo>
                  <a:pt x="3" y="171"/>
                </a:lnTo>
                <a:lnTo>
                  <a:pt x="2" y="170"/>
                </a:lnTo>
                <a:lnTo>
                  <a:pt x="1" y="170"/>
                </a:lnTo>
                <a:lnTo>
                  <a:pt x="0" y="172"/>
                </a:lnTo>
                <a:lnTo>
                  <a:pt x="1" y="174"/>
                </a:lnTo>
                <a:lnTo>
                  <a:pt x="0" y="175"/>
                </a:lnTo>
                <a:lnTo>
                  <a:pt x="0" y="177"/>
                </a:lnTo>
                <a:lnTo>
                  <a:pt x="0" y="178"/>
                </a:lnTo>
                <a:lnTo>
                  <a:pt x="1" y="179"/>
                </a:lnTo>
                <a:lnTo>
                  <a:pt x="2" y="180"/>
                </a:lnTo>
                <a:lnTo>
                  <a:pt x="3" y="181"/>
                </a:lnTo>
                <a:lnTo>
                  <a:pt x="4" y="181"/>
                </a:lnTo>
                <a:lnTo>
                  <a:pt x="4" y="180"/>
                </a:lnTo>
                <a:lnTo>
                  <a:pt x="5" y="179"/>
                </a:lnTo>
                <a:lnTo>
                  <a:pt x="6" y="178"/>
                </a:lnTo>
                <a:lnTo>
                  <a:pt x="11" y="180"/>
                </a:lnTo>
                <a:lnTo>
                  <a:pt x="12" y="181"/>
                </a:lnTo>
                <a:lnTo>
                  <a:pt x="12" y="182"/>
                </a:lnTo>
                <a:lnTo>
                  <a:pt x="14" y="182"/>
                </a:lnTo>
                <a:lnTo>
                  <a:pt x="15" y="184"/>
                </a:lnTo>
                <a:lnTo>
                  <a:pt x="16" y="184"/>
                </a:lnTo>
                <a:lnTo>
                  <a:pt x="16" y="186"/>
                </a:lnTo>
                <a:lnTo>
                  <a:pt x="17" y="186"/>
                </a:lnTo>
                <a:lnTo>
                  <a:pt x="16" y="188"/>
                </a:lnTo>
                <a:lnTo>
                  <a:pt x="14" y="189"/>
                </a:lnTo>
                <a:lnTo>
                  <a:pt x="14" y="192"/>
                </a:lnTo>
                <a:lnTo>
                  <a:pt x="14" y="193"/>
                </a:lnTo>
                <a:lnTo>
                  <a:pt x="13" y="194"/>
                </a:lnTo>
                <a:lnTo>
                  <a:pt x="14" y="196"/>
                </a:lnTo>
                <a:lnTo>
                  <a:pt x="15" y="197"/>
                </a:lnTo>
                <a:lnTo>
                  <a:pt x="14" y="198"/>
                </a:lnTo>
                <a:lnTo>
                  <a:pt x="14" y="200"/>
                </a:lnTo>
                <a:lnTo>
                  <a:pt x="13" y="200"/>
                </a:lnTo>
                <a:lnTo>
                  <a:pt x="14" y="202"/>
                </a:lnTo>
                <a:lnTo>
                  <a:pt x="13" y="203"/>
                </a:lnTo>
                <a:lnTo>
                  <a:pt x="12" y="204"/>
                </a:lnTo>
                <a:lnTo>
                  <a:pt x="12" y="204"/>
                </a:lnTo>
                <a:lnTo>
                  <a:pt x="12" y="207"/>
                </a:lnTo>
                <a:lnTo>
                  <a:pt x="13" y="208"/>
                </a:lnTo>
                <a:lnTo>
                  <a:pt x="12" y="208"/>
                </a:lnTo>
                <a:lnTo>
                  <a:pt x="14" y="208"/>
                </a:lnTo>
                <a:lnTo>
                  <a:pt x="14" y="211"/>
                </a:lnTo>
                <a:lnTo>
                  <a:pt x="14" y="211"/>
                </a:lnTo>
                <a:lnTo>
                  <a:pt x="14" y="212"/>
                </a:lnTo>
                <a:lnTo>
                  <a:pt x="13" y="213"/>
                </a:lnTo>
                <a:lnTo>
                  <a:pt x="10" y="213"/>
                </a:lnTo>
                <a:lnTo>
                  <a:pt x="9" y="214"/>
                </a:lnTo>
                <a:lnTo>
                  <a:pt x="7" y="213"/>
                </a:lnTo>
                <a:lnTo>
                  <a:pt x="7" y="213"/>
                </a:lnTo>
                <a:lnTo>
                  <a:pt x="6" y="211"/>
                </a:lnTo>
                <a:lnTo>
                  <a:pt x="5" y="212"/>
                </a:lnTo>
                <a:lnTo>
                  <a:pt x="5" y="211"/>
                </a:lnTo>
                <a:lnTo>
                  <a:pt x="4" y="211"/>
                </a:lnTo>
                <a:lnTo>
                  <a:pt x="3" y="212"/>
                </a:lnTo>
                <a:lnTo>
                  <a:pt x="3" y="211"/>
                </a:lnTo>
                <a:lnTo>
                  <a:pt x="2" y="211"/>
                </a:lnTo>
                <a:lnTo>
                  <a:pt x="1" y="212"/>
                </a:lnTo>
                <a:lnTo>
                  <a:pt x="1" y="213"/>
                </a:lnTo>
                <a:lnTo>
                  <a:pt x="1" y="213"/>
                </a:lnTo>
                <a:lnTo>
                  <a:pt x="1" y="214"/>
                </a:lnTo>
                <a:lnTo>
                  <a:pt x="1" y="215"/>
                </a:lnTo>
                <a:lnTo>
                  <a:pt x="2" y="215"/>
                </a:lnTo>
                <a:lnTo>
                  <a:pt x="2" y="216"/>
                </a:lnTo>
                <a:lnTo>
                  <a:pt x="5" y="216"/>
                </a:lnTo>
                <a:lnTo>
                  <a:pt x="5" y="217"/>
                </a:lnTo>
                <a:lnTo>
                  <a:pt x="6" y="217"/>
                </a:lnTo>
                <a:lnTo>
                  <a:pt x="6" y="217"/>
                </a:lnTo>
                <a:lnTo>
                  <a:pt x="7" y="217"/>
                </a:lnTo>
                <a:lnTo>
                  <a:pt x="6" y="218"/>
                </a:lnTo>
                <a:lnTo>
                  <a:pt x="7" y="220"/>
                </a:lnTo>
                <a:lnTo>
                  <a:pt x="7" y="220"/>
                </a:lnTo>
                <a:lnTo>
                  <a:pt x="8" y="219"/>
                </a:lnTo>
                <a:lnTo>
                  <a:pt x="10" y="219"/>
                </a:lnTo>
                <a:lnTo>
                  <a:pt x="12" y="220"/>
                </a:lnTo>
                <a:lnTo>
                  <a:pt x="12" y="220"/>
                </a:lnTo>
                <a:lnTo>
                  <a:pt x="13" y="221"/>
                </a:lnTo>
                <a:lnTo>
                  <a:pt x="14" y="221"/>
                </a:lnTo>
                <a:lnTo>
                  <a:pt x="16" y="222"/>
                </a:lnTo>
                <a:lnTo>
                  <a:pt x="15" y="223"/>
                </a:lnTo>
                <a:lnTo>
                  <a:pt x="15" y="224"/>
                </a:lnTo>
                <a:lnTo>
                  <a:pt x="15" y="226"/>
                </a:lnTo>
                <a:lnTo>
                  <a:pt x="15" y="228"/>
                </a:lnTo>
                <a:lnTo>
                  <a:pt x="16" y="227"/>
                </a:lnTo>
                <a:lnTo>
                  <a:pt x="16" y="228"/>
                </a:lnTo>
                <a:lnTo>
                  <a:pt x="17" y="227"/>
                </a:lnTo>
                <a:lnTo>
                  <a:pt x="18" y="227"/>
                </a:lnTo>
                <a:lnTo>
                  <a:pt x="20" y="228"/>
                </a:lnTo>
                <a:lnTo>
                  <a:pt x="22" y="231"/>
                </a:lnTo>
                <a:lnTo>
                  <a:pt x="22" y="233"/>
                </a:lnTo>
                <a:lnTo>
                  <a:pt x="22" y="233"/>
                </a:lnTo>
                <a:lnTo>
                  <a:pt x="23" y="235"/>
                </a:lnTo>
                <a:lnTo>
                  <a:pt x="23" y="237"/>
                </a:lnTo>
                <a:lnTo>
                  <a:pt x="21" y="238"/>
                </a:lnTo>
                <a:lnTo>
                  <a:pt x="21" y="239"/>
                </a:lnTo>
                <a:lnTo>
                  <a:pt x="22" y="242"/>
                </a:lnTo>
                <a:lnTo>
                  <a:pt x="21" y="241"/>
                </a:lnTo>
                <a:lnTo>
                  <a:pt x="21" y="243"/>
                </a:lnTo>
                <a:lnTo>
                  <a:pt x="19" y="243"/>
                </a:lnTo>
                <a:lnTo>
                  <a:pt x="19" y="244"/>
                </a:lnTo>
                <a:lnTo>
                  <a:pt x="19" y="245"/>
                </a:lnTo>
                <a:lnTo>
                  <a:pt x="21" y="246"/>
                </a:lnTo>
                <a:lnTo>
                  <a:pt x="22" y="249"/>
                </a:lnTo>
                <a:lnTo>
                  <a:pt x="21" y="250"/>
                </a:lnTo>
                <a:lnTo>
                  <a:pt x="21" y="251"/>
                </a:lnTo>
                <a:lnTo>
                  <a:pt x="23" y="251"/>
                </a:lnTo>
                <a:lnTo>
                  <a:pt x="24" y="252"/>
                </a:lnTo>
                <a:lnTo>
                  <a:pt x="25" y="251"/>
                </a:lnTo>
                <a:lnTo>
                  <a:pt x="26" y="252"/>
                </a:lnTo>
                <a:lnTo>
                  <a:pt x="27" y="251"/>
                </a:lnTo>
                <a:lnTo>
                  <a:pt x="27" y="251"/>
                </a:lnTo>
                <a:lnTo>
                  <a:pt x="28" y="251"/>
                </a:lnTo>
                <a:lnTo>
                  <a:pt x="29" y="252"/>
                </a:lnTo>
                <a:lnTo>
                  <a:pt x="28" y="253"/>
                </a:lnTo>
                <a:lnTo>
                  <a:pt x="28" y="254"/>
                </a:lnTo>
                <a:lnTo>
                  <a:pt x="30" y="255"/>
                </a:lnTo>
                <a:lnTo>
                  <a:pt x="30" y="258"/>
                </a:lnTo>
                <a:lnTo>
                  <a:pt x="32" y="258"/>
                </a:lnTo>
                <a:lnTo>
                  <a:pt x="32" y="259"/>
                </a:lnTo>
                <a:lnTo>
                  <a:pt x="33" y="260"/>
                </a:lnTo>
                <a:lnTo>
                  <a:pt x="34" y="260"/>
                </a:lnTo>
                <a:lnTo>
                  <a:pt x="35" y="261"/>
                </a:lnTo>
                <a:lnTo>
                  <a:pt x="37" y="263"/>
                </a:lnTo>
                <a:lnTo>
                  <a:pt x="39" y="263"/>
                </a:lnTo>
                <a:lnTo>
                  <a:pt x="40" y="265"/>
                </a:lnTo>
                <a:lnTo>
                  <a:pt x="41" y="265"/>
                </a:lnTo>
                <a:lnTo>
                  <a:pt x="42" y="265"/>
                </a:lnTo>
                <a:lnTo>
                  <a:pt x="44" y="266"/>
                </a:lnTo>
                <a:lnTo>
                  <a:pt x="45" y="266"/>
                </a:lnTo>
                <a:lnTo>
                  <a:pt x="45" y="267"/>
                </a:lnTo>
                <a:lnTo>
                  <a:pt x="46" y="267"/>
                </a:lnTo>
                <a:lnTo>
                  <a:pt x="47" y="266"/>
                </a:lnTo>
                <a:lnTo>
                  <a:pt x="47" y="266"/>
                </a:lnTo>
                <a:lnTo>
                  <a:pt x="48" y="266"/>
                </a:lnTo>
                <a:lnTo>
                  <a:pt x="49" y="268"/>
                </a:lnTo>
                <a:lnTo>
                  <a:pt x="49" y="267"/>
                </a:lnTo>
                <a:lnTo>
                  <a:pt x="50" y="267"/>
                </a:lnTo>
                <a:lnTo>
                  <a:pt x="51" y="267"/>
                </a:lnTo>
                <a:lnTo>
                  <a:pt x="51" y="268"/>
                </a:lnTo>
                <a:lnTo>
                  <a:pt x="52" y="268"/>
                </a:lnTo>
                <a:lnTo>
                  <a:pt x="53" y="268"/>
                </a:lnTo>
                <a:lnTo>
                  <a:pt x="52" y="269"/>
                </a:lnTo>
                <a:lnTo>
                  <a:pt x="50" y="270"/>
                </a:lnTo>
                <a:lnTo>
                  <a:pt x="49" y="273"/>
                </a:lnTo>
                <a:lnTo>
                  <a:pt x="50" y="275"/>
                </a:lnTo>
                <a:lnTo>
                  <a:pt x="50" y="276"/>
                </a:lnTo>
                <a:lnTo>
                  <a:pt x="50" y="276"/>
                </a:lnTo>
                <a:lnTo>
                  <a:pt x="51" y="276"/>
                </a:lnTo>
                <a:lnTo>
                  <a:pt x="51" y="277"/>
                </a:lnTo>
                <a:lnTo>
                  <a:pt x="50" y="278"/>
                </a:lnTo>
                <a:lnTo>
                  <a:pt x="50" y="279"/>
                </a:lnTo>
                <a:lnTo>
                  <a:pt x="51" y="280"/>
                </a:lnTo>
                <a:lnTo>
                  <a:pt x="51" y="281"/>
                </a:lnTo>
                <a:lnTo>
                  <a:pt x="51" y="282"/>
                </a:lnTo>
                <a:lnTo>
                  <a:pt x="51" y="282"/>
                </a:lnTo>
                <a:lnTo>
                  <a:pt x="50" y="285"/>
                </a:lnTo>
                <a:lnTo>
                  <a:pt x="51" y="286"/>
                </a:lnTo>
                <a:lnTo>
                  <a:pt x="50" y="288"/>
                </a:lnTo>
                <a:lnTo>
                  <a:pt x="53" y="289"/>
                </a:lnTo>
                <a:lnTo>
                  <a:pt x="53" y="290"/>
                </a:lnTo>
                <a:lnTo>
                  <a:pt x="54" y="290"/>
                </a:lnTo>
                <a:lnTo>
                  <a:pt x="55" y="290"/>
                </a:lnTo>
                <a:lnTo>
                  <a:pt x="55" y="292"/>
                </a:lnTo>
                <a:lnTo>
                  <a:pt x="55" y="292"/>
                </a:lnTo>
                <a:lnTo>
                  <a:pt x="56" y="292"/>
                </a:lnTo>
                <a:lnTo>
                  <a:pt x="57" y="292"/>
                </a:lnTo>
                <a:lnTo>
                  <a:pt x="58" y="293"/>
                </a:lnTo>
                <a:lnTo>
                  <a:pt x="58" y="294"/>
                </a:lnTo>
                <a:lnTo>
                  <a:pt x="60" y="296"/>
                </a:lnTo>
                <a:lnTo>
                  <a:pt x="60" y="297"/>
                </a:lnTo>
                <a:lnTo>
                  <a:pt x="61" y="296"/>
                </a:lnTo>
                <a:lnTo>
                  <a:pt x="62" y="298"/>
                </a:lnTo>
                <a:lnTo>
                  <a:pt x="62" y="298"/>
                </a:lnTo>
                <a:lnTo>
                  <a:pt x="62" y="296"/>
                </a:lnTo>
                <a:lnTo>
                  <a:pt x="63" y="296"/>
                </a:lnTo>
                <a:lnTo>
                  <a:pt x="63" y="296"/>
                </a:lnTo>
                <a:lnTo>
                  <a:pt x="65" y="296"/>
                </a:lnTo>
                <a:lnTo>
                  <a:pt x="65" y="297"/>
                </a:lnTo>
                <a:lnTo>
                  <a:pt x="66" y="297"/>
                </a:lnTo>
                <a:lnTo>
                  <a:pt x="67" y="297"/>
                </a:lnTo>
                <a:lnTo>
                  <a:pt x="68" y="297"/>
                </a:lnTo>
                <a:lnTo>
                  <a:pt x="68" y="297"/>
                </a:lnTo>
                <a:lnTo>
                  <a:pt x="72" y="297"/>
                </a:lnTo>
                <a:lnTo>
                  <a:pt x="72" y="298"/>
                </a:lnTo>
                <a:lnTo>
                  <a:pt x="74" y="298"/>
                </a:lnTo>
                <a:lnTo>
                  <a:pt x="75" y="298"/>
                </a:lnTo>
                <a:lnTo>
                  <a:pt x="76" y="298"/>
                </a:lnTo>
                <a:lnTo>
                  <a:pt x="78" y="298"/>
                </a:lnTo>
                <a:lnTo>
                  <a:pt x="78" y="297"/>
                </a:lnTo>
                <a:lnTo>
                  <a:pt x="79" y="295"/>
                </a:lnTo>
                <a:lnTo>
                  <a:pt x="79" y="294"/>
                </a:lnTo>
                <a:lnTo>
                  <a:pt x="80" y="294"/>
                </a:lnTo>
                <a:lnTo>
                  <a:pt x="80" y="293"/>
                </a:lnTo>
                <a:lnTo>
                  <a:pt x="81" y="291"/>
                </a:lnTo>
                <a:lnTo>
                  <a:pt x="81" y="291"/>
                </a:lnTo>
                <a:lnTo>
                  <a:pt x="82" y="291"/>
                </a:lnTo>
                <a:lnTo>
                  <a:pt x="82" y="290"/>
                </a:lnTo>
                <a:lnTo>
                  <a:pt x="83" y="290"/>
                </a:lnTo>
                <a:lnTo>
                  <a:pt x="83" y="289"/>
                </a:lnTo>
                <a:lnTo>
                  <a:pt x="83" y="288"/>
                </a:lnTo>
                <a:lnTo>
                  <a:pt x="84" y="287"/>
                </a:lnTo>
                <a:lnTo>
                  <a:pt x="84" y="287"/>
                </a:lnTo>
                <a:lnTo>
                  <a:pt x="85" y="286"/>
                </a:lnTo>
                <a:lnTo>
                  <a:pt x="85" y="287"/>
                </a:lnTo>
                <a:lnTo>
                  <a:pt x="88" y="286"/>
                </a:lnTo>
                <a:lnTo>
                  <a:pt x="88" y="285"/>
                </a:lnTo>
                <a:lnTo>
                  <a:pt x="89" y="284"/>
                </a:lnTo>
                <a:lnTo>
                  <a:pt x="91" y="285"/>
                </a:lnTo>
                <a:lnTo>
                  <a:pt x="89" y="282"/>
                </a:lnTo>
                <a:lnTo>
                  <a:pt x="90" y="281"/>
                </a:lnTo>
                <a:lnTo>
                  <a:pt x="91" y="281"/>
                </a:lnTo>
                <a:lnTo>
                  <a:pt x="92" y="281"/>
                </a:lnTo>
                <a:lnTo>
                  <a:pt x="93" y="280"/>
                </a:lnTo>
                <a:lnTo>
                  <a:pt x="93" y="281"/>
                </a:lnTo>
                <a:lnTo>
                  <a:pt x="94" y="281"/>
                </a:lnTo>
                <a:lnTo>
                  <a:pt x="96" y="281"/>
                </a:lnTo>
                <a:lnTo>
                  <a:pt x="97" y="282"/>
                </a:lnTo>
                <a:lnTo>
                  <a:pt x="97" y="283"/>
                </a:lnTo>
                <a:lnTo>
                  <a:pt x="97" y="283"/>
                </a:lnTo>
                <a:lnTo>
                  <a:pt x="100" y="284"/>
                </a:lnTo>
                <a:lnTo>
                  <a:pt x="102" y="285"/>
                </a:lnTo>
                <a:lnTo>
                  <a:pt x="103" y="285"/>
                </a:lnTo>
                <a:lnTo>
                  <a:pt x="103" y="285"/>
                </a:lnTo>
                <a:lnTo>
                  <a:pt x="103" y="285"/>
                </a:lnTo>
                <a:lnTo>
                  <a:pt x="103" y="284"/>
                </a:lnTo>
                <a:lnTo>
                  <a:pt x="104" y="284"/>
                </a:lnTo>
                <a:lnTo>
                  <a:pt x="105" y="284"/>
                </a:lnTo>
                <a:lnTo>
                  <a:pt x="105" y="284"/>
                </a:lnTo>
                <a:lnTo>
                  <a:pt x="105" y="285"/>
                </a:lnTo>
                <a:lnTo>
                  <a:pt x="106" y="285"/>
                </a:lnTo>
                <a:lnTo>
                  <a:pt x="106" y="286"/>
                </a:lnTo>
                <a:lnTo>
                  <a:pt x="109" y="286"/>
                </a:lnTo>
                <a:lnTo>
                  <a:pt x="109" y="286"/>
                </a:lnTo>
                <a:lnTo>
                  <a:pt x="110" y="287"/>
                </a:lnTo>
                <a:lnTo>
                  <a:pt x="111" y="288"/>
                </a:lnTo>
                <a:lnTo>
                  <a:pt x="111" y="289"/>
                </a:lnTo>
                <a:lnTo>
                  <a:pt x="114" y="290"/>
                </a:lnTo>
                <a:lnTo>
                  <a:pt x="115" y="290"/>
                </a:lnTo>
                <a:lnTo>
                  <a:pt x="119" y="290"/>
                </a:lnTo>
                <a:lnTo>
                  <a:pt x="119" y="290"/>
                </a:lnTo>
                <a:lnTo>
                  <a:pt x="121" y="290"/>
                </a:lnTo>
                <a:lnTo>
                  <a:pt x="121" y="289"/>
                </a:lnTo>
                <a:lnTo>
                  <a:pt x="121" y="287"/>
                </a:lnTo>
                <a:lnTo>
                  <a:pt x="122" y="287"/>
                </a:lnTo>
                <a:lnTo>
                  <a:pt x="126" y="285"/>
                </a:lnTo>
                <a:lnTo>
                  <a:pt x="127" y="285"/>
                </a:lnTo>
                <a:lnTo>
                  <a:pt x="128" y="284"/>
                </a:lnTo>
                <a:lnTo>
                  <a:pt x="128" y="283"/>
                </a:lnTo>
                <a:lnTo>
                  <a:pt x="129" y="284"/>
                </a:lnTo>
                <a:lnTo>
                  <a:pt x="130" y="282"/>
                </a:lnTo>
                <a:lnTo>
                  <a:pt x="130" y="283"/>
                </a:lnTo>
                <a:lnTo>
                  <a:pt x="133" y="284"/>
                </a:lnTo>
                <a:lnTo>
                  <a:pt x="135" y="285"/>
                </a:lnTo>
                <a:lnTo>
                  <a:pt x="136" y="285"/>
                </a:lnTo>
                <a:lnTo>
                  <a:pt x="139" y="286"/>
                </a:lnTo>
                <a:lnTo>
                  <a:pt x="139" y="286"/>
                </a:lnTo>
                <a:lnTo>
                  <a:pt x="139" y="287"/>
                </a:lnTo>
                <a:lnTo>
                  <a:pt x="138" y="288"/>
                </a:lnTo>
                <a:lnTo>
                  <a:pt x="139" y="290"/>
                </a:lnTo>
                <a:lnTo>
                  <a:pt x="140" y="291"/>
                </a:lnTo>
                <a:lnTo>
                  <a:pt x="140" y="292"/>
                </a:lnTo>
                <a:lnTo>
                  <a:pt x="141" y="293"/>
                </a:lnTo>
                <a:lnTo>
                  <a:pt x="143" y="292"/>
                </a:lnTo>
                <a:lnTo>
                  <a:pt x="149" y="296"/>
                </a:lnTo>
                <a:lnTo>
                  <a:pt x="150" y="295"/>
                </a:lnTo>
                <a:lnTo>
                  <a:pt x="154" y="296"/>
                </a:lnTo>
                <a:lnTo>
                  <a:pt x="154" y="295"/>
                </a:lnTo>
                <a:lnTo>
                  <a:pt x="156" y="295"/>
                </a:lnTo>
                <a:lnTo>
                  <a:pt x="157" y="296"/>
                </a:lnTo>
                <a:lnTo>
                  <a:pt x="157" y="297"/>
                </a:lnTo>
                <a:lnTo>
                  <a:pt x="158" y="297"/>
                </a:lnTo>
                <a:lnTo>
                  <a:pt x="159" y="297"/>
                </a:lnTo>
                <a:lnTo>
                  <a:pt x="164" y="296"/>
                </a:lnTo>
                <a:lnTo>
                  <a:pt x="165" y="295"/>
                </a:lnTo>
                <a:lnTo>
                  <a:pt x="165" y="294"/>
                </a:lnTo>
                <a:lnTo>
                  <a:pt x="170" y="294"/>
                </a:lnTo>
                <a:lnTo>
                  <a:pt x="176" y="292"/>
                </a:lnTo>
                <a:lnTo>
                  <a:pt x="178" y="292"/>
                </a:lnTo>
                <a:lnTo>
                  <a:pt x="180" y="292"/>
                </a:lnTo>
                <a:lnTo>
                  <a:pt x="181" y="293"/>
                </a:lnTo>
                <a:lnTo>
                  <a:pt x="182" y="294"/>
                </a:lnTo>
                <a:lnTo>
                  <a:pt x="184" y="295"/>
                </a:lnTo>
                <a:lnTo>
                  <a:pt x="185" y="296"/>
                </a:lnTo>
                <a:lnTo>
                  <a:pt x="186" y="296"/>
                </a:lnTo>
                <a:lnTo>
                  <a:pt x="187" y="294"/>
                </a:lnTo>
                <a:lnTo>
                  <a:pt x="188" y="294"/>
                </a:lnTo>
                <a:lnTo>
                  <a:pt x="190" y="294"/>
                </a:lnTo>
                <a:lnTo>
                  <a:pt x="192" y="294"/>
                </a:lnTo>
                <a:lnTo>
                  <a:pt x="195" y="293"/>
                </a:lnTo>
                <a:lnTo>
                  <a:pt x="197" y="290"/>
                </a:lnTo>
                <a:lnTo>
                  <a:pt x="197" y="290"/>
                </a:lnTo>
                <a:lnTo>
                  <a:pt x="198" y="289"/>
                </a:lnTo>
                <a:lnTo>
                  <a:pt x="198" y="289"/>
                </a:lnTo>
                <a:lnTo>
                  <a:pt x="198" y="287"/>
                </a:lnTo>
                <a:lnTo>
                  <a:pt x="199" y="287"/>
                </a:lnTo>
                <a:lnTo>
                  <a:pt x="200" y="287"/>
                </a:lnTo>
                <a:lnTo>
                  <a:pt x="201" y="287"/>
                </a:lnTo>
                <a:lnTo>
                  <a:pt x="202" y="286"/>
                </a:lnTo>
                <a:lnTo>
                  <a:pt x="203" y="286"/>
                </a:lnTo>
                <a:lnTo>
                  <a:pt x="204" y="287"/>
                </a:lnTo>
                <a:lnTo>
                  <a:pt x="205" y="286"/>
                </a:lnTo>
                <a:lnTo>
                  <a:pt x="208" y="286"/>
                </a:lnTo>
                <a:lnTo>
                  <a:pt x="209" y="286"/>
                </a:lnTo>
                <a:lnTo>
                  <a:pt x="211" y="286"/>
                </a:lnTo>
                <a:lnTo>
                  <a:pt x="211" y="287"/>
                </a:lnTo>
                <a:lnTo>
                  <a:pt x="212" y="287"/>
                </a:lnTo>
                <a:lnTo>
                  <a:pt x="213" y="286"/>
                </a:lnTo>
                <a:lnTo>
                  <a:pt x="216" y="287"/>
                </a:lnTo>
                <a:lnTo>
                  <a:pt x="217" y="286"/>
                </a:lnTo>
                <a:lnTo>
                  <a:pt x="218" y="286"/>
                </a:lnTo>
                <a:lnTo>
                  <a:pt x="220" y="285"/>
                </a:lnTo>
                <a:lnTo>
                  <a:pt x="221" y="285"/>
                </a:lnTo>
                <a:lnTo>
                  <a:pt x="222" y="285"/>
                </a:lnTo>
                <a:lnTo>
                  <a:pt x="222" y="286"/>
                </a:lnTo>
                <a:lnTo>
                  <a:pt x="223" y="287"/>
                </a:lnTo>
                <a:lnTo>
                  <a:pt x="226" y="287"/>
                </a:lnTo>
                <a:lnTo>
                  <a:pt x="230" y="287"/>
                </a:lnTo>
                <a:lnTo>
                  <a:pt x="231" y="286"/>
                </a:lnTo>
                <a:lnTo>
                  <a:pt x="234" y="287"/>
                </a:lnTo>
                <a:lnTo>
                  <a:pt x="235" y="286"/>
                </a:lnTo>
                <a:lnTo>
                  <a:pt x="235" y="287"/>
                </a:lnTo>
                <a:lnTo>
                  <a:pt x="236" y="286"/>
                </a:lnTo>
                <a:lnTo>
                  <a:pt x="238" y="287"/>
                </a:lnTo>
                <a:lnTo>
                  <a:pt x="238" y="286"/>
                </a:lnTo>
                <a:lnTo>
                  <a:pt x="240" y="287"/>
                </a:lnTo>
                <a:lnTo>
                  <a:pt x="240" y="288"/>
                </a:lnTo>
                <a:lnTo>
                  <a:pt x="241" y="287"/>
                </a:lnTo>
                <a:lnTo>
                  <a:pt x="242" y="288"/>
                </a:lnTo>
                <a:lnTo>
                  <a:pt x="242" y="289"/>
                </a:lnTo>
                <a:lnTo>
                  <a:pt x="243" y="290"/>
                </a:lnTo>
                <a:lnTo>
                  <a:pt x="244" y="292"/>
                </a:lnTo>
                <a:lnTo>
                  <a:pt x="245" y="292"/>
                </a:lnTo>
                <a:lnTo>
                  <a:pt x="245" y="291"/>
                </a:lnTo>
                <a:lnTo>
                  <a:pt x="247" y="291"/>
                </a:lnTo>
                <a:lnTo>
                  <a:pt x="248" y="292"/>
                </a:lnTo>
                <a:lnTo>
                  <a:pt x="250" y="293"/>
                </a:lnTo>
                <a:lnTo>
                  <a:pt x="251" y="294"/>
                </a:lnTo>
                <a:lnTo>
                  <a:pt x="252" y="294"/>
                </a:lnTo>
                <a:lnTo>
                  <a:pt x="253" y="293"/>
                </a:lnTo>
                <a:lnTo>
                  <a:pt x="253" y="295"/>
                </a:lnTo>
                <a:lnTo>
                  <a:pt x="255" y="295"/>
                </a:lnTo>
                <a:lnTo>
                  <a:pt x="257" y="297"/>
                </a:lnTo>
                <a:lnTo>
                  <a:pt x="261" y="300"/>
                </a:lnTo>
                <a:lnTo>
                  <a:pt x="264" y="300"/>
                </a:lnTo>
                <a:lnTo>
                  <a:pt x="265" y="299"/>
                </a:lnTo>
                <a:lnTo>
                  <a:pt x="266" y="298"/>
                </a:lnTo>
                <a:lnTo>
                  <a:pt x="266" y="297"/>
                </a:lnTo>
                <a:lnTo>
                  <a:pt x="267" y="296"/>
                </a:lnTo>
                <a:lnTo>
                  <a:pt x="266" y="296"/>
                </a:lnTo>
                <a:lnTo>
                  <a:pt x="269" y="297"/>
                </a:lnTo>
                <a:lnTo>
                  <a:pt x="268" y="298"/>
                </a:lnTo>
                <a:lnTo>
                  <a:pt x="270" y="299"/>
                </a:lnTo>
                <a:lnTo>
                  <a:pt x="273" y="300"/>
                </a:lnTo>
                <a:lnTo>
                  <a:pt x="275" y="300"/>
                </a:lnTo>
                <a:lnTo>
                  <a:pt x="276" y="301"/>
                </a:lnTo>
                <a:lnTo>
                  <a:pt x="277" y="301"/>
                </a:lnTo>
                <a:lnTo>
                  <a:pt x="279" y="302"/>
                </a:lnTo>
                <a:lnTo>
                  <a:pt x="280" y="304"/>
                </a:lnTo>
                <a:lnTo>
                  <a:pt x="282" y="304"/>
                </a:lnTo>
                <a:lnTo>
                  <a:pt x="283" y="302"/>
                </a:lnTo>
                <a:lnTo>
                  <a:pt x="285" y="303"/>
                </a:lnTo>
                <a:lnTo>
                  <a:pt x="286" y="302"/>
                </a:lnTo>
                <a:lnTo>
                  <a:pt x="285" y="301"/>
                </a:lnTo>
                <a:lnTo>
                  <a:pt x="285" y="300"/>
                </a:lnTo>
                <a:lnTo>
                  <a:pt x="285" y="299"/>
                </a:lnTo>
                <a:lnTo>
                  <a:pt x="285" y="298"/>
                </a:lnTo>
                <a:lnTo>
                  <a:pt x="284" y="297"/>
                </a:lnTo>
                <a:lnTo>
                  <a:pt x="285" y="295"/>
                </a:lnTo>
                <a:lnTo>
                  <a:pt x="285" y="295"/>
                </a:lnTo>
                <a:lnTo>
                  <a:pt x="285" y="293"/>
                </a:lnTo>
                <a:lnTo>
                  <a:pt x="283" y="292"/>
                </a:lnTo>
                <a:lnTo>
                  <a:pt x="282" y="291"/>
                </a:lnTo>
                <a:lnTo>
                  <a:pt x="282" y="291"/>
                </a:lnTo>
                <a:lnTo>
                  <a:pt x="280" y="291"/>
                </a:lnTo>
                <a:lnTo>
                  <a:pt x="280" y="290"/>
                </a:lnTo>
                <a:lnTo>
                  <a:pt x="280" y="289"/>
                </a:lnTo>
                <a:lnTo>
                  <a:pt x="280" y="289"/>
                </a:lnTo>
                <a:lnTo>
                  <a:pt x="280" y="288"/>
                </a:lnTo>
                <a:lnTo>
                  <a:pt x="281" y="288"/>
                </a:lnTo>
                <a:lnTo>
                  <a:pt x="281" y="287"/>
                </a:lnTo>
                <a:lnTo>
                  <a:pt x="281" y="285"/>
                </a:lnTo>
                <a:lnTo>
                  <a:pt x="281" y="285"/>
                </a:lnTo>
                <a:lnTo>
                  <a:pt x="283" y="283"/>
                </a:lnTo>
                <a:lnTo>
                  <a:pt x="286" y="284"/>
                </a:lnTo>
                <a:lnTo>
                  <a:pt x="287" y="284"/>
                </a:lnTo>
                <a:lnTo>
                  <a:pt x="287" y="283"/>
                </a:lnTo>
                <a:lnTo>
                  <a:pt x="288" y="283"/>
                </a:lnTo>
                <a:lnTo>
                  <a:pt x="289" y="282"/>
                </a:lnTo>
                <a:lnTo>
                  <a:pt x="289" y="282"/>
                </a:lnTo>
                <a:lnTo>
                  <a:pt x="292" y="282"/>
                </a:lnTo>
                <a:lnTo>
                  <a:pt x="292" y="279"/>
                </a:lnTo>
                <a:lnTo>
                  <a:pt x="290" y="278"/>
                </a:lnTo>
                <a:lnTo>
                  <a:pt x="290" y="276"/>
                </a:lnTo>
                <a:lnTo>
                  <a:pt x="290" y="275"/>
                </a:lnTo>
                <a:lnTo>
                  <a:pt x="289" y="272"/>
                </a:lnTo>
                <a:lnTo>
                  <a:pt x="289" y="271"/>
                </a:lnTo>
                <a:lnTo>
                  <a:pt x="288" y="271"/>
                </a:lnTo>
                <a:lnTo>
                  <a:pt x="287" y="271"/>
                </a:lnTo>
                <a:lnTo>
                  <a:pt x="286" y="270"/>
                </a:lnTo>
                <a:lnTo>
                  <a:pt x="286" y="270"/>
                </a:lnTo>
                <a:lnTo>
                  <a:pt x="286" y="269"/>
                </a:lnTo>
                <a:lnTo>
                  <a:pt x="284" y="267"/>
                </a:lnTo>
                <a:lnTo>
                  <a:pt x="280" y="264"/>
                </a:lnTo>
                <a:lnTo>
                  <a:pt x="282" y="253"/>
                </a:lnTo>
                <a:lnTo>
                  <a:pt x="282" y="251"/>
                </a:lnTo>
                <a:lnTo>
                  <a:pt x="279" y="251"/>
                </a:lnTo>
                <a:lnTo>
                  <a:pt x="279" y="252"/>
                </a:lnTo>
                <a:lnTo>
                  <a:pt x="278" y="252"/>
                </a:lnTo>
                <a:lnTo>
                  <a:pt x="276" y="249"/>
                </a:lnTo>
                <a:lnTo>
                  <a:pt x="277" y="248"/>
                </a:lnTo>
                <a:lnTo>
                  <a:pt x="276" y="248"/>
                </a:lnTo>
                <a:lnTo>
                  <a:pt x="275" y="248"/>
                </a:lnTo>
                <a:lnTo>
                  <a:pt x="276" y="246"/>
                </a:lnTo>
                <a:lnTo>
                  <a:pt x="276" y="246"/>
                </a:lnTo>
                <a:lnTo>
                  <a:pt x="281" y="247"/>
                </a:lnTo>
                <a:lnTo>
                  <a:pt x="282" y="246"/>
                </a:lnTo>
                <a:lnTo>
                  <a:pt x="282" y="245"/>
                </a:lnTo>
                <a:lnTo>
                  <a:pt x="285" y="245"/>
                </a:lnTo>
                <a:lnTo>
                  <a:pt x="285" y="245"/>
                </a:lnTo>
                <a:lnTo>
                  <a:pt x="285" y="244"/>
                </a:lnTo>
                <a:lnTo>
                  <a:pt x="285" y="243"/>
                </a:lnTo>
                <a:lnTo>
                  <a:pt x="286" y="243"/>
                </a:lnTo>
                <a:lnTo>
                  <a:pt x="287" y="244"/>
                </a:lnTo>
                <a:lnTo>
                  <a:pt x="296" y="243"/>
                </a:lnTo>
                <a:lnTo>
                  <a:pt x="297" y="243"/>
                </a:lnTo>
                <a:lnTo>
                  <a:pt x="300" y="242"/>
                </a:lnTo>
                <a:lnTo>
                  <a:pt x="307" y="241"/>
                </a:lnTo>
                <a:lnTo>
                  <a:pt x="307" y="241"/>
                </a:lnTo>
                <a:lnTo>
                  <a:pt x="309" y="241"/>
                </a:lnTo>
                <a:lnTo>
                  <a:pt x="313" y="240"/>
                </a:lnTo>
                <a:lnTo>
                  <a:pt x="314" y="240"/>
                </a:lnTo>
                <a:lnTo>
                  <a:pt x="317" y="240"/>
                </a:lnTo>
                <a:lnTo>
                  <a:pt x="317" y="239"/>
                </a:lnTo>
                <a:lnTo>
                  <a:pt x="316" y="239"/>
                </a:lnTo>
                <a:lnTo>
                  <a:pt x="316" y="235"/>
                </a:lnTo>
                <a:lnTo>
                  <a:pt x="320" y="232"/>
                </a:lnTo>
                <a:lnTo>
                  <a:pt x="322" y="229"/>
                </a:lnTo>
                <a:lnTo>
                  <a:pt x="325" y="221"/>
                </a:lnTo>
                <a:lnTo>
                  <a:pt x="327" y="215"/>
                </a:lnTo>
                <a:lnTo>
                  <a:pt x="329" y="211"/>
                </a:lnTo>
                <a:lnTo>
                  <a:pt x="330" y="206"/>
                </a:lnTo>
                <a:lnTo>
                  <a:pt x="344" y="205"/>
                </a:lnTo>
                <a:lnTo>
                  <a:pt x="346" y="202"/>
                </a:lnTo>
                <a:lnTo>
                  <a:pt x="346" y="200"/>
                </a:lnTo>
                <a:lnTo>
                  <a:pt x="350" y="195"/>
                </a:lnTo>
                <a:lnTo>
                  <a:pt x="353" y="192"/>
                </a:lnTo>
                <a:lnTo>
                  <a:pt x="359" y="188"/>
                </a:lnTo>
                <a:lnTo>
                  <a:pt x="363" y="187"/>
                </a:lnTo>
                <a:lnTo>
                  <a:pt x="365" y="184"/>
                </a:lnTo>
                <a:lnTo>
                  <a:pt x="370" y="183"/>
                </a:lnTo>
                <a:lnTo>
                  <a:pt x="371" y="184"/>
                </a:lnTo>
                <a:lnTo>
                  <a:pt x="371" y="184"/>
                </a:lnTo>
                <a:lnTo>
                  <a:pt x="372" y="186"/>
                </a:lnTo>
                <a:lnTo>
                  <a:pt x="372" y="187"/>
                </a:lnTo>
                <a:lnTo>
                  <a:pt x="373" y="186"/>
                </a:lnTo>
                <a:lnTo>
                  <a:pt x="377" y="183"/>
                </a:lnTo>
                <a:lnTo>
                  <a:pt x="379" y="182"/>
                </a:lnTo>
                <a:lnTo>
                  <a:pt x="382" y="182"/>
                </a:lnTo>
                <a:lnTo>
                  <a:pt x="386" y="180"/>
                </a:lnTo>
                <a:lnTo>
                  <a:pt x="387" y="179"/>
                </a:lnTo>
                <a:lnTo>
                  <a:pt x="387" y="178"/>
                </a:lnTo>
                <a:lnTo>
                  <a:pt x="386" y="176"/>
                </a:lnTo>
                <a:lnTo>
                  <a:pt x="388" y="174"/>
                </a:lnTo>
                <a:lnTo>
                  <a:pt x="386" y="171"/>
                </a:lnTo>
                <a:lnTo>
                  <a:pt x="387" y="170"/>
                </a:lnTo>
                <a:lnTo>
                  <a:pt x="385" y="169"/>
                </a:lnTo>
                <a:lnTo>
                  <a:pt x="386" y="168"/>
                </a:lnTo>
                <a:lnTo>
                  <a:pt x="386" y="167"/>
                </a:lnTo>
                <a:lnTo>
                  <a:pt x="388" y="165"/>
                </a:lnTo>
                <a:lnTo>
                  <a:pt x="389" y="165"/>
                </a:lnTo>
                <a:close/>
              </a:path>
            </a:pathLst>
          </a:custGeom>
          <a:solidFill>
            <a:srgbClr val="D9E6F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5941144" y="5385309"/>
            <a:ext cx="218042" cy="500214"/>
          </a:xfrm>
          <a:custGeom>
            <a:avLst/>
            <a:gdLst/>
            <a:ahLst/>
            <a:cxnLst/>
            <a:rect l="l" t="t" r="r" b="b"/>
            <a:pathLst>
              <a:path w="34" h="78">
                <a:moveTo>
                  <a:pt x="11" y="67"/>
                </a:moveTo>
                <a:lnTo>
                  <a:pt x="14" y="68"/>
                </a:lnTo>
                <a:lnTo>
                  <a:pt x="16" y="70"/>
                </a:lnTo>
                <a:lnTo>
                  <a:pt x="17" y="72"/>
                </a:lnTo>
                <a:lnTo>
                  <a:pt x="17" y="75"/>
                </a:lnTo>
                <a:lnTo>
                  <a:pt x="19" y="77"/>
                </a:lnTo>
                <a:lnTo>
                  <a:pt x="20" y="77"/>
                </a:lnTo>
                <a:lnTo>
                  <a:pt x="22" y="78"/>
                </a:lnTo>
                <a:lnTo>
                  <a:pt x="22" y="77"/>
                </a:lnTo>
                <a:lnTo>
                  <a:pt x="22" y="75"/>
                </a:lnTo>
                <a:lnTo>
                  <a:pt x="23" y="74"/>
                </a:lnTo>
                <a:lnTo>
                  <a:pt x="22" y="68"/>
                </a:lnTo>
                <a:lnTo>
                  <a:pt x="22" y="63"/>
                </a:lnTo>
                <a:lnTo>
                  <a:pt x="23" y="60"/>
                </a:lnTo>
                <a:lnTo>
                  <a:pt x="26" y="58"/>
                </a:lnTo>
                <a:lnTo>
                  <a:pt x="26" y="57"/>
                </a:lnTo>
                <a:lnTo>
                  <a:pt x="27" y="55"/>
                </a:lnTo>
                <a:lnTo>
                  <a:pt x="28" y="53"/>
                </a:lnTo>
                <a:lnTo>
                  <a:pt x="28" y="49"/>
                </a:lnTo>
                <a:lnTo>
                  <a:pt x="29" y="49"/>
                </a:lnTo>
                <a:lnTo>
                  <a:pt x="29" y="48"/>
                </a:lnTo>
                <a:lnTo>
                  <a:pt x="29" y="47"/>
                </a:lnTo>
                <a:lnTo>
                  <a:pt x="29" y="45"/>
                </a:lnTo>
                <a:lnTo>
                  <a:pt x="30" y="44"/>
                </a:lnTo>
                <a:lnTo>
                  <a:pt x="30" y="30"/>
                </a:lnTo>
                <a:lnTo>
                  <a:pt x="31" y="28"/>
                </a:lnTo>
                <a:lnTo>
                  <a:pt x="30" y="26"/>
                </a:lnTo>
                <a:lnTo>
                  <a:pt x="33" y="20"/>
                </a:lnTo>
                <a:lnTo>
                  <a:pt x="33" y="18"/>
                </a:lnTo>
                <a:lnTo>
                  <a:pt x="34" y="16"/>
                </a:lnTo>
                <a:lnTo>
                  <a:pt x="33" y="14"/>
                </a:lnTo>
                <a:lnTo>
                  <a:pt x="32" y="11"/>
                </a:lnTo>
                <a:lnTo>
                  <a:pt x="32" y="9"/>
                </a:lnTo>
                <a:lnTo>
                  <a:pt x="34" y="5"/>
                </a:lnTo>
                <a:lnTo>
                  <a:pt x="34" y="4"/>
                </a:lnTo>
                <a:lnTo>
                  <a:pt x="33" y="4"/>
                </a:lnTo>
                <a:lnTo>
                  <a:pt x="32" y="2"/>
                </a:lnTo>
                <a:lnTo>
                  <a:pt x="30" y="3"/>
                </a:lnTo>
                <a:lnTo>
                  <a:pt x="28" y="2"/>
                </a:lnTo>
                <a:lnTo>
                  <a:pt x="25" y="0"/>
                </a:lnTo>
                <a:lnTo>
                  <a:pt x="23" y="0"/>
                </a:lnTo>
                <a:lnTo>
                  <a:pt x="22" y="1"/>
                </a:lnTo>
                <a:lnTo>
                  <a:pt x="21" y="4"/>
                </a:lnTo>
                <a:lnTo>
                  <a:pt x="18" y="5"/>
                </a:lnTo>
                <a:lnTo>
                  <a:pt x="14" y="7"/>
                </a:lnTo>
                <a:lnTo>
                  <a:pt x="14" y="8"/>
                </a:lnTo>
                <a:lnTo>
                  <a:pt x="13" y="12"/>
                </a:lnTo>
                <a:lnTo>
                  <a:pt x="12" y="14"/>
                </a:lnTo>
                <a:lnTo>
                  <a:pt x="11" y="16"/>
                </a:lnTo>
                <a:lnTo>
                  <a:pt x="9" y="18"/>
                </a:lnTo>
                <a:lnTo>
                  <a:pt x="8" y="21"/>
                </a:lnTo>
                <a:lnTo>
                  <a:pt x="7" y="24"/>
                </a:lnTo>
                <a:lnTo>
                  <a:pt x="5" y="28"/>
                </a:lnTo>
                <a:lnTo>
                  <a:pt x="4" y="30"/>
                </a:lnTo>
                <a:lnTo>
                  <a:pt x="3" y="34"/>
                </a:lnTo>
                <a:lnTo>
                  <a:pt x="2" y="36"/>
                </a:lnTo>
                <a:lnTo>
                  <a:pt x="1" y="37"/>
                </a:lnTo>
                <a:lnTo>
                  <a:pt x="0" y="40"/>
                </a:lnTo>
                <a:lnTo>
                  <a:pt x="0" y="43"/>
                </a:lnTo>
                <a:lnTo>
                  <a:pt x="1" y="44"/>
                </a:lnTo>
                <a:lnTo>
                  <a:pt x="1" y="48"/>
                </a:lnTo>
                <a:lnTo>
                  <a:pt x="0" y="54"/>
                </a:lnTo>
                <a:lnTo>
                  <a:pt x="1" y="55"/>
                </a:lnTo>
                <a:lnTo>
                  <a:pt x="3" y="55"/>
                </a:lnTo>
                <a:lnTo>
                  <a:pt x="5" y="61"/>
                </a:lnTo>
                <a:lnTo>
                  <a:pt x="8" y="65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5126693" y="5904762"/>
            <a:ext cx="76956" cy="51304"/>
          </a:xfrm>
          <a:custGeom>
            <a:avLst/>
            <a:gdLst/>
            <a:ahLst/>
            <a:cxnLst/>
            <a:rect l="l" t="t" r="r" b="b"/>
            <a:pathLst>
              <a:path w="12" h="8">
                <a:moveTo>
                  <a:pt x="4" y="1"/>
                </a:moveTo>
                <a:lnTo>
                  <a:pt x="2" y="3"/>
                </a:lnTo>
                <a:lnTo>
                  <a:pt x="2" y="4"/>
                </a:lnTo>
                <a:lnTo>
                  <a:pt x="4" y="4"/>
                </a:lnTo>
                <a:lnTo>
                  <a:pt x="3" y="6"/>
                </a:lnTo>
                <a:lnTo>
                  <a:pt x="3" y="5"/>
                </a:lnTo>
                <a:lnTo>
                  <a:pt x="1" y="6"/>
                </a:lnTo>
                <a:lnTo>
                  <a:pt x="1" y="6"/>
                </a:lnTo>
                <a:lnTo>
                  <a:pt x="0" y="7"/>
                </a:lnTo>
                <a:lnTo>
                  <a:pt x="1" y="8"/>
                </a:lnTo>
                <a:lnTo>
                  <a:pt x="3" y="7"/>
                </a:lnTo>
                <a:lnTo>
                  <a:pt x="4" y="8"/>
                </a:lnTo>
                <a:lnTo>
                  <a:pt x="4" y="7"/>
                </a:lnTo>
                <a:lnTo>
                  <a:pt x="4" y="7"/>
                </a:lnTo>
                <a:lnTo>
                  <a:pt x="4" y="6"/>
                </a:lnTo>
                <a:lnTo>
                  <a:pt x="4" y="6"/>
                </a:lnTo>
                <a:lnTo>
                  <a:pt x="5" y="5"/>
                </a:lnTo>
                <a:lnTo>
                  <a:pt x="7" y="5"/>
                </a:lnTo>
                <a:lnTo>
                  <a:pt x="6" y="6"/>
                </a:lnTo>
                <a:lnTo>
                  <a:pt x="7" y="7"/>
                </a:lnTo>
                <a:lnTo>
                  <a:pt x="8" y="7"/>
                </a:lnTo>
                <a:lnTo>
                  <a:pt x="8" y="7"/>
                </a:lnTo>
                <a:lnTo>
                  <a:pt x="9" y="7"/>
                </a:lnTo>
                <a:lnTo>
                  <a:pt x="9" y="6"/>
                </a:lnTo>
                <a:lnTo>
                  <a:pt x="9" y="5"/>
                </a:lnTo>
                <a:lnTo>
                  <a:pt x="10" y="6"/>
                </a:lnTo>
                <a:lnTo>
                  <a:pt x="10" y="6"/>
                </a:lnTo>
                <a:lnTo>
                  <a:pt x="10" y="5"/>
                </a:lnTo>
                <a:lnTo>
                  <a:pt x="9" y="4"/>
                </a:lnTo>
                <a:lnTo>
                  <a:pt x="9" y="3"/>
                </a:lnTo>
                <a:lnTo>
                  <a:pt x="10" y="3"/>
                </a:lnTo>
                <a:lnTo>
                  <a:pt x="11" y="4"/>
                </a:lnTo>
                <a:lnTo>
                  <a:pt x="12" y="3"/>
                </a:lnTo>
                <a:lnTo>
                  <a:pt x="11" y="2"/>
                </a:lnTo>
                <a:lnTo>
                  <a:pt x="12" y="2"/>
                </a:lnTo>
                <a:lnTo>
                  <a:pt x="11" y="2"/>
                </a:lnTo>
                <a:lnTo>
                  <a:pt x="10" y="1"/>
                </a:lnTo>
                <a:lnTo>
                  <a:pt x="9" y="2"/>
                </a:lnTo>
                <a:lnTo>
                  <a:pt x="8" y="2"/>
                </a:lnTo>
                <a:lnTo>
                  <a:pt x="8" y="2"/>
                </a:lnTo>
                <a:lnTo>
                  <a:pt x="8" y="1"/>
                </a:lnTo>
                <a:lnTo>
                  <a:pt x="9" y="2"/>
                </a:lnTo>
                <a:lnTo>
                  <a:pt x="10" y="0"/>
                </a:lnTo>
                <a:lnTo>
                  <a:pt x="10" y="1"/>
                </a:lnTo>
                <a:lnTo>
                  <a:pt x="9" y="0"/>
                </a:lnTo>
                <a:lnTo>
                  <a:pt x="8" y="0"/>
                </a:lnTo>
                <a:lnTo>
                  <a:pt x="8" y="0"/>
                </a:lnTo>
                <a:lnTo>
                  <a:pt x="7" y="0"/>
                </a:lnTo>
                <a:lnTo>
                  <a:pt x="5" y="0"/>
                </a:lnTo>
                <a:lnTo>
                  <a:pt x="5" y="1"/>
                </a:lnTo>
                <a:close/>
              </a:path>
            </a:pathLst>
          </a:custGeom>
          <a:solidFill>
            <a:srgbClr val="EFEFE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936992" y="5074920"/>
            <a:ext cx="950976" cy="147767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36992" y="6570878"/>
            <a:ext cx="9509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>
                <a:solidFill>
                  <a:srgbClr val="666666"/>
                </a:solidFill>
                <a:latin typeface="微软雅黑"/>
                <a:ea typeface="微软雅黑"/>
              </a:rPr>
              <a:t>南海诸岛</a:t>
            </a:r>
          </a:p>
        </p:txBody>
      </p:sp>
      <p:sp>
        <p:nvSpPr>
          <p:cNvPr id="49" name="Freeform 48"/>
          <p:cNvSpPr/>
          <p:nvPr/>
        </p:nvSpPr>
        <p:spPr>
          <a:xfrm>
            <a:off x="8376791" y="6175782"/>
            <a:ext cx="41145" cy="27430"/>
          </a:xfrm>
          <a:custGeom>
            <a:avLst/>
            <a:gdLst/>
            <a:ahLst/>
            <a:cxnLst/>
            <a:rect l="l" t="t" r="r" b="b"/>
            <a:pathLst>
              <a:path w="15" h="10">
                <a:moveTo>
                  <a:pt x="0" y="8"/>
                </a:moveTo>
                <a:lnTo>
                  <a:pt x="0" y="9"/>
                </a:lnTo>
                <a:lnTo>
                  <a:pt x="2" y="10"/>
                </a:lnTo>
                <a:lnTo>
                  <a:pt x="4" y="9"/>
                </a:lnTo>
                <a:lnTo>
                  <a:pt x="11" y="7"/>
                </a:lnTo>
                <a:lnTo>
                  <a:pt x="12" y="6"/>
                </a:lnTo>
                <a:lnTo>
                  <a:pt x="12" y="4"/>
                </a:lnTo>
                <a:lnTo>
                  <a:pt x="13" y="3"/>
                </a:lnTo>
                <a:lnTo>
                  <a:pt x="15" y="2"/>
                </a:lnTo>
                <a:lnTo>
                  <a:pt x="15" y="1"/>
                </a:lnTo>
                <a:lnTo>
                  <a:pt x="14" y="0"/>
                </a:lnTo>
                <a:lnTo>
                  <a:pt x="14" y="0"/>
                </a:lnTo>
                <a:lnTo>
                  <a:pt x="13" y="0"/>
                </a:lnTo>
                <a:lnTo>
                  <a:pt x="11" y="0"/>
                </a:lnTo>
                <a:lnTo>
                  <a:pt x="8" y="2"/>
                </a:lnTo>
                <a:lnTo>
                  <a:pt x="7" y="4"/>
                </a:lnTo>
                <a:lnTo>
                  <a:pt x="3" y="7"/>
                </a:lnTo>
                <a:lnTo>
                  <a:pt x="0" y="8"/>
                </a:lnTo>
                <a:close/>
              </a:path>
            </a:pathLst>
          </a:custGeom>
          <a:solidFill>
            <a:srgbClr val="EFEFE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083290" y="6219670"/>
            <a:ext cx="32916" cy="16458"/>
          </a:xfrm>
          <a:custGeom>
            <a:avLst/>
            <a:gdLst/>
            <a:ahLst/>
            <a:cxnLst/>
            <a:rect l="l" t="t" r="r" b="b"/>
            <a:pathLst>
              <a:path w="12" h="6">
                <a:moveTo>
                  <a:pt x="0" y="5"/>
                </a:moveTo>
                <a:lnTo>
                  <a:pt x="0" y="6"/>
                </a:lnTo>
                <a:lnTo>
                  <a:pt x="1" y="5"/>
                </a:lnTo>
                <a:lnTo>
                  <a:pt x="3" y="4"/>
                </a:lnTo>
                <a:lnTo>
                  <a:pt x="5" y="2"/>
                </a:lnTo>
                <a:lnTo>
                  <a:pt x="6" y="1"/>
                </a:lnTo>
                <a:lnTo>
                  <a:pt x="8" y="1"/>
                </a:lnTo>
                <a:lnTo>
                  <a:pt x="12" y="1"/>
                </a:lnTo>
                <a:lnTo>
                  <a:pt x="12" y="1"/>
                </a:lnTo>
                <a:lnTo>
                  <a:pt x="11" y="0"/>
                </a:lnTo>
                <a:lnTo>
                  <a:pt x="9" y="0"/>
                </a:lnTo>
                <a:lnTo>
                  <a:pt x="6" y="0"/>
                </a:lnTo>
                <a:lnTo>
                  <a:pt x="5" y="0"/>
                </a:lnTo>
                <a:lnTo>
                  <a:pt x="2" y="3"/>
                </a:lnTo>
                <a:close/>
              </a:path>
            </a:pathLst>
          </a:custGeom>
          <a:solidFill>
            <a:srgbClr val="EFEFE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774526" y="5138928"/>
            <a:ext cx="5486" cy="71318"/>
          </a:xfrm>
          <a:custGeom>
            <a:avLst/>
            <a:gdLst/>
            <a:ahLst/>
            <a:cxnLst/>
            <a:rect l="l" t="t" r="r" b="b"/>
            <a:pathLst>
              <a:path w="2" h="26">
                <a:moveTo>
                  <a:pt x="1" y="25"/>
                </a:moveTo>
                <a:lnTo>
                  <a:pt x="2" y="0"/>
                </a:lnTo>
                <a:lnTo>
                  <a:pt x="2" y="0"/>
                </a:lnTo>
                <a:lnTo>
                  <a:pt x="2" y="0"/>
                </a:lnTo>
                <a:lnTo>
                  <a:pt x="0" y="25"/>
                </a:lnTo>
                <a:lnTo>
                  <a:pt x="1" y="26"/>
                </a:lnTo>
                <a:lnTo>
                  <a:pt x="1" y="26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8725152" y="5319966"/>
            <a:ext cx="35659" cy="60346"/>
          </a:xfrm>
          <a:custGeom>
            <a:avLst/>
            <a:gdLst/>
            <a:ahLst/>
            <a:cxnLst/>
            <a:rect l="l" t="t" r="r" b="b"/>
            <a:pathLst>
              <a:path w="13" h="22">
                <a:moveTo>
                  <a:pt x="1" y="22"/>
                </a:moveTo>
                <a:lnTo>
                  <a:pt x="13" y="0"/>
                </a:lnTo>
                <a:lnTo>
                  <a:pt x="13" y="0"/>
                </a:lnTo>
                <a:lnTo>
                  <a:pt x="13" y="0"/>
                </a:lnTo>
                <a:lnTo>
                  <a:pt x="0" y="22"/>
                </a:lnTo>
                <a:lnTo>
                  <a:pt x="0" y="22"/>
                </a:lnTo>
                <a:lnTo>
                  <a:pt x="1" y="22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8653834" y="5495518"/>
            <a:ext cx="24687" cy="65832"/>
          </a:xfrm>
          <a:custGeom>
            <a:avLst/>
            <a:gdLst/>
            <a:ahLst/>
            <a:cxnLst/>
            <a:rect l="l" t="t" r="r" b="b"/>
            <a:pathLst>
              <a:path w="9" h="24">
                <a:moveTo>
                  <a:pt x="0" y="24"/>
                </a:moveTo>
                <a:lnTo>
                  <a:pt x="9" y="0"/>
                </a:lnTo>
                <a:lnTo>
                  <a:pt x="8" y="0"/>
                </a:lnTo>
                <a:lnTo>
                  <a:pt x="8" y="0"/>
                </a:lnTo>
                <a:lnTo>
                  <a:pt x="0" y="23"/>
                </a:lnTo>
                <a:lnTo>
                  <a:pt x="0" y="24"/>
                </a:lnTo>
                <a:lnTo>
                  <a:pt x="0" y="24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8645605" y="5679299"/>
            <a:ext cx="8229" cy="60346"/>
          </a:xfrm>
          <a:custGeom>
            <a:avLst/>
            <a:gdLst/>
            <a:ahLst/>
            <a:cxnLst/>
            <a:rect l="l" t="t" r="r" b="b"/>
            <a:pathLst>
              <a:path w="3" h="22">
                <a:moveTo>
                  <a:pt x="3" y="21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3" y="22"/>
                </a:lnTo>
                <a:lnTo>
                  <a:pt x="3" y="22"/>
                </a:lnTo>
                <a:lnTo>
                  <a:pt x="3" y="21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8653834" y="5912454"/>
            <a:ext cx="21944" cy="65832"/>
          </a:xfrm>
          <a:custGeom>
            <a:avLst/>
            <a:gdLst/>
            <a:ahLst/>
            <a:cxnLst/>
            <a:rect l="l" t="t" r="r" b="b"/>
            <a:pathLst>
              <a:path w="8" h="24">
                <a:moveTo>
                  <a:pt x="3" y="18"/>
                </a:moveTo>
                <a:lnTo>
                  <a:pt x="0" y="24"/>
                </a:lnTo>
                <a:lnTo>
                  <a:pt x="0" y="24"/>
                </a:lnTo>
                <a:lnTo>
                  <a:pt x="1" y="24"/>
                </a:lnTo>
                <a:lnTo>
                  <a:pt x="3" y="18"/>
                </a:lnTo>
                <a:lnTo>
                  <a:pt x="6" y="8"/>
                </a:lnTo>
                <a:lnTo>
                  <a:pt x="8" y="0"/>
                </a:lnTo>
                <a:lnTo>
                  <a:pt x="7" y="0"/>
                </a:lnTo>
                <a:lnTo>
                  <a:pt x="7" y="0"/>
                </a:lnTo>
                <a:lnTo>
                  <a:pt x="6" y="8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8486511" y="6162067"/>
            <a:ext cx="41145" cy="52117"/>
          </a:xfrm>
          <a:custGeom>
            <a:avLst/>
            <a:gdLst/>
            <a:ahLst/>
            <a:cxnLst/>
            <a:rect l="l" t="t" r="r" b="b"/>
            <a:pathLst>
              <a:path w="15" h="19">
                <a:moveTo>
                  <a:pt x="0" y="19"/>
                </a:moveTo>
                <a:lnTo>
                  <a:pt x="15" y="0"/>
                </a:lnTo>
                <a:lnTo>
                  <a:pt x="15" y="0"/>
                </a:lnTo>
                <a:lnTo>
                  <a:pt x="15" y="0"/>
                </a:lnTo>
                <a:lnTo>
                  <a:pt x="0" y="19"/>
                </a:lnTo>
                <a:lnTo>
                  <a:pt x="0" y="19"/>
                </a:lnTo>
                <a:lnTo>
                  <a:pt x="0" y="19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8253356" y="6417166"/>
            <a:ext cx="71318" cy="24687"/>
          </a:xfrm>
          <a:custGeom>
            <a:avLst/>
            <a:gdLst/>
            <a:ahLst/>
            <a:cxnLst/>
            <a:rect l="l" t="t" r="r" b="b"/>
            <a:pathLst>
              <a:path w="26" h="9">
                <a:moveTo>
                  <a:pt x="13" y="5"/>
                </a:moveTo>
                <a:lnTo>
                  <a:pt x="0" y="9"/>
                </a:lnTo>
                <a:lnTo>
                  <a:pt x="0" y="9"/>
                </a:lnTo>
                <a:lnTo>
                  <a:pt x="0" y="9"/>
                </a:lnTo>
                <a:lnTo>
                  <a:pt x="13" y="6"/>
                </a:lnTo>
                <a:lnTo>
                  <a:pt x="18" y="4"/>
                </a:lnTo>
                <a:lnTo>
                  <a:pt x="26" y="0"/>
                </a:lnTo>
                <a:lnTo>
                  <a:pt x="26" y="0"/>
                </a:lnTo>
                <a:lnTo>
                  <a:pt x="26" y="0"/>
                </a:lnTo>
                <a:lnTo>
                  <a:pt x="18" y="4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8001000" y="6249843"/>
            <a:ext cx="8229" cy="60346"/>
          </a:xfrm>
          <a:custGeom>
            <a:avLst/>
            <a:gdLst/>
            <a:ahLst/>
            <a:cxnLst/>
            <a:rect l="l" t="t" r="r" b="b"/>
            <a:pathLst>
              <a:path w="3" h="22">
                <a:moveTo>
                  <a:pt x="2" y="21"/>
                </a:moveTo>
                <a:lnTo>
                  <a:pt x="3" y="22"/>
                </a:lnTo>
                <a:lnTo>
                  <a:pt x="3" y="22"/>
                </a:lnTo>
                <a:lnTo>
                  <a:pt x="3" y="20"/>
                </a:lnTo>
                <a:lnTo>
                  <a:pt x="1" y="11"/>
                </a:lnTo>
                <a:lnTo>
                  <a:pt x="0" y="3"/>
                </a:lnTo>
                <a:lnTo>
                  <a:pt x="1" y="0"/>
                </a:lnTo>
                <a:lnTo>
                  <a:pt x="1" y="1"/>
                </a:lnTo>
                <a:lnTo>
                  <a:pt x="0" y="3"/>
                </a:lnTo>
                <a:lnTo>
                  <a:pt x="0" y="12"/>
                </a:lnTo>
                <a:lnTo>
                  <a:pt x="2" y="21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8110720" y="5950856"/>
            <a:ext cx="16458" cy="60346"/>
          </a:xfrm>
          <a:custGeom>
            <a:avLst/>
            <a:gdLst/>
            <a:ahLst/>
            <a:cxnLst/>
            <a:rect l="l" t="t" r="r" b="b"/>
            <a:pathLst>
              <a:path w="6" h="22">
                <a:moveTo>
                  <a:pt x="2" y="19"/>
                </a:moveTo>
                <a:lnTo>
                  <a:pt x="0" y="22"/>
                </a:lnTo>
                <a:lnTo>
                  <a:pt x="0" y="22"/>
                </a:lnTo>
                <a:lnTo>
                  <a:pt x="1" y="22"/>
                </a:lnTo>
                <a:lnTo>
                  <a:pt x="4" y="17"/>
                </a:lnTo>
                <a:lnTo>
                  <a:pt x="5" y="14"/>
                </a:lnTo>
                <a:lnTo>
                  <a:pt x="6" y="10"/>
                </a:lnTo>
                <a:lnTo>
                  <a:pt x="6" y="7"/>
                </a:lnTo>
                <a:lnTo>
                  <a:pt x="6" y="3"/>
                </a:lnTo>
                <a:lnTo>
                  <a:pt x="6" y="0"/>
                </a:lnTo>
                <a:lnTo>
                  <a:pt x="5" y="0"/>
                </a:lnTo>
                <a:lnTo>
                  <a:pt x="6" y="7"/>
                </a:lnTo>
                <a:lnTo>
                  <a:pt x="5" y="10"/>
                </a:lnTo>
                <a:lnTo>
                  <a:pt x="4" y="14"/>
                </a:lnTo>
                <a:lnTo>
                  <a:pt x="3" y="16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8050374" y="5723187"/>
            <a:ext cx="38402" cy="63089"/>
          </a:xfrm>
          <a:custGeom>
            <a:avLst/>
            <a:gdLst/>
            <a:ahLst/>
            <a:cxnLst/>
            <a:rect l="l" t="t" r="r" b="b"/>
            <a:pathLst>
              <a:path w="14" h="23">
                <a:moveTo>
                  <a:pt x="13" y="21"/>
                </a:moveTo>
                <a:lnTo>
                  <a:pt x="13" y="22"/>
                </a:lnTo>
                <a:lnTo>
                  <a:pt x="14" y="23"/>
                </a:lnTo>
                <a:lnTo>
                  <a:pt x="14" y="22"/>
                </a:lnTo>
                <a:lnTo>
                  <a:pt x="12" y="16"/>
                </a:lnTo>
                <a:lnTo>
                  <a:pt x="9" y="11"/>
                </a:lnTo>
                <a:lnTo>
                  <a:pt x="6" y="6"/>
                </a:lnTo>
                <a:lnTo>
                  <a:pt x="0" y="0"/>
                </a:lnTo>
                <a:lnTo>
                  <a:pt x="0" y="0"/>
                </a:lnTo>
                <a:lnTo>
                  <a:pt x="0" y="1"/>
                </a:lnTo>
                <a:lnTo>
                  <a:pt x="7" y="8"/>
                </a:lnTo>
                <a:lnTo>
                  <a:pt x="9" y="12"/>
                </a:lnTo>
                <a:lnTo>
                  <a:pt x="11" y="16"/>
                </a:lnTo>
                <a:close/>
              </a:path>
            </a:pathLst>
          </a:custGeom>
          <a:noFill/>
          <a:ln w="9525">
            <a:solidFill>
              <a:srgbClr val="8C8C8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14217" y="3231269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北京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34799" y="3344154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天津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53342" y="3367245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河北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97951" y="3652024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山西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35325" y="2537279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内蒙古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27391" y="3013836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辽宁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26322" y="2475803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吉林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0.3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05156" y="1747178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黑龙江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0.22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76195" y="4479425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上海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124751" y="4102383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江苏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0.53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306907" y="4641797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浙江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微软雅黑"/>
                <a:ea typeface="微软雅黑"/>
              </a:rPr>
              <a:t>0.61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53457" y="4414002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安徽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67684" y="5281169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福建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29068" y="4987509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江西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微软雅黑"/>
                <a:ea typeface="微软雅黑"/>
              </a:rPr>
              <a:t>0.63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00962" y="3645709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山东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微软雅黑"/>
                <a:ea typeface="微软雅黑"/>
              </a:rPr>
              <a:t>0.8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432685" y="4045299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河南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微软雅黑"/>
                <a:ea typeface="微软雅黑"/>
              </a:rPr>
              <a:t>0.6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67863" y="4614118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湖北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71695" y="5020861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湖南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0.59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699407" y="5800700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广东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61843" y="5531412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广西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0.36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39526" y="6341396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海南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02152" y="4768053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重庆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184529" y="4627686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四川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0.48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31582" y="5110657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贵州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0.4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09428" y="5346049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云南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0.2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604673" y="4408871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西藏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991306" y="4020827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陕西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668206" y="3297431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甘肃</a:t>
            </a:r>
          </a:p>
          <a:p>
            <a:pPr algn="ctr"/>
            <a:r>
              <a:rPr sz="900">
                <a:solidFill>
                  <a:srgbClr val="FFFFFF"/>
                </a:solidFill>
                <a:latin typeface="微软雅黑"/>
                <a:ea typeface="微软雅黑"/>
              </a:rPr>
              <a:t>0.62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546883" y="3952197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青海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37297" y="3596963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宁夏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0.28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59701" y="2697726"/>
            <a:ext cx="100584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7406B"/>
                </a:solidFill>
                <a:latin typeface="微软雅黑"/>
                <a:ea typeface="微软雅黑"/>
              </a:rPr>
              <a:t>新疆</a:t>
            </a:r>
          </a:p>
          <a:p>
            <a:pPr algn="ctr"/>
            <a:r>
              <a:rPr sz="900">
                <a:solidFill>
                  <a:srgbClr val="17406B"/>
                </a:solidFill>
                <a:latin typeface="微软雅黑"/>
                <a:ea typeface="微软雅黑"/>
              </a:rPr>
              <a:t>0.22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85874" y="5551197"/>
            <a:ext cx="7315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700">
                <a:solidFill>
                  <a:srgbClr val="999999"/>
                </a:solidFill>
                <a:latin typeface="微软雅黑"/>
                <a:ea typeface="微软雅黑"/>
              </a:rPr>
              <a:t>台湾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01000" y="137160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结论速览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01000" y="1682496"/>
            <a:ext cx="3794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前三：山东0.8、江西0.63、甘肃0.62</a:t>
            </a:r>
          </a:p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末三：云南0.2、新疆0.22、黑龙江0.22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001000" y="283464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图例（按综合分）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001000" y="3163824"/>
            <a:ext cx="219456" cy="219456"/>
          </a:xfrm>
          <a:prstGeom prst="rect">
            <a:avLst/>
          </a:prstGeom>
          <a:solidFill>
            <a:srgbClr val="1F4E79"/>
          </a:solidFill>
          <a:ln w="63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311896" y="3172968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第1-3名（0.62-0.8分）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001000" y="3465576"/>
            <a:ext cx="219456" cy="219456"/>
          </a:xfrm>
          <a:prstGeom prst="rect">
            <a:avLst/>
          </a:prstGeom>
          <a:solidFill>
            <a:srgbClr val="4A80C0"/>
          </a:solidFill>
          <a:ln w="63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311896" y="3474720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第4-5名（0.6-0.61分）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01000" y="3767328"/>
            <a:ext cx="219456" cy="219456"/>
          </a:xfrm>
          <a:prstGeom prst="rect">
            <a:avLst/>
          </a:prstGeom>
          <a:solidFill>
            <a:srgbClr val="7FA8D8"/>
          </a:solidFill>
          <a:ln w="63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11896" y="377647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第6-8名（0.48-0.59分）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001000" y="4069080"/>
            <a:ext cx="219456" cy="219456"/>
          </a:xfrm>
          <a:prstGeom prst="rect">
            <a:avLst/>
          </a:prstGeom>
          <a:solidFill>
            <a:srgbClr val="AECBE8"/>
          </a:solidFill>
          <a:ln w="63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311896" y="4078224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第9-12名（0.28-0.4分）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001000" y="4370832"/>
            <a:ext cx="219456" cy="219456"/>
          </a:xfrm>
          <a:prstGeom prst="rect">
            <a:avLst/>
          </a:prstGeom>
          <a:solidFill>
            <a:srgbClr val="D9E6F2"/>
          </a:solidFill>
          <a:ln w="63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311896" y="4379976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第13-15名（0.2-0.22分）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001000" y="4672584"/>
            <a:ext cx="219456" cy="219456"/>
          </a:xfrm>
          <a:prstGeom prst="rect">
            <a:avLst/>
          </a:prstGeom>
          <a:solidFill>
            <a:srgbClr val="EFEFEF"/>
          </a:solidFill>
          <a:ln w="6350">
            <a:solidFill>
              <a:srgbClr val="B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311896" y="4681728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非调研省份（灰）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11274552" cy="5669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综合排序（结论先行）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横条按原始总分降序（各维度分叠加），并列名次相同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2103120" y="1344168"/>
            <a:ext cx="7315" cy="4960619"/>
          </a:xfrm>
          <a:prstGeom prst="rect">
            <a:avLst/>
          </a:prstGeom>
          <a:solidFill>
            <a:srgbClr val="E3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39" y="6341363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99999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60520" y="1344168"/>
            <a:ext cx="7315" cy="4960619"/>
          </a:xfrm>
          <a:prstGeom prst="rect">
            <a:avLst/>
          </a:prstGeom>
          <a:solidFill>
            <a:srgbClr val="E3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77639" y="6341363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99999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44168"/>
            <a:ext cx="7315" cy="4960619"/>
          </a:xfrm>
          <a:prstGeom prst="rect">
            <a:avLst/>
          </a:prstGeom>
          <a:solidFill>
            <a:srgbClr val="E3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6341363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99999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1344168"/>
            <a:ext cx="7315" cy="4960619"/>
          </a:xfrm>
          <a:prstGeom prst="rect">
            <a:avLst/>
          </a:prstGeom>
          <a:solidFill>
            <a:srgbClr val="E3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6341363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99999"/>
                </a:solidFill>
                <a:latin typeface="微软雅黑"/>
                <a:ea typeface="微软雅黑"/>
              </a:rPr>
              <a:t>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20" y="1344168"/>
            <a:ext cx="7315" cy="4960619"/>
          </a:xfrm>
          <a:prstGeom prst="rect">
            <a:avLst/>
          </a:prstGeom>
          <a:solidFill>
            <a:srgbClr val="E3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0" y="6341363"/>
            <a:ext cx="3657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>
                <a:solidFill>
                  <a:srgbClr val="999999"/>
                </a:solidFill>
                <a:latin typeface="微软雅黑"/>
                <a:ea typeface="微软雅黑"/>
              </a:rPr>
              <a:t>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444752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1. 山东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1417320"/>
            <a:ext cx="3857625" cy="260603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60745" y="1417320"/>
            <a:ext cx="2057400" cy="260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8145" y="1417320"/>
            <a:ext cx="2314575" cy="26060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05872" y="1435608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769364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2. 甘肃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1741932"/>
            <a:ext cx="3471862" cy="260603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74982" y="1741932"/>
            <a:ext cx="1157287" cy="260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32270" y="1741932"/>
            <a:ext cx="2185987" cy="26060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91409" y="1760220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26.5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093975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3. 浙江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03120" y="2066543"/>
            <a:ext cx="3600450" cy="260603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03570" y="2066543"/>
            <a:ext cx="1285875" cy="260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89445" y="2066543"/>
            <a:ext cx="1671637" cy="26060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4234" y="208483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25.5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418588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4. 河南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03120" y="2391156"/>
            <a:ext cx="3600450" cy="260603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03570" y="2391156"/>
            <a:ext cx="1414462" cy="260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18032" y="2391156"/>
            <a:ext cx="1285875" cy="26060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77059" y="2409444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24.5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743199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5. 江西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03120" y="2715768"/>
            <a:ext cx="1928812" cy="260603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1932" y="2715768"/>
            <a:ext cx="2314575" cy="260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46507" y="2715768"/>
            <a:ext cx="1543050" cy="26060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2709" y="2734056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22.5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067812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6. 江苏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03120" y="3040380"/>
            <a:ext cx="2957512" cy="260603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60632" y="3040380"/>
            <a:ext cx="1285875" cy="260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46507" y="3040380"/>
            <a:ext cx="1285875" cy="26060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05534" y="3058668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21.5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3392423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7. 湖南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3364991"/>
            <a:ext cx="2314575" cy="260603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417695" y="3364991"/>
            <a:ext cx="2185987" cy="260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03682" y="3364991"/>
            <a:ext cx="900112" cy="26060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76947" y="3383279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21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3717036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8. 四川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03120" y="3689604"/>
            <a:ext cx="2957512" cy="260603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060632" y="3689604"/>
            <a:ext cx="1157287" cy="260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17920" y="3689604"/>
            <a:ext cx="900112" cy="26060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91184" y="370789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19.5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4041648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9. 贵州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03120" y="4014215"/>
            <a:ext cx="1928812" cy="260603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031932" y="4014215"/>
            <a:ext cx="1157287" cy="260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189220" y="4014215"/>
            <a:ext cx="900112" cy="26060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62484" y="4032503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15.5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4366260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10. 广西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03120" y="4338828"/>
            <a:ext cx="1414462" cy="260603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517582" y="4338828"/>
            <a:ext cx="1157287" cy="260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674870" y="4338828"/>
            <a:ext cx="900112" cy="26060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48134" y="4357116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13.5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4690872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11. 吉林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103120" y="4663440"/>
            <a:ext cx="1543050" cy="260603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646170" y="4663440"/>
            <a:ext cx="514350" cy="260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160520" y="4663440"/>
            <a:ext cx="1285875" cy="26060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519547" y="4681727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5015484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12. 宁夏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103120" y="4988052"/>
            <a:ext cx="2057400" cy="260603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160520" y="4988052"/>
            <a:ext cx="385762" cy="260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546282" y="4988052"/>
            <a:ext cx="771525" cy="26060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90959" y="5006340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12.5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5340096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13. 新疆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103120" y="5312664"/>
            <a:ext cx="1671637" cy="260603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774757" y="5312664"/>
            <a:ext cx="128587" cy="260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903345" y="5312664"/>
            <a:ext cx="900112" cy="26060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876609" y="53309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10.5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5664708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14. 黑龙江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103120" y="5637276"/>
            <a:ext cx="1028700" cy="260603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131820" y="5637276"/>
            <a:ext cx="514350" cy="260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646170" y="5637276"/>
            <a:ext cx="771525" cy="26060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490847" y="5655564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5989320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14. 云南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103120" y="5961888"/>
            <a:ext cx="1285875" cy="260603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388995" y="5961888"/>
            <a:ext cx="257175" cy="260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646170" y="5961888"/>
            <a:ext cx="771525" cy="260603"/>
          </a:xfrm>
          <a:prstGeom prst="rect">
            <a:avLst/>
          </a:prstGeom>
          <a:solidFill>
            <a:srgbClr val="9DC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490847" y="5980175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11274552" cy="5669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维度档位矩阵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省份 × 各评分维度分项与评级（评级为资料评价，不计分）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325880"/>
          <a:ext cx="11704320" cy="5321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640080"/>
                <a:gridCol w="731520"/>
                <a:gridCol w="914400"/>
                <a:gridCol w="914400"/>
                <a:gridCol w="914400"/>
                <a:gridCol w="914400"/>
                <a:gridCol w="914400"/>
                <a:gridCol w="914400"/>
                <a:gridCol w="914400"/>
                <a:gridCol w="1005840"/>
                <a:gridCol w="1005840"/>
                <a:gridCol w="10058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省份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名次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总分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光伏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独立储能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用户侧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经济回报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落地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运力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需求响应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友好度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经济回报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落地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山东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江西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7.5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甘肃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13.5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8.5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浙江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6.5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河南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湖南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3.5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江苏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四川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3.5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贵州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7.5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3.5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广西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3.5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吉林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宁夏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黑龙江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新疆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3.5</a:t>
                      </a:r>
                    </a:p>
                  </a:txBody>
                  <a:tcPr anchor="ctr"/>
                </a:tc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云南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>
                    <a:solidFill>
                      <a:srgbClr val="FFEB9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11274552" cy="5669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各省评分依据与短板（1/3）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依据=分项得分/满分结构 · 短板为扣分主因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8869680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" y="1417320"/>
            <a:ext cx="530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省份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864" y="1417320"/>
            <a:ext cx="21762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友好度
评分依据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83864" y="1417320"/>
            <a:ext cx="21762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经济回报
评分依据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9864" y="1417320"/>
            <a:ext cx="21762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落地
评分依据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55864" y="1417320"/>
            <a:ext cx="1261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关键短板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55648"/>
            <a:ext cx="640080" cy="978408"/>
          </a:xfrm>
          <a:prstGeom prst="rect">
            <a:avLst/>
          </a:prstGeom>
          <a:solidFill>
            <a:srgbClr val="EAF1F8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33333"/>
                </a:solidFill>
                <a:latin typeface="微软雅黑"/>
                <a:ea typeface="微软雅黑"/>
              </a:rPr>
              <a:t>山东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1755648"/>
            <a:ext cx="2286000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>峰谷结构4/4(五段式+0.7价差全国最佳档)+补贴1/3(免深谷充电费)+需求响应1/2(2022旧标准)+机制1/1(现货转正)；容量补偿3/4(示范0.14/市场化0.07元/kWh放电量补偿现行+租赁平台)+现货3/3(转正)+调用1/2+规划1/1(1400万kW)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755648"/>
            <a:ext cx="2286000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>新政五段式最大价差≈1元/kWh（0.9692全国领跑,碳索储能网2025-07），全年3个月两充两放+一充一放，业主自投回收约4.3年；新政套利空间翻倍（人民日报/国家能源局）；统一算例(2MWh/系统成本0.6元/Wh/效率90%/日循环1.5次/净折减0.33)：年净套利约26.9万元、静态回收约4.5年（最大口径·五段式含深谷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1755648"/>
            <a:ext cx="2286000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>现货已转正+容量补偿现行（示范0.14/市场化0.07元/kWh）+租赁平台；短板=53县分布式红区；打分=补贴兑现3.0/3(容量补偿现行兑现+租赁平台)+现货3.0/3(现货正式运行(2024-06))+电价1.5/2(基准价0.3949中上)+门槛时效1.5/2(储能侧门槛不高)=9.0分(满分10)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755648"/>
            <a:ext cx="1371600" cy="978408"/>
          </a:xfrm>
          <a:prstGeom prst="rect">
            <a:avLst/>
          </a:prstGeom>
          <a:solidFill>
            <a:srgbClr val="FFF8E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7F6000"/>
                </a:solidFill>
                <a:latin typeface="微软雅黑"/>
                <a:ea typeface="微软雅黑"/>
              </a:rPr>
              <a:t>['53县分布式红区', '深谷/负电价压午间价', '市场化项目容量补偿仅示范项目一半(0.07元/kWh)']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34056"/>
            <a:ext cx="640080" cy="178308"/>
          </a:xfrm>
          <a:prstGeom prst="rect">
            <a:avLst/>
          </a:prstGeom>
          <a:solidFill>
            <a:srgbClr val="EAF1F8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33333"/>
                </a:solidFill>
                <a:latin typeface="微软雅黑"/>
                <a:ea typeface="微软雅黑"/>
              </a:rPr>
              <a:t>江西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2734056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2734056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734056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2734056"/>
            <a:ext cx="1371600" cy="178308"/>
          </a:xfrm>
          <a:prstGeom prst="rect">
            <a:avLst/>
          </a:prstGeom>
          <a:solidFill>
            <a:srgbClr val="FFF8E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7F6000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912364"/>
            <a:ext cx="640080" cy="864108"/>
          </a:xfrm>
          <a:prstGeom prst="rect">
            <a:avLst/>
          </a:prstGeom>
          <a:solidFill>
            <a:srgbClr val="EAF1F8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33333"/>
                </a:solidFill>
                <a:latin typeface="微软雅黑"/>
                <a:ea typeface="微软雅黑"/>
              </a:rPr>
              <a:t>甘肃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2912364"/>
            <a:ext cx="2286000" cy="8641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>峰谷结构3/4(≥3:1且谷段连续6h)+补贴0/3+需求响应1.5/2(1.5元/kWh)+机制0.5/1；容量补偿4/4(330元/kW·年全国最高档)+现货3/3(转正)+调用0.5/2+规划1/1(6GW)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2912364"/>
            <a:ext cx="2286000" cy="8641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>价差绝对数未查到（仅环比扩124%）；峰谷≥3:1但无夜间谷，仅午间谷一充一放，套利窗口受限（保守评估）；统一算例(2MWh/系统成本0.6元/Wh/日循环1次)：年净套利约5.6-9.3万元、静态回收约13-21年（价差未查到·按区域保守区间0.3-0.5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0" y="2912364"/>
            <a:ext cx="2286000" cy="8641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>现货已转正+容量补偿330元/kW·年最高档；短板=无用户侧补贴；打分=补贴兑现3.0/3(容量补偿330元/kW·年最高档正式文件)+现货3.0/3(现货正式运行(2024))+电价1.0/2(基准价0.3078偏低)+门槛时效1.5/2(容量系数按时长折算,门槛一般)=8.5分(满分10)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2912364"/>
            <a:ext cx="1371600" cy="864108"/>
          </a:xfrm>
          <a:prstGeom prst="rect">
            <a:avLst/>
          </a:prstGeom>
          <a:solidFill>
            <a:srgbClr val="FFF8E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7F6000"/>
                </a:solidFill>
                <a:latin typeface="微软雅黑"/>
                <a:ea typeface="微软雅黑"/>
              </a:rPr>
              <a:t>['无用户侧补贴', '现货全电量波动直接传导', '机制竞价低压制配储租赁需求']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776472"/>
            <a:ext cx="640080" cy="178308"/>
          </a:xfrm>
          <a:prstGeom prst="rect">
            <a:avLst/>
          </a:prstGeom>
          <a:solidFill>
            <a:srgbClr val="EAF1F8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33333"/>
                </a:solidFill>
                <a:latin typeface="微软雅黑"/>
                <a:ea typeface="微软雅黑"/>
              </a:rPr>
              <a:t>浙江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3776472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3776472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0" y="3776472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3776472"/>
            <a:ext cx="1371600" cy="178308"/>
          </a:xfrm>
          <a:prstGeom prst="rect">
            <a:avLst/>
          </a:prstGeom>
          <a:solidFill>
            <a:srgbClr val="FFF8E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7F6000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954780"/>
            <a:ext cx="640080" cy="178308"/>
          </a:xfrm>
          <a:prstGeom prst="rect">
            <a:avLst/>
          </a:prstGeom>
          <a:solidFill>
            <a:srgbClr val="EAF1F8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33333"/>
                </a:solidFill>
                <a:latin typeface="微软雅黑"/>
                <a:ea typeface="微软雅黑"/>
              </a:rPr>
              <a:t>河南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3954780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3954780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0" y="3954780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8001000" y="3954780"/>
            <a:ext cx="1371600" cy="178308"/>
          </a:xfrm>
          <a:prstGeom prst="rect">
            <a:avLst/>
          </a:prstGeom>
          <a:solidFill>
            <a:srgbClr val="FFF8E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7F6000"/>
                </a:solidFill>
                <a:latin typeface="微软雅黑"/>
                <a:ea typeface="微软雅黑"/>
              </a:rPr>
              <a:t/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11274552" cy="5669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各省评分依据与短板（2/3）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依据=分项得分/满分结构 · 短板为扣分主因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8869680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" y="1417320"/>
            <a:ext cx="530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省份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864" y="1417320"/>
            <a:ext cx="21762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友好度
评分依据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83864" y="1417320"/>
            <a:ext cx="21762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经济回报
评分依据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9864" y="1417320"/>
            <a:ext cx="21762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落地
评分依据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55864" y="1417320"/>
            <a:ext cx="1261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关键短板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55648"/>
            <a:ext cx="640080" cy="178308"/>
          </a:xfrm>
          <a:prstGeom prst="rect">
            <a:avLst/>
          </a:prstGeom>
          <a:solidFill>
            <a:srgbClr val="EAF1F8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33333"/>
                </a:solidFill>
                <a:latin typeface="微软雅黑"/>
                <a:ea typeface="微软雅黑"/>
              </a:rPr>
              <a:t>湖南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1755648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755648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1755648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755648"/>
            <a:ext cx="1371600" cy="178308"/>
          </a:xfrm>
          <a:prstGeom prst="rect">
            <a:avLst/>
          </a:prstGeom>
          <a:solidFill>
            <a:srgbClr val="FFF8E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7F6000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933955"/>
            <a:ext cx="640080" cy="864108"/>
          </a:xfrm>
          <a:prstGeom prst="rect">
            <a:avLst/>
          </a:prstGeom>
          <a:solidFill>
            <a:srgbClr val="EAF1F8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33333"/>
                </a:solidFill>
                <a:latin typeface="微软雅黑"/>
                <a:ea typeface="微软雅黑"/>
              </a:rPr>
              <a:t>江苏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1933955"/>
            <a:ext cx="2286000" cy="8641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>峰谷结构3/4(两部制峰上浮80%/谷下浮65%,计价基础调整后实际价差较旧政策缩小45.6%)+补贴1/3(市级)+需求响应2/2(4.8元/kWh全国最高)+机制1/1(快速响应15元/kW)；容量补偿0/4+现货2.5/3(转正评估中)+调用1.5/2(160次,但为征求意见稿)+规划0.5/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1933955"/>
            <a:ext cx="2286000" cy="8641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>新政后峰谷价差缩至约0.6元/kWh（较2024-05的0.8635降28.2%,低碳网），仅一充一放；仅靠套利IRR 5-6.2%行业生死线、回本近11年；统一算例(2MWh/系统成本0.6元/Wh/效率90%/日循环1.0次/净折减0.33)：年净套利约11.1万元、静态回收约10.8年（新政后峰值口径）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1933955"/>
            <a:ext cx="2286000" cy="8641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>现货转正评估中+无容量电价；但需量管理+绿电交易多元收益渠道（储能+绿电收益+20%以上）；打分=补贴兑现1.0/3(无容量电价/无直接补贴)+现货2.0/3(现货转正评估中(2026-05))+电价1.0/2(基准价0.391中等)+门槛时效1.0/2(需量管理+绿电交易多元渠道有效)=5.0分(满分10)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1933955"/>
            <a:ext cx="1371600" cy="864108"/>
          </a:xfrm>
          <a:prstGeom prst="rect">
            <a:avLst/>
          </a:prstGeom>
          <a:solidFill>
            <a:srgbClr val="FFF8E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7F6000"/>
                </a:solidFill>
                <a:latin typeface="微软雅黑"/>
                <a:ea typeface="微软雅黑"/>
              </a:rPr>
              <a:t>['新政后价差收窄+午间谷压缩谷充窗口', '省级用户侧补贴缺失', '独立储能无容量电价']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798063"/>
            <a:ext cx="640080" cy="178308"/>
          </a:xfrm>
          <a:prstGeom prst="rect">
            <a:avLst/>
          </a:prstGeom>
          <a:solidFill>
            <a:srgbClr val="EAF1F8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33333"/>
                </a:solidFill>
                <a:latin typeface="微软雅黑"/>
                <a:ea typeface="微软雅黑"/>
              </a:rPr>
              <a:t>四川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2798063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2798063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0" y="2798063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2798063"/>
            <a:ext cx="1371600" cy="178308"/>
          </a:xfrm>
          <a:prstGeom prst="rect">
            <a:avLst/>
          </a:prstGeom>
          <a:solidFill>
            <a:srgbClr val="FFF8E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7F6000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976371"/>
            <a:ext cx="640080" cy="178308"/>
          </a:xfrm>
          <a:prstGeom prst="rect">
            <a:avLst/>
          </a:prstGeom>
          <a:solidFill>
            <a:srgbClr val="EAF1F8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33333"/>
                </a:solidFill>
                <a:latin typeface="微软雅黑"/>
                <a:ea typeface="微软雅黑"/>
              </a:rPr>
              <a:t>贵州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2976371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2976371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0" y="2976371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2976371"/>
            <a:ext cx="1371600" cy="178308"/>
          </a:xfrm>
          <a:prstGeom prst="rect">
            <a:avLst/>
          </a:prstGeom>
          <a:solidFill>
            <a:srgbClr val="FFF8E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7F6000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154679"/>
            <a:ext cx="640080" cy="178308"/>
          </a:xfrm>
          <a:prstGeom prst="rect">
            <a:avLst/>
          </a:prstGeom>
          <a:solidFill>
            <a:srgbClr val="EAF1F8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33333"/>
                </a:solidFill>
                <a:latin typeface="微软雅黑"/>
                <a:ea typeface="微软雅黑"/>
              </a:rPr>
              <a:t>广西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3154679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3154679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0" y="3154679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8001000" y="3154679"/>
            <a:ext cx="1371600" cy="178308"/>
          </a:xfrm>
          <a:prstGeom prst="rect">
            <a:avLst/>
          </a:prstGeom>
          <a:solidFill>
            <a:srgbClr val="FFF8E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7F6000"/>
                </a:solidFill>
                <a:latin typeface="微软雅黑"/>
                <a:ea typeface="微软雅黑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11274552" cy="5669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各省评分依据与短板（3/3）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9611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依据=分项得分/满分结构 · 短板为扣分主因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8869680" cy="38404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7784" y="1417320"/>
            <a:ext cx="5303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省份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864" y="1417320"/>
            <a:ext cx="21762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友好度
评分依据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83864" y="1417320"/>
            <a:ext cx="21762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经济回报
评分依据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9864" y="1417320"/>
            <a:ext cx="21762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落地
评分依据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55864" y="1417320"/>
            <a:ext cx="126187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关键短板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55648"/>
            <a:ext cx="640080" cy="178308"/>
          </a:xfrm>
          <a:prstGeom prst="rect">
            <a:avLst/>
          </a:prstGeom>
          <a:solidFill>
            <a:srgbClr val="EAF1F8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33333"/>
                </a:solidFill>
                <a:latin typeface="微软雅黑"/>
                <a:ea typeface="微软雅黑"/>
              </a:rPr>
              <a:t>吉林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3000" y="1755648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755648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1755648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755648"/>
            <a:ext cx="1371600" cy="178308"/>
          </a:xfrm>
          <a:prstGeom prst="rect">
            <a:avLst/>
          </a:prstGeom>
          <a:solidFill>
            <a:srgbClr val="FFF8E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7F6000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933955"/>
            <a:ext cx="640080" cy="178308"/>
          </a:xfrm>
          <a:prstGeom prst="rect">
            <a:avLst/>
          </a:prstGeom>
          <a:solidFill>
            <a:srgbClr val="EAF1F8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33333"/>
                </a:solidFill>
                <a:latin typeface="微软雅黑"/>
                <a:ea typeface="微软雅黑"/>
              </a:rPr>
              <a:t>宁夏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1933955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3429000" y="1933955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1933955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8001000" y="1933955"/>
            <a:ext cx="1371600" cy="178308"/>
          </a:xfrm>
          <a:prstGeom prst="rect">
            <a:avLst/>
          </a:prstGeom>
          <a:solidFill>
            <a:srgbClr val="FFF8E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7F6000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112263"/>
            <a:ext cx="640080" cy="178308"/>
          </a:xfrm>
          <a:prstGeom prst="rect">
            <a:avLst/>
          </a:prstGeom>
          <a:solidFill>
            <a:srgbClr val="EAF1F8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33333"/>
                </a:solidFill>
                <a:latin typeface="微软雅黑"/>
                <a:ea typeface="微软雅黑"/>
              </a:rPr>
              <a:t>黑龙江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2112263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2" name="Rectangle 21"/>
          <p:cNvSpPr/>
          <p:nvPr/>
        </p:nvSpPr>
        <p:spPr>
          <a:xfrm>
            <a:off x="3429000" y="2112263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0" y="2112263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2112263"/>
            <a:ext cx="1371600" cy="178308"/>
          </a:xfrm>
          <a:prstGeom prst="rect">
            <a:avLst/>
          </a:prstGeom>
          <a:solidFill>
            <a:srgbClr val="FFF8E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7F6000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290571"/>
            <a:ext cx="640080" cy="178308"/>
          </a:xfrm>
          <a:prstGeom prst="rect">
            <a:avLst/>
          </a:prstGeom>
          <a:solidFill>
            <a:srgbClr val="EAF1F8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33333"/>
                </a:solidFill>
                <a:latin typeface="微软雅黑"/>
                <a:ea typeface="微软雅黑"/>
              </a:rPr>
              <a:t>新疆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2290571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2290571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0" y="2290571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1000" y="2290571"/>
            <a:ext cx="1371600" cy="178308"/>
          </a:xfrm>
          <a:prstGeom prst="rect">
            <a:avLst/>
          </a:prstGeom>
          <a:solidFill>
            <a:srgbClr val="FFF8E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7F6000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2468879"/>
            <a:ext cx="640080" cy="178308"/>
          </a:xfrm>
          <a:prstGeom prst="rect">
            <a:avLst/>
          </a:prstGeom>
          <a:solidFill>
            <a:srgbClr val="EAF1F8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333333"/>
                </a:solidFill>
                <a:latin typeface="微软雅黑"/>
                <a:ea typeface="微软雅黑"/>
              </a:rPr>
              <a:t>云南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2468879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2468879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5715000" y="2468879"/>
            <a:ext cx="2286000" cy="178308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34" name="Rectangle 33"/>
          <p:cNvSpPr/>
          <p:nvPr/>
        </p:nvSpPr>
        <p:spPr>
          <a:xfrm>
            <a:off x="8001000" y="2468879"/>
            <a:ext cx="1371600" cy="178308"/>
          </a:xfrm>
          <a:prstGeom prst="rect">
            <a:avLst/>
          </a:prstGeom>
          <a:solidFill>
            <a:srgbClr val="FFF8E7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750" b="0">
                <a:solidFill>
                  <a:srgbClr val="7F6000"/>
                </a:solidFill>
                <a:latin typeface="微软雅黑"/>
                <a:ea typeface="微软雅黑"/>
              </a:rPr>
              <a:t/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11274552" cy="5669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评级规则与说明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444444"/>
                </a:solidFill>
                <a:latin typeface="微软雅黑"/>
                <a:ea typeface="微软雅黑"/>
              </a:rPr>
              <a:t>用户侧储能支持=峰谷价差结构(4)+直接补贴(3)+需求响应收益(2)+机制确定性(1)，满分10；独立储能支持=容量补偿/兜底(4)+现货状态(3)+调用保障(2)+规划目标(1)，满分10。第一档≥7，第二档4-6.5，第三档&lt;4。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